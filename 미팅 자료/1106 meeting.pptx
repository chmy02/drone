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699" r:id="rId2"/>
    <p:sldId id="918" r:id="rId3"/>
    <p:sldId id="920" r:id="rId4"/>
    <p:sldId id="926" r:id="rId5"/>
    <p:sldId id="927" r:id="rId6"/>
    <p:sldId id="924" r:id="rId7"/>
    <p:sldId id="928" r:id="rId8"/>
    <p:sldId id="929" r:id="rId9"/>
    <p:sldId id="931" r:id="rId10"/>
    <p:sldId id="933" r:id="rId11"/>
    <p:sldId id="934" r:id="rId12"/>
    <p:sldId id="935" r:id="rId13"/>
    <p:sldId id="731" r:id="rId14"/>
  </p:sldIdLst>
  <p:sldSz cx="9144000" cy="6858000" type="screen4x3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D7D31"/>
    <a:srgbClr val="D6DCE5"/>
    <a:srgbClr val="FFFFFF"/>
    <a:srgbClr val="DAE3F3"/>
    <a:srgbClr val="404040"/>
    <a:srgbClr val="BDD7EE"/>
    <a:srgbClr val="002060"/>
    <a:srgbClr val="E6E6E6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FC1314-B607-4F27-8496-55B7B4927428}" v="553" dt="2025-11-06T10:29:11.7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76878" autoAdjust="0"/>
  </p:normalViewPr>
  <p:slideViewPr>
    <p:cSldViewPr snapToGrid="0">
      <p:cViewPr varScale="1">
        <p:scale>
          <a:sx n="63" d="100"/>
          <a:sy n="63" d="100"/>
        </p:scale>
        <p:origin x="1805" y="58"/>
      </p:cViewPr>
      <p:guideLst>
        <p:guide orient="horz" pos="3385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문영" userId="c9c2ca5b-20f2-48c9-9e1f-a03229bf2768" providerId="ADAL" clId="{1AFE30CA-0473-46B3-B73A-3803F8D94D85}"/>
    <pc:docChg chg="undo custSel addSld delSld modSld sldOrd">
      <pc:chgData name="최문영" userId="c9c2ca5b-20f2-48c9-9e1f-a03229bf2768" providerId="ADAL" clId="{1AFE30CA-0473-46B3-B73A-3803F8D94D85}" dt="2025-11-06T10:30:37.021" v="2663" actId="1076"/>
      <pc:docMkLst>
        <pc:docMk/>
      </pc:docMkLst>
      <pc:sldChg chg="modSp mod">
        <pc:chgData name="최문영" userId="c9c2ca5b-20f2-48c9-9e1f-a03229bf2768" providerId="ADAL" clId="{1AFE30CA-0473-46B3-B73A-3803F8D94D85}" dt="2025-11-03T09:16:32.795" v="7" actId="20577"/>
        <pc:sldMkLst>
          <pc:docMk/>
          <pc:sldMk cId="2886263250" sldId="699"/>
        </pc:sldMkLst>
        <pc:spChg chg="mod">
          <ac:chgData name="최문영" userId="c9c2ca5b-20f2-48c9-9e1f-a03229bf2768" providerId="ADAL" clId="{1AFE30CA-0473-46B3-B73A-3803F8D94D85}" dt="2025-11-03T09:16:32.795" v="7" actId="20577"/>
          <ac:spMkLst>
            <pc:docMk/>
            <pc:sldMk cId="2886263250" sldId="699"/>
            <ac:spMk id="14" creationId="{C21A635C-1642-419F-9A80-B71C2DC7C4C4}"/>
          </ac:spMkLst>
        </pc:spChg>
      </pc:sldChg>
      <pc:sldChg chg="addSp modSp ord modAnim">
        <pc:chgData name="최문영" userId="c9c2ca5b-20f2-48c9-9e1f-a03229bf2768" providerId="ADAL" clId="{1AFE30CA-0473-46B3-B73A-3803F8D94D85}" dt="2025-11-06T10:00:14.327" v="701"/>
        <pc:sldMkLst>
          <pc:docMk/>
          <pc:sldMk cId="4031367324" sldId="924"/>
        </pc:sldMkLst>
        <pc:spChg chg="add mod">
          <ac:chgData name="최문영" userId="c9c2ca5b-20f2-48c9-9e1f-a03229bf2768" providerId="ADAL" clId="{1AFE30CA-0473-46B3-B73A-3803F8D94D85}" dt="2025-11-06T10:00:13.394" v="700"/>
          <ac:spMkLst>
            <pc:docMk/>
            <pc:sldMk cId="4031367324" sldId="924"/>
            <ac:spMk id="7" creationId="{1D19DE1A-E58A-C542-86E1-675516C90815}"/>
          </ac:spMkLst>
        </pc:spChg>
      </pc:sldChg>
      <pc:sldChg chg="ord">
        <pc:chgData name="최문영" userId="c9c2ca5b-20f2-48c9-9e1f-a03229bf2768" providerId="ADAL" clId="{1AFE30CA-0473-46B3-B73A-3803F8D94D85}" dt="2025-11-06T09:39:44.780" v="439"/>
        <pc:sldMkLst>
          <pc:docMk/>
          <pc:sldMk cId="1172198874" sldId="928"/>
        </pc:sldMkLst>
      </pc:sldChg>
      <pc:sldChg chg="addSp delSp modSp add mod delAnim modAnim">
        <pc:chgData name="최문영" userId="c9c2ca5b-20f2-48c9-9e1f-a03229bf2768" providerId="ADAL" clId="{1AFE30CA-0473-46B3-B73A-3803F8D94D85}" dt="2025-11-06T10:02:12.013" v="866" actId="1076"/>
        <pc:sldMkLst>
          <pc:docMk/>
          <pc:sldMk cId="1740308875" sldId="929"/>
        </pc:sldMkLst>
        <pc:spChg chg="add mod">
          <ac:chgData name="최문영" userId="c9c2ca5b-20f2-48c9-9e1f-a03229bf2768" providerId="ADAL" clId="{1AFE30CA-0473-46B3-B73A-3803F8D94D85}" dt="2025-11-03T09:19:46.768" v="182" actId="164"/>
          <ac:spMkLst>
            <pc:docMk/>
            <pc:sldMk cId="1740308875" sldId="929"/>
            <ac:spMk id="4" creationId="{0B644E81-38FC-4FCE-A0D7-FA1D466078A0}"/>
          </ac:spMkLst>
        </pc:spChg>
        <pc:spChg chg="add mod">
          <ac:chgData name="최문영" userId="c9c2ca5b-20f2-48c9-9e1f-a03229bf2768" providerId="ADAL" clId="{1AFE30CA-0473-46B3-B73A-3803F8D94D85}" dt="2025-11-03T09:19:46.768" v="182" actId="164"/>
          <ac:spMkLst>
            <pc:docMk/>
            <pc:sldMk cId="1740308875" sldId="929"/>
            <ac:spMk id="5" creationId="{60D53A96-0389-269C-7C47-5DF093509679}"/>
          </ac:spMkLst>
        </pc:spChg>
        <pc:spChg chg="mod">
          <ac:chgData name="최문영" userId="c9c2ca5b-20f2-48c9-9e1f-a03229bf2768" providerId="ADAL" clId="{1AFE30CA-0473-46B3-B73A-3803F8D94D85}" dt="2025-11-03T09:17:45.917" v="119" actId="122"/>
          <ac:spMkLst>
            <pc:docMk/>
            <pc:sldMk cId="1740308875" sldId="929"/>
            <ac:spMk id="6" creationId="{450083A1-45BA-B621-74D9-DE1809C8D93D}"/>
          </ac:spMkLst>
        </pc:spChg>
        <pc:spChg chg="add mod">
          <ac:chgData name="최문영" userId="c9c2ca5b-20f2-48c9-9e1f-a03229bf2768" providerId="ADAL" clId="{1AFE30CA-0473-46B3-B73A-3803F8D94D85}" dt="2025-11-03T09:19:46.768" v="182" actId="164"/>
          <ac:spMkLst>
            <pc:docMk/>
            <pc:sldMk cId="1740308875" sldId="929"/>
            <ac:spMk id="8" creationId="{349B9D79-6DF2-C910-2E85-30E9CC9FCC8F}"/>
          </ac:spMkLst>
        </pc:spChg>
        <pc:spChg chg="mod">
          <ac:chgData name="최문영" userId="c9c2ca5b-20f2-48c9-9e1f-a03229bf2768" providerId="ADAL" clId="{1AFE30CA-0473-46B3-B73A-3803F8D94D85}" dt="2025-11-03T09:17:45.917" v="119" actId="122"/>
          <ac:spMkLst>
            <pc:docMk/>
            <pc:sldMk cId="1740308875" sldId="929"/>
            <ac:spMk id="10" creationId="{EB12DE88-4B45-7343-0666-57644E0DDE49}"/>
          </ac:spMkLst>
        </pc:spChg>
        <pc:spChg chg="add mod">
          <ac:chgData name="최문영" userId="c9c2ca5b-20f2-48c9-9e1f-a03229bf2768" providerId="ADAL" clId="{1AFE30CA-0473-46B3-B73A-3803F8D94D85}" dt="2025-11-06T09:58:27.788" v="650"/>
          <ac:spMkLst>
            <pc:docMk/>
            <pc:sldMk cId="1740308875" sldId="929"/>
            <ac:spMk id="12" creationId="{3A647678-1684-D23E-AD36-79B86BAE285C}"/>
          </ac:spMkLst>
        </pc:spChg>
        <pc:spChg chg="add mod">
          <ac:chgData name="최문영" userId="c9c2ca5b-20f2-48c9-9e1f-a03229bf2768" providerId="ADAL" clId="{1AFE30CA-0473-46B3-B73A-3803F8D94D85}" dt="2025-11-03T09:19:46.768" v="182" actId="164"/>
          <ac:spMkLst>
            <pc:docMk/>
            <pc:sldMk cId="1740308875" sldId="929"/>
            <ac:spMk id="13" creationId="{C5D514A5-9C0B-D946-2900-F7A785C66728}"/>
          </ac:spMkLst>
        </pc:spChg>
        <pc:spChg chg="mod">
          <ac:chgData name="최문영" userId="c9c2ca5b-20f2-48c9-9e1f-a03229bf2768" providerId="ADAL" clId="{1AFE30CA-0473-46B3-B73A-3803F8D94D85}" dt="2025-11-06T09:58:33.571" v="651"/>
          <ac:spMkLst>
            <pc:docMk/>
            <pc:sldMk cId="1740308875" sldId="929"/>
            <ac:spMk id="16" creationId="{72A05EFA-4F83-54EE-326C-9B365909AC9A}"/>
          </ac:spMkLst>
        </pc:spChg>
        <pc:spChg chg="add mod">
          <ac:chgData name="최문영" userId="c9c2ca5b-20f2-48c9-9e1f-a03229bf2768" providerId="ADAL" clId="{1AFE30CA-0473-46B3-B73A-3803F8D94D85}" dt="2025-11-03T09:19:46.768" v="182" actId="164"/>
          <ac:spMkLst>
            <pc:docMk/>
            <pc:sldMk cId="1740308875" sldId="929"/>
            <ac:spMk id="17" creationId="{7376A7E8-80F9-5D37-8F64-25BF8CDED3DF}"/>
          </ac:spMkLst>
        </pc:spChg>
        <pc:spChg chg="mod">
          <ac:chgData name="최문영" userId="c9c2ca5b-20f2-48c9-9e1f-a03229bf2768" providerId="ADAL" clId="{1AFE30CA-0473-46B3-B73A-3803F8D94D85}" dt="2025-11-06T09:58:33.571" v="651"/>
          <ac:spMkLst>
            <pc:docMk/>
            <pc:sldMk cId="1740308875" sldId="929"/>
            <ac:spMk id="18" creationId="{1DCAE2C0-45A7-0065-F4F2-3A91E627419D}"/>
          </ac:spMkLst>
        </pc:spChg>
        <pc:spChg chg="mod">
          <ac:chgData name="최문영" userId="c9c2ca5b-20f2-48c9-9e1f-a03229bf2768" providerId="ADAL" clId="{1AFE30CA-0473-46B3-B73A-3803F8D94D85}" dt="2025-11-06T09:58:33.571" v="651"/>
          <ac:spMkLst>
            <pc:docMk/>
            <pc:sldMk cId="1740308875" sldId="929"/>
            <ac:spMk id="19" creationId="{2061BD97-2614-09B9-E63B-C3ED699D16D0}"/>
          </ac:spMkLst>
        </pc:spChg>
        <pc:spChg chg="mod">
          <ac:chgData name="최문영" userId="c9c2ca5b-20f2-48c9-9e1f-a03229bf2768" providerId="ADAL" clId="{1AFE30CA-0473-46B3-B73A-3803F8D94D85}" dt="2025-11-06T09:58:33.571" v="651"/>
          <ac:spMkLst>
            <pc:docMk/>
            <pc:sldMk cId="1740308875" sldId="929"/>
            <ac:spMk id="20" creationId="{E4C8FAD3-C9E0-60C4-74B0-F688745464EF}"/>
          </ac:spMkLst>
        </pc:spChg>
        <pc:spChg chg="mod">
          <ac:chgData name="최문영" userId="c9c2ca5b-20f2-48c9-9e1f-a03229bf2768" providerId="ADAL" clId="{1AFE30CA-0473-46B3-B73A-3803F8D94D85}" dt="2025-11-06T09:58:33.571" v="651"/>
          <ac:spMkLst>
            <pc:docMk/>
            <pc:sldMk cId="1740308875" sldId="929"/>
            <ac:spMk id="21" creationId="{F9745029-F4B3-77AC-0BEB-F3CF8101824C}"/>
          </ac:spMkLst>
        </pc:spChg>
        <pc:spChg chg="mod">
          <ac:chgData name="최문영" userId="c9c2ca5b-20f2-48c9-9e1f-a03229bf2768" providerId="ADAL" clId="{1AFE30CA-0473-46B3-B73A-3803F8D94D85}" dt="2025-11-06T09:58:33.571" v="651"/>
          <ac:spMkLst>
            <pc:docMk/>
            <pc:sldMk cId="1740308875" sldId="929"/>
            <ac:spMk id="22" creationId="{2A57FFFD-7F34-D2D8-FE89-D0DFE9523585}"/>
          </ac:spMkLst>
        </pc:spChg>
        <pc:spChg chg="add mod">
          <ac:chgData name="최문영" userId="c9c2ca5b-20f2-48c9-9e1f-a03229bf2768" providerId="ADAL" clId="{1AFE30CA-0473-46B3-B73A-3803F8D94D85}" dt="2025-11-03T09:19:46.768" v="182" actId="164"/>
          <ac:spMkLst>
            <pc:docMk/>
            <pc:sldMk cId="1740308875" sldId="929"/>
            <ac:spMk id="23" creationId="{4966A3DD-42BB-8E6A-F0E3-E17B719FAD37}"/>
          </ac:spMkLst>
        </pc:spChg>
        <pc:spChg chg="add mod">
          <ac:chgData name="최문영" userId="c9c2ca5b-20f2-48c9-9e1f-a03229bf2768" providerId="ADAL" clId="{1AFE30CA-0473-46B3-B73A-3803F8D94D85}" dt="2025-11-03T09:19:46.768" v="182" actId="164"/>
          <ac:spMkLst>
            <pc:docMk/>
            <pc:sldMk cId="1740308875" sldId="929"/>
            <ac:spMk id="24" creationId="{A26EC020-353B-9A4A-6C21-37DB2A1B7AA2}"/>
          </ac:spMkLst>
        </pc:spChg>
        <pc:spChg chg="add mod">
          <ac:chgData name="최문영" userId="c9c2ca5b-20f2-48c9-9e1f-a03229bf2768" providerId="ADAL" clId="{1AFE30CA-0473-46B3-B73A-3803F8D94D85}" dt="2025-11-03T09:25:07.766" v="240" actId="14100"/>
          <ac:spMkLst>
            <pc:docMk/>
            <pc:sldMk cId="1740308875" sldId="929"/>
            <ac:spMk id="26" creationId="{27F2E32A-E9F4-B99E-21AC-058ABCE4C71D}"/>
          </ac:spMkLst>
        </pc:spChg>
        <pc:spChg chg="del mod">
          <ac:chgData name="최문영" userId="c9c2ca5b-20f2-48c9-9e1f-a03229bf2768" providerId="ADAL" clId="{1AFE30CA-0473-46B3-B73A-3803F8D94D85}" dt="2025-11-06T09:58:41.427" v="653" actId="478"/>
          <ac:spMkLst>
            <pc:docMk/>
            <pc:sldMk cId="1740308875" sldId="929"/>
            <ac:spMk id="27" creationId="{E5DCA3FE-8962-7F09-9ADF-DFD31F58F5C3}"/>
          </ac:spMkLst>
        </pc:spChg>
        <pc:spChg chg="mod">
          <ac:chgData name="최문영" userId="c9c2ca5b-20f2-48c9-9e1f-a03229bf2768" providerId="ADAL" clId="{1AFE30CA-0473-46B3-B73A-3803F8D94D85}" dt="2025-11-03T09:17:44.982" v="118" actId="122"/>
          <ac:spMkLst>
            <pc:docMk/>
            <pc:sldMk cId="1740308875" sldId="929"/>
            <ac:spMk id="34" creationId="{0A664F70-37F1-69F1-091F-E471E16D0C05}"/>
          </ac:spMkLst>
        </pc:spChg>
        <pc:spChg chg="add mod">
          <ac:chgData name="최문영" userId="c9c2ca5b-20f2-48c9-9e1f-a03229bf2768" providerId="ADAL" clId="{1AFE30CA-0473-46B3-B73A-3803F8D94D85}" dt="2025-11-06T10:00:25.528" v="715" actId="1035"/>
          <ac:spMkLst>
            <pc:docMk/>
            <pc:sldMk cId="1740308875" sldId="929"/>
            <ac:spMk id="37" creationId="{10FFE305-EF92-3F5F-5B3A-38EFB1EC96D5}"/>
          </ac:spMkLst>
        </pc:spChg>
        <pc:spChg chg="add mod">
          <ac:chgData name="최문영" userId="c9c2ca5b-20f2-48c9-9e1f-a03229bf2768" providerId="ADAL" clId="{1AFE30CA-0473-46B3-B73A-3803F8D94D85}" dt="2025-11-06T10:00:28.673" v="716" actId="1076"/>
          <ac:spMkLst>
            <pc:docMk/>
            <pc:sldMk cId="1740308875" sldId="929"/>
            <ac:spMk id="45" creationId="{9E37EB5A-C937-0DB6-F176-2B0CF87C2D21}"/>
          </ac:spMkLst>
        </pc:spChg>
        <pc:spChg chg="add mod">
          <ac:chgData name="최문영" userId="c9c2ca5b-20f2-48c9-9e1f-a03229bf2768" providerId="ADAL" clId="{1AFE30CA-0473-46B3-B73A-3803F8D94D85}" dt="2025-11-06T10:00:22.794" v="704" actId="1076"/>
          <ac:spMkLst>
            <pc:docMk/>
            <pc:sldMk cId="1740308875" sldId="929"/>
            <ac:spMk id="46" creationId="{2EC85569-A6E7-B28D-D906-C10340772467}"/>
          </ac:spMkLst>
        </pc:spChg>
        <pc:spChg chg="add del mod">
          <ac:chgData name="최문영" userId="c9c2ca5b-20f2-48c9-9e1f-a03229bf2768" providerId="ADAL" clId="{1AFE30CA-0473-46B3-B73A-3803F8D94D85}" dt="2025-11-03T09:17:45.917" v="119" actId="122"/>
          <ac:spMkLst>
            <pc:docMk/>
            <pc:sldMk cId="1740308875" sldId="929"/>
            <ac:spMk id="47" creationId="{82DE64ED-CFAB-05E7-8A26-3024B19C1217}"/>
          </ac:spMkLst>
        </pc:spChg>
        <pc:spChg chg="add mod">
          <ac:chgData name="최문영" userId="c9c2ca5b-20f2-48c9-9e1f-a03229bf2768" providerId="ADAL" clId="{1AFE30CA-0473-46B3-B73A-3803F8D94D85}" dt="2025-11-06T10:00:20.092" v="703" actId="1076"/>
          <ac:spMkLst>
            <pc:docMk/>
            <pc:sldMk cId="1740308875" sldId="929"/>
            <ac:spMk id="51" creationId="{6020A5FC-75CF-1311-822C-24A3D3726B9D}"/>
          </ac:spMkLst>
        </pc:spChg>
        <pc:spChg chg="add mod">
          <ac:chgData name="최문영" userId="c9c2ca5b-20f2-48c9-9e1f-a03229bf2768" providerId="ADAL" clId="{1AFE30CA-0473-46B3-B73A-3803F8D94D85}" dt="2025-11-06T10:02:12.013" v="866" actId="1076"/>
          <ac:spMkLst>
            <pc:docMk/>
            <pc:sldMk cId="1740308875" sldId="929"/>
            <ac:spMk id="52" creationId="{BD4158C3-50AF-CFAB-26DA-038371719A61}"/>
          </ac:spMkLst>
        </pc:spChg>
        <pc:spChg chg="add mod">
          <ac:chgData name="최문영" userId="c9c2ca5b-20f2-48c9-9e1f-a03229bf2768" providerId="ADAL" clId="{1AFE30CA-0473-46B3-B73A-3803F8D94D85}" dt="2025-11-06T09:58:04.151" v="649" actId="1076"/>
          <ac:spMkLst>
            <pc:docMk/>
            <pc:sldMk cId="1740308875" sldId="929"/>
            <ac:spMk id="57" creationId="{D2E75040-5883-4600-AF12-6031AF01EF27}"/>
          </ac:spMkLst>
        </pc:spChg>
        <pc:spChg chg="add mod">
          <ac:chgData name="최문영" userId="c9c2ca5b-20f2-48c9-9e1f-a03229bf2768" providerId="ADAL" clId="{1AFE30CA-0473-46B3-B73A-3803F8D94D85}" dt="2025-11-03T09:32:24.363" v="435" actId="1076"/>
          <ac:spMkLst>
            <pc:docMk/>
            <pc:sldMk cId="1740308875" sldId="929"/>
            <ac:spMk id="93" creationId="{2B75EE18-6A85-CDE7-F622-018B2605933B}"/>
          </ac:spMkLst>
        </pc:spChg>
        <pc:grpChg chg="add mod">
          <ac:chgData name="최문영" userId="c9c2ca5b-20f2-48c9-9e1f-a03229bf2768" providerId="ADAL" clId="{1AFE30CA-0473-46B3-B73A-3803F8D94D85}" dt="2025-11-06T09:58:48.636" v="654" actId="1076"/>
          <ac:grpSpMkLst>
            <pc:docMk/>
            <pc:sldMk cId="1740308875" sldId="929"/>
            <ac:grpSpMk id="14" creationId="{FE4CD372-5151-8FFA-841D-A056BBE8E106}"/>
          </ac:grpSpMkLst>
        </pc:grpChg>
        <pc:grpChg chg="add mod">
          <ac:chgData name="최문영" userId="c9c2ca5b-20f2-48c9-9e1f-a03229bf2768" providerId="ADAL" clId="{1AFE30CA-0473-46B3-B73A-3803F8D94D85}" dt="2025-11-03T09:19:49.633" v="183" actId="1076"/>
          <ac:grpSpMkLst>
            <pc:docMk/>
            <pc:sldMk cId="1740308875" sldId="929"/>
            <ac:grpSpMk id="25" creationId="{4969571D-0B27-A650-0DA3-65E443C23F15}"/>
          </ac:grpSpMkLst>
        </pc:grpChg>
        <pc:graphicFrameChg chg="add mod modGraphic">
          <ac:chgData name="최문영" userId="c9c2ca5b-20f2-48c9-9e1f-a03229bf2768" providerId="ADAL" clId="{1AFE30CA-0473-46B3-B73A-3803F8D94D85}" dt="2025-11-03T09:27:27.885" v="325" actId="207"/>
          <ac:graphicFrameMkLst>
            <pc:docMk/>
            <pc:sldMk cId="1740308875" sldId="929"/>
            <ac:graphicFrameMk id="88" creationId="{D0A9A34D-8970-F21E-875C-45D7F77D1CE1}"/>
          </ac:graphicFrameMkLst>
        </pc:graphicFrameChg>
        <pc:cxnChg chg="add mod">
          <ac:chgData name="최문영" userId="c9c2ca5b-20f2-48c9-9e1f-a03229bf2768" providerId="ADAL" clId="{1AFE30CA-0473-46B3-B73A-3803F8D94D85}" dt="2025-11-06T09:58:27.788" v="650"/>
          <ac:cxnSpMkLst>
            <pc:docMk/>
            <pc:sldMk cId="1740308875" sldId="929"/>
            <ac:cxnSpMk id="2" creationId="{5BC09923-4E04-F798-BF67-51EE17E6F50E}"/>
          </ac:cxnSpMkLst>
        </pc:cxnChg>
        <pc:cxnChg chg="add mod">
          <ac:chgData name="최문영" userId="c9c2ca5b-20f2-48c9-9e1f-a03229bf2768" providerId="ADAL" clId="{1AFE30CA-0473-46B3-B73A-3803F8D94D85}" dt="2025-11-06T09:58:27.788" v="650"/>
          <ac:cxnSpMkLst>
            <pc:docMk/>
            <pc:sldMk cId="1740308875" sldId="929"/>
            <ac:cxnSpMk id="3" creationId="{F80144ED-8E01-8697-7B13-74CEC00625A7}"/>
          </ac:cxnSpMkLst>
        </pc:cxnChg>
        <pc:cxnChg chg="add mod">
          <ac:chgData name="최문영" userId="c9c2ca5b-20f2-48c9-9e1f-a03229bf2768" providerId="ADAL" clId="{1AFE30CA-0473-46B3-B73A-3803F8D94D85}" dt="2025-11-06T09:58:27.788" v="650"/>
          <ac:cxnSpMkLst>
            <pc:docMk/>
            <pc:sldMk cId="1740308875" sldId="929"/>
            <ac:cxnSpMk id="7" creationId="{6E0111D6-FE60-0E73-F2C6-6C2302D25214}"/>
          </ac:cxnSpMkLst>
        </pc:cxnChg>
        <pc:cxnChg chg="add mod">
          <ac:chgData name="최문영" userId="c9c2ca5b-20f2-48c9-9e1f-a03229bf2768" providerId="ADAL" clId="{1AFE30CA-0473-46B3-B73A-3803F8D94D85}" dt="2025-11-06T09:58:27.788" v="650"/>
          <ac:cxnSpMkLst>
            <pc:docMk/>
            <pc:sldMk cId="1740308875" sldId="929"/>
            <ac:cxnSpMk id="9" creationId="{BFA75246-5B58-2631-F965-5AAE851208A5}"/>
          </ac:cxnSpMkLst>
        </pc:cxnChg>
        <pc:cxnChg chg="add mod">
          <ac:chgData name="최문영" userId="c9c2ca5b-20f2-48c9-9e1f-a03229bf2768" providerId="ADAL" clId="{1AFE30CA-0473-46B3-B73A-3803F8D94D85}" dt="2025-11-06T09:58:27.788" v="650"/>
          <ac:cxnSpMkLst>
            <pc:docMk/>
            <pc:sldMk cId="1740308875" sldId="929"/>
            <ac:cxnSpMk id="11" creationId="{DA297761-E018-335C-6C5F-56B4A4FD6345}"/>
          </ac:cxnSpMkLst>
        </pc:cxnChg>
        <pc:cxnChg chg="mod">
          <ac:chgData name="최문영" userId="c9c2ca5b-20f2-48c9-9e1f-a03229bf2768" providerId="ADAL" clId="{1AFE30CA-0473-46B3-B73A-3803F8D94D85}" dt="2025-11-06T09:59:16.003" v="682" actId="14100"/>
          <ac:cxnSpMkLst>
            <pc:docMk/>
            <pc:sldMk cId="1740308875" sldId="929"/>
            <ac:cxnSpMk id="28" creationId="{650F75E0-8491-D7F3-F5F4-DDFB0C641EE3}"/>
          </ac:cxnSpMkLst>
        </pc:cxnChg>
        <pc:cxnChg chg="add mod">
          <ac:chgData name="최문영" userId="c9c2ca5b-20f2-48c9-9e1f-a03229bf2768" providerId="ADAL" clId="{1AFE30CA-0473-46B3-B73A-3803F8D94D85}" dt="2025-11-06T09:59:11.311" v="681" actId="14100"/>
          <ac:cxnSpMkLst>
            <pc:docMk/>
            <pc:sldMk cId="1740308875" sldId="929"/>
            <ac:cxnSpMk id="29" creationId="{CBB18C27-E075-14AF-F0CB-A68778D8B4F7}"/>
          </ac:cxnSpMkLst>
        </pc:cxnChg>
        <pc:cxnChg chg="add mod">
          <ac:chgData name="최문영" userId="c9c2ca5b-20f2-48c9-9e1f-a03229bf2768" providerId="ADAL" clId="{1AFE30CA-0473-46B3-B73A-3803F8D94D85}" dt="2025-11-03T09:31:00.984" v="326" actId="208"/>
          <ac:cxnSpMkLst>
            <pc:docMk/>
            <pc:sldMk cId="1740308875" sldId="929"/>
            <ac:cxnSpMk id="30" creationId="{D9D2DFCC-BEE5-D948-2FD1-D8BCACEDB79C}"/>
          </ac:cxnSpMkLst>
        </pc:cxnChg>
        <pc:cxnChg chg="mod">
          <ac:chgData name="최문영" userId="c9c2ca5b-20f2-48c9-9e1f-a03229bf2768" providerId="ADAL" clId="{1AFE30CA-0473-46B3-B73A-3803F8D94D85}" dt="2025-11-06T09:59:07.232" v="680" actId="14100"/>
          <ac:cxnSpMkLst>
            <pc:docMk/>
            <pc:sldMk cId="1740308875" sldId="929"/>
            <ac:cxnSpMk id="31" creationId="{4E9742F7-3E36-1C79-3E5E-7219E6954142}"/>
          </ac:cxnSpMkLst>
        </pc:cxnChg>
        <pc:cxnChg chg="add mod">
          <ac:chgData name="최문영" userId="c9c2ca5b-20f2-48c9-9e1f-a03229bf2768" providerId="ADAL" clId="{1AFE30CA-0473-46B3-B73A-3803F8D94D85}" dt="2025-11-03T09:31:00.984" v="326" actId="208"/>
          <ac:cxnSpMkLst>
            <pc:docMk/>
            <pc:sldMk cId="1740308875" sldId="929"/>
            <ac:cxnSpMk id="32" creationId="{B6CBCE11-A3EB-B359-2A0D-FBA0868E72A5}"/>
          </ac:cxnSpMkLst>
        </pc:cxnChg>
        <pc:cxnChg chg="mod">
          <ac:chgData name="최문영" userId="c9c2ca5b-20f2-48c9-9e1f-a03229bf2768" providerId="ADAL" clId="{1AFE30CA-0473-46B3-B73A-3803F8D94D85}" dt="2025-11-06T09:59:04.364" v="679" actId="14100"/>
          <ac:cxnSpMkLst>
            <pc:docMk/>
            <pc:sldMk cId="1740308875" sldId="929"/>
            <ac:cxnSpMk id="33" creationId="{9EAECAC7-B624-350D-75F6-AA6D1622ABAE}"/>
          </ac:cxnSpMkLst>
        </pc:cxnChg>
        <pc:cxnChg chg="mod">
          <ac:chgData name="최문영" userId="c9c2ca5b-20f2-48c9-9e1f-a03229bf2768" providerId="ADAL" clId="{1AFE30CA-0473-46B3-B73A-3803F8D94D85}" dt="2025-11-06T09:59:01.523" v="678" actId="14100"/>
          <ac:cxnSpMkLst>
            <pc:docMk/>
            <pc:sldMk cId="1740308875" sldId="929"/>
            <ac:cxnSpMk id="35" creationId="{3DAF6649-A41B-B512-EC75-94005092472D}"/>
          </ac:cxnSpMkLst>
        </pc:cxnChg>
        <pc:cxnChg chg="add mod">
          <ac:chgData name="최문영" userId="c9c2ca5b-20f2-48c9-9e1f-a03229bf2768" providerId="ADAL" clId="{1AFE30CA-0473-46B3-B73A-3803F8D94D85}" dt="2025-11-03T09:31:34.511" v="332" actId="14100"/>
          <ac:cxnSpMkLst>
            <pc:docMk/>
            <pc:sldMk cId="1740308875" sldId="929"/>
            <ac:cxnSpMk id="36" creationId="{7FDE1AA5-3C38-D875-0FC6-BE53F8CA70D2}"/>
          </ac:cxnSpMkLst>
        </pc:cxnChg>
        <pc:cxnChg chg="add mod">
          <ac:chgData name="최문영" userId="c9c2ca5b-20f2-48c9-9e1f-a03229bf2768" providerId="ADAL" clId="{1AFE30CA-0473-46B3-B73A-3803F8D94D85}" dt="2025-11-03T09:31:34.784" v="333" actId="14100"/>
          <ac:cxnSpMkLst>
            <pc:docMk/>
            <pc:sldMk cId="1740308875" sldId="929"/>
            <ac:cxnSpMk id="39" creationId="{CAB0DE37-E5D6-1C16-51B0-9DD3B6A4A368}"/>
          </ac:cxnSpMkLst>
        </pc:cxnChg>
        <pc:cxnChg chg="add mod">
          <ac:chgData name="최문영" userId="c9c2ca5b-20f2-48c9-9e1f-a03229bf2768" providerId="ADAL" clId="{1AFE30CA-0473-46B3-B73A-3803F8D94D85}" dt="2025-11-03T09:31:19.837" v="329" actId="14100"/>
          <ac:cxnSpMkLst>
            <pc:docMk/>
            <pc:sldMk cId="1740308875" sldId="929"/>
            <ac:cxnSpMk id="42" creationId="{C74A0089-634C-0966-004D-8C77F6327D1F}"/>
          </ac:cxnSpMkLst>
        </pc:cxnChg>
        <pc:cxnChg chg="add mod">
          <ac:chgData name="최문영" userId="c9c2ca5b-20f2-48c9-9e1f-a03229bf2768" providerId="ADAL" clId="{1AFE30CA-0473-46B3-B73A-3803F8D94D85}" dt="2025-11-06T10:00:09.543" v="699" actId="14100"/>
          <ac:cxnSpMkLst>
            <pc:docMk/>
            <pc:sldMk cId="1740308875" sldId="929"/>
            <ac:cxnSpMk id="49" creationId="{C478DC9D-149F-027D-E6E8-0A9A896F3848}"/>
          </ac:cxnSpMkLst>
        </pc:cxnChg>
      </pc:sldChg>
      <pc:sldChg chg="addSp delSp modSp add del mod delAnim">
        <pc:chgData name="최문영" userId="c9c2ca5b-20f2-48c9-9e1f-a03229bf2768" providerId="ADAL" clId="{1AFE30CA-0473-46B3-B73A-3803F8D94D85}" dt="2025-11-06T09:56:54.776" v="537" actId="47"/>
        <pc:sldMkLst>
          <pc:docMk/>
          <pc:sldMk cId="1742832139" sldId="930"/>
        </pc:sldMkLst>
        <pc:spChg chg="mod">
          <ac:chgData name="최문영" userId="c9c2ca5b-20f2-48c9-9e1f-a03229bf2768" providerId="ADAL" clId="{1AFE30CA-0473-46B3-B73A-3803F8D94D85}" dt="2025-11-06T09:40:03.834" v="482" actId="20577"/>
          <ac:spMkLst>
            <pc:docMk/>
            <pc:sldMk cId="1742832139" sldId="930"/>
            <ac:spMk id="10" creationId="{6D32D14D-8985-261D-3C2F-0BF5234B71C6}"/>
          </ac:spMkLst>
        </pc:spChg>
        <pc:spChg chg="del">
          <ac:chgData name="최문영" userId="c9c2ca5b-20f2-48c9-9e1f-a03229bf2768" providerId="ADAL" clId="{1AFE30CA-0473-46B3-B73A-3803F8D94D85}" dt="2025-11-06T09:39:52.566" v="441" actId="478"/>
          <ac:spMkLst>
            <pc:docMk/>
            <pc:sldMk cId="1742832139" sldId="930"/>
            <ac:spMk id="26" creationId="{E27B086B-7CD7-0A56-49C1-AF63EE96025A}"/>
          </ac:spMkLst>
        </pc:spChg>
        <pc:spChg chg="mod">
          <ac:chgData name="최문영" userId="c9c2ca5b-20f2-48c9-9e1f-a03229bf2768" providerId="ADAL" clId="{1AFE30CA-0473-46B3-B73A-3803F8D94D85}" dt="2025-11-06T09:40:26.944" v="526" actId="20577"/>
          <ac:spMkLst>
            <pc:docMk/>
            <pc:sldMk cId="1742832139" sldId="930"/>
            <ac:spMk id="47" creationId="{1739A218-48FC-1BF7-3780-25B6C397BC7B}"/>
          </ac:spMkLst>
        </pc:spChg>
        <pc:spChg chg="del">
          <ac:chgData name="최문영" userId="c9c2ca5b-20f2-48c9-9e1f-a03229bf2768" providerId="ADAL" clId="{1AFE30CA-0473-46B3-B73A-3803F8D94D85}" dt="2025-11-06T09:39:52.566" v="441" actId="478"/>
          <ac:spMkLst>
            <pc:docMk/>
            <pc:sldMk cId="1742832139" sldId="930"/>
            <ac:spMk id="57" creationId="{D8FE22B1-5435-EE5C-3316-9B51771A702B}"/>
          </ac:spMkLst>
        </pc:spChg>
        <pc:spChg chg="del">
          <ac:chgData name="최문영" userId="c9c2ca5b-20f2-48c9-9e1f-a03229bf2768" providerId="ADAL" clId="{1AFE30CA-0473-46B3-B73A-3803F8D94D85}" dt="2025-11-06T09:39:52.566" v="441" actId="478"/>
          <ac:spMkLst>
            <pc:docMk/>
            <pc:sldMk cId="1742832139" sldId="930"/>
            <ac:spMk id="93" creationId="{7288B07A-C5A1-D7E7-A19B-73FB9A19DF37}"/>
          </ac:spMkLst>
        </pc:spChg>
        <pc:grpChg chg="del">
          <ac:chgData name="최문영" userId="c9c2ca5b-20f2-48c9-9e1f-a03229bf2768" providerId="ADAL" clId="{1AFE30CA-0473-46B3-B73A-3803F8D94D85}" dt="2025-11-06T09:39:52.566" v="441" actId="478"/>
          <ac:grpSpMkLst>
            <pc:docMk/>
            <pc:sldMk cId="1742832139" sldId="930"/>
            <ac:grpSpMk id="25" creationId="{F427F5CA-0820-E8CF-A1AA-93B38671121E}"/>
          </ac:grpSpMkLst>
        </pc:grpChg>
        <pc:graphicFrameChg chg="add mod">
          <ac:chgData name="최문영" userId="c9c2ca5b-20f2-48c9-9e1f-a03229bf2768" providerId="ADAL" clId="{1AFE30CA-0473-46B3-B73A-3803F8D94D85}" dt="2025-11-06T09:56:39.956" v="530"/>
          <ac:graphicFrameMkLst>
            <pc:docMk/>
            <pc:sldMk cId="1742832139" sldId="930"/>
            <ac:graphicFrameMk id="2" creationId="{F7486A80-9497-A11C-B51D-A6E010742C5B}"/>
          </ac:graphicFrameMkLst>
        </pc:graphicFrameChg>
        <pc:graphicFrameChg chg="add del mod">
          <ac:chgData name="최문영" userId="c9c2ca5b-20f2-48c9-9e1f-a03229bf2768" providerId="ADAL" clId="{1AFE30CA-0473-46B3-B73A-3803F8D94D85}" dt="2025-11-06T09:56:45.502" v="533" actId="478"/>
          <ac:graphicFrameMkLst>
            <pc:docMk/>
            <pc:sldMk cId="1742832139" sldId="930"/>
            <ac:graphicFrameMk id="3" creationId="{0105BF32-7D83-3523-3772-E151B925C6BD}"/>
          </ac:graphicFrameMkLst>
        </pc:graphicFrameChg>
        <pc:graphicFrameChg chg="add del mod">
          <ac:chgData name="최문영" userId="c9c2ca5b-20f2-48c9-9e1f-a03229bf2768" providerId="ADAL" clId="{1AFE30CA-0473-46B3-B73A-3803F8D94D85}" dt="2025-11-06T09:56:46.389" v="534" actId="478"/>
          <ac:graphicFrameMkLst>
            <pc:docMk/>
            <pc:sldMk cId="1742832139" sldId="930"/>
            <ac:graphicFrameMk id="7" creationId="{868A6F09-9B55-616B-4D9D-BAEEF7CA03AF}"/>
          </ac:graphicFrameMkLst>
        </pc:graphicFrameChg>
        <pc:graphicFrameChg chg="del">
          <ac:chgData name="최문영" userId="c9c2ca5b-20f2-48c9-9e1f-a03229bf2768" providerId="ADAL" clId="{1AFE30CA-0473-46B3-B73A-3803F8D94D85}" dt="2025-11-06T09:39:52.566" v="441" actId="478"/>
          <ac:graphicFrameMkLst>
            <pc:docMk/>
            <pc:sldMk cId="1742832139" sldId="930"/>
            <ac:graphicFrameMk id="88" creationId="{48316AC7-CA32-8BE6-A2F4-8C4BCD1DBE5B}"/>
          </ac:graphicFrameMkLst>
        </pc:graphicFrameChg>
        <pc:cxnChg chg="del mod">
          <ac:chgData name="최문영" userId="c9c2ca5b-20f2-48c9-9e1f-a03229bf2768" providerId="ADAL" clId="{1AFE30CA-0473-46B3-B73A-3803F8D94D85}" dt="2025-11-06T09:39:52.566" v="441" actId="478"/>
          <ac:cxnSpMkLst>
            <pc:docMk/>
            <pc:sldMk cId="1742832139" sldId="930"/>
            <ac:cxnSpMk id="30" creationId="{398E9942-A89A-C7BE-FBF3-B640758A7D09}"/>
          </ac:cxnSpMkLst>
        </pc:cxnChg>
        <pc:cxnChg chg="del mod">
          <ac:chgData name="최문영" userId="c9c2ca5b-20f2-48c9-9e1f-a03229bf2768" providerId="ADAL" clId="{1AFE30CA-0473-46B3-B73A-3803F8D94D85}" dt="2025-11-06T09:39:52.566" v="441" actId="478"/>
          <ac:cxnSpMkLst>
            <pc:docMk/>
            <pc:sldMk cId="1742832139" sldId="930"/>
            <ac:cxnSpMk id="32" creationId="{5C2C4A6D-5C49-DF0F-3FB8-9B23772A2525}"/>
          </ac:cxnSpMkLst>
        </pc:cxnChg>
        <pc:cxnChg chg="del mod">
          <ac:chgData name="최문영" userId="c9c2ca5b-20f2-48c9-9e1f-a03229bf2768" providerId="ADAL" clId="{1AFE30CA-0473-46B3-B73A-3803F8D94D85}" dt="2025-11-06T09:39:52.566" v="441" actId="478"/>
          <ac:cxnSpMkLst>
            <pc:docMk/>
            <pc:sldMk cId="1742832139" sldId="930"/>
            <ac:cxnSpMk id="36" creationId="{8E525EF5-643E-8950-331A-9D0B71B57C10}"/>
          </ac:cxnSpMkLst>
        </pc:cxnChg>
        <pc:cxnChg chg="del mod">
          <ac:chgData name="최문영" userId="c9c2ca5b-20f2-48c9-9e1f-a03229bf2768" providerId="ADAL" clId="{1AFE30CA-0473-46B3-B73A-3803F8D94D85}" dt="2025-11-06T09:39:52.566" v="441" actId="478"/>
          <ac:cxnSpMkLst>
            <pc:docMk/>
            <pc:sldMk cId="1742832139" sldId="930"/>
            <ac:cxnSpMk id="39" creationId="{D084B3D6-A631-489A-EB55-605060FCB02A}"/>
          </ac:cxnSpMkLst>
        </pc:cxnChg>
        <pc:cxnChg chg="del mod">
          <ac:chgData name="최문영" userId="c9c2ca5b-20f2-48c9-9e1f-a03229bf2768" providerId="ADAL" clId="{1AFE30CA-0473-46B3-B73A-3803F8D94D85}" dt="2025-11-06T09:39:52.566" v="441" actId="478"/>
          <ac:cxnSpMkLst>
            <pc:docMk/>
            <pc:sldMk cId="1742832139" sldId="930"/>
            <ac:cxnSpMk id="42" creationId="{30F7F4BD-ECA4-4F0C-4354-EBE69627B999}"/>
          </ac:cxnSpMkLst>
        </pc:cxnChg>
      </pc:sldChg>
      <pc:sldChg chg="addSp delSp modSp add mod modAnim">
        <pc:chgData name="최문영" userId="c9c2ca5b-20f2-48c9-9e1f-a03229bf2768" providerId="ADAL" clId="{1AFE30CA-0473-46B3-B73A-3803F8D94D85}" dt="2025-11-06T10:22:10.594" v="2313" actId="20577"/>
        <pc:sldMkLst>
          <pc:docMk/>
          <pc:sldMk cId="2013631828" sldId="931"/>
        </pc:sldMkLst>
        <pc:spChg chg="add del mod">
          <ac:chgData name="최문영" userId="c9c2ca5b-20f2-48c9-9e1f-a03229bf2768" providerId="ADAL" clId="{1AFE30CA-0473-46B3-B73A-3803F8D94D85}" dt="2025-11-06T09:57:34.183" v="552"/>
          <ac:spMkLst>
            <pc:docMk/>
            <pc:sldMk cId="2013631828" sldId="931"/>
            <ac:spMk id="4" creationId="{C8483BAB-EB23-15F4-3273-B54926132A41}"/>
          </ac:spMkLst>
        </pc:spChg>
        <pc:spChg chg="add mod">
          <ac:chgData name="최문영" userId="c9c2ca5b-20f2-48c9-9e1f-a03229bf2768" providerId="ADAL" clId="{1AFE30CA-0473-46B3-B73A-3803F8D94D85}" dt="2025-11-06T10:11:24.167" v="1336" actId="20577"/>
          <ac:spMkLst>
            <pc:docMk/>
            <pc:sldMk cId="2013631828" sldId="931"/>
            <ac:spMk id="9" creationId="{3909DA66-9A7B-3C57-C23A-6BE9FE594F51}"/>
          </ac:spMkLst>
        </pc:spChg>
        <pc:spChg chg="mod">
          <ac:chgData name="최문영" userId="c9c2ca5b-20f2-48c9-9e1f-a03229bf2768" providerId="ADAL" clId="{1AFE30CA-0473-46B3-B73A-3803F8D94D85}" dt="2025-11-06T10:22:10.594" v="2313" actId="20577"/>
          <ac:spMkLst>
            <pc:docMk/>
            <pc:sldMk cId="2013631828" sldId="931"/>
            <ac:spMk id="47" creationId="{63E5D2BE-AF71-4967-5A83-DEA693D040E2}"/>
          </ac:spMkLst>
        </pc:spChg>
        <pc:graphicFrameChg chg="add del mod">
          <ac:chgData name="최문영" userId="c9c2ca5b-20f2-48c9-9e1f-a03229bf2768" providerId="ADAL" clId="{1AFE30CA-0473-46B3-B73A-3803F8D94D85}" dt="2025-11-06T10:02:58.445" v="874" actId="1076"/>
          <ac:graphicFrameMkLst>
            <pc:docMk/>
            <pc:sldMk cId="2013631828" sldId="931"/>
            <ac:graphicFrameMk id="2" creationId="{8A410162-52C2-EFF8-E06E-1A464D665DC1}"/>
          </ac:graphicFrameMkLst>
        </pc:graphicFrameChg>
        <pc:graphicFrameChg chg="del mod">
          <ac:chgData name="최문영" userId="c9c2ca5b-20f2-48c9-9e1f-a03229bf2768" providerId="ADAL" clId="{1AFE30CA-0473-46B3-B73A-3803F8D94D85}" dt="2025-11-06T10:04:13.337" v="894" actId="478"/>
          <ac:graphicFrameMkLst>
            <pc:docMk/>
            <pc:sldMk cId="2013631828" sldId="931"/>
            <ac:graphicFrameMk id="3" creationId="{E5CDD756-B3A3-F5D1-44E2-F7A65B86F17A}"/>
          </ac:graphicFrameMkLst>
        </pc:graphicFrameChg>
        <pc:graphicFrameChg chg="add del mod">
          <ac:chgData name="최문영" userId="c9c2ca5b-20f2-48c9-9e1f-a03229bf2768" providerId="ADAL" clId="{1AFE30CA-0473-46B3-B73A-3803F8D94D85}" dt="2025-11-06T10:04:13.938" v="895" actId="478"/>
          <ac:graphicFrameMkLst>
            <pc:docMk/>
            <pc:sldMk cId="2013631828" sldId="931"/>
            <ac:graphicFrameMk id="5" creationId="{01EF5BC5-1045-381F-8257-3188B13DFFF2}"/>
          </ac:graphicFrameMkLst>
        </pc:graphicFrameChg>
        <pc:graphicFrameChg chg="del">
          <ac:chgData name="최문영" userId="c9c2ca5b-20f2-48c9-9e1f-a03229bf2768" providerId="ADAL" clId="{1AFE30CA-0473-46B3-B73A-3803F8D94D85}" dt="2025-11-06T09:57:00.421" v="540" actId="478"/>
          <ac:graphicFrameMkLst>
            <pc:docMk/>
            <pc:sldMk cId="2013631828" sldId="931"/>
            <ac:graphicFrameMk id="7" creationId="{E29142A9-F43B-61F8-2DCE-3685715E1372}"/>
          </ac:graphicFrameMkLst>
        </pc:graphicFrameChg>
        <pc:graphicFrameChg chg="add mod modGraphic">
          <ac:chgData name="최문영" userId="c9c2ca5b-20f2-48c9-9e1f-a03229bf2768" providerId="ADAL" clId="{1AFE30CA-0473-46B3-B73A-3803F8D94D85}" dt="2025-11-06T10:13:53.077" v="1742"/>
          <ac:graphicFrameMkLst>
            <pc:docMk/>
            <pc:sldMk cId="2013631828" sldId="931"/>
            <ac:graphicFrameMk id="8" creationId="{E25A5418-316A-F53D-6B12-2E5E46E00D94}"/>
          </ac:graphicFrameMkLst>
        </pc:graphicFrameChg>
      </pc:sldChg>
      <pc:sldChg chg="add del">
        <pc:chgData name="최문영" userId="c9c2ca5b-20f2-48c9-9e1f-a03229bf2768" providerId="ADAL" clId="{1AFE30CA-0473-46B3-B73A-3803F8D94D85}" dt="2025-11-06T10:04:11.131" v="893" actId="47"/>
        <pc:sldMkLst>
          <pc:docMk/>
          <pc:sldMk cId="429849351" sldId="932"/>
        </pc:sldMkLst>
      </pc:sldChg>
      <pc:sldChg chg="add del modAnim">
        <pc:chgData name="최문영" userId="c9c2ca5b-20f2-48c9-9e1f-a03229bf2768" providerId="ADAL" clId="{1AFE30CA-0473-46B3-B73A-3803F8D94D85}" dt="2025-11-06T10:03:30.747" v="883" actId="47"/>
        <pc:sldMkLst>
          <pc:docMk/>
          <pc:sldMk cId="590552303" sldId="932"/>
        </pc:sldMkLst>
      </pc:sldChg>
      <pc:sldChg chg="delSp modSp add del mod">
        <pc:chgData name="최문영" userId="c9c2ca5b-20f2-48c9-9e1f-a03229bf2768" providerId="ADAL" clId="{1AFE30CA-0473-46B3-B73A-3803F8D94D85}" dt="2025-11-06T10:03:02.426" v="876" actId="47"/>
        <pc:sldMkLst>
          <pc:docMk/>
          <pc:sldMk cId="1678509198" sldId="932"/>
        </pc:sldMkLst>
        <pc:graphicFrameChg chg="del">
          <ac:chgData name="최문영" userId="c9c2ca5b-20f2-48c9-9e1f-a03229bf2768" providerId="ADAL" clId="{1AFE30CA-0473-46B3-B73A-3803F8D94D85}" dt="2025-11-06T09:56:57.398" v="538" actId="478"/>
          <ac:graphicFrameMkLst>
            <pc:docMk/>
            <pc:sldMk cId="1678509198" sldId="932"/>
            <ac:graphicFrameMk id="2" creationId="{DF2E2B1E-051D-FA96-0936-0D75A176A5CF}"/>
          </ac:graphicFrameMkLst>
        </pc:graphicFrameChg>
        <pc:graphicFrameChg chg="del">
          <ac:chgData name="최문영" userId="c9c2ca5b-20f2-48c9-9e1f-a03229bf2768" providerId="ADAL" clId="{1AFE30CA-0473-46B3-B73A-3803F8D94D85}" dt="2025-11-06T09:56:57.935" v="539" actId="478"/>
          <ac:graphicFrameMkLst>
            <pc:docMk/>
            <pc:sldMk cId="1678509198" sldId="932"/>
            <ac:graphicFrameMk id="3" creationId="{52BB25BF-FC6E-807D-4CF3-7D4BC77979A7}"/>
          </ac:graphicFrameMkLst>
        </pc:graphicFrameChg>
        <pc:graphicFrameChg chg="mod">
          <ac:chgData name="최문영" userId="c9c2ca5b-20f2-48c9-9e1f-a03229bf2768" providerId="ADAL" clId="{1AFE30CA-0473-46B3-B73A-3803F8D94D85}" dt="2025-11-06T09:57:51.134" v="648" actId="1037"/>
          <ac:graphicFrameMkLst>
            <pc:docMk/>
            <pc:sldMk cId="1678509198" sldId="932"/>
            <ac:graphicFrameMk id="7" creationId="{57845FF8-9027-A4E9-A776-2E36E93FEF72}"/>
          </ac:graphicFrameMkLst>
        </pc:graphicFrameChg>
      </pc:sldChg>
      <pc:sldChg chg="add del">
        <pc:chgData name="최문영" userId="c9c2ca5b-20f2-48c9-9e1f-a03229bf2768" providerId="ADAL" clId="{1AFE30CA-0473-46B3-B73A-3803F8D94D85}" dt="2025-11-06T10:03:28.785" v="881" actId="47"/>
        <pc:sldMkLst>
          <pc:docMk/>
          <pc:sldMk cId="1671903448" sldId="933"/>
        </pc:sldMkLst>
      </pc:sldChg>
      <pc:sldChg chg="addSp delSp modSp add mod">
        <pc:chgData name="최문영" userId="c9c2ca5b-20f2-48c9-9e1f-a03229bf2768" providerId="ADAL" clId="{1AFE30CA-0473-46B3-B73A-3803F8D94D85}" dt="2025-11-06T10:13:57.815" v="1744"/>
        <pc:sldMkLst>
          <pc:docMk/>
          <pc:sldMk cId="2109928289" sldId="933"/>
        </pc:sldMkLst>
        <pc:spChg chg="add mod">
          <ac:chgData name="최문영" userId="c9c2ca5b-20f2-48c9-9e1f-a03229bf2768" providerId="ADAL" clId="{1AFE30CA-0473-46B3-B73A-3803F8D94D85}" dt="2025-11-06T10:10:29.182" v="1303" actId="1076"/>
          <ac:spMkLst>
            <pc:docMk/>
            <pc:sldMk cId="2109928289" sldId="933"/>
            <ac:spMk id="8" creationId="{F8514FB8-122C-0A4C-D0ED-DE5039BA2A66}"/>
          </ac:spMkLst>
        </pc:spChg>
        <pc:spChg chg="mod">
          <ac:chgData name="최문영" userId="c9c2ca5b-20f2-48c9-9e1f-a03229bf2768" providerId="ADAL" clId="{1AFE30CA-0473-46B3-B73A-3803F8D94D85}" dt="2025-11-06T10:09:57.247" v="1197" actId="20577"/>
          <ac:spMkLst>
            <pc:docMk/>
            <pc:sldMk cId="2109928289" sldId="933"/>
            <ac:spMk id="47" creationId="{1B73720B-F2A2-AFD4-9273-4AAA9432D6F0}"/>
          </ac:spMkLst>
        </pc:spChg>
        <pc:graphicFrameChg chg="del">
          <ac:chgData name="최문영" userId="c9c2ca5b-20f2-48c9-9e1f-a03229bf2768" providerId="ADAL" clId="{1AFE30CA-0473-46B3-B73A-3803F8D94D85}" dt="2025-11-06T10:04:07.495" v="892" actId="478"/>
          <ac:graphicFrameMkLst>
            <pc:docMk/>
            <pc:sldMk cId="2109928289" sldId="933"/>
            <ac:graphicFrameMk id="2" creationId="{272A8E4B-FF98-87CD-AB21-251413E6CFAD}"/>
          </ac:graphicFrameMkLst>
        </pc:graphicFrameChg>
        <pc:graphicFrameChg chg="add del mod ord">
          <ac:chgData name="최문영" userId="c9c2ca5b-20f2-48c9-9e1f-a03229bf2768" providerId="ADAL" clId="{1AFE30CA-0473-46B3-B73A-3803F8D94D85}" dt="2025-11-06T10:04:06.132" v="891" actId="167"/>
          <ac:graphicFrameMkLst>
            <pc:docMk/>
            <pc:sldMk cId="2109928289" sldId="933"/>
            <ac:graphicFrameMk id="3" creationId="{E09D1A74-0928-05A5-7EC0-0735FAE0D089}"/>
          </ac:graphicFrameMkLst>
        </pc:graphicFrameChg>
        <pc:graphicFrameChg chg="add del mod">
          <ac:chgData name="최문영" userId="c9c2ca5b-20f2-48c9-9e1f-a03229bf2768" providerId="ADAL" clId="{1AFE30CA-0473-46B3-B73A-3803F8D94D85}" dt="2025-11-06T10:05:02.053" v="906" actId="21"/>
          <ac:graphicFrameMkLst>
            <pc:docMk/>
            <pc:sldMk cId="2109928289" sldId="933"/>
            <ac:graphicFrameMk id="4" creationId="{E25A5418-316A-F53D-6B12-2E5E46E00D94}"/>
          </ac:graphicFrameMkLst>
        </pc:graphicFrameChg>
        <pc:graphicFrameChg chg="del">
          <ac:chgData name="최문영" userId="c9c2ca5b-20f2-48c9-9e1f-a03229bf2768" providerId="ADAL" clId="{1AFE30CA-0473-46B3-B73A-3803F8D94D85}" dt="2025-11-06T10:04:26.356" v="900" actId="478"/>
          <ac:graphicFrameMkLst>
            <pc:docMk/>
            <pc:sldMk cId="2109928289" sldId="933"/>
            <ac:graphicFrameMk id="5" creationId="{5E5ADE69-475D-03EF-4692-E86A22BE1A12}"/>
          </ac:graphicFrameMkLst>
        </pc:graphicFrameChg>
        <pc:graphicFrameChg chg="add mod modGraphic">
          <ac:chgData name="최문영" userId="c9c2ca5b-20f2-48c9-9e1f-a03229bf2768" providerId="ADAL" clId="{1AFE30CA-0473-46B3-B73A-3803F8D94D85}" dt="2025-11-06T10:13:57.815" v="1744"/>
          <ac:graphicFrameMkLst>
            <pc:docMk/>
            <pc:sldMk cId="2109928289" sldId="933"/>
            <ac:graphicFrameMk id="7" creationId="{2F143467-9566-9294-6101-A0429F4104FE}"/>
          </ac:graphicFrameMkLst>
        </pc:graphicFrameChg>
      </pc:sldChg>
      <pc:sldChg chg="addSp delSp modSp add mod">
        <pc:chgData name="최문영" userId="c9c2ca5b-20f2-48c9-9e1f-a03229bf2768" providerId="ADAL" clId="{1AFE30CA-0473-46B3-B73A-3803F8D94D85}" dt="2025-11-06T10:17:11.013" v="2067" actId="113"/>
        <pc:sldMkLst>
          <pc:docMk/>
          <pc:sldMk cId="682219015" sldId="934"/>
        </pc:sldMkLst>
        <pc:spChg chg="add mod">
          <ac:chgData name="최문영" userId="c9c2ca5b-20f2-48c9-9e1f-a03229bf2768" providerId="ADAL" clId="{1AFE30CA-0473-46B3-B73A-3803F8D94D85}" dt="2025-11-06T10:17:11.013" v="2067" actId="113"/>
          <ac:spMkLst>
            <pc:docMk/>
            <pc:sldMk cId="682219015" sldId="934"/>
            <ac:spMk id="9" creationId="{CDB63C8B-006B-6FF4-E9E1-200D3BADEAEB}"/>
          </ac:spMkLst>
        </pc:spChg>
        <pc:graphicFrameChg chg="add del mod">
          <ac:chgData name="최문영" userId="c9c2ca5b-20f2-48c9-9e1f-a03229bf2768" providerId="ADAL" clId="{1AFE30CA-0473-46B3-B73A-3803F8D94D85}" dt="2025-11-06T10:06:31.023" v="944" actId="478"/>
          <ac:graphicFrameMkLst>
            <pc:docMk/>
            <pc:sldMk cId="682219015" sldId="934"/>
            <ac:graphicFrameMk id="2" creationId="{3F4EAAE9-039D-3EA4-97AE-547AC7690E09}"/>
          </ac:graphicFrameMkLst>
        </pc:graphicFrameChg>
        <pc:graphicFrameChg chg="del">
          <ac:chgData name="최문영" userId="c9c2ca5b-20f2-48c9-9e1f-a03229bf2768" providerId="ADAL" clId="{1AFE30CA-0473-46B3-B73A-3803F8D94D85}" dt="2025-11-06T10:04:23.814" v="899" actId="478"/>
          <ac:graphicFrameMkLst>
            <pc:docMk/>
            <pc:sldMk cId="682219015" sldId="934"/>
            <ac:graphicFrameMk id="3" creationId="{61BBF321-234E-1208-54A8-B63757D66961}"/>
          </ac:graphicFrameMkLst>
        </pc:graphicFrameChg>
        <pc:graphicFrameChg chg="add mod">
          <ac:chgData name="최문영" userId="c9c2ca5b-20f2-48c9-9e1f-a03229bf2768" providerId="ADAL" clId="{1AFE30CA-0473-46B3-B73A-3803F8D94D85}" dt="2025-11-06T10:06:12.889" v="921"/>
          <ac:graphicFrameMkLst>
            <pc:docMk/>
            <pc:sldMk cId="682219015" sldId="934"/>
            <ac:graphicFrameMk id="4" creationId="{868A6F09-9B55-616B-4D9D-BAEEF7CA03AF}"/>
          </ac:graphicFrameMkLst>
        </pc:graphicFrameChg>
        <pc:graphicFrameChg chg="del mod ord">
          <ac:chgData name="최문영" userId="c9c2ca5b-20f2-48c9-9e1f-a03229bf2768" providerId="ADAL" clId="{1AFE30CA-0473-46B3-B73A-3803F8D94D85}" dt="2025-11-06T10:06:16.352" v="924" actId="478"/>
          <ac:graphicFrameMkLst>
            <pc:docMk/>
            <pc:sldMk cId="682219015" sldId="934"/>
            <ac:graphicFrameMk id="5" creationId="{617F545E-4A98-2E2A-C6DD-A8A1CA0A518D}"/>
          </ac:graphicFrameMkLst>
        </pc:graphicFrameChg>
        <pc:graphicFrameChg chg="add mod">
          <ac:chgData name="최문영" userId="c9c2ca5b-20f2-48c9-9e1f-a03229bf2768" providerId="ADAL" clId="{1AFE30CA-0473-46B3-B73A-3803F8D94D85}" dt="2025-11-06T10:06:21.556" v="943" actId="208"/>
          <ac:graphicFrameMkLst>
            <pc:docMk/>
            <pc:sldMk cId="682219015" sldId="934"/>
            <ac:graphicFrameMk id="7" creationId="{868A6F09-9B55-616B-4D9D-BAEEF7CA03AF}"/>
          </ac:graphicFrameMkLst>
        </pc:graphicFrameChg>
        <pc:graphicFrameChg chg="add mod modGraphic">
          <ac:chgData name="최문영" userId="c9c2ca5b-20f2-48c9-9e1f-a03229bf2768" providerId="ADAL" clId="{1AFE30CA-0473-46B3-B73A-3803F8D94D85}" dt="2025-11-06T10:14:01.681" v="1746"/>
          <ac:graphicFrameMkLst>
            <pc:docMk/>
            <pc:sldMk cId="682219015" sldId="934"/>
            <ac:graphicFrameMk id="8" creationId="{F65D08BD-584E-8A47-93D0-8DB361FF146A}"/>
          </ac:graphicFrameMkLst>
        </pc:graphicFrameChg>
      </pc:sldChg>
      <pc:sldChg chg="add del">
        <pc:chgData name="최문영" userId="c9c2ca5b-20f2-48c9-9e1f-a03229bf2768" providerId="ADAL" clId="{1AFE30CA-0473-46B3-B73A-3803F8D94D85}" dt="2025-11-06T10:03:29.269" v="882" actId="47"/>
        <pc:sldMkLst>
          <pc:docMk/>
          <pc:sldMk cId="1546310805" sldId="934"/>
        </pc:sldMkLst>
      </pc:sldChg>
      <pc:sldChg chg="addSp delSp modSp add mod delAnim modAnim">
        <pc:chgData name="최문영" userId="c9c2ca5b-20f2-48c9-9e1f-a03229bf2768" providerId="ADAL" clId="{1AFE30CA-0473-46B3-B73A-3803F8D94D85}" dt="2025-11-06T10:30:37.021" v="2663" actId="1076"/>
        <pc:sldMkLst>
          <pc:docMk/>
          <pc:sldMk cId="2913358607" sldId="935"/>
        </pc:sldMkLst>
        <pc:spChg chg="add mod">
          <ac:chgData name="최문영" userId="c9c2ca5b-20f2-48c9-9e1f-a03229bf2768" providerId="ADAL" clId="{1AFE30CA-0473-46B3-B73A-3803F8D94D85}" dt="2025-11-06T10:17:42.351" v="2129" actId="1035"/>
          <ac:spMkLst>
            <pc:docMk/>
            <pc:sldMk cId="2913358607" sldId="935"/>
            <ac:spMk id="2" creationId="{253AE56E-6F98-D264-1BD5-C54521B159D1}"/>
          </ac:spMkLst>
        </pc:spChg>
        <pc:spChg chg="add mod">
          <ac:chgData name="최문영" userId="c9c2ca5b-20f2-48c9-9e1f-a03229bf2768" providerId="ADAL" clId="{1AFE30CA-0473-46B3-B73A-3803F8D94D85}" dt="2025-11-06T10:17:42.351" v="2129" actId="1035"/>
          <ac:spMkLst>
            <pc:docMk/>
            <pc:sldMk cId="2913358607" sldId="935"/>
            <ac:spMk id="3" creationId="{715BBCB4-4F7A-0F58-0B71-AD09CE1A010C}"/>
          </ac:spMkLst>
        </pc:spChg>
        <pc:spChg chg="add mod">
          <ac:chgData name="최문영" userId="c9c2ca5b-20f2-48c9-9e1f-a03229bf2768" providerId="ADAL" clId="{1AFE30CA-0473-46B3-B73A-3803F8D94D85}" dt="2025-11-06T10:17:42.351" v="2129" actId="1035"/>
          <ac:spMkLst>
            <pc:docMk/>
            <pc:sldMk cId="2913358607" sldId="935"/>
            <ac:spMk id="4" creationId="{3F59009F-7F44-6894-419D-C8228B629ED9}"/>
          </ac:spMkLst>
        </pc:spChg>
        <pc:spChg chg="add del mod">
          <ac:chgData name="최문영" userId="c9c2ca5b-20f2-48c9-9e1f-a03229bf2768" providerId="ADAL" clId="{1AFE30CA-0473-46B3-B73A-3803F8D94D85}" dt="2025-11-06T10:29:08.987" v="2320" actId="478"/>
          <ac:spMkLst>
            <pc:docMk/>
            <pc:sldMk cId="2913358607" sldId="935"/>
            <ac:spMk id="5" creationId="{9D882C93-613A-0D3E-78F6-6D14290D6113}"/>
          </ac:spMkLst>
        </pc:spChg>
        <pc:spChg chg="add mod">
          <ac:chgData name="최문영" userId="c9c2ca5b-20f2-48c9-9e1f-a03229bf2768" providerId="ADAL" clId="{1AFE30CA-0473-46B3-B73A-3803F8D94D85}" dt="2025-11-06T10:30:37.021" v="2663" actId="1076"/>
          <ac:spMkLst>
            <pc:docMk/>
            <pc:sldMk cId="2913358607" sldId="935"/>
            <ac:spMk id="7" creationId="{E37CD7BB-24ED-3BA1-EF64-F65251CD6C64}"/>
          </ac:spMkLst>
        </pc:spChg>
        <pc:spChg chg="add mod">
          <ac:chgData name="최문영" userId="c9c2ca5b-20f2-48c9-9e1f-a03229bf2768" providerId="ADAL" clId="{1AFE30CA-0473-46B3-B73A-3803F8D94D85}" dt="2025-11-06T10:17:42.351" v="2129" actId="1035"/>
          <ac:spMkLst>
            <pc:docMk/>
            <pc:sldMk cId="2913358607" sldId="935"/>
            <ac:spMk id="12" creationId="{C1ABBF39-B34A-9948-A83D-A33882A590D6}"/>
          </ac:spMkLst>
        </pc:spChg>
        <pc:spChg chg="add mod">
          <ac:chgData name="최문영" userId="c9c2ca5b-20f2-48c9-9e1f-a03229bf2768" providerId="ADAL" clId="{1AFE30CA-0473-46B3-B73A-3803F8D94D85}" dt="2025-11-06T10:17:42.351" v="2129" actId="1035"/>
          <ac:spMkLst>
            <pc:docMk/>
            <pc:sldMk cId="2913358607" sldId="935"/>
            <ac:spMk id="13" creationId="{29B55B03-8184-EE12-CDC6-940D2F5E5F62}"/>
          </ac:spMkLst>
        </pc:spChg>
        <pc:spChg chg="add mod">
          <ac:chgData name="최문영" userId="c9c2ca5b-20f2-48c9-9e1f-a03229bf2768" providerId="ADAL" clId="{1AFE30CA-0473-46B3-B73A-3803F8D94D85}" dt="2025-11-06T10:17:42.351" v="2129" actId="1035"/>
          <ac:spMkLst>
            <pc:docMk/>
            <pc:sldMk cId="2913358607" sldId="935"/>
            <ac:spMk id="14" creationId="{6CC58FCB-72E2-B12C-23F5-C5E94EE0EE55}"/>
          </ac:spMkLst>
        </pc:spChg>
        <pc:spChg chg="add mod">
          <ac:chgData name="최문영" userId="c9c2ca5b-20f2-48c9-9e1f-a03229bf2768" providerId="ADAL" clId="{1AFE30CA-0473-46B3-B73A-3803F8D94D85}" dt="2025-11-06T10:17:42.351" v="2129" actId="1035"/>
          <ac:spMkLst>
            <pc:docMk/>
            <pc:sldMk cId="2913358607" sldId="935"/>
            <ac:spMk id="16" creationId="{BFF784D9-D21F-F808-CCA6-53D828F4C1E5}"/>
          </ac:spMkLst>
        </pc:spChg>
        <pc:spChg chg="add del">
          <ac:chgData name="최문영" userId="c9c2ca5b-20f2-48c9-9e1f-a03229bf2768" providerId="ADAL" clId="{1AFE30CA-0473-46B3-B73A-3803F8D94D85}" dt="2025-11-06T10:19:32.408" v="2200" actId="22"/>
          <ac:spMkLst>
            <pc:docMk/>
            <pc:sldMk cId="2913358607" sldId="935"/>
            <ac:spMk id="18" creationId="{5FAA4478-92E9-179E-F3B0-EC2B8C25DCF4}"/>
          </ac:spMkLst>
        </pc:spChg>
        <pc:spChg chg="add mod">
          <ac:chgData name="최문영" userId="c9c2ca5b-20f2-48c9-9e1f-a03229bf2768" providerId="ADAL" clId="{1AFE30CA-0473-46B3-B73A-3803F8D94D85}" dt="2025-11-06T10:29:05.077" v="2317" actId="1076"/>
          <ac:spMkLst>
            <pc:docMk/>
            <pc:sldMk cId="2913358607" sldId="935"/>
            <ac:spMk id="21" creationId="{331240DF-CB56-BF50-C041-40DECC4CA989}"/>
          </ac:spMkLst>
        </pc:spChg>
        <pc:spChg chg="mod">
          <ac:chgData name="최문영" userId="c9c2ca5b-20f2-48c9-9e1f-a03229bf2768" providerId="ADAL" clId="{1AFE30CA-0473-46B3-B73A-3803F8D94D85}" dt="2025-11-06T10:17:55.904" v="2198" actId="20577"/>
          <ac:spMkLst>
            <pc:docMk/>
            <pc:sldMk cId="2913358607" sldId="935"/>
            <ac:spMk id="47" creationId="{F978DE91-0E51-9FA2-7EBB-D10D86610D77}"/>
          </ac:spMkLst>
        </pc:spChg>
        <pc:graphicFrameChg chg="del">
          <ac:chgData name="최문영" userId="c9c2ca5b-20f2-48c9-9e1f-a03229bf2768" providerId="ADAL" clId="{1AFE30CA-0473-46B3-B73A-3803F8D94D85}" dt="2025-11-06T10:07:30.450" v="995" actId="478"/>
          <ac:graphicFrameMkLst>
            <pc:docMk/>
            <pc:sldMk cId="2913358607" sldId="935"/>
            <ac:graphicFrameMk id="7" creationId="{EB270A91-C417-3EDC-9400-A24905660CF3}"/>
          </ac:graphicFrameMkLst>
        </pc:graphicFrameChg>
        <pc:graphicFrameChg chg="del">
          <ac:chgData name="최문영" userId="c9c2ca5b-20f2-48c9-9e1f-a03229bf2768" providerId="ADAL" clId="{1AFE30CA-0473-46B3-B73A-3803F8D94D85}" dt="2025-11-06T10:08:43.960" v="1152" actId="478"/>
          <ac:graphicFrameMkLst>
            <pc:docMk/>
            <pc:sldMk cId="2913358607" sldId="935"/>
            <ac:graphicFrameMk id="8" creationId="{D15D2268-360D-34DA-39A2-A02592160099}"/>
          </ac:graphicFrameMkLst>
        </pc:graphicFrameChg>
        <pc:picChg chg="add mod modCrop">
          <ac:chgData name="최문영" userId="c9c2ca5b-20f2-48c9-9e1f-a03229bf2768" providerId="ADAL" clId="{1AFE30CA-0473-46B3-B73A-3803F8D94D85}" dt="2025-11-06T10:20:21.946" v="2212" actId="1076"/>
          <ac:picMkLst>
            <pc:docMk/>
            <pc:sldMk cId="2913358607" sldId="935"/>
            <ac:picMk id="20" creationId="{8344E464-B47B-50D3-6B2D-723B84D53B03}"/>
          </ac:picMkLst>
        </pc:picChg>
        <pc:cxnChg chg="add mod">
          <ac:chgData name="최문영" userId="c9c2ca5b-20f2-48c9-9e1f-a03229bf2768" providerId="ADAL" clId="{1AFE30CA-0473-46B3-B73A-3803F8D94D85}" dt="2025-11-06T10:17:42.351" v="2129" actId="1035"/>
          <ac:cxnSpMkLst>
            <pc:docMk/>
            <pc:sldMk cId="2913358607" sldId="935"/>
            <ac:cxnSpMk id="9" creationId="{57781C60-A11F-57DE-D111-95AA6D5F6D9E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실행 중인 </a:t>
            </a:r>
            <a:r>
              <a:rPr lang="en-US" altLang="ko-KR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node </a:t>
            </a:r>
            <a:r>
              <a:rPr lang="ko-KR" alt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수에 따른 </a:t>
            </a:r>
            <a:r>
              <a:rPr lang="en-US" altLang="ko-KR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delay</a:t>
            </a:r>
            <a:endParaRPr lang="ko-KR" altLang="en-US"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Sheet1!$H$5</c:f>
              <c:strCache>
                <c:ptCount val="1"/>
                <c:pt idx="0">
                  <c:v>평균 delay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Sheet1!$G$6:$G$10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10</c:v>
                </c:pt>
                <c:pt idx="3">
                  <c:v>20</c:v>
                </c:pt>
                <c:pt idx="4">
                  <c:v>40</c:v>
                </c:pt>
              </c:numCache>
            </c:numRef>
          </c:xVal>
          <c:yVal>
            <c:numRef>
              <c:f>Sheet1!$H$6:$H$10</c:f>
              <c:numCache>
                <c:formatCode>General</c:formatCode>
                <c:ptCount val="5"/>
                <c:pt idx="0">
                  <c:v>1750</c:v>
                </c:pt>
                <c:pt idx="1">
                  <c:v>2300</c:v>
                </c:pt>
                <c:pt idx="2">
                  <c:v>2700</c:v>
                </c:pt>
                <c:pt idx="3">
                  <c:v>3400</c:v>
                </c:pt>
                <c:pt idx="4">
                  <c:v>3900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FF5-4ECB-8AC6-BF2C33A12630}"/>
            </c:ext>
          </c:extLst>
        </c:ser>
        <c:ser>
          <c:idx val="1"/>
          <c:order val="1"/>
          <c:tx>
            <c:strRef>
              <c:f>Sheet1!$I$5</c:f>
              <c:strCache>
                <c:ptCount val="1"/>
                <c:pt idx="0">
                  <c:v>최소 delay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Sheet1!$G$6:$G$10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10</c:v>
                </c:pt>
                <c:pt idx="3">
                  <c:v>20</c:v>
                </c:pt>
                <c:pt idx="4">
                  <c:v>40</c:v>
                </c:pt>
              </c:numCache>
            </c:numRef>
          </c:xVal>
          <c:yVal>
            <c:numRef>
              <c:f>Sheet1!$I$6:$I$10</c:f>
              <c:numCache>
                <c:formatCode>General</c:formatCode>
                <c:ptCount val="5"/>
                <c:pt idx="0">
                  <c:v>800</c:v>
                </c:pt>
                <c:pt idx="1">
                  <c:v>1200</c:v>
                </c:pt>
                <c:pt idx="2">
                  <c:v>1800</c:v>
                </c:pt>
                <c:pt idx="3">
                  <c:v>2400</c:v>
                </c:pt>
                <c:pt idx="4">
                  <c:v>3100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FF5-4ECB-8AC6-BF2C33A12630}"/>
            </c:ext>
          </c:extLst>
        </c:ser>
        <c:ser>
          <c:idx val="2"/>
          <c:order val="2"/>
          <c:tx>
            <c:strRef>
              <c:f>Sheet1!$J$5</c:f>
              <c:strCache>
                <c:ptCount val="1"/>
                <c:pt idx="0">
                  <c:v>최대 delay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Sheet1!$G$6:$G$10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10</c:v>
                </c:pt>
                <c:pt idx="3">
                  <c:v>20</c:v>
                </c:pt>
                <c:pt idx="4">
                  <c:v>40</c:v>
                </c:pt>
              </c:numCache>
            </c:numRef>
          </c:xVal>
          <c:yVal>
            <c:numRef>
              <c:f>Sheet1!$J$6:$J$10</c:f>
              <c:numCache>
                <c:formatCode>General</c:formatCode>
                <c:ptCount val="5"/>
                <c:pt idx="0">
                  <c:v>2300</c:v>
                </c:pt>
                <c:pt idx="1">
                  <c:v>3200</c:v>
                </c:pt>
                <c:pt idx="2">
                  <c:v>4500</c:v>
                </c:pt>
                <c:pt idx="3">
                  <c:v>4900</c:v>
                </c:pt>
                <c:pt idx="4">
                  <c:v>6100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FF5-4ECB-8AC6-BF2C33A126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29635327"/>
        <c:axId val="1929628127"/>
      </c:scatterChart>
      <c:valAx>
        <c:axId val="192963532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29628127"/>
        <c:crosses val="autoZero"/>
        <c:crossBetween val="midCat"/>
      </c:valAx>
      <c:valAx>
        <c:axId val="19296281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2963532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position</a:t>
            </a:r>
            <a:r>
              <a:rPr lang="en-US" altLang="ko-KR" baseline="0"/>
              <a:t> topic latency</a:t>
            </a:r>
            <a:endParaRPr lang="en-US" alt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Sheet1!$O$7</c:f>
              <c:strCache>
                <c:ptCount val="1"/>
                <c:pt idx="0">
                  <c:v>latency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Sheet1!$N$8:$N$10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40</c:v>
                </c:pt>
              </c:numCache>
            </c:numRef>
          </c:xVal>
          <c:yVal>
            <c:numRef>
              <c:f>Sheet1!$O$8:$O$10</c:f>
              <c:numCache>
                <c:formatCode>General</c:formatCode>
                <c:ptCount val="3"/>
                <c:pt idx="0">
                  <c:v>3610</c:v>
                </c:pt>
                <c:pt idx="1">
                  <c:v>2650</c:v>
                </c:pt>
                <c:pt idx="2">
                  <c:v>6730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8CD-4201-943E-253BD317B1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61196447"/>
        <c:axId val="1461198367"/>
      </c:scatterChart>
      <c:valAx>
        <c:axId val="1461196447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461198367"/>
        <c:crosses val="autoZero"/>
        <c:crossBetween val="midCat"/>
      </c:valAx>
      <c:valAx>
        <c:axId val="1461198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6119644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velocity</a:t>
            </a:r>
            <a:r>
              <a:rPr lang="en-US" altLang="ko-KR" baseline="0"/>
              <a:t> topic latency</a:t>
            </a:r>
            <a:endParaRPr lang="en-US" alt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Sheet1!$R$7</c:f>
              <c:strCache>
                <c:ptCount val="1"/>
                <c:pt idx="0">
                  <c:v>latency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Sheet1!$Q$8:$Q$10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40</c:v>
                </c:pt>
              </c:numCache>
            </c:numRef>
          </c:xVal>
          <c:yVal>
            <c:numRef>
              <c:f>Sheet1!$R$8:$R$10</c:f>
              <c:numCache>
                <c:formatCode>General</c:formatCode>
                <c:ptCount val="3"/>
                <c:pt idx="0">
                  <c:v>1070</c:v>
                </c:pt>
                <c:pt idx="1">
                  <c:v>2580</c:v>
                </c:pt>
                <c:pt idx="2">
                  <c:v>6280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2F8-4DF3-B96E-052FF30442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60057567"/>
        <c:axId val="1460058047"/>
      </c:scatterChart>
      <c:valAx>
        <c:axId val="1460057567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460058047"/>
        <c:crosses val="autoZero"/>
        <c:crossBetween val="midCat"/>
      </c:valAx>
      <c:valAx>
        <c:axId val="14600580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6005756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position&amp;velocity</a:t>
            </a:r>
            <a:r>
              <a:rPr lang="en-US" altLang="ko-KR" baseline="0"/>
              <a:t> topic latency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Sheet1!$U$7</c:f>
              <c:strCache>
                <c:ptCount val="1"/>
                <c:pt idx="0">
                  <c:v>p_latency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strRef>
              <c:f>Sheet1!$T$8:$T$10</c:f>
              <c:strCache>
                <c:ptCount val="3"/>
                <c:pt idx="0">
                  <c:v>20, 10</c:v>
                </c:pt>
                <c:pt idx="1">
                  <c:v>40, 10</c:v>
                </c:pt>
                <c:pt idx="2">
                  <c:v>40, 40</c:v>
                </c:pt>
              </c:strCache>
            </c:strRef>
          </c:xVal>
          <c:yVal>
            <c:numRef>
              <c:f>Sheet1!$U$8:$U$10</c:f>
              <c:numCache>
                <c:formatCode>General</c:formatCode>
                <c:ptCount val="3"/>
                <c:pt idx="0">
                  <c:v>2100</c:v>
                </c:pt>
                <c:pt idx="1">
                  <c:v>3860</c:v>
                </c:pt>
                <c:pt idx="2">
                  <c:v>8940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623-4502-93B3-657F462DCCCF}"/>
            </c:ext>
          </c:extLst>
        </c:ser>
        <c:ser>
          <c:idx val="1"/>
          <c:order val="1"/>
          <c:tx>
            <c:strRef>
              <c:f>Sheet1!$V$7</c:f>
              <c:strCache>
                <c:ptCount val="1"/>
                <c:pt idx="0">
                  <c:v>v_latency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Sheet1!$T$8:$T$10</c:f>
              <c:strCache>
                <c:ptCount val="3"/>
                <c:pt idx="0">
                  <c:v>20, 10</c:v>
                </c:pt>
                <c:pt idx="1">
                  <c:v>40, 10</c:v>
                </c:pt>
                <c:pt idx="2">
                  <c:v>40, 40</c:v>
                </c:pt>
              </c:strCache>
            </c:strRef>
          </c:xVal>
          <c:yVal>
            <c:numRef>
              <c:f>Sheet1!$V$8:$V$10</c:f>
              <c:numCache>
                <c:formatCode>General</c:formatCode>
                <c:ptCount val="3"/>
                <c:pt idx="0">
                  <c:v>1720</c:v>
                </c:pt>
                <c:pt idx="1">
                  <c:v>1330</c:v>
                </c:pt>
                <c:pt idx="2">
                  <c:v>8710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623-4502-93B3-657F462DCC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47968255"/>
        <c:axId val="1547966815"/>
      </c:scatterChart>
      <c:valAx>
        <c:axId val="1547968255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crossAx val="1547966815"/>
        <c:crosses val="autoZero"/>
        <c:crossBetween val="midCat"/>
      </c:valAx>
      <c:valAx>
        <c:axId val="15479668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47968255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702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6E78C-6F24-4C47-8404-8F319E51B92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71385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702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CEE1C-692C-4CC6-A2F1-3935922D1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08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100" dirty="0"/>
              <a:t>Weekly meeting </a:t>
            </a:r>
            <a:r>
              <a:rPr lang="ko-KR" altLang="en-US" sz="1100" dirty="0"/>
              <a:t>표지</a:t>
            </a:r>
            <a:endParaRPr lang="en-US" altLang="ko-KR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527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49508-5899-C33B-1D74-6C163A42F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4EB70F-92F5-60E2-732D-E966C2D85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854DE8-357E-443B-16D5-E6C8B1902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02343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72BB4-E045-9BAB-B3F5-23AA44CBE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6C46C5-2AC9-D631-9C82-6FC061B16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5ECFD7-7AA7-64AC-D1F2-AC1CCC16B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7827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0B7C7-257F-A1C2-F41E-02AB9FCB6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767A96-A693-0752-A876-B939D74AF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AE7CA8-38BE-2FD5-6D99-A2EF5E0C5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520688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8EC74-73DD-296E-A888-00230385F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AAFE99-0607-AB4A-1C0B-FEF04378F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FA89CA-652E-4306-6C92-097853195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2960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FA676-DE36-847A-62E9-7A515B7BD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C2F784-CA57-1E4D-3F1D-D120057906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EC89F7-9A73-6282-CAB8-1297175E8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88328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24EB9-EBBA-83F9-E005-812876161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24D420-2B5F-4012-5FE9-5F8B5ECBF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881649-AC5A-8A7E-DCBD-C81E2EE7D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 err="1">
                <a:latin typeface="+mn-lt"/>
              </a:rPr>
              <a:t>마브로</a:t>
            </a:r>
            <a:r>
              <a:rPr kumimoji="1" lang="ko-KR" altLang="en-US" sz="1200" b="0" dirty="0">
                <a:latin typeface="+mn-lt"/>
              </a:rPr>
              <a:t> 앞에 큐를 만들어</a:t>
            </a:r>
            <a:r>
              <a:rPr kumimoji="1" lang="en-US" altLang="ko-KR" sz="1200" b="0" dirty="0">
                <a:latin typeface="+mn-lt"/>
              </a:rPr>
              <a:t>. </a:t>
            </a:r>
            <a:r>
              <a:rPr kumimoji="1" lang="ko-KR" altLang="en-US" sz="1200" b="0" dirty="0">
                <a:latin typeface="+mn-lt"/>
              </a:rPr>
              <a:t>즉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로스</a:t>
            </a:r>
            <a:r>
              <a:rPr kumimoji="1" lang="en-US" altLang="ko-KR" sz="1200" b="0" dirty="0">
                <a:latin typeface="+mn-lt"/>
              </a:rPr>
              <a:t>40</a:t>
            </a:r>
            <a:r>
              <a:rPr kumimoji="1" lang="ko-KR" altLang="en-US" sz="1200" b="0" dirty="0">
                <a:latin typeface="+mn-lt"/>
              </a:rPr>
              <a:t>개 노드가 </a:t>
            </a:r>
            <a:r>
              <a:rPr kumimoji="1" lang="ko-KR" altLang="en-US" sz="1200" b="0" dirty="0" err="1">
                <a:latin typeface="+mn-lt"/>
              </a:rPr>
              <a:t>마브로스로</a:t>
            </a:r>
            <a:r>
              <a:rPr kumimoji="1" lang="ko-KR" altLang="en-US" sz="1200" b="0" dirty="0">
                <a:latin typeface="+mn-lt"/>
              </a:rPr>
              <a:t> </a:t>
            </a:r>
            <a:r>
              <a:rPr kumimoji="1" lang="ko-KR" altLang="en-US" sz="1200" b="0" dirty="0" err="1">
                <a:latin typeface="+mn-lt"/>
              </a:rPr>
              <a:t>넣기전에</a:t>
            </a:r>
            <a:r>
              <a:rPr kumimoji="1" lang="en-US" altLang="ko-KR" sz="1200" b="0" dirty="0">
                <a:latin typeface="+mn-lt"/>
              </a:rPr>
              <a:t>. </a:t>
            </a:r>
            <a:r>
              <a:rPr kumimoji="1" lang="ko-KR" altLang="en-US" sz="1200" b="0" dirty="0">
                <a:latin typeface="+mn-lt"/>
              </a:rPr>
              <a:t>큐를 만들어라</a:t>
            </a:r>
            <a:r>
              <a:rPr kumimoji="1" lang="en-US" altLang="ko-KR" sz="1200" b="0" dirty="0">
                <a:latin typeface="+mn-lt"/>
              </a:rPr>
              <a:t>. </a:t>
            </a:r>
            <a:r>
              <a:rPr kumimoji="1" lang="ko-KR" altLang="en-US" sz="1200" b="0" dirty="0">
                <a:latin typeface="+mn-lt"/>
              </a:rPr>
              <a:t>그 큐가 </a:t>
            </a:r>
            <a:r>
              <a:rPr kumimoji="1" lang="en-US" altLang="ko-KR" sz="1200" b="0" dirty="0" err="1">
                <a:latin typeface="+mn-lt"/>
              </a:rPr>
              <a:t>pqueue</a:t>
            </a:r>
            <a:br>
              <a:rPr kumimoji="1" lang="en-US" altLang="ko-KR" sz="1200" b="0" dirty="0">
                <a:latin typeface="+mn-lt"/>
              </a:rPr>
            </a:br>
            <a:r>
              <a:rPr kumimoji="1" lang="en-US" altLang="ko-KR" sz="1200" b="0" dirty="0">
                <a:latin typeface="+mn-lt"/>
              </a:rPr>
              <a:t>t1’~t2</a:t>
            </a:r>
            <a:r>
              <a:rPr kumimoji="1" lang="ko-KR" altLang="en-US" sz="1200" b="0" dirty="0">
                <a:latin typeface="+mn-lt"/>
              </a:rPr>
              <a:t> 까지가 </a:t>
            </a:r>
            <a:r>
              <a:rPr kumimoji="1" lang="ko-KR" altLang="en-US" sz="1200" b="0" dirty="0" err="1">
                <a:latin typeface="+mn-lt"/>
              </a:rPr>
              <a:t>문제일거다</a:t>
            </a:r>
            <a:br>
              <a:rPr kumimoji="1" lang="en-US" altLang="ko-KR" sz="1200" b="0" dirty="0">
                <a:latin typeface="+mn-lt"/>
              </a:rPr>
            </a:br>
            <a:r>
              <a:rPr kumimoji="1" lang="ko-KR" altLang="en-US" sz="1200" b="0" dirty="0" err="1">
                <a:latin typeface="+mn-lt"/>
              </a:rPr>
              <a:t>마브로스</a:t>
            </a:r>
            <a:r>
              <a:rPr kumimoji="1" lang="ko-KR" altLang="en-US" sz="1200" b="0" dirty="0">
                <a:latin typeface="+mn-lt"/>
              </a:rPr>
              <a:t> </a:t>
            </a:r>
            <a:r>
              <a:rPr kumimoji="1" lang="ko-KR" altLang="en-US" sz="1200" b="0" dirty="0" err="1">
                <a:latin typeface="+mn-lt"/>
              </a:rPr>
              <a:t>섭스크라이브</a:t>
            </a:r>
            <a:r>
              <a:rPr kumimoji="1" lang="ko-KR" altLang="en-US" sz="1200" b="0" dirty="0">
                <a:latin typeface="+mn-lt"/>
              </a:rPr>
              <a:t> 큐가 </a:t>
            </a:r>
            <a:r>
              <a:rPr kumimoji="1" lang="ko-KR" altLang="en-US" sz="1200" b="0" dirty="0" err="1">
                <a:latin typeface="+mn-lt"/>
              </a:rPr>
              <a:t>있는데거기서</a:t>
            </a:r>
            <a:r>
              <a:rPr kumimoji="1" lang="ko-KR" altLang="en-US" sz="1200" b="0" dirty="0">
                <a:latin typeface="+mn-lt"/>
              </a:rPr>
              <a:t> 드롭이 발생</a:t>
            </a:r>
            <a:br>
              <a:rPr kumimoji="1" lang="en-US" altLang="ko-KR" sz="1200" b="0" dirty="0">
                <a:latin typeface="+mn-lt"/>
              </a:rPr>
            </a:br>
            <a:br>
              <a:rPr kumimoji="1" lang="en-US" altLang="ko-KR" sz="1200" b="0" dirty="0">
                <a:latin typeface="+mn-lt"/>
              </a:rPr>
            </a:br>
            <a:r>
              <a:rPr kumimoji="1" lang="en-US" altLang="ko-KR" sz="1200" b="0" dirty="0">
                <a:latin typeface="+mn-lt"/>
              </a:rPr>
              <a:t>40</a:t>
            </a:r>
            <a:r>
              <a:rPr kumimoji="1" lang="ko-KR" altLang="en-US" sz="1200" b="0" dirty="0">
                <a:latin typeface="+mn-lt"/>
              </a:rPr>
              <a:t>개의 로스 토픽 노드를 만들어서</a:t>
            </a:r>
            <a:r>
              <a:rPr kumimoji="1" lang="en-US" altLang="ko-KR" sz="1200" b="0" dirty="0">
                <a:latin typeface="+mn-lt"/>
              </a:rPr>
              <a:t>. </a:t>
            </a:r>
            <a:br>
              <a:rPr kumimoji="1" lang="en-US" altLang="ko-KR" sz="1200" b="0" dirty="0">
                <a:latin typeface="+mn-lt"/>
              </a:rPr>
            </a:br>
            <a:r>
              <a:rPr kumimoji="1" lang="ko-KR" altLang="en-US" sz="1200" b="0" dirty="0">
                <a:latin typeface="+mn-lt"/>
              </a:rPr>
              <a:t>그걸 하나의 </a:t>
            </a:r>
            <a:r>
              <a:rPr kumimoji="1" lang="ko-KR" altLang="en-US" sz="1200" b="0" dirty="0" err="1">
                <a:latin typeface="+mn-lt"/>
              </a:rPr>
              <a:t>리스너</a:t>
            </a:r>
            <a:r>
              <a:rPr kumimoji="1" lang="ko-KR" altLang="en-US" sz="1200" b="0" dirty="0">
                <a:latin typeface="+mn-lt"/>
              </a:rPr>
              <a:t> 노드로 만들어서</a:t>
            </a:r>
            <a:br>
              <a:rPr kumimoji="1" lang="en-US" altLang="ko-KR" sz="1200" b="0" dirty="0">
                <a:latin typeface="+mn-lt"/>
              </a:rPr>
            </a:br>
            <a:r>
              <a:rPr kumimoji="1" lang="ko-KR" altLang="en-US" sz="1200" b="0" dirty="0">
                <a:latin typeface="+mn-lt"/>
              </a:rPr>
              <a:t>해보면</a:t>
            </a:r>
            <a:r>
              <a:rPr kumimoji="1" lang="en-US" altLang="ko-KR" sz="1200" b="0" dirty="0">
                <a:latin typeface="+mn-lt"/>
              </a:rPr>
              <a:t>(</a:t>
            </a:r>
            <a:r>
              <a:rPr kumimoji="1" lang="ko-KR" altLang="en-US" sz="1200" b="0" dirty="0">
                <a:latin typeface="+mn-lt"/>
              </a:rPr>
              <a:t>왠지 똑같은 현상이 </a:t>
            </a:r>
            <a:r>
              <a:rPr kumimoji="1" lang="ko-KR" altLang="en-US" sz="1200" b="0" dirty="0" err="1">
                <a:latin typeface="+mn-lt"/>
              </a:rPr>
              <a:t>될듯</a:t>
            </a:r>
            <a:r>
              <a:rPr kumimoji="1" lang="en-US" altLang="ko-KR" sz="1200" b="0" dirty="0">
                <a:latin typeface="+mn-lt"/>
              </a:rPr>
              <a:t>)</a:t>
            </a:r>
            <a:br>
              <a:rPr kumimoji="1" lang="en-US" altLang="ko-KR" sz="1200" b="0" dirty="0">
                <a:latin typeface="+mn-lt"/>
              </a:rPr>
            </a:br>
            <a:r>
              <a:rPr kumimoji="1" lang="ko-KR" altLang="en-US" sz="1200" b="0" dirty="0" err="1">
                <a:latin typeface="+mn-lt"/>
              </a:rPr>
              <a:t>토커는</a:t>
            </a:r>
            <a:r>
              <a:rPr kumimoji="1" lang="ko-KR" altLang="en-US" sz="1200" b="0" dirty="0">
                <a:latin typeface="+mn-lt"/>
              </a:rPr>
              <a:t> 안됨</a:t>
            </a:r>
            <a:r>
              <a:rPr kumimoji="1" lang="en-US" altLang="ko-KR" sz="1200" b="0" dirty="0">
                <a:latin typeface="+mn-lt"/>
              </a:rPr>
              <a:t>. </a:t>
            </a:r>
            <a:r>
              <a:rPr kumimoji="1" lang="ko-KR" altLang="en-US" sz="1200" b="0" dirty="0" err="1">
                <a:latin typeface="+mn-lt"/>
              </a:rPr>
              <a:t>왠면</a:t>
            </a:r>
            <a:r>
              <a:rPr kumimoji="1" lang="ko-KR" altLang="en-US" sz="1200" b="0" dirty="0">
                <a:latin typeface="+mn-lt"/>
              </a:rPr>
              <a:t> </a:t>
            </a:r>
            <a:r>
              <a:rPr kumimoji="1" lang="ko-KR" altLang="en-US" sz="1200" b="0" dirty="0" err="1">
                <a:latin typeface="+mn-lt"/>
              </a:rPr>
              <a:t>토커</a:t>
            </a:r>
            <a:r>
              <a:rPr kumimoji="1" lang="ko-KR" altLang="en-US" sz="1200" b="0" dirty="0">
                <a:latin typeface="+mn-lt"/>
              </a:rPr>
              <a:t> </a:t>
            </a:r>
            <a:r>
              <a:rPr kumimoji="1" lang="en-US" altLang="ko-KR" sz="1200" b="0" dirty="0">
                <a:latin typeface="+mn-lt"/>
              </a:rPr>
              <a:t>40</a:t>
            </a:r>
            <a:r>
              <a:rPr kumimoji="1" lang="ko-KR" altLang="en-US" sz="1200" b="0" dirty="0">
                <a:latin typeface="+mn-lt"/>
              </a:rPr>
              <a:t>개는 같은 토픽이니까</a:t>
            </a:r>
            <a:r>
              <a:rPr kumimoji="1" lang="en-US" altLang="ko-KR" sz="1200" b="0" dirty="0">
                <a:latin typeface="+mn-lt"/>
              </a:rPr>
              <a:t>. </a:t>
            </a:r>
            <a:r>
              <a:rPr kumimoji="1" lang="ko-KR" altLang="en-US" sz="1200" b="0" dirty="0">
                <a:latin typeface="+mn-lt"/>
              </a:rPr>
              <a:t>각각 다른 토픽으로 </a:t>
            </a:r>
            <a:r>
              <a:rPr kumimoji="1" lang="en-US" altLang="ko-KR" sz="1200" b="0" dirty="0">
                <a:latin typeface="+mn-lt"/>
              </a:rPr>
              <a:t>40</a:t>
            </a:r>
            <a:r>
              <a:rPr kumimoji="1" lang="ko-KR" altLang="en-US" sz="1200" b="0" dirty="0">
                <a:latin typeface="+mn-lt"/>
              </a:rPr>
              <a:t>개</a:t>
            </a:r>
            <a:br>
              <a:rPr kumimoji="1" lang="en-US" altLang="ko-KR" sz="1200" b="0" dirty="0">
                <a:latin typeface="+mn-lt"/>
              </a:rPr>
            </a:br>
            <a:br>
              <a:rPr kumimoji="1" lang="en-US" altLang="ko-KR" sz="1200" b="0" dirty="0">
                <a:latin typeface="+mn-lt"/>
              </a:rPr>
            </a:br>
            <a:r>
              <a:rPr kumimoji="1" lang="ko-KR" altLang="en-US" sz="1200" b="0" dirty="0" err="1">
                <a:latin typeface="+mn-lt"/>
              </a:rPr>
              <a:t>알잘딱</a:t>
            </a:r>
            <a:r>
              <a:rPr kumimoji="1" lang="ko-KR" altLang="en-US" sz="1200" b="0" dirty="0">
                <a:latin typeface="+mn-lt"/>
              </a:rPr>
              <a:t> 잘 기억해봐라</a:t>
            </a:r>
            <a:br>
              <a:rPr kumimoji="1" lang="en-US" altLang="ko-KR" sz="1200" b="0" dirty="0">
                <a:latin typeface="+mn-lt"/>
              </a:rPr>
            </a:br>
            <a:r>
              <a:rPr kumimoji="1" lang="ko-KR" altLang="en-US" sz="1200" b="0" dirty="0" err="1">
                <a:latin typeface="+mn-lt"/>
              </a:rPr>
              <a:t>익스큐션</a:t>
            </a:r>
            <a:r>
              <a:rPr kumimoji="1" lang="ko-KR" altLang="en-US" sz="1200" b="0" dirty="0">
                <a:latin typeface="+mn-lt"/>
              </a:rPr>
              <a:t> 타임 </a:t>
            </a:r>
            <a:r>
              <a:rPr kumimoji="1" lang="ko-KR" altLang="en-US" sz="1200" b="0" dirty="0" err="1">
                <a:latin typeface="+mn-lt"/>
              </a:rPr>
              <a:t>문제일거</a:t>
            </a:r>
            <a:r>
              <a:rPr kumimoji="1" lang="ko-KR" altLang="en-US" sz="1200" b="0" dirty="0">
                <a:latin typeface="+mn-lt"/>
              </a:rPr>
              <a:t> 같다</a:t>
            </a:r>
            <a:r>
              <a:rPr kumimoji="1" lang="en-US" altLang="ko-KR" sz="1200" b="0" dirty="0">
                <a:latin typeface="+mn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12806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1B2D4-F085-FCEF-CD5F-CFEDE121F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92A646-9C3F-E738-5148-634889A6E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0CD5B4-587E-E677-0887-3734BA34B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50697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69C43-B0A2-D28E-9B70-EB9EEC709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F38024-30B5-1335-6FF3-34AC7A174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8422F9-C019-DA8C-30E8-FFD86C957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271306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080CC-F21B-9E6A-A7E9-BD2AA9FBE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2B48A7-F715-C11C-34F5-AAF2314F1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D3A663-87CE-4178-7864-DD21931D2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978199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139A9-3BCE-59C9-68DF-93D83CDF2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F05DF8-2A9D-3C17-DA0F-559D1EF0D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B7EF95-78ED-E14F-8C89-361C533C71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148154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CED10-B281-9C19-C84D-233EC9F7F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BB7686-BD55-10BD-8FCD-2C4F8C504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DA9E01-7207-A7CF-78AE-87979556A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73645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47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57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1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455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4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63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9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5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45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6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75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595-2691-45CA-A9C9-B57440176AD7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33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0A73214-B533-452F-8554-666DE071E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9D70B81-8235-441B-B034-F866362B81CF}"/>
              </a:ext>
            </a:extLst>
          </p:cNvPr>
          <p:cNvGrpSpPr/>
          <p:nvPr/>
        </p:nvGrpSpPr>
        <p:grpSpPr>
          <a:xfrm>
            <a:off x="0" y="1744278"/>
            <a:ext cx="9144000" cy="2831291"/>
            <a:chOff x="0" y="1682575"/>
            <a:chExt cx="9144000" cy="2831291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1139A42-2018-48E7-94CA-8E5B7303B85A}"/>
                </a:ext>
              </a:extLst>
            </p:cNvPr>
            <p:cNvSpPr/>
            <p:nvPr/>
          </p:nvSpPr>
          <p:spPr>
            <a:xfrm>
              <a:off x="0" y="436966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F41A9F0-8D2F-43C3-9541-536B37B0E4FE}"/>
                </a:ext>
              </a:extLst>
            </p:cNvPr>
            <p:cNvSpPr/>
            <p:nvPr/>
          </p:nvSpPr>
          <p:spPr>
            <a:xfrm>
              <a:off x="0" y="168257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4A91DB-303A-4F81-99F8-0D2A77C39D5B}"/>
              </a:ext>
            </a:extLst>
          </p:cNvPr>
          <p:cNvSpPr/>
          <p:nvPr/>
        </p:nvSpPr>
        <p:spPr>
          <a:xfrm>
            <a:off x="1113754" y="2202214"/>
            <a:ext cx="6978825" cy="1433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ko-KR" sz="6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Weekly Meeting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A635C-1642-419F-9A80-B71C2DC7C4C4}"/>
              </a:ext>
            </a:extLst>
          </p:cNvPr>
          <p:cNvSpPr txBox="1"/>
          <p:nvPr/>
        </p:nvSpPr>
        <p:spPr>
          <a:xfrm>
            <a:off x="2285994" y="3628769"/>
            <a:ext cx="4572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25.11.06.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385A0FD-5E48-4E0E-9C94-D53FC4C10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5F7EC6-6702-4AD9-B6D4-4B401C3A4168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9E7AC-451E-4B40-B0C0-4FAEDB5A95A9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  <a:buNone/>
            </a:pPr>
            <a:r>
              <a:rPr lang="en-US" altLang="ko-KR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altLang="ko-KR" sz="16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626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7058A-A9E7-47B1-653A-FEE55AB3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CFADC5C7-3A97-388A-C26C-D115391D7918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arming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명령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측정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과거의 실험을 다시 진행함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E3CE1B55-1106-1284-25D9-54AD1DD01E06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2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929DA97-6226-607B-7AA7-7B1D6B3F89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59AE4B24-66B5-52DE-6C4C-3EE16ABC00F5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이전 실험과 다른 결과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2FEF548-46E8-A12A-641E-79B7181E8B06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E2069A1-808D-4ECE-3B32-EBA3E16A7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19700"/>
              </p:ext>
            </p:extLst>
          </p:nvPr>
        </p:nvGraphicFramePr>
        <p:xfrm>
          <a:off x="1730123" y="1637837"/>
          <a:ext cx="512064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579796386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607190636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54512685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637677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Node</a:t>
                      </a:r>
                      <a:r>
                        <a:rPr lang="ko-KR" altLang="en-US" dirty="0"/>
                        <a:t>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평균 </a:t>
                      </a:r>
                      <a:r>
                        <a:rPr lang="en-US" altLang="ko-KR" dirty="0"/>
                        <a:t>delay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최소 </a:t>
                      </a:r>
                      <a:r>
                        <a:rPr lang="en-US" altLang="ko-KR" dirty="0"/>
                        <a:t>delay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최대 </a:t>
                      </a:r>
                      <a:r>
                        <a:rPr lang="en-US" altLang="ko-KR" dirty="0"/>
                        <a:t>delay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302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1.75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399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29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4.5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078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4.9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072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6.1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840623"/>
                  </a:ext>
                </a:extLst>
              </a:tr>
            </a:tbl>
          </a:graphicData>
        </a:graphic>
      </p:graphicFrame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3577372D-F3C0-4A0F-0DFC-E990A83248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5122851"/>
              </p:ext>
            </p:extLst>
          </p:nvPr>
        </p:nvGraphicFramePr>
        <p:xfrm>
          <a:off x="2004443" y="379321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0456607-FA1A-1580-C85B-B6D7FEB5027B}"/>
              </a:ext>
            </a:extLst>
          </p:cNvPr>
          <p:cNvSpPr txBox="1"/>
          <p:nvPr/>
        </p:nvSpPr>
        <p:spPr>
          <a:xfrm>
            <a:off x="861721" y="4703154"/>
            <a:ext cx="7136231" cy="9233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queue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보다 다른 곳에서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원인이 있는가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실제로 명령이 몰리면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처리 시간이 지연되는가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Priority Queue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 바꿨을 때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arm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명령의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줄어드는가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33180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78CF5-CE32-A9B3-80BD-F0A933019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82F3904A-A8F0-3DDD-80C1-2F8364561C99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3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C6152C2-1C5F-0C04-70F6-B33C37BB97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648206C6-B076-1B85-BCD4-9CED232206A5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delay point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확인하기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9A5DA03-50AC-7CB7-41A4-4472FFA68A35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E79CDF-050F-228A-865C-573B53645438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msg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이동 경로에서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발생 위치를 알아보자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4305D6B-63FC-8C30-48D2-3BE4C846BB0F}"/>
              </a:ext>
            </a:extLst>
          </p:cNvPr>
          <p:cNvSpPr/>
          <p:nvPr/>
        </p:nvSpPr>
        <p:spPr>
          <a:xfrm>
            <a:off x="521597" y="2130610"/>
            <a:ext cx="1739774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1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/arming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E719802E-D429-5A7E-306E-D4C7B1A99857}"/>
              </a:ext>
            </a:extLst>
          </p:cNvPr>
          <p:cNvSpPr/>
          <p:nvPr/>
        </p:nvSpPr>
        <p:spPr>
          <a:xfrm>
            <a:off x="520115" y="3246863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1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연결선: 구부러짐 47">
            <a:extLst>
              <a:ext uri="{FF2B5EF4-FFF2-40B4-BE49-F238E27FC236}">
                <a16:creationId xmlns:a16="http://schemas.microsoft.com/office/drawing/2014/main" id="{67A32514-896A-81EF-D5A4-3E9D0C291658}"/>
              </a:ext>
            </a:extLst>
          </p:cNvPr>
          <p:cNvCxnSpPr>
            <a:cxnSpLocks/>
            <a:stCxn id="40" idx="3"/>
            <a:endCxn id="49" idx="1"/>
          </p:cNvCxnSpPr>
          <p:nvPr/>
        </p:nvCxnSpPr>
        <p:spPr>
          <a:xfrm>
            <a:off x="2261371" y="2456710"/>
            <a:ext cx="1100984" cy="839533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2C5DAF6F-60FA-F73E-A59C-1A710A9D93F7}"/>
              </a:ext>
            </a:extLst>
          </p:cNvPr>
          <p:cNvSpPr/>
          <p:nvPr/>
        </p:nvSpPr>
        <p:spPr>
          <a:xfrm>
            <a:off x="3362355" y="2970143"/>
            <a:ext cx="173977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mavros_node</a:t>
            </a:r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" name="연결선: 구부러짐 49">
            <a:extLst>
              <a:ext uri="{FF2B5EF4-FFF2-40B4-BE49-F238E27FC236}">
                <a16:creationId xmlns:a16="http://schemas.microsoft.com/office/drawing/2014/main" id="{59C22C3B-60ED-A197-8298-C419B2728748}"/>
              </a:ext>
            </a:extLst>
          </p:cNvPr>
          <p:cNvCxnSpPr>
            <a:cxnSpLocks/>
            <a:stCxn id="47" idx="3"/>
            <a:endCxn id="49" idx="1"/>
          </p:cNvCxnSpPr>
          <p:nvPr/>
        </p:nvCxnSpPr>
        <p:spPr>
          <a:xfrm flipV="1">
            <a:off x="2259890" y="3296243"/>
            <a:ext cx="1102465" cy="276720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구부러짐 50">
            <a:extLst>
              <a:ext uri="{FF2B5EF4-FFF2-40B4-BE49-F238E27FC236}">
                <a16:creationId xmlns:a16="http://schemas.microsoft.com/office/drawing/2014/main" id="{86C6C8E3-2DD0-C234-17E7-AD1ABB879C40}"/>
              </a:ext>
            </a:extLst>
          </p:cNvPr>
          <p:cNvCxnSpPr>
            <a:cxnSpLocks/>
            <a:stCxn id="85" idx="3"/>
            <a:endCxn id="49" idx="1"/>
          </p:cNvCxnSpPr>
          <p:nvPr/>
        </p:nvCxnSpPr>
        <p:spPr>
          <a:xfrm flipV="1">
            <a:off x="2259890" y="3296243"/>
            <a:ext cx="1102465" cy="1659942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4B8A2703-6669-045C-D67C-2CF500CD4766}"/>
              </a:ext>
            </a:extLst>
          </p:cNvPr>
          <p:cNvSpPr/>
          <p:nvPr/>
        </p:nvSpPr>
        <p:spPr>
          <a:xfrm>
            <a:off x="3563784" y="5237759"/>
            <a:ext cx="133691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 SITL</a:t>
            </a:r>
          </a:p>
        </p:txBody>
      </p:sp>
      <p:cxnSp>
        <p:nvCxnSpPr>
          <p:cNvPr id="55" name="연결선: 구부러짐 54">
            <a:extLst>
              <a:ext uri="{FF2B5EF4-FFF2-40B4-BE49-F238E27FC236}">
                <a16:creationId xmlns:a16="http://schemas.microsoft.com/office/drawing/2014/main" id="{58DF43FE-84D8-23D5-CFB8-072EC1D18694}"/>
              </a:ext>
            </a:extLst>
          </p:cNvPr>
          <p:cNvCxnSpPr>
            <a:cxnSpLocks/>
            <a:stCxn id="49" idx="2"/>
            <a:endCxn id="54" idx="1"/>
          </p:cNvCxnSpPr>
          <p:nvPr/>
        </p:nvCxnSpPr>
        <p:spPr>
          <a:xfrm rot="5400000">
            <a:off x="2927256" y="4258872"/>
            <a:ext cx="1941516" cy="668459"/>
          </a:xfrm>
          <a:prstGeom prst="curvedConnector4">
            <a:avLst>
              <a:gd name="adj1" fmla="val 41602"/>
              <a:gd name="adj2" fmla="val 13419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구부러짐 55">
            <a:extLst>
              <a:ext uri="{FF2B5EF4-FFF2-40B4-BE49-F238E27FC236}">
                <a16:creationId xmlns:a16="http://schemas.microsoft.com/office/drawing/2014/main" id="{3F100D4A-C7C5-722B-44B6-998EB1784715}"/>
              </a:ext>
            </a:extLst>
          </p:cNvPr>
          <p:cNvCxnSpPr>
            <a:cxnSpLocks/>
            <a:stCxn id="54" idx="3"/>
            <a:endCxn id="49" idx="2"/>
          </p:cNvCxnSpPr>
          <p:nvPr/>
        </p:nvCxnSpPr>
        <p:spPr>
          <a:xfrm flipH="1" flipV="1">
            <a:off x="4232243" y="3622343"/>
            <a:ext cx="668456" cy="1941516"/>
          </a:xfrm>
          <a:prstGeom prst="curvedConnector4">
            <a:avLst>
              <a:gd name="adj1" fmla="val -34198"/>
              <a:gd name="adj2" fmla="val 5839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0DB2F594-F8EF-5F9E-DC68-1BADE5D59770}"/>
              </a:ext>
            </a:extLst>
          </p:cNvPr>
          <p:cNvSpPr/>
          <p:nvPr/>
        </p:nvSpPr>
        <p:spPr>
          <a:xfrm>
            <a:off x="6052505" y="2970143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2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/state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F33BA6-1680-E94D-A295-4B4263ECCCEA}"/>
              </a:ext>
            </a:extLst>
          </p:cNvPr>
          <p:cNvSpPr txBox="1"/>
          <p:nvPr/>
        </p:nvSpPr>
        <p:spPr>
          <a:xfrm>
            <a:off x="532283" y="1663685"/>
            <a:ext cx="105131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0DFBC4C3-CE31-6E6B-A561-17D839550D37}"/>
              </a:ext>
            </a:extLst>
          </p:cNvPr>
          <p:cNvCxnSpPr>
            <a:stCxn id="49" idx="3"/>
            <a:endCxn id="58" idx="1"/>
          </p:cNvCxnSpPr>
          <p:nvPr/>
        </p:nvCxnSpPr>
        <p:spPr>
          <a:xfrm>
            <a:off x="5102130" y="3296243"/>
            <a:ext cx="9503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A4452A51-EF58-87DE-CC97-6D4E02C5CC9D}"/>
              </a:ext>
            </a:extLst>
          </p:cNvPr>
          <p:cNvSpPr/>
          <p:nvPr/>
        </p:nvSpPr>
        <p:spPr>
          <a:xfrm>
            <a:off x="520115" y="3592669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2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5A8FB73C-AF91-28B1-BE43-C1CC7357E772}"/>
              </a:ext>
            </a:extLst>
          </p:cNvPr>
          <p:cNvSpPr/>
          <p:nvPr/>
        </p:nvSpPr>
        <p:spPr>
          <a:xfrm>
            <a:off x="520115" y="3938475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3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F7FDD269-30F2-BF09-78BF-24F1DCFCD9C3}"/>
              </a:ext>
            </a:extLst>
          </p:cNvPr>
          <p:cNvSpPr/>
          <p:nvPr/>
        </p:nvSpPr>
        <p:spPr>
          <a:xfrm>
            <a:off x="520115" y="4284281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…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08FDC5B1-50D6-3D50-B58A-F56727D46CBE}"/>
              </a:ext>
            </a:extLst>
          </p:cNvPr>
          <p:cNvSpPr/>
          <p:nvPr/>
        </p:nvSpPr>
        <p:spPr>
          <a:xfrm>
            <a:off x="520115" y="4630085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40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9408232-2343-940C-944D-03E2CF484F11}"/>
              </a:ext>
            </a:extLst>
          </p:cNvPr>
          <p:cNvSpPr txBox="1"/>
          <p:nvPr/>
        </p:nvSpPr>
        <p:spPr>
          <a:xfrm>
            <a:off x="6396734" y="2511455"/>
            <a:ext cx="105131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사각형: 잘린 한쪽 모서리 88">
            <a:extLst>
              <a:ext uri="{FF2B5EF4-FFF2-40B4-BE49-F238E27FC236}">
                <a16:creationId xmlns:a16="http://schemas.microsoft.com/office/drawing/2014/main" id="{6D4D5D75-3918-3685-2A01-B4764E6BB8D7}"/>
              </a:ext>
            </a:extLst>
          </p:cNvPr>
          <p:cNvSpPr/>
          <p:nvPr/>
        </p:nvSpPr>
        <p:spPr>
          <a:xfrm>
            <a:off x="830795" y="2267456"/>
            <a:ext cx="1121379" cy="402336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4D1FD3A0-E41F-2A84-8D2F-D406CF39456B}"/>
              </a:ext>
            </a:extLst>
          </p:cNvPr>
          <p:cNvSpPr/>
          <p:nvPr/>
        </p:nvSpPr>
        <p:spPr>
          <a:xfrm>
            <a:off x="3210265" y="2861086"/>
            <a:ext cx="2084004" cy="9485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8A994E5-D269-649F-D712-D38A6B6D9DD8}"/>
              </a:ext>
            </a:extLst>
          </p:cNvPr>
          <p:cNvSpPr txBox="1"/>
          <p:nvPr/>
        </p:nvSpPr>
        <p:spPr>
          <a:xfrm>
            <a:off x="5590232" y="3927895"/>
            <a:ext cx="2587756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원인이 아니다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ko-KR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320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2 -0.00439 L 0.00122 -0.00439 C 0.08004 0.00116 0.04219 -0.00092 0.11441 0.00209 C 0.12275 0.0044 0.13143 0.00533 0.13941 0.0088 C 0.14601 0.01158 0.15643 0.01783 0.16111 0.02662 C 0.1625 0.0294 0.16355 0.03241 0.16441 0.03542 C 0.16563 0.03912 0.16684 0.04283 0.16789 0.04653 C 0.16893 0.05093 0.1698 0.05556 0.17118 0.05996 C 0.17188 0.06227 0.17344 0.06436 0.17448 0.06667 C 0.175 0.06945 0.17518 0.07269 0.17622 0.07547 C 0.17743 0.07871 0.17952 0.08125 0.18108 0.08426 C 0.1823 0.08658 0.18299 0.08912 0.18455 0.09098 C 0.18698 0.09445 0.18993 0.09723 0.19289 0.1 C 0.20139 0.10811 0.20434 0.11065 0.21441 0.11551 C 0.21823 0.11736 0.2224 0.11783 0.22622 0.11991 C 0.23021 0.12223 0.23368 0.12662 0.23785 0.12871 C 0.24098 0.13033 0.24462 0.12986 0.24775 0.13102 C 0.25122 0.13218 0.25452 0.13403 0.25782 0.13542 L 0.30122 0.13334 L 0.30955 0.17778 C 0.31198 0.19098 0.31702 0.21204 0.31615 0.22662 C 0.31476 0.25371 0.31736 0.26065 0.30608 0.27315 C 0.30122 0.27871 0.29723 0.28681 0.29115 0.28889 C 0.26598 0.29723 0.304 0.2838 0.27778 0.29537 C 0.27396 0.29723 0.26146 0.30093 0.25608 0.30209 C 0.25226 0.30301 0.24827 0.30324 0.24445 0.3044 C 0.24045 0.30556 0.23664 0.30718 0.23282 0.3088 C 0.22778 0.31088 0.21789 0.31551 0.21789 0.31551 C 0.21736 0.31621 0.21025 0.32871 0.20955 0.33102 C 0.20348 0.35116 0.20365 0.35255 0.20122 0.36875 C 0.20226 0.37986 0.20278 0.39121 0.20452 0.40209 C 0.20504 0.40533 0.20643 0.40811 0.20782 0.41111 C 0.21042 0.41667 0.21563 0.42454 0.21945 0.42871 C 0.22361 0.43311 0.229 0.43843 0.23455 0.43982 C 0.23889 0.44098 0.24341 0.4419 0.24775 0.44213 C 0.26563 0.44329 0.30122 0.44445 0.30122 0.44445 L 0.30452 0.44445 C 0.31285 0.44144 0.32101 0.43727 0.32952 0.43542 C 0.34375 0.43218 0.35886 0.4338 0.37275 0.42871 C 0.37622 0.42755 0.37691 0.42107 0.37952 0.4176 C 0.38091 0.41574 0.38282 0.41482 0.38455 0.4132 C 0.38559 0.41111 0.38716 0.40903 0.38785 0.40649 C 0.39045 0.39723 0.3915 0.38542 0.39289 0.37547 C 0.39219 0.36875 0.39236 0.36204 0.39115 0.35556 C 0.38802 0.33774 0.37379 0.30695 0.36789 0.29769 C 0.36389 0.29167 0.35955 0.28635 0.35608 0.27986 C 0.35278 0.27361 0.35087 0.26644 0.34775 0.25996 C 0.34202 0.24769 0.33507 0.23658 0.32952 0.22431 C 0.32622 0.2169 0.32257 0.20973 0.31945 0.20209 C 0.31702 0.1963 0.31528 0.19005 0.31285 0.18426 C 0.29792 0.15047 0.30643 0.17894 0.29775 0.14445 C 0.29948 0.12361 0.29445 0.12431 0.30122 0.12431 L 0.30122 0.12431 L 0.36111 0.11991 C 0.36736 0.11945 0.37344 0.11806 0.37952 0.1176 C 0.40452 0.11644 0.42952 0.11621 0.45452 0.11551 C 0.46007 0.11389 0.46563 0.11227 0.47118 0.11111 C 0.47552 0.10996 0.48004 0.10996 0.48455 0.1088 C 0.48629 0.10834 0.48785 0.10718 0.48941 0.10649 C 0.49219 0.10556 0.49497 0.1051 0.49775 0.1044 C 0.49844 0.1044 0.51268 0.10556 0.51615 0.1088 C 0.51806 0.11065 0.51962 0.11297 0.52118 0.11551 C 0.52188 0.11667 0.52223 0.11852 0.52292 0.11991 " pathEditMode="relative" ptsTypes="AAAAAAAAAAAAAAAAAAAAAAAAAAAAAAAAAAAAAAAAAAAAAAAAAAAAAAAAAAAAAAA">
                                      <p:cBhvr>
                                        <p:cTn id="11" dur="6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89" grpId="1" animBg="1"/>
      <p:bldP spid="91" grpId="0" animBg="1"/>
      <p:bldP spid="9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45BFC-7F49-02FD-9EED-D9D521FFA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EC343B0E-AA46-B6EB-65BB-8105DAC22553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내부 명령 전달 구조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85F9E36-88D4-38DB-DC24-3309C2316298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4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CB2ABA2-6F88-C95D-39CD-494B3CAED5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3E7CC563-2DC5-BBD5-7798-0A1C43BA3BC8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px4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구조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FEBCD77-E0BA-3970-E5F8-0E5C1C05096B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EDEBC0F-FAC8-71FF-CBED-EC751DA0FA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3304"/>
          <a:stretch>
            <a:fillRect/>
          </a:stretch>
        </p:blipFill>
        <p:spPr>
          <a:xfrm>
            <a:off x="1920615" y="1556833"/>
            <a:ext cx="5001823" cy="45617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0ADAB7-0198-83EB-FB72-80DCA51640EE}"/>
              </a:ext>
            </a:extLst>
          </p:cNvPr>
          <p:cNvSpPr txBox="1"/>
          <p:nvPr/>
        </p:nvSpPr>
        <p:spPr>
          <a:xfrm>
            <a:off x="382386" y="3392276"/>
            <a:ext cx="105131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2EC8A402-A0BC-02D7-7E9D-FF8045EE7255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433701" y="3576942"/>
            <a:ext cx="22007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EAB5FAD-0569-BF2F-9860-7DD33F2374D1}"/>
              </a:ext>
            </a:extLst>
          </p:cNvPr>
          <p:cNvSpPr txBox="1"/>
          <p:nvPr/>
        </p:nvSpPr>
        <p:spPr>
          <a:xfrm>
            <a:off x="4930476" y="2520060"/>
            <a:ext cx="1819120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길이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ko-KR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829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20DEB-1BD4-12DD-E366-ADCEF449B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3C95F15D-F2F7-9458-70A5-148361D17FB9}"/>
              </a:ext>
            </a:extLst>
          </p:cNvPr>
          <p:cNvSpPr txBox="1"/>
          <p:nvPr/>
        </p:nvSpPr>
        <p:spPr>
          <a:xfrm>
            <a:off x="203699" y="998257"/>
            <a:ext cx="8686301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내부 명령 전달 구조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250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hz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4B8AB1DA-19A8-5AC7-994D-88C182DBEF0E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5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879C84B-9552-8FE7-3211-1209A2F468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5072146B-892F-DCB3-D778-E663F6C10998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px4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구조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0A30EF9-F868-F104-5848-D72A95EE222B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2A0B7E2-71CD-8679-D627-2E0B74A2F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424" y="2042482"/>
            <a:ext cx="8324850" cy="2314575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43A80B7-4845-1EFA-A18C-49F40C2CCA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942282"/>
              </p:ext>
            </p:extLst>
          </p:nvPr>
        </p:nvGraphicFramePr>
        <p:xfrm>
          <a:off x="1523997" y="4683328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54777858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10008933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63863058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5762713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960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0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371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629781"/>
                  </a:ext>
                </a:extLst>
              </a:tr>
            </a:tbl>
          </a:graphicData>
        </a:graphic>
      </p:graphicFrame>
      <p:pic>
        <p:nvPicPr>
          <p:cNvPr id="7" name="그래픽 6" descr="쿼드콥터 단색으로 채워진">
            <a:extLst>
              <a:ext uri="{FF2B5EF4-FFF2-40B4-BE49-F238E27FC236}">
                <a16:creationId xmlns:a16="http://schemas.microsoft.com/office/drawing/2014/main" id="{BEF9D2D0-6843-E117-0150-D23713998C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797" y="5709488"/>
            <a:ext cx="914400" cy="9144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C6967126-D8F7-33D0-99D2-732E5DBBA0B1}"/>
              </a:ext>
            </a:extLst>
          </p:cNvPr>
          <p:cNvSpPr/>
          <p:nvPr/>
        </p:nvSpPr>
        <p:spPr>
          <a:xfrm>
            <a:off x="434726" y="2101673"/>
            <a:ext cx="1546471" cy="5373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C5CD83C-9A13-99AA-4E5F-E541F2A4E272}"/>
              </a:ext>
            </a:extLst>
          </p:cNvPr>
          <p:cNvSpPr/>
          <p:nvPr/>
        </p:nvSpPr>
        <p:spPr>
          <a:xfrm>
            <a:off x="7103674" y="2914795"/>
            <a:ext cx="1546471" cy="5373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생각 풍선: 구름 모양 11">
            <a:extLst>
              <a:ext uri="{FF2B5EF4-FFF2-40B4-BE49-F238E27FC236}">
                <a16:creationId xmlns:a16="http://schemas.microsoft.com/office/drawing/2014/main" id="{6903E370-7341-9007-38BE-18D9D3850B50}"/>
              </a:ext>
            </a:extLst>
          </p:cNvPr>
          <p:cNvSpPr/>
          <p:nvPr/>
        </p:nvSpPr>
        <p:spPr>
          <a:xfrm>
            <a:off x="951261" y="4490866"/>
            <a:ext cx="2995706" cy="1084812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내 위치는 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(0,0)  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목표는 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(4,4)</a:t>
            </a:r>
          </a:p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내 위치는 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(1,1)  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목표는 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(4,4</a:t>
            </a:r>
          </a:p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…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745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0.66493 -0.20301 " pathEditMode="relative" rAng="0" ptsTypes="AA">
                                      <p:cBhvr>
                                        <p:cTn id="14" dur="1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247" y="-10162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7037E-6 L 0.64114 -0.23033 " pathEditMode="relative" rAng="0" ptsTypes="AA">
                                      <p:cBhvr>
                                        <p:cTn id="16" dur="1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049" y="-11528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2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20663-7769-4F07-3FC2-BB3E58526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380E7B33-4BDA-C7ED-2DE8-98ED580C6F5D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6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E8CC242-5EB2-6743-73FE-FDAF8C0E87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76C02D9B-0581-F013-BBDF-CA6D7487416C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delay point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확인하기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24D23C3-545C-1EAD-3CD8-167B59C0F1C8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85CCCA-3125-B96B-610F-E585452F9A68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msg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이동 경로에서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발생 위치를 알아보자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EB793D2-3740-3EDC-947C-57077BA39545}"/>
              </a:ext>
            </a:extLst>
          </p:cNvPr>
          <p:cNvSpPr/>
          <p:nvPr/>
        </p:nvSpPr>
        <p:spPr>
          <a:xfrm>
            <a:off x="521597" y="2130610"/>
            <a:ext cx="1739774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1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/arming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4BD4934A-CB30-62B1-09C0-07B14EB7EBA9}"/>
              </a:ext>
            </a:extLst>
          </p:cNvPr>
          <p:cNvSpPr/>
          <p:nvPr/>
        </p:nvSpPr>
        <p:spPr>
          <a:xfrm>
            <a:off x="520115" y="3246863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1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연결선: 구부러짐 47">
            <a:extLst>
              <a:ext uri="{FF2B5EF4-FFF2-40B4-BE49-F238E27FC236}">
                <a16:creationId xmlns:a16="http://schemas.microsoft.com/office/drawing/2014/main" id="{7C6E521F-0713-73DB-25F2-4A596A56949D}"/>
              </a:ext>
            </a:extLst>
          </p:cNvPr>
          <p:cNvCxnSpPr>
            <a:cxnSpLocks/>
            <a:stCxn id="40" idx="3"/>
            <a:endCxn id="49" idx="1"/>
          </p:cNvCxnSpPr>
          <p:nvPr/>
        </p:nvCxnSpPr>
        <p:spPr>
          <a:xfrm>
            <a:off x="2261371" y="2456710"/>
            <a:ext cx="1100984" cy="839533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AD58EC1B-680C-0C6C-C00C-3321B6D3C058}"/>
              </a:ext>
            </a:extLst>
          </p:cNvPr>
          <p:cNvSpPr/>
          <p:nvPr/>
        </p:nvSpPr>
        <p:spPr>
          <a:xfrm>
            <a:off x="3362355" y="2970143"/>
            <a:ext cx="173977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mavros_node</a:t>
            </a:r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" name="연결선: 구부러짐 49">
            <a:extLst>
              <a:ext uri="{FF2B5EF4-FFF2-40B4-BE49-F238E27FC236}">
                <a16:creationId xmlns:a16="http://schemas.microsoft.com/office/drawing/2014/main" id="{2661E849-C8F4-828E-17B9-030C449D3E2C}"/>
              </a:ext>
            </a:extLst>
          </p:cNvPr>
          <p:cNvCxnSpPr>
            <a:cxnSpLocks/>
            <a:stCxn id="47" idx="3"/>
            <a:endCxn id="49" idx="1"/>
          </p:cNvCxnSpPr>
          <p:nvPr/>
        </p:nvCxnSpPr>
        <p:spPr>
          <a:xfrm flipV="1">
            <a:off x="2259890" y="3296243"/>
            <a:ext cx="1102465" cy="276720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구부러짐 50">
            <a:extLst>
              <a:ext uri="{FF2B5EF4-FFF2-40B4-BE49-F238E27FC236}">
                <a16:creationId xmlns:a16="http://schemas.microsoft.com/office/drawing/2014/main" id="{847A83A5-1B40-D080-ECA6-8E3BAD35B45A}"/>
              </a:ext>
            </a:extLst>
          </p:cNvPr>
          <p:cNvCxnSpPr>
            <a:cxnSpLocks/>
            <a:stCxn id="85" idx="3"/>
            <a:endCxn id="49" idx="1"/>
          </p:cNvCxnSpPr>
          <p:nvPr/>
        </p:nvCxnSpPr>
        <p:spPr>
          <a:xfrm flipV="1">
            <a:off x="2259890" y="3296243"/>
            <a:ext cx="1102465" cy="1659942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FB7F56BC-412E-CB3F-4AF9-DA05316B6885}"/>
              </a:ext>
            </a:extLst>
          </p:cNvPr>
          <p:cNvSpPr/>
          <p:nvPr/>
        </p:nvSpPr>
        <p:spPr>
          <a:xfrm>
            <a:off x="3563784" y="5237759"/>
            <a:ext cx="133691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 SITL</a:t>
            </a:r>
          </a:p>
        </p:txBody>
      </p:sp>
      <p:cxnSp>
        <p:nvCxnSpPr>
          <p:cNvPr id="55" name="연결선: 구부러짐 54">
            <a:extLst>
              <a:ext uri="{FF2B5EF4-FFF2-40B4-BE49-F238E27FC236}">
                <a16:creationId xmlns:a16="http://schemas.microsoft.com/office/drawing/2014/main" id="{0BC670C5-B69D-37A1-96E2-032FE6DE6D74}"/>
              </a:ext>
            </a:extLst>
          </p:cNvPr>
          <p:cNvCxnSpPr>
            <a:cxnSpLocks/>
            <a:stCxn id="49" idx="2"/>
            <a:endCxn id="54" idx="1"/>
          </p:cNvCxnSpPr>
          <p:nvPr/>
        </p:nvCxnSpPr>
        <p:spPr>
          <a:xfrm rot="5400000">
            <a:off x="2927256" y="4258872"/>
            <a:ext cx="1941516" cy="668459"/>
          </a:xfrm>
          <a:prstGeom prst="curvedConnector4">
            <a:avLst>
              <a:gd name="adj1" fmla="val 41602"/>
              <a:gd name="adj2" fmla="val 13419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구부러짐 55">
            <a:extLst>
              <a:ext uri="{FF2B5EF4-FFF2-40B4-BE49-F238E27FC236}">
                <a16:creationId xmlns:a16="http://schemas.microsoft.com/office/drawing/2014/main" id="{904795A2-219D-CAA6-1A1A-2E8215F889EF}"/>
              </a:ext>
            </a:extLst>
          </p:cNvPr>
          <p:cNvCxnSpPr>
            <a:cxnSpLocks/>
            <a:stCxn id="54" idx="3"/>
            <a:endCxn id="49" idx="2"/>
          </p:cNvCxnSpPr>
          <p:nvPr/>
        </p:nvCxnSpPr>
        <p:spPr>
          <a:xfrm flipH="1" flipV="1">
            <a:off x="4232243" y="3622343"/>
            <a:ext cx="668456" cy="1941516"/>
          </a:xfrm>
          <a:prstGeom prst="curvedConnector4">
            <a:avLst>
              <a:gd name="adj1" fmla="val -34198"/>
              <a:gd name="adj2" fmla="val 5839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4837774B-7B00-2BF4-74DA-11976EA596F6}"/>
              </a:ext>
            </a:extLst>
          </p:cNvPr>
          <p:cNvSpPr/>
          <p:nvPr/>
        </p:nvSpPr>
        <p:spPr>
          <a:xfrm>
            <a:off x="6052505" y="2970143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2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/state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EC6B6BF-5024-290E-2DAD-1C44C55E21EB}"/>
              </a:ext>
            </a:extLst>
          </p:cNvPr>
          <p:cNvSpPr txBox="1"/>
          <p:nvPr/>
        </p:nvSpPr>
        <p:spPr>
          <a:xfrm>
            <a:off x="532283" y="1663685"/>
            <a:ext cx="105131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A83DA18A-B7B6-83A3-8C49-AD7F5C5487FD}"/>
              </a:ext>
            </a:extLst>
          </p:cNvPr>
          <p:cNvCxnSpPr>
            <a:stCxn id="49" idx="3"/>
            <a:endCxn id="58" idx="1"/>
          </p:cNvCxnSpPr>
          <p:nvPr/>
        </p:nvCxnSpPr>
        <p:spPr>
          <a:xfrm>
            <a:off x="5102130" y="3296243"/>
            <a:ext cx="9503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37EB3611-C316-640C-0375-32FFEE947B23}"/>
              </a:ext>
            </a:extLst>
          </p:cNvPr>
          <p:cNvSpPr/>
          <p:nvPr/>
        </p:nvSpPr>
        <p:spPr>
          <a:xfrm>
            <a:off x="520115" y="3592669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2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BFAB2CAF-F0E2-1919-1396-492FC267282F}"/>
              </a:ext>
            </a:extLst>
          </p:cNvPr>
          <p:cNvSpPr/>
          <p:nvPr/>
        </p:nvSpPr>
        <p:spPr>
          <a:xfrm>
            <a:off x="520115" y="3938475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3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2848C7B6-FD3F-65E9-E6FF-28C7E7E5EEA9}"/>
              </a:ext>
            </a:extLst>
          </p:cNvPr>
          <p:cNvSpPr/>
          <p:nvPr/>
        </p:nvSpPr>
        <p:spPr>
          <a:xfrm>
            <a:off x="520115" y="4284281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…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082E192E-D271-C959-57FB-AFE36DDBEA89}"/>
              </a:ext>
            </a:extLst>
          </p:cNvPr>
          <p:cNvSpPr/>
          <p:nvPr/>
        </p:nvSpPr>
        <p:spPr>
          <a:xfrm>
            <a:off x="520115" y="4630085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40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328A386-1CB0-D3A9-3EDA-C637ECEE89E3}"/>
              </a:ext>
            </a:extLst>
          </p:cNvPr>
          <p:cNvSpPr txBox="1"/>
          <p:nvPr/>
        </p:nvSpPr>
        <p:spPr>
          <a:xfrm>
            <a:off x="6396734" y="2511455"/>
            <a:ext cx="105131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6C3471-2811-5C58-2D3B-8FFC666EBAEC}"/>
              </a:ext>
            </a:extLst>
          </p:cNvPr>
          <p:cNvSpPr txBox="1"/>
          <p:nvPr/>
        </p:nvSpPr>
        <p:spPr>
          <a:xfrm>
            <a:off x="1868535" y="1712482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7A3D76-BDAE-6180-3713-E61AE04BB736}"/>
              </a:ext>
            </a:extLst>
          </p:cNvPr>
          <p:cNvSpPr txBox="1"/>
          <p:nvPr/>
        </p:nvSpPr>
        <p:spPr>
          <a:xfrm>
            <a:off x="3608310" y="3735266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E381AF-615A-2505-40A4-858CA1308923}"/>
              </a:ext>
            </a:extLst>
          </p:cNvPr>
          <p:cNvSpPr txBox="1"/>
          <p:nvPr/>
        </p:nvSpPr>
        <p:spPr>
          <a:xfrm>
            <a:off x="5585969" y="2718680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367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34149-9A28-4F94-2354-7E400F4F5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11BED687-17C1-3093-5EA4-0353CEB6C888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point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확인하기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341CB759-A377-A3B4-AB3B-9889F0617548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7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2AB8FCD-B3FC-C4C7-42C7-55406A9845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97BFEDB-9057-C745-CF74-72983B1DB24D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delay point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확인하기</a:t>
            </a:r>
            <a:endParaRPr lang="en-US" altLang="ko-KR" sz="3600" b="1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9D49B7E-82B1-0D34-57B9-236313E6F733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51B9315-88BB-11C5-FD4D-B350B6459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314835"/>
              </p:ext>
            </p:extLst>
          </p:nvPr>
        </p:nvGraphicFramePr>
        <p:xfrm>
          <a:off x="2200099" y="1695581"/>
          <a:ext cx="399482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707">
                  <a:extLst>
                    <a:ext uri="{9D8B030D-6E8A-4147-A177-3AD203B41FA5}">
                      <a16:colId xmlns:a16="http://schemas.microsoft.com/office/drawing/2014/main" val="2579796386"/>
                    </a:ext>
                  </a:extLst>
                </a:gridCol>
                <a:gridCol w="998707">
                  <a:extLst>
                    <a:ext uri="{9D8B030D-6E8A-4147-A177-3AD203B41FA5}">
                      <a16:colId xmlns:a16="http://schemas.microsoft.com/office/drawing/2014/main" val="2607190636"/>
                    </a:ext>
                  </a:extLst>
                </a:gridCol>
                <a:gridCol w="998707">
                  <a:extLst>
                    <a:ext uri="{9D8B030D-6E8A-4147-A177-3AD203B41FA5}">
                      <a16:colId xmlns:a16="http://schemas.microsoft.com/office/drawing/2014/main" val="545126850"/>
                    </a:ext>
                  </a:extLst>
                </a:gridCol>
                <a:gridCol w="998707">
                  <a:extLst>
                    <a:ext uri="{9D8B030D-6E8A-4147-A177-3AD203B41FA5}">
                      <a16:colId xmlns:a16="http://schemas.microsoft.com/office/drawing/2014/main" val="2637677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node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delay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t1~t2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t2~t3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8302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4399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229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8078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6072045"/>
                  </a:ext>
                </a:extLst>
              </a:tr>
            </a:tbl>
          </a:graphicData>
        </a:graphic>
      </p:graphicFrame>
      <p:pic>
        <p:nvPicPr>
          <p:cNvPr id="50" name="그림 49">
            <a:extLst>
              <a:ext uri="{FF2B5EF4-FFF2-40B4-BE49-F238E27FC236}">
                <a16:creationId xmlns:a16="http://schemas.microsoft.com/office/drawing/2014/main" id="{5CBB6A49-0D21-FF6A-3BAE-B4A4CF2B8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496" y="2481653"/>
            <a:ext cx="5347821" cy="3119562"/>
          </a:xfrm>
          <a:prstGeom prst="rect">
            <a:avLst/>
          </a:prstGeom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67F87F5A-9397-566D-7669-998292DD8250}"/>
              </a:ext>
            </a:extLst>
          </p:cNvPr>
          <p:cNvSpPr/>
          <p:nvPr/>
        </p:nvSpPr>
        <p:spPr>
          <a:xfrm>
            <a:off x="2387363" y="2973974"/>
            <a:ext cx="1006998" cy="914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AutoShape 2" descr="PX4 구조">
            <a:extLst>
              <a:ext uri="{FF2B5EF4-FFF2-40B4-BE49-F238E27FC236}">
                <a16:creationId xmlns:a16="http://schemas.microsoft.com/office/drawing/2014/main" id="{85D358D5-AE1F-54E7-BD97-5F21380876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72917" y="212998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5FE2287-4E45-BABE-A8F9-95D00EA45265}"/>
              </a:ext>
            </a:extLst>
          </p:cNvPr>
          <p:cNvSpPr txBox="1"/>
          <p:nvPr/>
        </p:nvSpPr>
        <p:spPr>
          <a:xfrm>
            <a:off x="2779841" y="1910715"/>
            <a:ext cx="3872205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에서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를 전송하는 과정을 살펴보자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41C51B9-EDB3-6C2A-C48D-C53BEF53D1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25317" y="228238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9AAFEEB-710C-5377-503C-A5FB6AF222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2980" y="3547520"/>
            <a:ext cx="4909066" cy="294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198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4B61D-DA54-07EA-CB2C-F9CA662E6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82DE64ED-CFAB-05E7-8A26-3024B19C1217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node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에서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 node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까지의 과정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450083A1-45BA-B621-74D9-DE1809C8D93D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8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F67DF03-C6EE-AE58-2DA0-3C24020B0F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EB12DE88-4B45-7343-0666-57644E0DDE49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ROS2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통신 과정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A664F70-37F1-69F1-091F-E471E16D0C05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4969571D-0B27-A650-0DA3-65E443C23F15}"/>
              </a:ext>
            </a:extLst>
          </p:cNvPr>
          <p:cNvGrpSpPr/>
          <p:nvPr/>
        </p:nvGrpSpPr>
        <p:grpSpPr>
          <a:xfrm>
            <a:off x="326385" y="1668501"/>
            <a:ext cx="1249751" cy="2326022"/>
            <a:chOff x="413411" y="2077768"/>
            <a:chExt cx="1249751" cy="2326022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0B644E81-38FC-4FCE-A0D7-FA1D466078A0}"/>
                </a:ext>
              </a:extLst>
            </p:cNvPr>
            <p:cNvSpPr/>
            <p:nvPr/>
          </p:nvSpPr>
          <p:spPr>
            <a:xfrm>
              <a:off x="522164" y="2581634"/>
              <a:ext cx="1038979" cy="405326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1</a:t>
              </a:r>
              <a:endPara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60D53A96-0389-269C-7C47-5DF093509679}"/>
                </a:ext>
              </a:extLst>
            </p:cNvPr>
            <p:cNvSpPr/>
            <p:nvPr/>
          </p:nvSpPr>
          <p:spPr>
            <a:xfrm>
              <a:off x="522164" y="2802459"/>
              <a:ext cx="1038979" cy="405326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2</a:t>
              </a:r>
              <a:endPara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349B9D79-6DF2-C910-2E85-30E9CC9FCC8F}"/>
                </a:ext>
              </a:extLst>
            </p:cNvPr>
            <p:cNvSpPr/>
            <p:nvPr/>
          </p:nvSpPr>
          <p:spPr>
            <a:xfrm>
              <a:off x="522164" y="3023284"/>
              <a:ext cx="1038979" cy="405326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3</a:t>
              </a:r>
              <a:endPara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C5D514A5-9C0B-D946-2900-F7A785C66728}"/>
                </a:ext>
              </a:extLst>
            </p:cNvPr>
            <p:cNvSpPr/>
            <p:nvPr/>
          </p:nvSpPr>
          <p:spPr>
            <a:xfrm>
              <a:off x="522164" y="3244109"/>
              <a:ext cx="1038979" cy="405326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4</a:t>
              </a:r>
              <a:endPara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7376A7E8-80F9-5D37-8F64-25BF8CDED3DF}"/>
                </a:ext>
              </a:extLst>
            </p:cNvPr>
            <p:cNvSpPr/>
            <p:nvPr/>
          </p:nvSpPr>
          <p:spPr>
            <a:xfrm>
              <a:off x="522164" y="3906584"/>
              <a:ext cx="1038979" cy="405326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40</a:t>
              </a:r>
              <a:endPara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4966A3DD-42BB-8E6A-F0E3-E17B719FAD37}"/>
                </a:ext>
              </a:extLst>
            </p:cNvPr>
            <p:cNvSpPr/>
            <p:nvPr/>
          </p:nvSpPr>
          <p:spPr>
            <a:xfrm>
              <a:off x="431770" y="2465262"/>
              <a:ext cx="1231392" cy="1938528"/>
            </a:xfrm>
            <a:prstGeom prst="rect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26EC020-353B-9A4A-6C21-37DB2A1B7AA2}"/>
                </a:ext>
              </a:extLst>
            </p:cNvPr>
            <p:cNvSpPr txBox="1"/>
            <p:nvPr/>
          </p:nvSpPr>
          <p:spPr>
            <a:xfrm>
              <a:off x="413411" y="2077768"/>
              <a:ext cx="1051315" cy="3693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ROS 2</a:t>
              </a:r>
              <a:endPara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7F2E32A-E9F4-B99E-21AC-058ABCE4C71D}"/>
              </a:ext>
            </a:extLst>
          </p:cNvPr>
          <p:cNvSpPr/>
          <p:nvPr/>
        </p:nvSpPr>
        <p:spPr>
          <a:xfrm>
            <a:off x="4503189" y="2055995"/>
            <a:ext cx="1739775" cy="2552581"/>
          </a:xfrm>
          <a:prstGeom prst="roundRect">
            <a:avLst>
              <a:gd name="adj" fmla="val 26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mavros_node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D9D2DFCC-BEE5-D948-2FD1-D8BCACEDB79C}"/>
              </a:ext>
            </a:extLst>
          </p:cNvPr>
          <p:cNvCxnSpPr>
            <a:cxnSpLocks/>
            <a:stCxn id="4" idx="3"/>
            <a:endCxn id="26" idx="1"/>
          </p:cNvCxnSpPr>
          <p:nvPr/>
        </p:nvCxnSpPr>
        <p:spPr>
          <a:xfrm>
            <a:off x="1474117" y="2375030"/>
            <a:ext cx="3029072" cy="957256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B6CBCE11-A3EB-B359-2A0D-FBA0868E72A5}"/>
              </a:ext>
            </a:extLst>
          </p:cNvPr>
          <p:cNvCxnSpPr>
            <a:cxnSpLocks/>
            <a:stCxn id="5" idx="3"/>
            <a:endCxn id="26" idx="1"/>
          </p:cNvCxnSpPr>
          <p:nvPr/>
        </p:nvCxnSpPr>
        <p:spPr>
          <a:xfrm>
            <a:off x="1474117" y="2595855"/>
            <a:ext cx="3029072" cy="736431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7FDE1AA5-3C38-D875-0FC6-BE53F8CA70D2}"/>
              </a:ext>
            </a:extLst>
          </p:cNvPr>
          <p:cNvCxnSpPr>
            <a:cxnSpLocks/>
            <a:stCxn id="8" idx="3"/>
            <a:endCxn id="26" idx="1"/>
          </p:cNvCxnSpPr>
          <p:nvPr/>
        </p:nvCxnSpPr>
        <p:spPr>
          <a:xfrm>
            <a:off x="1474117" y="2816680"/>
            <a:ext cx="3029072" cy="515606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CAB0DE37-E5D6-1C16-51B0-9DD3B6A4A368}"/>
              </a:ext>
            </a:extLst>
          </p:cNvPr>
          <p:cNvCxnSpPr>
            <a:cxnSpLocks/>
            <a:stCxn id="13" idx="3"/>
            <a:endCxn id="26" idx="1"/>
          </p:cNvCxnSpPr>
          <p:nvPr/>
        </p:nvCxnSpPr>
        <p:spPr>
          <a:xfrm>
            <a:off x="1474117" y="3037505"/>
            <a:ext cx="3029072" cy="294781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C74A0089-634C-0966-004D-8C77F6327D1F}"/>
              </a:ext>
            </a:extLst>
          </p:cNvPr>
          <p:cNvCxnSpPr>
            <a:cxnSpLocks/>
            <a:stCxn id="17" idx="3"/>
            <a:endCxn id="26" idx="1"/>
          </p:cNvCxnSpPr>
          <p:nvPr/>
        </p:nvCxnSpPr>
        <p:spPr>
          <a:xfrm flipV="1">
            <a:off x="1474117" y="3332286"/>
            <a:ext cx="3029072" cy="367694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2E75040-5883-4600-AF12-6031AF01EF27}"/>
              </a:ext>
            </a:extLst>
          </p:cNvPr>
          <p:cNvSpPr txBox="1"/>
          <p:nvPr/>
        </p:nvSpPr>
        <p:spPr>
          <a:xfrm>
            <a:off x="3003430" y="2944957"/>
            <a:ext cx="1430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/>
              <a:t>setposition</a:t>
            </a:r>
            <a:endParaRPr lang="ko-KR" altLang="en-US" b="1" dirty="0"/>
          </a:p>
        </p:txBody>
      </p:sp>
      <p:graphicFrame>
        <p:nvGraphicFramePr>
          <p:cNvPr id="88" name="표 87">
            <a:extLst>
              <a:ext uri="{FF2B5EF4-FFF2-40B4-BE49-F238E27FC236}">
                <a16:creationId xmlns:a16="http://schemas.microsoft.com/office/drawing/2014/main" id="{D0A9A34D-8970-F21E-875C-45D7F77D1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305573"/>
              </p:ext>
            </p:extLst>
          </p:nvPr>
        </p:nvGraphicFramePr>
        <p:xfrm>
          <a:off x="4640813" y="2848448"/>
          <a:ext cx="143094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0947">
                  <a:extLst>
                    <a:ext uri="{9D8B030D-6E8A-4147-A177-3AD203B41FA5}">
                      <a16:colId xmlns:a16="http://schemas.microsoft.com/office/drawing/2014/main" val="19101851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SubQ_1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715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SubQ_2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462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015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452093"/>
                  </a:ext>
                </a:extLst>
              </a:tr>
            </a:tbl>
          </a:graphicData>
        </a:graphic>
      </p:graphicFrame>
      <p:sp>
        <p:nvSpPr>
          <p:cNvPr id="93" name="생각 풍선: 구름 모양 92">
            <a:extLst>
              <a:ext uri="{FF2B5EF4-FFF2-40B4-BE49-F238E27FC236}">
                <a16:creationId xmlns:a16="http://schemas.microsoft.com/office/drawing/2014/main" id="{2B75EE18-6A85-CDE7-F622-018B2605933B}"/>
              </a:ext>
            </a:extLst>
          </p:cNvPr>
          <p:cNvSpPr/>
          <p:nvPr/>
        </p:nvSpPr>
        <p:spPr>
          <a:xfrm>
            <a:off x="5770184" y="1661490"/>
            <a:ext cx="3029072" cy="1082266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ysClr val="windowText" lastClr="000000"/>
                </a:solidFill>
              </a:rPr>
              <a:t>    1</a:t>
            </a:r>
            <a:r>
              <a:rPr lang="ko-KR" altLang="en-US" sz="2000" b="1" dirty="0">
                <a:solidFill>
                  <a:sysClr val="windowText" lastClr="000000"/>
                </a:solidFill>
              </a:rPr>
              <a:t>개의 </a:t>
            </a:r>
            <a:r>
              <a:rPr lang="en-US" altLang="ko-KR" sz="2000" b="1" dirty="0">
                <a:solidFill>
                  <a:sysClr val="windowText" lastClr="000000"/>
                </a:solidFill>
              </a:rPr>
              <a:t>Topic</a:t>
            </a:r>
          </a:p>
          <a:p>
            <a:pPr algn="ctr"/>
            <a:r>
              <a:rPr lang="en-US" altLang="ko-KR" sz="2000" b="1" dirty="0">
                <a:solidFill>
                  <a:sysClr val="windowText" lastClr="000000"/>
                </a:solidFill>
              </a:rPr>
              <a:t> = 1</a:t>
            </a:r>
            <a:r>
              <a:rPr lang="ko-KR" altLang="en-US" sz="2000" b="1" dirty="0">
                <a:solidFill>
                  <a:sysClr val="windowText" lastClr="000000"/>
                </a:solidFill>
              </a:rPr>
              <a:t>개의 </a:t>
            </a:r>
            <a:r>
              <a:rPr lang="en-US" altLang="ko-KR" sz="2000" b="1" dirty="0" err="1">
                <a:solidFill>
                  <a:sysClr val="windowText" lastClr="000000"/>
                </a:solidFill>
              </a:rPr>
              <a:t>SubQ</a:t>
            </a:r>
            <a:endParaRPr lang="ko-KR" altLang="en-US" sz="2000" b="1" dirty="0">
              <a:solidFill>
                <a:sysClr val="windowText" lastClr="00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E4CD372-5151-8FFA-841D-A056BBE8E106}"/>
              </a:ext>
            </a:extLst>
          </p:cNvPr>
          <p:cNvGrpSpPr/>
          <p:nvPr/>
        </p:nvGrpSpPr>
        <p:grpSpPr>
          <a:xfrm>
            <a:off x="344744" y="4400223"/>
            <a:ext cx="1231392" cy="1938528"/>
            <a:chOff x="431770" y="2465262"/>
            <a:chExt cx="1231392" cy="1938528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72A05EFA-4F83-54EE-326C-9B365909AC9A}"/>
                </a:ext>
              </a:extLst>
            </p:cNvPr>
            <p:cNvSpPr/>
            <p:nvPr/>
          </p:nvSpPr>
          <p:spPr>
            <a:xfrm>
              <a:off x="522164" y="2581634"/>
              <a:ext cx="1038979" cy="405326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1</a:t>
              </a:r>
              <a:endPara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1DCAE2C0-45A7-0065-F4F2-3A91E627419D}"/>
                </a:ext>
              </a:extLst>
            </p:cNvPr>
            <p:cNvSpPr/>
            <p:nvPr/>
          </p:nvSpPr>
          <p:spPr>
            <a:xfrm>
              <a:off x="522164" y="2802459"/>
              <a:ext cx="1038979" cy="405326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2</a:t>
              </a:r>
              <a:endPara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2061BD97-2614-09B9-E63B-C3ED699D16D0}"/>
                </a:ext>
              </a:extLst>
            </p:cNvPr>
            <p:cNvSpPr/>
            <p:nvPr/>
          </p:nvSpPr>
          <p:spPr>
            <a:xfrm>
              <a:off x="522164" y="3023284"/>
              <a:ext cx="1038979" cy="405326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3</a:t>
              </a:r>
              <a:endPara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E4C8FAD3-C9E0-60C4-74B0-F688745464EF}"/>
                </a:ext>
              </a:extLst>
            </p:cNvPr>
            <p:cNvSpPr/>
            <p:nvPr/>
          </p:nvSpPr>
          <p:spPr>
            <a:xfrm>
              <a:off x="522164" y="3244109"/>
              <a:ext cx="1038979" cy="405326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4</a:t>
              </a:r>
              <a:endPara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F9745029-F4B3-77AC-0BEB-F3CF8101824C}"/>
                </a:ext>
              </a:extLst>
            </p:cNvPr>
            <p:cNvSpPr/>
            <p:nvPr/>
          </p:nvSpPr>
          <p:spPr>
            <a:xfrm>
              <a:off x="522164" y="3906584"/>
              <a:ext cx="1038979" cy="405326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40</a:t>
              </a:r>
              <a:endPara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A57FFFD-7F34-D2D8-FE89-D0DFE9523585}"/>
                </a:ext>
              </a:extLst>
            </p:cNvPr>
            <p:cNvSpPr/>
            <p:nvPr/>
          </p:nvSpPr>
          <p:spPr>
            <a:xfrm>
              <a:off x="431770" y="2465262"/>
              <a:ext cx="1231392" cy="1938528"/>
            </a:xfrm>
            <a:prstGeom prst="rect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650F75E0-8491-D7F3-F5F4-DDFB0C641EE3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1474117" y="3846849"/>
            <a:ext cx="3029072" cy="872409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CBB18C27-E075-14AF-F0CB-A68778D8B4F7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1474117" y="3846849"/>
            <a:ext cx="3029072" cy="1093234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4E9742F7-3E36-1C79-3E5E-7219E6954142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1474117" y="3868450"/>
            <a:ext cx="3029072" cy="1292458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9EAECAC7-B624-350D-75F6-AA6D1622ABAE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1474117" y="3865011"/>
            <a:ext cx="3029072" cy="1516722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3DAF6649-A41B-B512-EC75-94005092472D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1474117" y="3870151"/>
            <a:ext cx="3029072" cy="2174057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0FFE305-EF92-3F5F-5B3A-38EFB1EC96D5}"/>
              </a:ext>
            </a:extLst>
          </p:cNvPr>
          <p:cNvSpPr txBox="1"/>
          <p:nvPr/>
        </p:nvSpPr>
        <p:spPr>
          <a:xfrm>
            <a:off x="3003430" y="3874913"/>
            <a:ext cx="1430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/>
              <a:t>setvelocity</a:t>
            </a:r>
            <a:endParaRPr lang="ko-KR" altLang="en-US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E37EB5A-C937-0DB6-F176-2B0CF87C2D21}"/>
              </a:ext>
            </a:extLst>
          </p:cNvPr>
          <p:cNvSpPr txBox="1"/>
          <p:nvPr/>
        </p:nvSpPr>
        <p:spPr>
          <a:xfrm>
            <a:off x="1380458" y="1677582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EC85569-A6E7-B28D-D906-C10340772467}"/>
              </a:ext>
            </a:extLst>
          </p:cNvPr>
          <p:cNvSpPr txBox="1"/>
          <p:nvPr/>
        </p:nvSpPr>
        <p:spPr>
          <a:xfrm>
            <a:off x="3951392" y="3418332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C478DC9D-149F-027D-E6E8-0A9A896F3848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6242964" y="3327035"/>
            <a:ext cx="1426919" cy="5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6020A5FC-75CF-1311-822C-24A3D3726B9D}"/>
              </a:ext>
            </a:extLst>
          </p:cNvPr>
          <p:cNvSpPr txBox="1"/>
          <p:nvPr/>
        </p:nvSpPr>
        <p:spPr>
          <a:xfrm>
            <a:off x="6369391" y="3515220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4158C3-50AF-CFAB-26DA-038371719A61}"/>
              </a:ext>
            </a:extLst>
          </p:cNvPr>
          <p:cNvSpPr txBox="1"/>
          <p:nvPr/>
        </p:nvSpPr>
        <p:spPr>
          <a:xfrm>
            <a:off x="3945725" y="4841601"/>
            <a:ext cx="3622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실험 설명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topic </a:t>
            </a:r>
            <a:r>
              <a:rPr lang="ko-KR" altLang="en-US" dirty="0"/>
              <a:t>수에 따른 </a:t>
            </a:r>
            <a:r>
              <a:rPr lang="en-US" altLang="ko-KR" dirty="0"/>
              <a:t>latency </a:t>
            </a:r>
            <a:r>
              <a:rPr lang="ko-KR" altLang="en-US" dirty="0"/>
              <a:t>측정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node </a:t>
            </a:r>
            <a:r>
              <a:rPr lang="ko-KR" altLang="en-US" dirty="0"/>
              <a:t>수에 따른 </a:t>
            </a:r>
            <a:r>
              <a:rPr lang="en-US" altLang="ko-KR" dirty="0"/>
              <a:t>latency</a:t>
            </a:r>
            <a:r>
              <a:rPr lang="ko-KR" altLang="en-US" dirty="0"/>
              <a:t> 측정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구간 별 </a:t>
            </a:r>
            <a:r>
              <a:rPr lang="en-US" altLang="ko-KR" dirty="0"/>
              <a:t>latency </a:t>
            </a:r>
            <a:r>
              <a:rPr lang="ko-KR" altLang="en-US" dirty="0"/>
              <a:t>측정</a:t>
            </a:r>
          </a:p>
        </p:txBody>
      </p:sp>
    </p:spTree>
    <p:extLst>
      <p:ext uri="{BB962C8B-B14F-4D97-AF65-F5344CB8AC3E}">
        <p14:creationId xmlns:p14="http://schemas.microsoft.com/office/powerpoint/2010/main" val="1740308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7037E-6 L 0.64114 -0.23033 " pathEditMode="relative" rAng="0" ptsTypes="AA">
                                      <p:cBhvr>
                                        <p:cTn id="6" dur="10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049" y="-1152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  <p:bldP spid="93" grpId="1" animBg="1"/>
      <p:bldP spid="37" grpId="0"/>
      <p:bldP spid="45" grpId="0" animBg="1"/>
      <p:bldP spid="46" grpId="0" animBg="1"/>
      <p:bldP spid="5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E77D6-4FAD-2D16-1739-87D26363D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63E5D2BE-AF71-4967-5A83-DEA693D040E2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수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topic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수에 따른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delay(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주기 </a:t>
            </a:r>
            <a:r>
              <a:rPr lang="en-US" altLang="ko-KR" sz="2000">
                <a:latin typeface="Times New Roman" panose="02020603050405020304" pitchFamily="18" charset="0"/>
                <a:cs typeface="Times New Roman" panose="02020603050405020304" pitchFamily="18" charset="0"/>
              </a:rPr>
              <a:t>10ms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2DADE41-BDAE-5EC0-4704-40756AD4D749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9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6D01781-6012-C0D1-1860-CE930FBA9B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442E5687-C390-9F0A-CDB9-35055984EA17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case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별 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ros2 delay test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5F7F829-D660-C056-B3E3-CDD433592E77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8A410162-52C2-EFF8-E06E-1A464D665D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3285405"/>
              </p:ext>
            </p:extLst>
          </p:nvPr>
        </p:nvGraphicFramePr>
        <p:xfrm>
          <a:off x="2260849" y="186276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25A5418-316A-F53D-6B12-2E5E46E00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341035"/>
              </p:ext>
            </p:extLst>
          </p:nvPr>
        </p:nvGraphicFramePr>
        <p:xfrm>
          <a:off x="2260849" y="4733163"/>
          <a:ext cx="1346200" cy="883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3784399296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666494350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node </a:t>
                      </a:r>
                      <a:r>
                        <a:rPr lang="ko-KR" altLang="en-US" sz="1100" u="none" strike="noStrike">
                          <a:effectLst/>
                        </a:rPr>
                        <a:t>수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latency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82595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3610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03494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2650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73224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6730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63321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909DA66-9A7B-3C57-C23A-6BE9FE594F51}"/>
              </a:ext>
            </a:extLst>
          </p:cNvPr>
          <p:cNvSpPr txBox="1"/>
          <p:nvPr/>
        </p:nvSpPr>
        <p:spPr>
          <a:xfrm>
            <a:off x="3881121" y="4824134"/>
            <a:ext cx="4357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node </a:t>
            </a:r>
            <a:r>
              <a:rPr lang="ko-KR" altLang="en-US" dirty="0"/>
              <a:t>수에 따른 </a:t>
            </a:r>
            <a:r>
              <a:rPr lang="en-US" altLang="ko-KR" dirty="0"/>
              <a:t>latency</a:t>
            </a:r>
            <a:r>
              <a:rPr lang="ko-KR" altLang="en-US" dirty="0"/>
              <a:t>가 </a:t>
            </a:r>
            <a:endParaRPr lang="en-US" altLang="ko-KR" dirty="0"/>
          </a:p>
          <a:p>
            <a:r>
              <a:rPr lang="en-US" altLang="ko-KR" dirty="0"/>
              <a:t>node </a:t>
            </a:r>
            <a:r>
              <a:rPr lang="ko-KR" altLang="en-US" dirty="0"/>
              <a:t>수에 비례하여 증가하지 않음</a:t>
            </a:r>
          </a:p>
        </p:txBody>
      </p:sp>
    </p:spTree>
    <p:extLst>
      <p:ext uri="{BB962C8B-B14F-4D97-AF65-F5344CB8AC3E}">
        <p14:creationId xmlns:p14="http://schemas.microsoft.com/office/powerpoint/2010/main" val="2013631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1A563-49ED-4648-D6F8-5C71BD455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E09D1A74-0928-05A5-7EC0-0735FAE0D0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7766810"/>
              </p:ext>
            </p:extLst>
          </p:nvPr>
        </p:nvGraphicFramePr>
        <p:xfrm>
          <a:off x="2260849" y="186276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1B73720B-F2A2-AFD4-9273-4AAA9432D6F0}"/>
              </a:ext>
            </a:extLst>
          </p:cNvPr>
          <p:cNvSpPr txBox="1"/>
          <p:nvPr/>
        </p:nvSpPr>
        <p:spPr>
          <a:xfrm>
            <a:off x="203699" y="998257"/>
            <a:ext cx="8686301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수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topic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수에 따른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7F40C365-2A78-3311-2903-CF4252C2DE8E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10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69EFD4A-5EFD-10F1-BD93-9F4953EC894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1E417812-27D6-0A96-875E-F583532AE703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case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별 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ros2 delay test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8FCBB10-A6E8-64A7-D8C5-AC79A29CAD47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F143467-9566-9294-6101-A0429F410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659577"/>
              </p:ext>
            </p:extLst>
          </p:nvPr>
        </p:nvGraphicFramePr>
        <p:xfrm>
          <a:off x="2260849" y="4743323"/>
          <a:ext cx="1346200" cy="883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05450569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3419268225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node </a:t>
                      </a:r>
                      <a:r>
                        <a:rPr lang="ko-KR" altLang="en-US" sz="1100" u="none" strike="noStrike">
                          <a:effectLst/>
                        </a:rPr>
                        <a:t>수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latency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42656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1070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251789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2580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58873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6280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35482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8514FB8-122C-0A4C-D0ED-DE5039BA2A66}"/>
              </a:ext>
            </a:extLst>
          </p:cNvPr>
          <p:cNvSpPr txBox="1"/>
          <p:nvPr/>
        </p:nvSpPr>
        <p:spPr>
          <a:xfrm>
            <a:off x="3881121" y="4824134"/>
            <a:ext cx="4357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node </a:t>
            </a:r>
            <a:r>
              <a:rPr lang="ko-KR" altLang="en-US" dirty="0"/>
              <a:t>수에 따른 </a:t>
            </a:r>
            <a:r>
              <a:rPr lang="en-US" altLang="ko-KR" dirty="0"/>
              <a:t>latency</a:t>
            </a:r>
            <a:r>
              <a:rPr lang="ko-KR" altLang="en-US" dirty="0"/>
              <a:t>가 </a:t>
            </a:r>
            <a:endParaRPr lang="en-US" altLang="ko-KR" dirty="0"/>
          </a:p>
          <a:p>
            <a:r>
              <a:rPr lang="en-US" altLang="ko-KR" dirty="0"/>
              <a:t>node </a:t>
            </a:r>
            <a:r>
              <a:rPr lang="ko-KR" altLang="en-US" dirty="0"/>
              <a:t>수에 비례하여 증가함</a:t>
            </a:r>
          </a:p>
        </p:txBody>
      </p:sp>
    </p:spTree>
    <p:extLst>
      <p:ext uri="{BB962C8B-B14F-4D97-AF65-F5344CB8AC3E}">
        <p14:creationId xmlns:p14="http://schemas.microsoft.com/office/powerpoint/2010/main" val="2109928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E1FA0-37E1-799D-E0D8-9BC136433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2D67435A-4BD5-479B-D1BB-5719DAFF1AFB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수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topic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수에 따른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7D366F0-A017-E9D9-D65D-9C5F4E2F5AEE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11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676FA6D-198E-039F-6CC1-68059B82BC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300725D3-DDEF-6800-05C4-EC7C437B9FBF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case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별 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ros2 delay test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F9143A1-BAEF-1F89-E5F1-501A4BE8BEB3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868A6F09-9B55-616B-4D9D-BAEEF7CA03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1552905"/>
              </p:ext>
            </p:extLst>
          </p:nvPr>
        </p:nvGraphicFramePr>
        <p:xfrm>
          <a:off x="2245360" y="173228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65D08BD-584E-8A47-93D0-8DB361FF1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801138"/>
              </p:ext>
            </p:extLst>
          </p:nvPr>
        </p:nvGraphicFramePr>
        <p:xfrm>
          <a:off x="1473200" y="4731379"/>
          <a:ext cx="2019300" cy="883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3255452125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582540523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810517322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node </a:t>
                      </a:r>
                      <a:r>
                        <a:rPr lang="ko-KR" altLang="en-US" sz="1100" u="none" strike="noStrike">
                          <a:effectLst/>
                        </a:rPr>
                        <a:t>수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p_latency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v_latency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87107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20, 10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2100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1720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04722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40, 10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3860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1330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07775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40, 40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8940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8710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99153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DB63C8B-006B-6FF4-E9E1-200D3BADEAEB}"/>
              </a:ext>
            </a:extLst>
          </p:cNvPr>
          <p:cNvSpPr txBox="1"/>
          <p:nvPr/>
        </p:nvSpPr>
        <p:spPr>
          <a:xfrm>
            <a:off x="3637280" y="4677398"/>
            <a:ext cx="4917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position node</a:t>
            </a:r>
            <a:r>
              <a:rPr lang="ko-KR" altLang="en-US" dirty="0"/>
              <a:t>의 수가 </a:t>
            </a:r>
            <a:r>
              <a:rPr lang="en-US" altLang="ko-KR" dirty="0"/>
              <a:t>10, 20</a:t>
            </a:r>
            <a:r>
              <a:rPr lang="ko-KR" altLang="en-US" dirty="0"/>
              <a:t>일 때</a:t>
            </a:r>
            <a:endParaRPr lang="en-US" altLang="ko-KR" dirty="0"/>
          </a:p>
          <a:p>
            <a:pPr lvl="1"/>
            <a:r>
              <a:rPr lang="en-US" altLang="ko-KR" dirty="0"/>
              <a:t>velocity node</a:t>
            </a:r>
            <a:r>
              <a:rPr lang="ko-KR" altLang="en-US" dirty="0"/>
              <a:t>에서의 </a:t>
            </a:r>
            <a:r>
              <a:rPr lang="en-US" altLang="ko-KR" dirty="0"/>
              <a:t>latency</a:t>
            </a:r>
            <a:r>
              <a:rPr lang="ko-KR" altLang="en-US" dirty="0"/>
              <a:t>는 큰 변화 </a:t>
            </a:r>
            <a:r>
              <a:rPr lang="en-US" altLang="ko-KR" dirty="0"/>
              <a:t>x</a:t>
            </a:r>
          </a:p>
          <a:p>
            <a:pPr marL="342900" indent="-342900">
              <a:buAutoNum type="arabicPeriod"/>
            </a:pPr>
            <a:r>
              <a:rPr lang="en-US" altLang="ko-KR" dirty="0"/>
              <a:t>position</a:t>
            </a:r>
            <a:r>
              <a:rPr lang="ko-KR" altLang="en-US" dirty="0"/>
              <a:t> </a:t>
            </a:r>
            <a:r>
              <a:rPr lang="en-US" altLang="ko-KR" dirty="0"/>
              <a:t>node,</a:t>
            </a:r>
            <a:r>
              <a:rPr lang="ko-KR" altLang="en-US" dirty="0"/>
              <a:t> </a:t>
            </a:r>
            <a:r>
              <a:rPr lang="en-US" altLang="ko-KR" dirty="0"/>
              <a:t>velocity</a:t>
            </a:r>
            <a:r>
              <a:rPr lang="ko-KR" altLang="en-US" dirty="0"/>
              <a:t> </a:t>
            </a:r>
            <a:r>
              <a:rPr lang="en-US" altLang="ko-KR" dirty="0"/>
              <a:t>node</a:t>
            </a:r>
            <a:r>
              <a:rPr lang="ko-KR" altLang="en-US" dirty="0"/>
              <a:t>의 수가 </a:t>
            </a:r>
            <a:r>
              <a:rPr lang="en-US" altLang="ko-KR" dirty="0"/>
              <a:t>40</a:t>
            </a:r>
            <a:r>
              <a:rPr lang="ko-KR" altLang="en-US" dirty="0"/>
              <a:t>일 때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b="1" dirty="0"/>
              <a:t>기존에 따로 실험 했을 때와 비슷한 수치</a:t>
            </a:r>
          </a:p>
        </p:txBody>
      </p:sp>
    </p:spTree>
    <p:extLst>
      <p:ext uri="{BB962C8B-B14F-4D97-AF65-F5344CB8AC3E}">
        <p14:creationId xmlns:p14="http://schemas.microsoft.com/office/powerpoint/2010/main" val="682219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85F89-89C6-9AEB-34BB-591FA30EC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F978DE91-0E51-9FA2-7EBB-D10D86610D77}"/>
              </a:ext>
            </a:extLst>
          </p:cNvPr>
          <p:cNvSpPr txBox="1"/>
          <p:nvPr/>
        </p:nvSpPr>
        <p:spPr>
          <a:xfrm>
            <a:off x="203699" y="998257"/>
            <a:ext cx="8686301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문제 정리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구간 별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비교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수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topic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수에 따른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4E080D0F-FCE8-A341-6775-2CEDD12215FA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12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B47BFE3-3EDC-4B6B-E7E7-4D5915EF54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050927B8-0500-85B1-D69E-E6B95355BF25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case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별 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ros2 delay test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A2FAD42-D368-C8D9-6D84-EAF2C5A66B0A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3AE56E-6F98-D264-1BD5-C54521B159D1}"/>
              </a:ext>
            </a:extLst>
          </p:cNvPr>
          <p:cNvSpPr txBox="1"/>
          <p:nvPr/>
        </p:nvSpPr>
        <p:spPr>
          <a:xfrm>
            <a:off x="1032541" y="2312944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5BBCB4-4F7A-0F58-0B71-AD09CE1A010C}"/>
              </a:ext>
            </a:extLst>
          </p:cNvPr>
          <p:cNvSpPr txBox="1"/>
          <p:nvPr/>
        </p:nvSpPr>
        <p:spPr>
          <a:xfrm>
            <a:off x="3555152" y="2312944"/>
            <a:ext cx="391355" cy="36933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59009F-7F44-6894-419D-C8228B629ED9}"/>
              </a:ext>
            </a:extLst>
          </p:cNvPr>
          <p:cNvSpPr txBox="1"/>
          <p:nvPr/>
        </p:nvSpPr>
        <p:spPr>
          <a:xfrm>
            <a:off x="6077763" y="2312944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7781C60-A11F-57DE-D111-95AA6D5F6D9E}"/>
              </a:ext>
            </a:extLst>
          </p:cNvPr>
          <p:cNvCxnSpPr>
            <a:cxnSpLocks/>
          </p:cNvCxnSpPr>
          <p:nvPr/>
        </p:nvCxnSpPr>
        <p:spPr>
          <a:xfrm>
            <a:off x="612575" y="2184400"/>
            <a:ext cx="78685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1ABBF39-B34A-9948-A83D-A33882A590D6}"/>
              </a:ext>
            </a:extLst>
          </p:cNvPr>
          <p:cNvSpPr txBox="1"/>
          <p:nvPr/>
        </p:nvSpPr>
        <p:spPr>
          <a:xfrm>
            <a:off x="1522858" y="2312944"/>
            <a:ext cx="11898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ros2 node</a:t>
            </a:r>
            <a:r>
              <a:rPr lang="ko-KR" altLang="en-US" dirty="0"/>
              <a:t>에서 </a:t>
            </a:r>
            <a:r>
              <a:rPr lang="en-US" altLang="ko-KR" dirty="0"/>
              <a:t>publish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B55B03-8184-EE12-CDC6-940D2F5E5F62}"/>
              </a:ext>
            </a:extLst>
          </p:cNvPr>
          <p:cNvSpPr txBox="1"/>
          <p:nvPr/>
        </p:nvSpPr>
        <p:spPr>
          <a:xfrm>
            <a:off x="4093338" y="2312944"/>
            <a:ext cx="1748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mavros</a:t>
            </a:r>
            <a:r>
              <a:rPr lang="en-US" altLang="ko-KR" dirty="0"/>
              <a:t> node</a:t>
            </a:r>
          </a:p>
          <a:p>
            <a:r>
              <a:rPr lang="en-US" altLang="ko-KR" dirty="0" err="1"/>
              <a:t>sub_Q</a:t>
            </a:r>
            <a:r>
              <a:rPr lang="ko-KR" altLang="en-US" dirty="0"/>
              <a:t>에 도착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C58FCB-72E2-B12C-23F5-C5E94EE0EE55}"/>
              </a:ext>
            </a:extLst>
          </p:cNvPr>
          <p:cNvSpPr txBox="1"/>
          <p:nvPr/>
        </p:nvSpPr>
        <p:spPr>
          <a:xfrm>
            <a:off x="6582538" y="2312943"/>
            <a:ext cx="2043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mavros</a:t>
            </a:r>
            <a:r>
              <a:rPr lang="en-US" altLang="ko-KR" dirty="0"/>
              <a:t> node</a:t>
            </a:r>
          </a:p>
          <a:p>
            <a:r>
              <a:rPr lang="en-US" altLang="ko-KR" dirty="0"/>
              <a:t>callback </a:t>
            </a:r>
            <a:r>
              <a:rPr lang="ko-KR" altLang="en-US" dirty="0"/>
              <a:t>함수 호출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F784D9-D21F-F808-CCA6-53D828F4C1E5}"/>
              </a:ext>
            </a:extLst>
          </p:cNvPr>
          <p:cNvSpPr txBox="1"/>
          <p:nvPr/>
        </p:nvSpPr>
        <p:spPr>
          <a:xfrm>
            <a:off x="3984842" y="2996511"/>
            <a:ext cx="2597696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직접적인 측정이 불가능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8344E464-B47B-50D3-6B2D-723B84D53B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2622" r="639" b="26738"/>
          <a:stretch>
            <a:fillRect/>
          </a:stretch>
        </p:blipFill>
        <p:spPr>
          <a:xfrm>
            <a:off x="1032541" y="4473600"/>
            <a:ext cx="1495321" cy="185612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31240DF-CB56-BF50-C041-40DECC4CA989}"/>
              </a:ext>
            </a:extLst>
          </p:cNvPr>
          <p:cNvSpPr txBox="1"/>
          <p:nvPr/>
        </p:nvSpPr>
        <p:spPr>
          <a:xfrm>
            <a:off x="2680698" y="4488298"/>
            <a:ext cx="4358576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단위 별로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별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를 살펴보자</a:t>
            </a:r>
            <a:endParaRPr lang="en-US" altLang="ko-KR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7CD7BB-24ED-3BA1-EF64-F65251CD6C64}"/>
              </a:ext>
            </a:extLst>
          </p:cNvPr>
          <p:cNvSpPr txBox="1"/>
          <p:nvPr/>
        </p:nvSpPr>
        <p:spPr>
          <a:xfrm>
            <a:off x="2707193" y="5129399"/>
            <a:ext cx="64002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현재 진행 중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node </a:t>
            </a:r>
            <a:r>
              <a:rPr lang="ko-KR" altLang="en-US" dirty="0"/>
              <a:t>수를 </a:t>
            </a:r>
            <a:r>
              <a:rPr lang="en-US" altLang="ko-KR" dirty="0"/>
              <a:t>1~40</a:t>
            </a:r>
            <a:r>
              <a:rPr lang="ko-KR" altLang="en-US" dirty="0"/>
              <a:t>까지 다르게 했을 때</a:t>
            </a:r>
            <a:r>
              <a:rPr lang="en-US" altLang="ko-KR" dirty="0"/>
              <a:t> </a:t>
            </a:r>
            <a:r>
              <a:rPr lang="ko-KR" altLang="en-US" dirty="0"/>
              <a:t>결과를 전부 살펴보기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msg </a:t>
            </a:r>
            <a:r>
              <a:rPr lang="ko-KR" altLang="en-US" dirty="0"/>
              <a:t>손실에 따른 이유가 있을 지 생각해보자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13358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D927AE-833D-43DC-8A2C-D735685E0C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841" y="2738539"/>
            <a:ext cx="1134318" cy="113431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CBFE469-2B2D-40CE-A2AE-5D93F35E6A83}"/>
              </a:ext>
            </a:extLst>
          </p:cNvPr>
          <p:cNvSpPr/>
          <p:nvPr/>
        </p:nvSpPr>
        <p:spPr>
          <a:xfrm>
            <a:off x="1" y="4390696"/>
            <a:ext cx="9144000" cy="144201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7D82F6-6608-46B6-B381-9916447EE76B}"/>
              </a:ext>
            </a:extLst>
          </p:cNvPr>
          <p:cNvSpPr/>
          <p:nvPr/>
        </p:nvSpPr>
        <p:spPr>
          <a:xfrm>
            <a:off x="3266091" y="1940695"/>
            <a:ext cx="2611815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/>
            <a:r>
              <a:rPr lang="en-US" altLang="ko-K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F62E229-2378-4405-9087-57671A5FC3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14AEF9-A9A0-4A4E-8490-94A1970A7DE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E3F5BE-94BC-4D0A-8CC1-AC4E9C90E8A0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EC63D-1CA9-4C0D-85F9-6274710D2EA5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Moonyoung Choi (cmy021205@dgist.ac.kr)</a:t>
            </a:r>
          </a:p>
        </p:txBody>
      </p:sp>
    </p:spTree>
    <p:extLst>
      <p:ext uri="{BB962C8B-B14F-4D97-AF65-F5344CB8AC3E}">
        <p14:creationId xmlns:p14="http://schemas.microsoft.com/office/powerpoint/2010/main" val="391388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76071</TotalTime>
  <Words>768</Words>
  <Application>Microsoft Office PowerPoint</Application>
  <PresentationFormat>화면 슬라이드 쇼(4:3)</PresentationFormat>
  <Paragraphs>243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맑은 고딕</vt:lpstr>
      <vt:lpstr>Arial</vt:lpstr>
      <vt:lpstr>Calibri</vt:lpstr>
      <vt:lpstr>Calibri Light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RTCL403</dc:creator>
  <cp:lastModifiedBy>최문영</cp:lastModifiedBy>
  <cp:revision>1453</cp:revision>
  <cp:lastPrinted>2021-08-19T05:10:09Z</cp:lastPrinted>
  <dcterms:created xsi:type="dcterms:W3CDTF">2020-05-28T10:10:30Z</dcterms:created>
  <dcterms:modified xsi:type="dcterms:W3CDTF">2025-11-06T10:30:37Z</dcterms:modified>
</cp:coreProperties>
</file>