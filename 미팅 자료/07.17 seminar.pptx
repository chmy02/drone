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699" r:id="rId2"/>
    <p:sldId id="855" r:id="rId3"/>
    <p:sldId id="876" r:id="rId4"/>
    <p:sldId id="857" r:id="rId5"/>
    <p:sldId id="859" r:id="rId6"/>
    <p:sldId id="858" r:id="rId7"/>
    <p:sldId id="877" r:id="rId8"/>
    <p:sldId id="860" r:id="rId9"/>
    <p:sldId id="861" r:id="rId10"/>
    <p:sldId id="862" r:id="rId11"/>
    <p:sldId id="863" r:id="rId12"/>
    <p:sldId id="865" r:id="rId13"/>
    <p:sldId id="864" r:id="rId14"/>
    <p:sldId id="867" r:id="rId15"/>
    <p:sldId id="866" r:id="rId16"/>
    <p:sldId id="868" r:id="rId17"/>
    <p:sldId id="869" r:id="rId18"/>
    <p:sldId id="870" r:id="rId19"/>
    <p:sldId id="871" r:id="rId20"/>
    <p:sldId id="872" r:id="rId21"/>
    <p:sldId id="873" r:id="rId22"/>
    <p:sldId id="874" r:id="rId23"/>
    <p:sldId id="875" r:id="rId24"/>
    <p:sldId id="731" r:id="rId25"/>
  </p:sldIdLst>
  <p:sldSz cx="9144000" cy="6858000" type="screen4x3"/>
  <p:notesSz cx="9928225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8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CEE3"/>
    <a:srgbClr val="FAD7AE"/>
    <a:srgbClr val="BAC8D3"/>
    <a:srgbClr val="FFFFFF"/>
    <a:srgbClr val="D6DCE5"/>
    <a:srgbClr val="DAE3F3"/>
    <a:srgbClr val="404040"/>
    <a:srgbClr val="BDD7EE"/>
    <a:srgbClr val="002060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452813-F51A-4D26-963C-5CA399B80D93}" v="4011" dt="2025-07-17T03:57:06.3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86353" autoAdjust="0"/>
  </p:normalViewPr>
  <p:slideViewPr>
    <p:cSldViewPr snapToGrid="0">
      <p:cViewPr varScale="1">
        <p:scale>
          <a:sx n="95" d="100"/>
          <a:sy n="95" d="100"/>
        </p:scale>
        <p:origin x="2022" y="78"/>
      </p:cViewPr>
      <p:guideLst>
        <p:guide orient="horz" pos="3385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최문영" userId="c9c2ca5b-20f2-48c9-9e1f-a03229bf2768" providerId="ADAL" clId="{25452813-F51A-4D26-963C-5CA399B80D93}"/>
    <pc:docChg chg="undo redo custSel addSld delSld modSld sldOrd">
      <pc:chgData name="최문영" userId="c9c2ca5b-20f2-48c9-9e1f-a03229bf2768" providerId="ADAL" clId="{25452813-F51A-4D26-963C-5CA399B80D93}" dt="2025-07-17T03:57:05.077" v="22934" actId="20577"/>
      <pc:docMkLst>
        <pc:docMk/>
      </pc:docMkLst>
      <pc:sldChg chg="del">
        <pc:chgData name="최문영" userId="c9c2ca5b-20f2-48c9-9e1f-a03229bf2768" providerId="ADAL" clId="{25452813-F51A-4D26-963C-5CA399B80D93}" dt="2025-07-16T19:16:45.912" v="34" actId="47"/>
        <pc:sldMkLst>
          <pc:docMk/>
          <pc:sldMk cId="0" sldId="257"/>
        </pc:sldMkLst>
      </pc:sldChg>
      <pc:sldChg chg="addSp delSp modSp mod">
        <pc:chgData name="최문영" userId="c9c2ca5b-20f2-48c9-9e1f-a03229bf2768" providerId="ADAL" clId="{25452813-F51A-4D26-963C-5CA399B80D93}" dt="2025-07-17T02:44:05.401" v="9991" actId="1036"/>
        <pc:sldMkLst>
          <pc:docMk/>
          <pc:sldMk cId="2886263250" sldId="699"/>
        </pc:sldMkLst>
        <pc:spChg chg="add mod">
          <ac:chgData name="최문영" userId="c9c2ca5b-20f2-48c9-9e1f-a03229bf2768" providerId="ADAL" clId="{25452813-F51A-4D26-963C-5CA399B80D93}" dt="2025-07-17T02:43:53.351" v="9981" actId="1076"/>
          <ac:spMkLst>
            <pc:docMk/>
            <pc:sldMk cId="2886263250" sldId="699"/>
            <ac:spMk id="5" creationId="{D353E2DD-A5FC-F686-772F-5AC3CA705930}"/>
          </ac:spMkLst>
        </pc:spChg>
        <pc:spChg chg="add del mod">
          <ac:chgData name="최문영" userId="c9c2ca5b-20f2-48c9-9e1f-a03229bf2768" providerId="ADAL" clId="{25452813-F51A-4D26-963C-5CA399B80D93}" dt="2025-07-16T23:26:22.513" v="8644" actId="1076"/>
          <ac:spMkLst>
            <pc:docMk/>
            <pc:sldMk cId="2886263250" sldId="699"/>
            <ac:spMk id="8" creationId="{27462D86-DAC4-30C4-E01E-A73A37BDF369}"/>
          </ac:spMkLst>
        </pc:spChg>
        <pc:spChg chg="mod">
          <ac:chgData name="최문영" userId="c9c2ca5b-20f2-48c9-9e1f-a03229bf2768" providerId="ADAL" clId="{25452813-F51A-4D26-963C-5CA399B80D93}" dt="2025-07-17T02:44:05.401" v="9991" actId="1036"/>
          <ac:spMkLst>
            <pc:docMk/>
            <pc:sldMk cId="2886263250" sldId="699"/>
            <ac:spMk id="12" creationId="{EE4A91DB-303A-4F81-99F8-0D2A77C39D5B}"/>
          </ac:spMkLst>
        </pc:spChg>
        <pc:spChg chg="mod">
          <ac:chgData name="최문영" userId="c9c2ca5b-20f2-48c9-9e1f-a03229bf2768" providerId="ADAL" clId="{25452813-F51A-4D26-963C-5CA399B80D93}" dt="2025-07-16T23:25:51.211" v="8634"/>
          <ac:spMkLst>
            <pc:docMk/>
            <pc:sldMk cId="2886263250" sldId="699"/>
            <ac:spMk id="14" creationId="{C21A635C-1642-419F-9A80-B71C2DC7C4C4}"/>
          </ac:spMkLst>
        </pc:spChg>
        <pc:picChg chg="add del mod">
          <ac:chgData name="최문영" userId="c9c2ca5b-20f2-48c9-9e1f-a03229bf2768" providerId="ADAL" clId="{25452813-F51A-4D26-963C-5CA399B80D93}" dt="2025-07-16T23:25:17.795" v="8628" actId="478"/>
          <ac:picMkLst>
            <pc:docMk/>
            <pc:sldMk cId="2886263250" sldId="699"/>
            <ac:picMk id="3" creationId="{D1FD3AE2-EDCA-8E3A-93C9-D0C92FC3A779}"/>
          </ac:picMkLst>
        </pc:picChg>
      </pc:sldChg>
      <pc:sldChg chg="add del">
        <pc:chgData name="최문영" userId="c9c2ca5b-20f2-48c9-9e1f-a03229bf2768" providerId="ADAL" clId="{25452813-F51A-4D26-963C-5CA399B80D93}" dt="2025-07-16T23:28:18.930" v="8680"/>
        <pc:sldMkLst>
          <pc:docMk/>
          <pc:sldMk cId="3316417563" sldId="701"/>
        </pc:sldMkLst>
      </pc:sldChg>
      <pc:sldChg chg="del">
        <pc:chgData name="최문영" userId="c9c2ca5b-20f2-48c9-9e1f-a03229bf2768" providerId="ADAL" clId="{25452813-F51A-4D26-963C-5CA399B80D93}" dt="2025-07-16T19:16:46.806" v="37" actId="47"/>
        <pc:sldMkLst>
          <pc:docMk/>
          <pc:sldMk cId="262906306" sldId="838"/>
        </pc:sldMkLst>
      </pc:sldChg>
      <pc:sldChg chg="del">
        <pc:chgData name="최문영" userId="c9c2ca5b-20f2-48c9-9e1f-a03229bf2768" providerId="ADAL" clId="{25452813-F51A-4D26-963C-5CA399B80D93}" dt="2025-07-16T19:16:47.835" v="39" actId="47"/>
        <pc:sldMkLst>
          <pc:docMk/>
          <pc:sldMk cId="3027613367" sldId="839"/>
        </pc:sldMkLst>
      </pc:sldChg>
      <pc:sldChg chg="del">
        <pc:chgData name="최문영" userId="c9c2ca5b-20f2-48c9-9e1f-a03229bf2768" providerId="ADAL" clId="{25452813-F51A-4D26-963C-5CA399B80D93}" dt="2025-07-16T19:16:48.183" v="40" actId="47"/>
        <pc:sldMkLst>
          <pc:docMk/>
          <pc:sldMk cId="616019989" sldId="847"/>
        </pc:sldMkLst>
      </pc:sldChg>
      <pc:sldChg chg="del">
        <pc:chgData name="최문영" userId="c9c2ca5b-20f2-48c9-9e1f-a03229bf2768" providerId="ADAL" clId="{25452813-F51A-4D26-963C-5CA399B80D93}" dt="2025-07-16T19:16:48.957" v="41" actId="47"/>
        <pc:sldMkLst>
          <pc:docMk/>
          <pc:sldMk cId="1070694071" sldId="848"/>
        </pc:sldMkLst>
      </pc:sldChg>
      <pc:sldChg chg="del">
        <pc:chgData name="최문영" userId="c9c2ca5b-20f2-48c9-9e1f-a03229bf2768" providerId="ADAL" clId="{25452813-F51A-4D26-963C-5CA399B80D93}" dt="2025-07-16T19:16:47.506" v="38" actId="47"/>
        <pc:sldMkLst>
          <pc:docMk/>
          <pc:sldMk cId="2466995792" sldId="851"/>
        </pc:sldMkLst>
      </pc:sldChg>
      <pc:sldChg chg="del">
        <pc:chgData name="최문영" userId="c9c2ca5b-20f2-48c9-9e1f-a03229bf2768" providerId="ADAL" clId="{25452813-F51A-4D26-963C-5CA399B80D93}" dt="2025-07-16T19:16:46.060" v="35" actId="47"/>
        <pc:sldMkLst>
          <pc:docMk/>
          <pc:sldMk cId="1124010080" sldId="852"/>
        </pc:sldMkLst>
      </pc:sldChg>
      <pc:sldChg chg="del">
        <pc:chgData name="최문영" userId="c9c2ca5b-20f2-48c9-9e1f-a03229bf2768" providerId="ADAL" clId="{25452813-F51A-4D26-963C-5CA399B80D93}" dt="2025-07-16T19:16:46.438" v="36" actId="47"/>
        <pc:sldMkLst>
          <pc:docMk/>
          <pc:sldMk cId="1441264531" sldId="853"/>
        </pc:sldMkLst>
      </pc:sldChg>
      <pc:sldChg chg="delSp modSp mod delAnim modNotesTx">
        <pc:chgData name="최문영" userId="c9c2ca5b-20f2-48c9-9e1f-a03229bf2768" providerId="ADAL" clId="{25452813-F51A-4D26-963C-5CA399B80D93}" dt="2025-07-17T02:48:42.580" v="10741" actId="20577"/>
        <pc:sldMkLst>
          <pc:docMk/>
          <pc:sldMk cId="1961948807" sldId="855"/>
        </pc:sldMkLst>
        <pc:spChg chg="del">
          <ac:chgData name="최문영" userId="c9c2ca5b-20f2-48c9-9e1f-a03229bf2768" providerId="ADAL" clId="{25452813-F51A-4D26-963C-5CA399B80D93}" dt="2025-07-16T19:17:33.047" v="84" actId="478"/>
          <ac:spMkLst>
            <pc:docMk/>
            <pc:sldMk cId="1961948807" sldId="855"/>
            <ac:spMk id="9" creationId="{A0A855EA-BF46-1CA4-3688-2CA4758B4049}"/>
          </ac:spMkLst>
        </pc:spChg>
        <pc:spChg chg="mod">
          <ac:chgData name="최문영" userId="c9c2ca5b-20f2-48c9-9e1f-a03229bf2768" providerId="ADAL" clId="{25452813-F51A-4D26-963C-5CA399B80D93}" dt="2025-07-16T19:16:57.939" v="65" actId="20577"/>
          <ac:spMkLst>
            <pc:docMk/>
            <pc:sldMk cId="1961948807" sldId="855"/>
            <ac:spMk id="10" creationId="{8FC4232A-B94D-2B0E-0B74-8D866BF97B7D}"/>
          </ac:spMkLst>
        </pc:spChg>
        <pc:spChg chg="del">
          <ac:chgData name="최문영" userId="c9c2ca5b-20f2-48c9-9e1f-a03229bf2768" providerId="ADAL" clId="{25452813-F51A-4D26-963C-5CA399B80D93}" dt="2025-07-16T19:17:33.047" v="84" actId="478"/>
          <ac:spMkLst>
            <pc:docMk/>
            <pc:sldMk cId="1961948807" sldId="855"/>
            <ac:spMk id="11" creationId="{C3BEEE31-6C30-B327-AA41-6294F95370D3}"/>
          </ac:spMkLst>
        </pc:spChg>
        <pc:spChg chg="del">
          <ac:chgData name="최문영" userId="c9c2ca5b-20f2-48c9-9e1f-a03229bf2768" providerId="ADAL" clId="{25452813-F51A-4D26-963C-5CA399B80D93}" dt="2025-07-16T19:17:33.047" v="84" actId="478"/>
          <ac:spMkLst>
            <pc:docMk/>
            <pc:sldMk cId="1961948807" sldId="855"/>
            <ac:spMk id="13" creationId="{59EE241C-42F3-A069-ACF0-F563DD5CB2E1}"/>
          </ac:spMkLst>
        </pc:spChg>
        <pc:spChg chg="del">
          <ac:chgData name="최문영" userId="c9c2ca5b-20f2-48c9-9e1f-a03229bf2768" providerId="ADAL" clId="{25452813-F51A-4D26-963C-5CA399B80D93}" dt="2025-07-16T19:17:33.047" v="84" actId="478"/>
          <ac:spMkLst>
            <pc:docMk/>
            <pc:sldMk cId="1961948807" sldId="855"/>
            <ac:spMk id="16" creationId="{23E896D6-4B7C-7B0F-96C4-B1D9B825F9F7}"/>
          </ac:spMkLst>
        </pc:spChg>
        <pc:spChg chg="mod">
          <ac:chgData name="최문영" userId="c9c2ca5b-20f2-48c9-9e1f-a03229bf2768" providerId="ADAL" clId="{25452813-F51A-4D26-963C-5CA399B80D93}" dt="2025-07-16T23:33:39.053" v="8857" actId="113"/>
          <ac:spMkLst>
            <pc:docMk/>
            <pc:sldMk cId="1961948807" sldId="855"/>
            <ac:spMk id="47" creationId="{4A82E27A-6E14-72F1-5FB1-CC8D50D529C7}"/>
          </ac:spMkLst>
        </pc:spChg>
        <pc:cxnChg chg="del">
          <ac:chgData name="최문영" userId="c9c2ca5b-20f2-48c9-9e1f-a03229bf2768" providerId="ADAL" clId="{25452813-F51A-4D26-963C-5CA399B80D93}" dt="2025-07-16T19:17:33.047" v="84" actId="478"/>
          <ac:cxnSpMkLst>
            <pc:docMk/>
            <pc:sldMk cId="1961948807" sldId="855"/>
            <ac:cxnSpMk id="8" creationId="{2A7E229F-CCF4-E11A-75B3-F2AD2A9998D8}"/>
          </ac:cxnSpMkLst>
        </pc:cxnChg>
      </pc:sldChg>
      <pc:sldChg chg="addSp delSp modSp add del mod">
        <pc:chgData name="최문영" userId="c9c2ca5b-20f2-48c9-9e1f-a03229bf2768" providerId="ADAL" clId="{25452813-F51A-4D26-963C-5CA399B80D93}" dt="2025-07-16T19:48:23.660" v="1094" actId="47"/>
        <pc:sldMkLst>
          <pc:docMk/>
          <pc:sldMk cId="196977194" sldId="856"/>
        </pc:sldMkLst>
        <pc:spChg chg="add mod">
          <ac:chgData name="최문영" userId="c9c2ca5b-20f2-48c9-9e1f-a03229bf2768" providerId="ADAL" clId="{25452813-F51A-4D26-963C-5CA399B80D93}" dt="2025-07-16T19:21:43.107" v="234"/>
          <ac:spMkLst>
            <pc:docMk/>
            <pc:sldMk cId="196977194" sldId="856"/>
            <ac:spMk id="7" creationId="{D21598F1-93A4-434E-8184-245A218B89ED}"/>
          </ac:spMkLst>
        </pc:spChg>
        <pc:spChg chg="mod">
          <ac:chgData name="최문영" userId="c9c2ca5b-20f2-48c9-9e1f-a03229bf2768" providerId="ADAL" clId="{25452813-F51A-4D26-963C-5CA399B80D93}" dt="2025-07-16T19:18:52.119" v="187" actId="20577"/>
          <ac:spMkLst>
            <pc:docMk/>
            <pc:sldMk cId="196977194" sldId="856"/>
            <ac:spMk id="10" creationId="{1E377CBF-F592-6FE3-8076-086C9CA97216}"/>
          </ac:spMkLst>
        </pc:spChg>
        <pc:spChg chg="add mod">
          <ac:chgData name="최문영" userId="c9c2ca5b-20f2-48c9-9e1f-a03229bf2768" providerId="ADAL" clId="{25452813-F51A-4D26-963C-5CA399B80D93}" dt="2025-07-16T19:21:43.107" v="234"/>
          <ac:spMkLst>
            <pc:docMk/>
            <pc:sldMk cId="196977194" sldId="856"/>
            <ac:spMk id="12" creationId="{0C35E8AB-D4D6-431C-924F-8413908DDDC9}"/>
          </ac:spMkLst>
        </pc:spChg>
        <pc:spChg chg="add mod">
          <ac:chgData name="최문영" userId="c9c2ca5b-20f2-48c9-9e1f-a03229bf2768" providerId="ADAL" clId="{25452813-F51A-4D26-963C-5CA399B80D93}" dt="2025-07-16T19:21:43.107" v="234"/>
          <ac:spMkLst>
            <pc:docMk/>
            <pc:sldMk cId="196977194" sldId="856"/>
            <ac:spMk id="14" creationId="{E2187420-9AFF-420A-8018-30C0EDF20C87}"/>
          </ac:spMkLst>
        </pc:spChg>
        <pc:spChg chg="add mod">
          <ac:chgData name="최문영" userId="c9c2ca5b-20f2-48c9-9e1f-a03229bf2768" providerId="ADAL" clId="{25452813-F51A-4D26-963C-5CA399B80D93}" dt="2025-07-16T19:44:17.138" v="905" actId="1076"/>
          <ac:spMkLst>
            <pc:docMk/>
            <pc:sldMk cId="196977194" sldId="856"/>
            <ac:spMk id="17" creationId="{DA6F1C6C-57A5-394C-39AE-1AA778B576B7}"/>
          </ac:spMkLst>
        </pc:spChg>
        <pc:spChg chg="add mod">
          <ac:chgData name="최문영" userId="c9c2ca5b-20f2-48c9-9e1f-a03229bf2768" providerId="ADAL" clId="{25452813-F51A-4D26-963C-5CA399B80D93}" dt="2025-07-16T19:44:17.138" v="905" actId="1076"/>
          <ac:spMkLst>
            <pc:docMk/>
            <pc:sldMk cId="196977194" sldId="856"/>
            <ac:spMk id="18" creationId="{A6920EAA-D639-A97D-6D3C-5D9EE962D2C8}"/>
          </ac:spMkLst>
        </pc:spChg>
        <pc:spChg chg="add del mod">
          <ac:chgData name="최문영" userId="c9c2ca5b-20f2-48c9-9e1f-a03229bf2768" providerId="ADAL" clId="{25452813-F51A-4D26-963C-5CA399B80D93}" dt="2025-07-16T19:38:35.938" v="756" actId="478"/>
          <ac:spMkLst>
            <pc:docMk/>
            <pc:sldMk cId="196977194" sldId="856"/>
            <ac:spMk id="19" creationId="{86E91A4D-5DC0-9A4F-56DC-56A33BC299DB}"/>
          </ac:spMkLst>
        </pc:spChg>
        <pc:spChg chg="add del mod ord">
          <ac:chgData name="최문영" userId="c9c2ca5b-20f2-48c9-9e1f-a03229bf2768" providerId="ADAL" clId="{25452813-F51A-4D26-963C-5CA399B80D93}" dt="2025-07-16T19:35:49.093" v="651" actId="478"/>
          <ac:spMkLst>
            <pc:docMk/>
            <pc:sldMk cId="196977194" sldId="856"/>
            <ac:spMk id="20" creationId="{A1098E85-BBB5-7EE1-1794-844D22CC5A10}"/>
          </ac:spMkLst>
        </pc:spChg>
        <pc:spChg chg="add del mod ord">
          <ac:chgData name="최문영" userId="c9c2ca5b-20f2-48c9-9e1f-a03229bf2768" providerId="ADAL" clId="{25452813-F51A-4D26-963C-5CA399B80D93}" dt="2025-07-16T19:35:49.093" v="651" actId="478"/>
          <ac:spMkLst>
            <pc:docMk/>
            <pc:sldMk cId="196977194" sldId="856"/>
            <ac:spMk id="21" creationId="{EF74413A-4451-3DE9-84F4-054F79333CE7}"/>
          </ac:spMkLst>
        </pc:spChg>
        <pc:spChg chg="add del mod ord">
          <ac:chgData name="최문영" userId="c9c2ca5b-20f2-48c9-9e1f-a03229bf2768" providerId="ADAL" clId="{25452813-F51A-4D26-963C-5CA399B80D93}" dt="2025-07-16T19:41:22.428" v="834" actId="478"/>
          <ac:spMkLst>
            <pc:docMk/>
            <pc:sldMk cId="196977194" sldId="856"/>
            <ac:spMk id="22" creationId="{4EE85046-8C6A-C760-EE68-D97552256DBD}"/>
          </ac:spMkLst>
        </pc:spChg>
        <pc:spChg chg="add del mod ord">
          <ac:chgData name="최문영" userId="c9c2ca5b-20f2-48c9-9e1f-a03229bf2768" providerId="ADAL" clId="{25452813-F51A-4D26-963C-5CA399B80D93}" dt="2025-07-16T19:41:22.428" v="834" actId="478"/>
          <ac:spMkLst>
            <pc:docMk/>
            <pc:sldMk cId="196977194" sldId="856"/>
            <ac:spMk id="23" creationId="{D7BBAD14-67A8-144E-9F91-3C2F8FAAA9B4}"/>
          </ac:spMkLst>
        </pc:spChg>
        <pc:spChg chg="add del mod">
          <ac:chgData name="최문영" userId="c9c2ca5b-20f2-48c9-9e1f-a03229bf2768" providerId="ADAL" clId="{25452813-F51A-4D26-963C-5CA399B80D93}" dt="2025-07-16T19:35:49.093" v="651" actId="478"/>
          <ac:spMkLst>
            <pc:docMk/>
            <pc:sldMk cId="196977194" sldId="856"/>
            <ac:spMk id="24" creationId="{F07780BF-862F-738F-8B28-E027C1816B46}"/>
          </ac:spMkLst>
        </pc:spChg>
        <pc:spChg chg="add del mod ord">
          <ac:chgData name="최문영" userId="c9c2ca5b-20f2-48c9-9e1f-a03229bf2768" providerId="ADAL" clId="{25452813-F51A-4D26-963C-5CA399B80D93}" dt="2025-07-16T19:40:40.554" v="811" actId="478"/>
          <ac:spMkLst>
            <pc:docMk/>
            <pc:sldMk cId="196977194" sldId="856"/>
            <ac:spMk id="25" creationId="{ED4740A2-D390-3DC4-A769-EDB59D35367E}"/>
          </ac:spMkLst>
        </pc:spChg>
        <pc:spChg chg="add del mod ord">
          <ac:chgData name="최문영" userId="c9c2ca5b-20f2-48c9-9e1f-a03229bf2768" providerId="ADAL" clId="{25452813-F51A-4D26-963C-5CA399B80D93}" dt="2025-07-16T19:40:40.554" v="811" actId="478"/>
          <ac:spMkLst>
            <pc:docMk/>
            <pc:sldMk cId="196977194" sldId="856"/>
            <ac:spMk id="26" creationId="{A7AC8E3D-B144-9CF7-24EF-35F876BCD093}"/>
          </ac:spMkLst>
        </pc:spChg>
        <pc:spChg chg="add del mod ord">
          <ac:chgData name="최문영" userId="c9c2ca5b-20f2-48c9-9e1f-a03229bf2768" providerId="ADAL" clId="{25452813-F51A-4D26-963C-5CA399B80D93}" dt="2025-07-16T19:40:40.554" v="811" actId="478"/>
          <ac:spMkLst>
            <pc:docMk/>
            <pc:sldMk cId="196977194" sldId="856"/>
            <ac:spMk id="27" creationId="{6C12B00C-83F6-1330-D8F1-B910DE98CDEB}"/>
          </ac:spMkLst>
        </pc:spChg>
        <pc:spChg chg="add mod">
          <ac:chgData name="최문영" userId="c9c2ca5b-20f2-48c9-9e1f-a03229bf2768" providerId="ADAL" clId="{25452813-F51A-4D26-963C-5CA399B80D93}" dt="2025-07-16T19:44:17.138" v="905" actId="1076"/>
          <ac:spMkLst>
            <pc:docMk/>
            <pc:sldMk cId="196977194" sldId="856"/>
            <ac:spMk id="28" creationId="{2E3417A3-F806-907D-0A89-7915A1E7BBD2}"/>
          </ac:spMkLst>
        </pc:spChg>
        <pc:spChg chg="add mod">
          <ac:chgData name="최문영" userId="c9c2ca5b-20f2-48c9-9e1f-a03229bf2768" providerId="ADAL" clId="{25452813-F51A-4D26-963C-5CA399B80D93}" dt="2025-07-16T19:39:33.219" v="797"/>
          <ac:spMkLst>
            <pc:docMk/>
            <pc:sldMk cId="196977194" sldId="856"/>
            <ac:spMk id="29" creationId="{0D3B172E-2697-3C3A-86C5-D56E5DC8EF3D}"/>
          </ac:spMkLst>
        </pc:spChg>
        <pc:spChg chg="add mod">
          <ac:chgData name="최문영" userId="c9c2ca5b-20f2-48c9-9e1f-a03229bf2768" providerId="ADAL" clId="{25452813-F51A-4D26-963C-5CA399B80D93}" dt="2025-07-16T19:39:38.888" v="798"/>
          <ac:spMkLst>
            <pc:docMk/>
            <pc:sldMk cId="196977194" sldId="856"/>
            <ac:spMk id="30" creationId="{9BEA8B02-946D-E03F-DEF4-81E78BFF1247}"/>
          </ac:spMkLst>
        </pc:spChg>
        <pc:spChg chg="add mod">
          <ac:chgData name="최문영" userId="c9c2ca5b-20f2-48c9-9e1f-a03229bf2768" providerId="ADAL" clId="{25452813-F51A-4D26-963C-5CA399B80D93}" dt="2025-07-16T19:39:38.888" v="798"/>
          <ac:spMkLst>
            <pc:docMk/>
            <pc:sldMk cId="196977194" sldId="856"/>
            <ac:spMk id="31" creationId="{6986B086-4CF9-79C7-2670-77231C228F56}"/>
          </ac:spMkLst>
        </pc:spChg>
        <pc:spChg chg="add mod">
          <ac:chgData name="최문영" userId="c9c2ca5b-20f2-48c9-9e1f-a03229bf2768" providerId="ADAL" clId="{25452813-F51A-4D26-963C-5CA399B80D93}" dt="2025-07-16T19:39:38.888" v="798"/>
          <ac:spMkLst>
            <pc:docMk/>
            <pc:sldMk cId="196977194" sldId="856"/>
            <ac:spMk id="32" creationId="{F89BD42D-3BCE-1E46-E6E9-9F2E56BE3C39}"/>
          </ac:spMkLst>
        </pc:spChg>
        <pc:spChg chg="add mod">
          <ac:chgData name="최문영" userId="c9c2ca5b-20f2-48c9-9e1f-a03229bf2768" providerId="ADAL" clId="{25452813-F51A-4D26-963C-5CA399B80D93}" dt="2025-07-16T19:44:17.138" v="905" actId="1076"/>
          <ac:spMkLst>
            <pc:docMk/>
            <pc:sldMk cId="196977194" sldId="856"/>
            <ac:spMk id="33" creationId="{E269FDCA-2162-CA6D-3D07-8A0C4C4042AF}"/>
          </ac:spMkLst>
        </pc:spChg>
        <pc:spChg chg="add mod">
          <ac:chgData name="최문영" userId="c9c2ca5b-20f2-48c9-9e1f-a03229bf2768" providerId="ADAL" clId="{25452813-F51A-4D26-963C-5CA399B80D93}" dt="2025-07-16T19:44:17.138" v="905" actId="1076"/>
          <ac:spMkLst>
            <pc:docMk/>
            <pc:sldMk cId="196977194" sldId="856"/>
            <ac:spMk id="35" creationId="{0993E9AC-760A-DC30-3149-0F72F6083407}"/>
          </ac:spMkLst>
        </pc:spChg>
        <pc:spChg chg="add mod">
          <ac:chgData name="최문영" userId="c9c2ca5b-20f2-48c9-9e1f-a03229bf2768" providerId="ADAL" clId="{25452813-F51A-4D26-963C-5CA399B80D93}" dt="2025-07-16T19:44:17.138" v="905" actId="1076"/>
          <ac:spMkLst>
            <pc:docMk/>
            <pc:sldMk cId="196977194" sldId="856"/>
            <ac:spMk id="36" creationId="{160C150B-5659-1DB7-CD48-19AA023A087B}"/>
          </ac:spMkLst>
        </pc:spChg>
        <pc:spChg chg="add mod">
          <ac:chgData name="최문영" userId="c9c2ca5b-20f2-48c9-9e1f-a03229bf2768" providerId="ADAL" clId="{25452813-F51A-4D26-963C-5CA399B80D93}" dt="2025-07-16T19:40:57.662" v="817" actId="1076"/>
          <ac:spMkLst>
            <pc:docMk/>
            <pc:sldMk cId="196977194" sldId="856"/>
            <ac:spMk id="37" creationId="{DF9D6A4C-DA1B-0F8D-F58F-49A18D3BDC04}"/>
          </ac:spMkLst>
        </pc:spChg>
        <pc:spChg chg="add mod">
          <ac:chgData name="최문영" userId="c9c2ca5b-20f2-48c9-9e1f-a03229bf2768" providerId="ADAL" clId="{25452813-F51A-4D26-963C-5CA399B80D93}" dt="2025-07-16T19:40:56.957" v="816" actId="1076"/>
          <ac:spMkLst>
            <pc:docMk/>
            <pc:sldMk cId="196977194" sldId="856"/>
            <ac:spMk id="38" creationId="{AA397137-08A1-7393-9BB5-1262FC097E9E}"/>
          </ac:spMkLst>
        </pc:spChg>
        <pc:spChg chg="add mod">
          <ac:chgData name="최문영" userId="c9c2ca5b-20f2-48c9-9e1f-a03229bf2768" providerId="ADAL" clId="{25452813-F51A-4D26-963C-5CA399B80D93}" dt="2025-07-16T19:40:56.957" v="816" actId="1076"/>
          <ac:spMkLst>
            <pc:docMk/>
            <pc:sldMk cId="196977194" sldId="856"/>
            <ac:spMk id="39" creationId="{0C44CAE3-D054-B6DA-506D-6FDE5219E696}"/>
          </ac:spMkLst>
        </pc:spChg>
        <pc:spChg chg="add mod">
          <ac:chgData name="최문영" userId="c9c2ca5b-20f2-48c9-9e1f-a03229bf2768" providerId="ADAL" clId="{25452813-F51A-4D26-963C-5CA399B80D93}" dt="2025-07-16T19:44:17.138" v="905" actId="1076"/>
          <ac:spMkLst>
            <pc:docMk/>
            <pc:sldMk cId="196977194" sldId="856"/>
            <ac:spMk id="40" creationId="{27C6EFA8-D03B-20B9-3461-0BC5AFDB893A}"/>
          </ac:spMkLst>
        </pc:spChg>
        <pc:spChg chg="add mod">
          <ac:chgData name="최문영" userId="c9c2ca5b-20f2-48c9-9e1f-a03229bf2768" providerId="ADAL" clId="{25452813-F51A-4D26-963C-5CA399B80D93}" dt="2025-07-16T19:44:17.138" v="905" actId="1076"/>
          <ac:spMkLst>
            <pc:docMk/>
            <pc:sldMk cId="196977194" sldId="856"/>
            <ac:spMk id="41" creationId="{F9AD66CB-04D0-8C01-5D9B-00E61C47BD64}"/>
          </ac:spMkLst>
        </pc:spChg>
        <pc:spChg chg="add mod">
          <ac:chgData name="최문영" userId="c9c2ca5b-20f2-48c9-9e1f-a03229bf2768" providerId="ADAL" clId="{25452813-F51A-4D26-963C-5CA399B80D93}" dt="2025-07-16T19:44:17.138" v="905" actId="1076"/>
          <ac:spMkLst>
            <pc:docMk/>
            <pc:sldMk cId="196977194" sldId="856"/>
            <ac:spMk id="42" creationId="{B4C3202B-BAA9-7365-6FD3-4013E3448A74}"/>
          </ac:spMkLst>
        </pc:spChg>
        <pc:spChg chg="mod">
          <ac:chgData name="최문영" userId="c9c2ca5b-20f2-48c9-9e1f-a03229bf2768" providerId="ADAL" clId="{25452813-F51A-4D26-963C-5CA399B80D93}" dt="2025-07-16T19:44:11.358" v="904" actId="20577"/>
          <ac:spMkLst>
            <pc:docMk/>
            <pc:sldMk cId="196977194" sldId="856"/>
            <ac:spMk id="47" creationId="{E5FADA42-7F09-733D-3500-2789E44035B8}"/>
          </ac:spMkLst>
        </pc:spChg>
        <pc:grpChg chg="add mod">
          <ac:chgData name="최문영" userId="c9c2ca5b-20f2-48c9-9e1f-a03229bf2768" providerId="ADAL" clId="{25452813-F51A-4D26-963C-5CA399B80D93}" dt="2025-07-16T19:21:43.107" v="234"/>
          <ac:grpSpMkLst>
            <pc:docMk/>
            <pc:sldMk cId="196977194" sldId="856"/>
            <ac:grpSpMk id="2" creationId="{39665F98-C056-4CFC-8DAF-7E79C356ECE0}"/>
          </ac:grpSpMkLst>
        </pc:grpChg>
        <pc:picChg chg="add mod">
          <ac:chgData name="최문영" userId="c9c2ca5b-20f2-48c9-9e1f-a03229bf2768" providerId="ADAL" clId="{25452813-F51A-4D26-963C-5CA399B80D93}" dt="2025-07-16T19:21:43.107" v="234"/>
          <ac:picMkLst>
            <pc:docMk/>
            <pc:sldMk cId="196977194" sldId="856"/>
            <ac:picMk id="5" creationId="{037B3E49-D713-4A19-AD7D-1B0966BCF86B}"/>
          </ac:picMkLst>
        </pc:picChg>
        <pc:picChg chg="add mod">
          <ac:chgData name="최문영" userId="c9c2ca5b-20f2-48c9-9e1f-a03229bf2768" providerId="ADAL" clId="{25452813-F51A-4D26-963C-5CA399B80D93}" dt="2025-07-16T19:21:43.107" v="234"/>
          <ac:picMkLst>
            <pc:docMk/>
            <pc:sldMk cId="196977194" sldId="856"/>
            <ac:picMk id="8" creationId="{44275E9C-E798-426F-A2CB-537F4F66A1D3}"/>
          </ac:picMkLst>
        </pc:picChg>
        <pc:picChg chg="add mod">
          <ac:chgData name="최문영" userId="c9c2ca5b-20f2-48c9-9e1f-a03229bf2768" providerId="ADAL" clId="{25452813-F51A-4D26-963C-5CA399B80D93}" dt="2025-07-16T19:21:43.107" v="234"/>
          <ac:picMkLst>
            <pc:docMk/>
            <pc:sldMk cId="196977194" sldId="856"/>
            <ac:picMk id="9" creationId="{571C9A1D-FB99-4202-A4C7-693D23005A5F}"/>
          </ac:picMkLst>
        </pc:picChg>
        <pc:picChg chg="add mod">
          <ac:chgData name="최문영" userId="c9c2ca5b-20f2-48c9-9e1f-a03229bf2768" providerId="ADAL" clId="{25452813-F51A-4D26-963C-5CA399B80D93}" dt="2025-07-16T19:21:43.107" v="234"/>
          <ac:picMkLst>
            <pc:docMk/>
            <pc:sldMk cId="196977194" sldId="856"/>
            <ac:picMk id="11" creationId="{751B1D8A-7A8E-4FD6-8CA6-2A73F44B55F3}"/>
          </ac:picMkLst>
        </pc:picChg>
        <pc:picChg chg="add mod">
          <ac:chgData name="최문영" userId="c9c2ca5b-20f2-48c9-9e1f-a03229bf2768" providerId="ADAL" clId="{25452813-F51A-4D26-963C-5CA399B80D93}" dt="2025-07-16T19:21:43.107" v="234"/>
          <ac:picMkLst>
            <pc:docMk/>
            <pc:sldMk cId="196977194" sldId="856"/>
            <ac:picMk id="13" creationId="{0A141455-9F31-4864-BAC4-4C6D0810DE21}"/>
          </ac:picMkLst>
        </pc:picChg>
        <pc:picChg chg="add mod">
          <ac:chgData name="최문영" userId="c9c2ca5b-20f2-48c9-9e1f-a03229bf2768" providerId="ADAL" clId="{25452813-F51A-4D26-963C-5CA399B80D93}" dt="2025-07-16T19:21:43.107" v="234"/>
          <ac:picMkLst>
            <pc:docMk/>
            <pc:sldMk cId="196977194" sldId="856"/>
            <ac:picMk id="16" creationId="{17F033A3-F4C7-48D2-97A7-9E988D1EA961}"/>
          </ac:picMkLst>
        </pc:picChg>
      </pc:sldChg>
      <pc:sldChg chg="delSp modSp add mod ord modNotesTx">
        <pc:chgData name="최문영" userId="c9c2ca5b-20f2-48c9-9e1f-a03229bf2768" providerId="ADAL" clId="{25452813-F51A-4D26-963C-5CA399B80D93}" dt="2025-07-17T02:55:12.307" v="12225" actId="20577"/>
        <pc:sldMkLst>
          <pc:docMk/>
          <pc:sldMk cId="2764796687" sldId="857"/>
        </pc:sldMkLst>
        <pc:spChg chg="del mod">
          <ac:chgData name="최문영" userId="c9c2ca5b-20f2-48c9-9e1f-a03229bf2768" providerId="ADAL" clId="{25452813-F51A-4D26-963C-5CA399B80D93}" dt="2025-07-16T19:48:15.262" v="1090" actId="478"/>
          <ac:spMkLst>
            <pc:docMk/>
            <pc:sldMk cId="2764796687" sldId="857"/>
            <ac:spMk id="17" creationId="{90958E79-EFF3-9E16-1CAE-6A8130E20082}"/>
          </ac:spMkLst>
        </pc:spChg>
        <pc:spChg chg="del mod">
          <ac:chgData name="최문영" userId="c9c2ca5b-20f2-48c9-9e1f-a03229bf2768" providerId="ADAL" clId="{25452813-F51A-4D26-963C-5CA399B80D93}" dt="2025-07-16T19:48:15.262" v="1090" actId="478"/>
          <ac:spMkLst>
            <pc:docMk/>
            <pc:sldMk cId="2764796687" sldId="857"/>
            <ac:spMk id="18" creationId="{4EFF34F5-3F84-984A-C925-7274701CB62A}"/>
          </ac:spMkLst>
        </pc:spChg>
        <pc:spChg chg="del mod">
          <ac:chgData name="최문영" userId="c9c2ca5b-20f2-48c9-9e1f-a03229bf2768" providerId="ADAL" clId="{25452813-F51A-4D26-963C-5CA399B80D93}" dt="2025-07-16T19:48:15.262" v="1090" actId="478"/>
          <ac:spMkLst>
            <pc:docMk/>
            <pc:sldMk cId="2764796687" sldId="857"/>
            <ac:spMk id="28" creationId="{70153170-4BE7-2698-71DA-508F1ACD015F}"/>
          </ac:spMkLst>
        </pc:spChg>
        <pc:spChg chg="del mod">
          <ac:chgData name="최문영" userId="c9c2ca5b-20f2-48c9-9e1f-a03229bf2768" providerId="ADAL" clId="{25452813-F51A-4D26-963C-5CA399B80D93}" dt="2025-07-16T19:48:15.262" v="1090" actId="478"/>
          <ac:spMkLst>
            <pc:docMk/>
            <pc:sldMk cId="2764796687" sldId="857"/>
            <ac:spMk id="33" creationId="{465A50C3-5A1C-28EC-04FB-93C0F83F8938}"/>
          </ac:spMkLst>
        </pc:spChg>
        <pc:spChg chg="del mod">
          <ac:chgData name="최문영" userId="c9c2ca5b-20f2-48c9-9e1f-a03229bf2768" providerId="ADAL" clId="{25452813-F51A-4D26-963C-5CA399B80D93}" dt="2025-07-16T19:48:15.262" v="1090" actId="478"/>
          <ac:spMkLst>
            <pc:docMk/>
            <pc:sldMk cId="2764796687" sldId="857"/>
            <ac:spMk id="35" creationId="{604A7E53-6134-EBC6-3E37-0D396DF40CD7}"/>
          </ac:spMkLst>
        </pc:spChg>
        <pc:spChg chg="del mod">
          <ac:chgData name="최문영" userId="c9c2ca5b-20f2-48c9-9e1f-a03229bf2768" providerId="ADAL" clId="{25452813-F51A-4D26-963C-5CA399B80D93}" dt="2025-07-16T19:48:15.262" v="1090" actId="478"/>
          <ac:spMkLst>
            <pc:docMk/>
            <pc:sldMk cId="2764796687" sldId="857"/>
            <ac:spMk id="36" creationId="{B951C274-7B49-4A6A-C442-6089E5251E82}"/>
          </ac:spMkLst>
        </pc:spChg>
        <pc:spChg chg="del mod">
          <ac:chgData name="최문영" userId="c9c2ca5b-20f2-48c9-9e1f-a03229bf2768" providerId="ADAL" clId="{25452813-F51A-4D26-963C-5CA399B80D93}" dt="2025-07-16T19:48:17.037" v="1091" actId="478"/>
          <ac:spMkLst>
            <pc:docMk/>
            <pc:sldMk cId="2764796687" sldId="857"/>
            <ac:spMk id="40" creationId="{FB44E782-747B-CB6C-48D2-852EE7E5E8AD}"/>
          </ac:spMkLst>
        </pc:spChg>
        <pc:spChg chg="del mod">
          <ac:chgData name="최문영" userId="c9c2ca5b-20f2-48c9-9e1f-a03229bf2768" providerId="ADAL" clId="{25452813-F51A-4D26-963C-5CA399B80D93}" dt="2025-07-16T19:48:15.262" v="1090" actId="478"/>
          <ac:spMkLst>
            <pc:docMk/>
            <pc:sldMk cId="2764796687" sldId="857"/>
            <ac:spMk id="41" creationId="{82166752-F276-3043-20B5-D3A0B2C8388F}"/>
          </ac:spMkLst>
        </pc:spChg>
        <pc:spChg chg="del mod">
          <ac:chgData name="최문영" userId="c9c2ca5b-20f2-48c9-9e1f-a03229bf2768" providerId="ADAL" clId="{25452813-F51A-4D26-963C-5CA399B80D93}" dt="2025-07-16T19:48:15.262" v="1090" actId="478"/>
          <ac:spMkLst>
            <pc:docMk/>
            <pc:sldMk cId="2764796687" sldId="857"/>
            <ac:spMk id="42" creationId="{893A988E-F05C-CF81-3BE3-3A0D147051AC}"/>
          </ac:spMkLst>
        </pc:spChg>
        <pc:spChg chg="mod">
          <ac:chgData name="최문영" userId="c9c2ca5b-20f2-48c9-9e1f-a03229bf2768" providerId="ADAL" clId="{25452813-F51A-4D26-963C-5CA399B80D93}" dt="2025-07-16T23:35:16.120" v="8869" actId="207"/>
          <ac:spMkLst>
            <pc:docMk/>
            <pc:sldMk cId="2764796687" sldId="857"/>
            <ac:spMk id="47" creationId="{F25E7A26-D632-099A-29D1-26C176C2049C}"/>
          </ac:spMkLst>
        </pc:spChg>
      </pc:sldChg>
      <pc:sldChg chg="addSp delSp modSp add mod modAnim modNotesTx">
        <pc:chgData name="최문영" userId="c9c2ca5b-20f2-48c9-9e1f-a03229bf2768" providerId="ADAL" clId="{25452813-F51A-4D26-963C-5CA399B80D93}" dt="2025-07-17T03:04:36.482" v="14344" actId="20577"/>
        <pc:sldMkLst>
          <pc:docMk/>
          <pc:sldMk cId="311268974" sldId="858"/>
        </pc:sldMkLst>
        <pc:spChg chg="add del">
          <ac:chgData name="최문영" userId="c9c2ca5b-20f2-48c9-9e1f-a03229bf2768" providerId="ADAL" clId="{25452813-F51A-4D26-963C-5CA399B80D93}" dt="2025-07-16T19:50:07.478" v="1122" actId="22"/>
          <ac:spMkLst>
            <pc:docMk/>
            <pc:sldMk cId="311268974" sldId="858"/>
            <ac:spMk id="3" creationId="{80EB8F58-2F4F-821C-F27B-083C0937D85D}"/>
          </ac:spMkLst>
        </pc:spChg>
        <pc:spChg chg="add mod">
          <ac:chgData name="최문영" userId="c9c2ca5b-20f2-48c9-9e1f-a03229bf2768" providerId="ADAL" clId="{25452813-F51A-4D26-963C-5CA399B80D93}" dt="2025-07-16T20:15:58.820" v="1962" actId="1076"/>
          <ac:spMkLst>
            <pc:docMk/>
            <pc:sldMk cId="311268974" sldId="858"/>
            <ac:spMk id="9" creationId="{26BF6210-EB9D-5B36-6A28-11C80C0E9583}"/>
          </ac:spMkLst>
        </pc:spChg>
        <pc:spChg chg="mod">
          <ac:chgData name="최문영" userId="c9c2ca5b-20f2-48c9-9e1f-a03229bf2768" providerId="ADAL" clId="{25452813-F51A-4D26-963C-5CA399B80D93}" dt="2025-07-16T19:48:32.259" v="1107" actId="20577"/>
          <ac:spMkLst>
            <pc:docMk/>
            <pc:sldMk cId="311268974" sldId="858"/>
            <ac:spMk id="10" creationId="{EFC4C676-B250-6497-62FD-87B95C72F7DC}"/>
          </ac:spMkLst>
        </pc:spChg>
        <pc:spChg chg="add mod">
          <ac:chgData name="최문영" userId="c9c2ca5b-20f2-48c9-9e1f-a03229bf2768" providerId="ADAL" clId="{25452813-F51A-4D26-963C-5CA399B80D93}" dt="2025-07-16T20:15:58.820" v="1962" actId="1076"/>
          <ac:spMkLst>
            <pc:docMk/>
            <pc:sldMk cId="311268974" sldId="858"/>
            <ac:spMk id="11" creationId="{3F496D9F-4617-2303-8585-A7CF55B456A9}"/>
          </ac:spMkLst>
        </pc:spChg>
        <pc:spChg chg="add mod">
          <ac:chgData name="최문영" userId="c9c2ca5b-20f2-48c9-9e1f-a03229bf2768" providerId="ADAL" clId="{25452813-F51A-4D26-963C-5CA399B80D93}" dt="2025-07-16T20:14:37.524" v="1916" actId="1076"/>
          <ac:spMkLst>
            <pc:docMk/>
            <pc:sldMk cId="311268974" sldId="858"/>
            <ac:spMk id="12" creationId="{23D0BE66-741F-BA1C-8F9C-F81190325C53}"/>
          </ac:spMkLst>
        </pc:spChg>
        <pc:spChg chg="add mod">
          <ac:chgData name="최문영" userId="c9c2ca5b-20f2-48c9-9e1f-a03229bf2768" providerId="ADAL" clId="{25452813-F51A-4D26-963C-5CA399B80D93}" dt="2025-07-16T20:14:46.850" v="1921" actId="1076"/>
          <ac:spMkLst>
            <pc:docMk/>
            <pc:sldMk cId="311268974" sldId="858"/>
            <ac:spMk id="13" creationId="{62640D3E-C561-14C1-3BCC-F42FAD6E18B7}"/>
          </ac:spMkLst>
        </pc:spChg>
        <pc:spChg chg="add mod">
          <ac:chgData name="최문영" userId="c9c2ca5b-20f2-48c9-9e1f-a03229bf2768" providerId="ADAL" clId="{25452813-F51A-4D26-963C-5CA399B80D93}" dt="2025-07-16T23:36:08.707" v="8874" actId="207"/>
          <ac:spMkLst>
            <pc:docMk/>
            <pc:sldMk cId="311268974" sldId="858"/>
            <ac:spMk id="14" creationId="{01AB59B7-FE61-5832-FE8C-D28CA774EAE1}"/>
          </ac:spMkLst>
        </pc:spChg>
        <pc:spChg chg="mod">
          <ac:chgData name="최문영" userId="c9c2ca5b-20f2-48c9-9e1f-a03229bf2768" providerId="ADAL" clId="{25452813-F51A-4D26-963C-5CA399B80D93}" dt="2025-07-16T20:05:48.978" v="1550" actId="20577"/>
          <ac:spMkLst>
            <pc:docMk/>
            <pc:sldMk cId="311268974" sldId="858"/>
            <ac:spMk id="47" creationId="{FDE6C5DC-9B1F-DFD0-CCFE-11D5652C131B}"/>
          </ac:spMkLst>
        </pc:spChg>
        <pc:picChg chg="add del mod">
          <ac:chgData name="최문영" userId="c9c2ca5b-20f2-48c9-9e1f-a03229bf2768" providerId="ADAL" clId="{25452813-F51A-4D26-963C-5CA399B80D93}" dt="2025-07-16T19:53:27.799" v="1172" actId="478"/>
          <ac:picMkLst>
            <pc:docMk/>
            <pc:sldMk cId="311268974" sldId="858"/>
            <ac:picMk id="5" creationId="{74EA5D29-E2DE-5D75-1C05-1DF7BD1BA7F8}"/>
          </ac:picMkLst>
        </pc:picChg>
        <pc:picChg chg="add mod">
          <ac:chgData name="최문영" userId="c9c2ca5b-20f2-48c9-9e1f-a03229bf2768" providerId="ADAL" clId="{25452813-F51A-4D26-963C-5CA399B80D93}" dt="2025-07-16T20:15:58.820" v="1962" actId="1076"/>
          <ac:picMkLst>
            <pc:docMk/>
            <pc:sldMk cId="311268974" sldId="858"/>
            <ac:picMk id="8" creationId="{370D69E1-8784-8422-68D2-3911360E40D0}"/>
          </ac:picMkLst>
        </pc:picChg>
      </pc:sldChg>
      <pc:sldChg chg="addSp delSp modSp add mod modAnim modNotesTx">
        <pc:chgData name="최문영" userId="c9c2ca5b-20f2-48c9-9e1f-a03229bf2768" providerId="ADAL" clId="{25452813-F51A-4D26-963C-5CA399B80D93}" dt="2025-07-17T02:57:30.404" v="12744" actId="20577"/>
        <pc:sldMkLst>
          <pc:docMk/>
          <pc:sldMk cId="1795260116" sldId="859"/>
        </pc:sldMkLst>
        <pc:spChg chg="add mod">
          <ac:chgData name="최문영" userId="c9c2ca5b-20f2-48c9-9e1f-a03229bf2768" providerId="ADAL" clId="{25452813-F51A-4D26-963C-5CA399B80D93}" dt="2025-07-16T20:04:31.262" v="1429" actId="1076"/>
          <ac:spMkLst>
            <pc:docMk/>
            <pc:sldMk cId="1795260116" sldId="859"/>
            <ac:spMk id="7" creationId="{915BD0FA-FCAD-3D69-DE3B-3C034E0E6470}"/>
          </ac:spMkLst>
        </pc:spChg>
        <pc:spChg chg="add mod">
          <ac:chgData name="최문영" userId="c9c2ca5b-20f2-48c9-9e1f-a03229bf2768" providerId="ADAL" clId="{25452813-F51A-4D26-963C-5CA399B80D93}" dt="2025-07-16T20:05:02.939" v="1442" actId="1076"/>
          <ac:spMkLst>
            <pc:docMk/>
            <pc:sldMk cId="1795260116" sldId="859"/>
            <ac:spMk id="9" creationId="{D6440BED-789C-9592-F48B-A00D8DD545D4}"/>
          </ac:spMkLst>
        </pc:spChg>
        <pc:spChg chg="add mod">
          <ac:chgData name="최문영" userId="c9c2ca5b-20f2-48c9-9e1f-a03229bf2768" providerId="ADAL" clId="{25452813-F51A-4D26-963C-5CA399B80D93}" dt="2025-07-16T20:05:02.939" v="1442" actId="1076"/>
          <ac:spMkLst>
            <pc:docMk/>
            <pc:sldMk cId="1795260116" sldId="859"/>
            <ac:spMk id="11" creationId="{5DB5CE83-C185-A01E-E595-EEA21E2F597A}"/>
          </ac:spMkLst>
        </pc:spChg>
        <pc:spChg chg="mod">
          <ac:chgData name="최문영" userId="c9c2ca5b-20f2-48c9-9e1f-a03229bf2768" providerId="ADAL" clId="{25452813-F51A-4D26-963C-5CA399B80D93}" dt="2025-07-16T20:00:53.341" v="1370" actId="20577"/>
          <ac:spMkLst>
            <pc:docMk/>
            <pc:sldMk cId="1795260116" sldId="859"/>
            <ac:spMk id="47" creationId="{735C19AF-9438-655A-6077-6E53A2345062}"/>
          </ac:spMkLst>
        </pc:spChg>
        <pc:picChg chg="add mod">
          <ac:chgData name="최문영" userId="c9c2ca5b-20f2-48c9-9e1f-a03229bf2768" providerId="ADAL" clId="{25452813-F51A-4D26-963C-5CA399B80D93}" dt="2025-07-16T20:00:57.613" v="1371" actId="1076"/>
          <ac:picMkLst>
            <pc:docMk/>
            <pc:sldMk cId="1795260116" sldId="859"/>
            <ac:picMk id="3" creationId="{9F09EE53-6C09-47A3-2545-1F49E3E530E5}"/>
          </ac:picMkLst>
        </pc:picChg>
        <pc:picChg chg="add del">
          <ac:chgData name="최문영" userId="c9c2ca5b-20f2-48c9-9e1f-a03229bf2768" providerId="ADAL" clId="{25452813-F51A-4D26-963C-5CA399B80D93}" dt="2025-07-16T19:58:01.972" v="1227" actId="22"/>
          <ac:picMkLst>
            <pc:docMk/>
            <pc:sldMk cId="1795260116" sldId="859"/>
            <ac:picMk id="5" creationId="{B87C42CA-D941-4543-6E19-5C47EF6A6B61}"/>
          </ac:picMkLst>
        </pc:picChg>
        <pc:picChg chg="del">
          <ac:chgData name="최문영" userId="c9c2ca5b-20f2-48c9-9e1f-a03229bf2768" providerId="ADAL" clId="{25452813-F51A-4D26-963C-5CA399B80D93}" dt="2025-07-16T19:56:14.623" v="1180" actId="478"/>
          <ac:picMkLst>
            <pc:docMk/>
            <pc:sldMk cId="1795260116" sldId="859"/>
            <ac:picMk id="8" creationId="{28623DEC-7E40-7D0C-1B51-701864218145}"/>
          </ac:picMkLst>
        </pc:picChg>
      </pc:sldChg>
      <pc:sldChg chg="addSp delSp modSp add mod delAnim modAnim modNotesTx">
        <pc:chgData name="최문영" userId="c9c2ca5b-20f2-48c9-9e1f-a03229bf2768" providerId="ADAL" clId="{25452813-F51A-4D26-963C-5CA399B80D93}" dt="2025-07-17T03:40:56.401" v="19889" actId="20577"/>
        <pc:sldMkLst>
          <pc:docMk/>
          <pc:sldMk cId="316269584" sldId="860"/>
        </pc:sldMkLst>
        <pc:spChg chg="add mod">
          <ac:chgData name="최문영" userId="c9c2ca5b-20f2-48c9-9e1f-a03229bf2768" providerId="ADAL" clId="{25452813-F51A-4D26-963C-5CA399B80D93}" dt="2025-07-16T20:22:56.819" v="2146" actId="1076"/>
          <ac:spMkLst>
            <pc:docMk/>
            <pc:sldMk cId="316269584" sldId="860"/>
            <ac:spMk id="7" creationId="{14D1936F-D306-3790-731E-DFE360D1F166}"/>
          </ac:spMkLst>
        </pc:spChg>
        <pc:spChg chg="del">
          <ac:chgData name="최문영" userId="c9c2ca5b-20f2-48c9-9e1f-a03229bf2768" providerId="ADAL" clId="{25452813-F51A-4D26-963C-5CA399B80D93}" dt="2025-07-16T20:18:19.061" v="2036" actId="478"/>
          <ac:spMkLst>
            <pc:docMk/>
            <pc:sldMk cId="316269584" sldId="860"/>
            <ac:spMk id="9" creationId="{CA3383BE-BEF4-8A33-4CBD-EDFE8DA212AC}"/>
          </ac:spMkLst>
        </pc:spChg>
        <pc:spChg chg="mod">
          <ac:chgData name="최문영" userId="c9c2ca5b-20f2-48c9-9e1f-a03229bf2768" providerId="ADAL" clId="{25452813-F51A-4D26-963C-5CA399B80D93}" dt="2025-07-16T20:18:04.563" v="2005" actId="20577"/>
          <ac:spMkLst>
            <pc:docMk/>
            <pc:sldMk cId="316269584" sldId="860"/>
            <ac:spMk id="10" creationId="{21694BD4-42AA-F86C-DCBF-0D0662551AA0}"/>
          </ac:spMkLst>
        </pc:spChg>
        <pc:spChg chg="del">
          <ac:chgData name="최문영" userId="c9c2ca5b-20f2-48c9-9e1f-a03229bf2768" providerId="ADAL" clId="{25452813-F51A-4D26-963C-5CA399B80D93}" dt="2025-07-16T20:18:19.061" v="2036" actId="478"/>
          <ac:spMkLst>
            <pc:docMk/>
            <pc:sldMk cId="316269584" sldId="860"/>
            <ac:spMk id="11" creationId="{827EC86D-E190-00E2-F6B5-CC0AB0845D90}"/>
          </ac:spMkLst>
        </pc:spChg>
        <pc:spChg chg="add mod">
          <ac:chgData name="최문영" userId="c9c2ca5b-20f2-48c9-9e1f-a03229bf2768" providerId="ADAL" clId="{25452813-F51A-4D26-963C-5CA399B80D93}" dt="2025-07-16T20:25:45.920" v="2253" actId="1076"/>
          <ac:spMkLst>
            <pc:docMk/>
            <pc:sldMk cId="316269584" sldId="860"/>
            <ac:spMk id="12" creationId="{49A355B7-C4C5-C647-C98E-61A8A9BDB353}"/>
          </ac:spMkLst>
        </pc:spChg>
        <pc:spChg chg="add mod">
          <ac:chgData name="최문영" userId="c9c2ca5b-20f2-48c9-9e1f-a03229bf2768" providerId="ADAL" clId="{25452813-F51A-4D26-963C-5CA399B80D93}" dt="2025-07-16T20:27:39.191" v="2321" actId="20577"/>
          <ac:spMkLst>
            <pc:docMk/>
            <pc:sldMk cId="316269584" sldId="860"/>
            <ac:spMk id="13" creationId="{C28823D3-7DE6-9A92-A83E-2F49A3DD75D1}"/>
          </ac:spMkLst>
        </pc:spChg>
        <pc:spChg chg="del">
          <ac:chgData name="최문영" userId="c9c2ca5b-20f2-48c9-9e1f-a03229bf2768" providerId="ADAL" clId="{25452813-F51A-4D26-963C-5CA399B80D93}" dt="2025-07-16T20:18:19.061" v="2036" actId="478"/>
          <ac:spMkLst>
            <pc:docMk/>
            <pc:sldMk cId="316269584" sldId="860"/>
            <ac:spMk id="14" creationId="{95935B20-CA02-9E75-D829-B5D80B61B72C}"/>
          </ac:spMkLst>
        </pc:spChg>
        <pc:spChg chg="add mod">
          <ac:chgData name="최문영" userId="c9c2ca5b-20f2-48c9-9e1f-a03229bf2768" providerId="ADAL" clId="{25452813-F51A-4D26-963C-5CA399B80D93}" dt="2025-07-16T20:27:41.264" v="2323" actId="20577"/>
          <ac:spMkLst>
            <pc:docMk/>
            <pc:sldMk cId="316269584" sldId="860"/>
            <ac:spMk id="16" creationId="{1902B814-ABBF-1BB9-6072-7D5D443EC221}"/>
          </ac:spMkLst>
        </pc:spChg>
        <pc:spChg chg="add mod">
          <ac:chgData name="최문영" userId="c9c2ca5b-20f2-48c9-9e1f-a03229bf2768" providerId="ADAL" clId="{25452813-F51A-4D26-963C-5CA399B80D93}" dt="2025-07-16T20:29:21.840" v="2380" actId="20577"/>
          <ac:spMkLst>
            <pc:docMk/>
            <pc:sldMk cId="316269584" sldId="860"/>
            <ac:spMk id="17" creationId="{422F4656-4B76-0B1A-665C-EA5650EE92A3}"/>
          </ac:spMkLst>
        </pc:spChg>
        <pc:spChg chg="add mod">
          <ac:chgData name="최문영" userId="c9c2ca5b-20f2-48c9-9e1f-a03229bf2768" providerId="ADAL" clId="{25452813-F51A-4D26-963C-5CA399B80D93}" dt="2025-07-16T20:31:29.296" v="2403" actId="14100"/>
          <ac:spMkLst>
            <pc:docMk/>
            <pc:sldMk cId="316269584" sldId="860"/>
            <ac:spMk id="18" creationId="{110272CC-6848-B381-220B-A023F1E34FC3}"/>
          </ac:spMkLst>
        </pc:spChg>
        <pc:spChg chg="mod">
          <ac:chgData name="최문영" userId="c9c2ca5b-20f2-48c9-9e1f-a03229bf2768" providerId="ADAL" clId="{25452813-F51A-4D26-963C-5CA399B80D93}" dt="2025-07-17T03:39:03.337" v="19563" actId="20577"/>
          <ac:spMkLst>
            <pc:docMk/>
            <pc:sldMk cId="316269584" sldId="860"/>
            <ac:spMk id="47" creationId="{1997F881-321E-F28A-CEED-8F86B698E920}"/>
          </ac:spMkLst>
        </pc:spChg>
        <pc:picChg chg="add mod">
          <ac:chgData name="최문영" userId="c9c2ca5b-20f2-48c9-9e1f-a03229bf2768" providerId="ADAL" clId="{25452813-F51A-4D26-963C-5CA399B80D93}" dt="2025-07-16T20:20:50.013" v="2097" actId="1076"/>
          <ac:picMkLst>
            <pc:docMk/>
            <pc:sldMk cId="316269584" sldId="860"/>
            <ac:picMk id="3" creationId="{6A52C247-F454-C036-775E-B4917B287670}"/>
          </ac:picMkLst>
        </pc:picChg>
        <pc:picChg chg="add mod">
          <ac:chgData name="최문영" userId="c9c2ca5b-20f2-48c9-9e1f-a03229bf2768" providerId="ADAL" clId="{25452813-F51A-4D26-963C-5CA399B80D93}" dt="2025-07-16T20:21:16.328" v="2100" actId="1076"/>
          <ac:picMkLst>
            <pc:docMk/>
            <pc:sldMk cId="316269584" sldId="860"/>
            <ac:picMk id="5" creationId="{46B2BD87-3FC7-EFEE-0E70-DFA81728E350}"/>
          </ac:picMkLst>
        </pc:picChg>
        <pc:picChg chg="del">
          <ac:chgData name="최문영" userId="c9c2ca5b-20f2-48c9-9e1f-a03229bf2768" providerId="ADAL" clId="{25452813-F51A-4D26-963C-5CA399B80D93}" dt="2025-07-16T20:18:19.061" v="2036" actId="478"/>
          <ac:picMkLst>
            <pc:docMk/>
            <pc:sldMk cId="316269584" sldId="860"/>
            <ac:picMk id="8" creationId="{750AC0D1-932F-EB8B-D1E8-C91CABAC7432}"/>
          </ac:picMkLst>
        </pc:picChg>
      </pc:sldChg>
      <pc:sldChg chg="addSp delSp modSp add mod delAnim modNotesTx">
        <pc:chgData name="최문영" userId="c9c2ca5b-20f2-48c9-9e1f-a03229bf2768" providerId="ADAL" clId="{25452813-F51A-4D26-963C-5CA399B80D93}" dt="2025-07-17T03:44:19.888" v="20057" actId="20577"/>
        <pc:sldMkLst>
          <pc:docMk/>
          <pc:sldMk cId="3200499877" sldId="861"/>
        </pc:sldMkLst>
        <pc:spChg chg="del">
          <ac:chgData name="최문영" userId="c9c2ca5b-20f2-48c9-9e1f-a03229bf2768" providerId="ADAL" clId="{25452813-F51A-4D26-963C-5CA399B80D93}" dt="2025-07-16T20:29:50.319" v="2382" actId="478"/>
          <ac:spMkLst>
            <pc:docMk/>
            <pc:sldMk cId="3200499877" sldId="861"/>
            <ac:spMk id="7" creationId="{79CA3F12-C69F-8321-7694-44CF2670C4FF}"/>
          </ac:spMkLst>
        </pc:spChg>
        <pc:spChg chg="del">
          <ac:chgData name="최문영" userId="c9c2ca5b-20f2-48c9-9e1f-a03229bf2768" providerId="ADAL" clId="{25452813-F51A-4D26-963C-5CA399B80D93}" dt="2025-07-16T20:29:50.319" v="2382" actId="478"/>
          <ac:spMkLst>
            <pc:docMk/>
            <pc:sldMk cId="3200499877" sldId="861"/>
            <ac:spMk id="12" creationId="{73C42923-5B6F-BACC-7B86-0DFA4DA74B36}"/>
          </ac:spMkLst>
        </pc:spChg>
        <pc:spChg chg="del">
          <ac:chgData name="최문영" userId="c9c2ca5b-20f2-48c9-9e1f-a03229bf2768" providerId="ADAL" clId="{25452813-F51A-4D26-963C-5CA399B80D93}" dt="2025-07-16T20:29:50.319" v="2382" actId="478"/>
          <ac:spMkLst>
            <pc:docMk/>
            <pc:sldMk cId="3200499877" sldId="861"/>
            <ac:spMk id="13" creationId="{DF11C268-36B0-8F9E-D140-322D1D303B3E}"/>
          </ac:spMkLst>
        </pc:spChg>
        <pc:spChg chg="del">
          <ac:chgData name="최문영" userId="c9c2ca5b-20f2-48c9-9e1f-a03229bf2768" providerId="ADAL" clId="{25452813-F51A-4D26-963C-5CA399B80D93}" dt="2025-07-16T20:29:50.319" v="2382" actId="478"/>
          <ac:spMkLst>
            <pc:docMk/>
            <pc:sldMk cId="3200499877" sldId="861"/>
            <ac:spMk id="16" creationId="{D204B5CC-D9B5-59FF-5B0B-F7F6548B3E0F}"/>
          </ac:spMkLst>
        </pc:spChg>
        <pc:spChg chg="del">
          <ac:chgData name="최문영" userId="c9c2ca5b-20f2-48c9-9e1f-a03229bf2768" providerId="ADAL" clId="{25452813-F51A-4D26-963C-5CA399B80D93}" dt="2025-07-16T20:29:50.319" v="2382" actId="478"/>
          <ac:spMkLst>
            <pc:docMk/>
            <pc:sldMk cId="3200499877" sldId="861"/>
            <ac:spMk id="17" creationId="{F1A028AF-3C8B-859E-8770-53959BD3592D}"/>
          </ac:spMkLst>
        </pc:spChg>
        <pc:spChg chg="mod">
          <ac:chgData name="최문영" userId="c9c2ca5b-20f2-48c9-9e1f-a03229bf2768" providerId="ADAL" clId="{25452813-F51A-4D26-963C-5CA399B80D93}" dt="2025-07-16T20:34:43.069" v="2879" actId="20577"/>
          <ac:spMkLst>
            <pc:docMk/>
            <pc:sldMk cId="3200499877" sldId="861"/>
            <ac:spMk id="47" creationId="{A2FDC275-4D86-ECEF-C330-C13DA4EE0944}"/>
          </ac:spMkLst>
        </pc:spChg>
        <pc:picChg chg="del">
          <ac:chgData name="최문영" userId="c9c2ca5b-20f2-48c9-9e1f-a03229bf2768" providerId="ADAL" clId="{25452813-F51A-4D26-963C-5CA399B80D93}" dt="2025-07-16T20:29:50.789" v="2383" actId="478"/>
          <ac:picMkLst>
            <pc:docMk/>
            <pc:sldMk cId="3200499877" sldId="861"/>
            <ac:picMk id="3" creationId="{5804EC51-C4D3-23B8-D066-5AF1C82CB603}"/>
          </ac:picMkLst>
        </pc:picChg>
        <pc:picChg chg="add mod modCrop">
          <ac:chgData name="최문영" userId="c9c2ca5b-20f2-48c9-9e1f-a03229bf2768" providerId="ADAL" clId="{25452813-F51A-4D26-963C-5CA399B80D93}" dt="2025-07-16T20:30:08.885" v="2394" actId="1076"/>
          <ac:picMkLst>
            <pc:docMk/>
            <pc:sldMk cId="3200499877" sldId="861"/>
            <ac:picMk id="4" creationId="{92E3CEE4-5955-5193-E655-3EF568BB4BAB}"/>
          </ac:picMkLst>
        </pc:picChg>
        <pc:picChg chg="del">
          <ac:chgData name="최문영" userId="c9c2ca5b-20f2-48c9-9e1f-a03229bf2768" providerId="ADAL" clId="{25452813-F51A-4D26-963C-5CA399B80D93}" dt="2025-07-16T20:29:51.219" v="2384" actId="478"/>
          <ac:picMkLst>
            <pc:docMk/>
            <pc:sldMk cId="3200499877" sldId="861"/>
            <ac:picMk id="5" creationId="{5A192014-6C59-3027-1918-49D08DDC3BA9}"/>
          </ac:picMkLst>
        </pc:picChg>
        <pc:picChg chg="add mod">
          <ac:chgData name="최문영" userId="c9c2ca5b-20f2-48c9-9e1f-a03229bf2768" providerId="ADAL" clId="{25452813-F51A-4D26-963C-5CA399B80D93}" dt="2025-07-16T20:30:29.741" v="2399" actId="1076"/>
          <ac:picMkLst>
            <pc:docMk/>
            <pc:sldMk cId="3200499877" sldId="861"/>
            <ac:picMk id="9" creationId="{7D6924CD-9B24-F0FC-D7A0-9A921E36F297}"/>
          </ac:picMkLst>
        </pc:picChg>
        <pc:picChg chg="add mod modCrop">
          <ac:chgData name="최문영" userId="c9c2ca5b-20f2-48c9-9e1f-a03229bf2768" providerId="ADAL" clId="{25452813-F51A-4D26-963C-5CA399B80D93}" dt="2025-07-16T20:34:46.296" v="2880" actId="1076"/>
          <ac:picMkLst>
            <pc:docMk/>
            <pc:sldMk cId="3200499877" sldId="861"/>
            <ac:picMk id="11" creationId="{AC5DF96A-DFEC-0CC5-5EBD-3F2174150A9B}"/>
          </ac:picMkLst>
        </pc:picChg>
        <pc:picChg chg="add mod modCrop">
          <ac:chgData name="최문영" userId="c9c2ca5b-20f2-48c9-9e1f-a03229bf2768" providerId="ADAL" clId="{25452813-F51A-4D26-963C-5CA399B80D93}" dt="2025-07-16T20:34:55.850" v="2883" actId="732"/>
          <ac:picMkLst>
            <pc:docMk/>
            <pc:sldMk cId="3200499877" sldId="861"/>
            <ac:picMk id="14" creationId="{D65FA860-E6EF-A06F-3B1F-416603ABBE8C}"/>
          </ac:picMkLst>
        </pc:picChg>
        <pc:picChg chg="add mod modCrop">
          <ac:chgData name="최문영" userId="c9c2ca5b-20f2-48c9-9e1f-a03229bf2768" providerId="ADAL" clId="{25452813-F51A-4D26-963C-5CA399B80D93}" dt="2025-07-16T20:35:11.071" v="2888" actId="1076"/>
          <ac:picMkLst>
            <pc:docMk/>
            <pc:sldMk cId="3200499877" sldId="861"/>
            <ac:picMk id="18" creationId="{1DE3434B-7C32-031E-3EE1-EB64F832EA50}"/>
          </ac:picMkLst>
        </pc:picChg>
      </pc:sldChg>
      <pc:sldChg chg="addSp delSp modSp add mod modNotesTx">
        <pc:chgData name="최문영" userId="c9c2ca5b-20f2-48c9-9e1f-a03229bf2768" providerId="ADAL" clId="{25452813-F51A-4D26-963C-5CA399B80D93}" dt="2025-07-17T03:14:37.592" v="16249" actId="20577"/>
        <pc:sldMkLst>
          <pc:docMk/>
          <pc:sldMk cId="159510364" sldId="862"/>
        </pc:sldMkLst>
        <pc:spChg chg="mod">
          <ac:chgData name="최문영" userId="c9c2ca5b-20f2-48c9-9e1f-a03229bf2768" providerId="ADAL" clId="{25452813-F51A-4D26-963C-5CA399B80D93}" dt="2025-07-16T20:35:52.507" v="2901" actId="20577"/>
          <ac:spMkLst>
            <pc:docMk/>
            <pc:sldMk cId="159510364" sldId="862"/>
            <ac:spMk id="10" creationId="{B3A0D51F-16F9-82EE-B616-75D1F1FCB346}"/>
          </ac:spMkLst>
        </pc:spChg>
        <pc:spChg chg="add del mod">
          <ac:chgData name="최문영" userId="c9c2ca5b-20f2-48c9-9e1f-a03229bf2768" providerId="ADAL" clId="{25452813-F51A-4D26-963C-5CA399B80D93}" dt="2025-07-17T00:01:04.667" v="8899" actId="113"/>
          <ac:spMkLst>
            <pc:docMk/>
            <pc:sldMk cId="159510364" sldId="862"/>
            <ac:spMk id="47" creationId="{586AEBD5-B147-1AB7-EA98-FDA9A12931F3}"/>
          </ac:spMkLst>
        </pc:spChg>
        <pc:picChg chg="add mod">
          <ac:chgData name="최문영" userId="c9c2ca5b-20f2-48c9-9e1f-a03229bf2768" providerId="ADAL" clId="{25452813-F51A-4D26-963C-5CA399B80D93}" dt="2025-07-16T20:55:06.271" v="3341" actId="1076"/>
          <ac:picMkLst>
            <pc:docMk/>
            <pc:sldMk cId="159510364" sldId="862"/>
            <ac:picMk id="3" creationId="{5101FAF7-8841-02F7-D38F-06A2A611F8AD}"/>
          </ac:picMkLst>
        </pc:picChg>
        <pc:picChg chg="del">
          <ac:chgData name="최문영" userId="c9c2ca5b-20f2-48c9-9e1f-a03229bf2768" providerId="ADAL" clId="{25452813-F51A-4D26-963C-5CA399B80D93}" dt="2025-07-16T20:36:30.438" v="2905" actId="478"/>
          <ac:picMkLst>
            <pc:docMk/>
            <pc:sldMk cId="159510364" sldId="862"/>
            <ac:picMk id="4" creationId="{285D6612-35B7-7B48-5F70-7429EA6F2265}"/>
          </ac:picMkLst>
        </pc:picChg>
        <pc:picChg chg="add mod">
          <ac:chgData name="최문영" userId="c9c2ca5b-20f2-48c9-9e1f-a03229bf2768" providerId="ADAL" clId="{25452813-F51A-4D26-963C-5CA399B80D93}" dt="2025-07-17T00:00:31.505" v="8895" actId="1076"/>
          <ac:picMkLst>
            <pc:docMk/>
            <pc:sldMk cId="159510364" sldId="862"/>
            <ac:picMk id="7" creationId="{6D5F3871-44D3-3595-8158-E5C38CFCE863}"/>
          </ac:picMkLst>
        </pc:picChg>
        <pc:picChg chg="del">
          <ac:chgData name="최문영" userId="c9c2ca5b-20f2-48c9-9e1f-a03229bf2768" providerId="ADAL" clId="{25452813-F51A-4D26-963C-5CA399B80D93}" dt="2025-07-16T20:36:30.960" v="2906" actId="478"/>
          <ac:picMkLst>
            <pc:docMk/>
            <pc:sldMk cId="159510364" sldId="862"/>
            <ac:picMk id="9" creationId="{783FBB96-1C4A-FBD9-4985-155B066CE5B1}"/>
          </ac:picMkLst>
        </pc:picChg>
        <pc:picChg chg="del">
          <ac:chgData name="최문영" userId="c9c2ca5b-20f2-48c9-9e1f-a03229bf2768" providerId="ADAL" clId="{25452813-F51A-4D26-963C-5CA399B80D93}" dt="2025-07-16T20:36:29.663" v="2904" actId="478"/>
          <ac:picMkLst>
            <pc:docMk/>
            <pc:sldMk cId="159510364" sldId="862"/>
            <ac:picMk id="11" creationId="{523CAC64-222D-F76F-A80F-159F9BCA069D}"/>
          </ac:picMkLst>
        </pc:picChg>
        <pc:picChg chg="add mod">
          <ac:chgData name="최문영" userId="c9c2ca5b-20f2-48c9-9e1f-a03229bf2768" providerId="ADAL" clId="{25452813-F51A-4D26-963C-5CA399B80D93}" dt="2025-07-17T00:00:35.335" v="8897" actId="1076"/>
          <ac:picMkLst>
            <pc:docMk/>
            <pc:sldMk cId="159510364" sldId="862"/>
            <ac:picMk id="12" creationId="{1D6991E7-3102-3B46-5197-86E5861DC1A7}"/>
          </ac:picMkLst>
        </pc:picChg>
        <pc:picChg chg="del">
          <ac:chgData name="최문영" userId="c9c2ca5b-20f2-48c9-9e1f-a03229bf2768" providerId="ADAL" clId="{25452813-F51A-4D26-963C-5CA399B80D93}" dt="2025-07-16T20:36:29.663" v="2904" actId="478"/>
          <ac:picMkLst>
            <pc:docMk/>
            <pc:sldMk cId="159510364" sldId="862"/>
            <ac:picMk id="18" creationId="{5A9ED5BF-8EC2-9EE9-92A6-61F985F402A6}"/>
          </ac:picMkLst>
        </pc:picChg>
      </pc:sldChg>
      <pc:sldChg chg="addSp delSp modSp add mod modAnim modNotesTx">
        <pc:chgData name="최문영" userId="c9c2ca5b-20f2-48c9-9e1f-a03229bf2768" providerId="ADAL" clId="{25452813-F51A-4D26-963C-5CA399B80D93}" dt="2025-07-17T03:22:08.893" v="17648" actId="20577"/>
        <pc:sldMkLst>
          <pc:docMk/>
          <pc:sldMk cId="4263326044" sldId="863"/>
        </pc:sldMkLst>
        <pc:spChg chg="add del">
          <ac:chgData name="최문영" userId="c9c2ca5b-20f2-48c9-9e1f-a03229bf2768" providerId="ADAL" clId="{25452813-F51A-4D26-963C-5CA399B80D93}" dt="2025-07-16T21:10:34.305" v="3359" actId="22"/>
          <ac:spMkLst>
            <pc:docMk/>
            <pc:sldMk cId="4263326044" sldId="863"/>
            <ac:spMk id="5" creationId="{18B9312F-90BE-3764-8C8F-F54285F8DEFE}"/>
          </ac:spMkLst>
        </pc:spChg>
        <pc:spChg chg="add mod">
          <ac:chgData name="최문영" userId="c9c2ca5b-20f2-48c9-9e1f-a03229bf2768" providerId="ADAL" clId="{25452813-F51A-4D26-963C-5CA399B80D93}" dt="2025-07-16T21:18:08.543" v="3494" actId="1076"/>
          <ac:spMkLst>
            <pc:docMk/>
            <pc:sldMk cId="4263326044" sldId="863"/>
            <ac:spMk id="9" creationId="{9895C83F-4290-BFDC-A45C-5248615DB4C5}"/>
          </ac:spMkLst>
        </pc:spChg>
        <pc:spChg chg="add mod">
          <ac:chgData name="최문영" userId="c9c2ca5b-20f2-48c9-9e1f-a03229bf2768" providerId="ADAL" clId="{25452813-F51A-4D26-963C-5CA399B80D93}" dt="2025-07-16T21:17:58.428" v="3492" actId="1076"/>
          <ac:spMkLst>
            <pc:docMk/>
            <pc:sldMk cId="4263326044" sldId="863"/>
            <ac:spMk id="13" creationId="{54415348-9B24-225E-5612-0BFD9EC1BF55}"/>
          </ac:spMkLst>
        </pc:spChg>
        <pc:spChg chg="add mod">
          <ac:chgData name="최문영" userId="c9c2ca5b-20f2-48c9-9e1f-a03229bf2768" providerId="ADAL" clId="{25452813-F51A-4D26-963C-5CA399B80D93}" dt="2025-07-16T21:29:38.221" v="4049" actId="1076"/>
          <ac:spMkLst>
            <pc:docMk/>
            <pc:sldMk cId="4263326044" sldId="863"/>
            <ac:spMk id="14" creationId="{4C144010-AB52-6269-126C-EDE83330CB85}"/>
          </ac:spMkLst>
        </pc:spChg>
        <pc:spChg chg="add mod">
          <ac:chgData name="최문영" userId="c9c2ca5b-20f2-48c9-9e1f-a03229bf2768" providerId="ADAL" clId="{25452813-F51A-4D26-963C-5CA399B80D93}" dt="2025-07-16T21:19:05.970" v="3528" actId="571"/>
          <ac:spMkLst>
            <pc:docMk/>
            <pc:sldMk cId="4263326044" sldId="863"/>
            <ac:spMk id="16" creationId="{37FF33AE-4292-3A8E-A081-7DC8AB95D7F5}"/>
          </ac:spMkLst>
        </pc:spChg>
        <pc:spChg chg="add mod">
          <ac:chgData name="최문영" userId="c9c2ca5b-20f2-48c9-9e1f-a03229bf2768" providerId="ADAL" clId="{25452813-F51A-4D26-963C-5CA399B80D93}" dt="2025-07-16T21:21:12.625" v="3566" actId="1076"/>
          <ac:spMkLst>
            <pc:docMk/>
            <pc:sldMk cId="4263326044" sldId="863"/>
            <ac:spMk id="18" creationId="{5A093807-D03C-3B76-35AC-683BA4B3C69F}"/>
          </ac:spMkLst>
        </pc:spChg>
        <pc:spChg chg="add mod">
          <ac:chgData name="최문영" userId="c9c2ca5b-20f2-48c9-9e1f-a03229bf2768" providerId="ADAL" clId="{25452813-F51A-4D26-963C-5CA399B80D93}" dt="2025-07-17T03:19:33.371" v="17302" actId="207"/>
          <ac:spMkLst>
            <pc:docMk/>
            <pc:sldMk cId="4263326044" sldId="863"/>
            <ac:spMk id="21" creationId="{989D9C12-738E-B102-244A-9D8C73155958}"/>
          </ac:spMkLst>
        </pc:spChg>
        <pc:spChg chg="add mod">
          <ac:chgData name="최문영" userId="c9c2ca5b-20f2-48c9-9e1f-a03229bf2768" providerId="ADAL" clId="{25452813-F51A-4D26-963C-5CA399B80D93}" dt="2025-07-17T03:19:37.572" v="17303" actId="207"/>
          <ac:spMkLst>
            <pc:docMk/>
            <pc:sldMk cId="4263326044" sldId="863"/>
            <ac:spMk id="22" creationId="{C0B3AD84-C9BA-BB8B-8AA1-041B9F0B011D}"/>
          </ac:spMkLst>
        </pc:spChg>
        <pc:spChg chg="mod">
          <ac:chgData name="최문영" userId="c9c2ca5b-20f2-48c9-9e1f-a03229bf2768" providerId="ADAL" clId="{25452813-F51A-4D26-963C-5CA399B80D93}" dt="2025-07-17T03:19:30.077" v="17301" actId="207"/>
          <ac:spMkLst>
            <pc:docMk/>
            <pc:sldMk cId="4263326044" sldId="863"/>
            <ac:spMk id="47" creationId="{D7984F51-B831-DB33-850A-0917679AEA6E}"/>
          </ac:spMkLst>
        </pc:spChg>
        <pc:graphicFrameChg chg="add mod modGraphic">
          <ac:chgData name="최문영" userId="c9c2ca5b-20f2-48c9-9e1f-a03229bf2768" providerId="ADAL" clId="{25452813-F51A-4D26-963C-5CA399B80D93}" dt="2025-07-16T21:21:04.798" v="3564" actId="20577"/>
          <ac:graphicFrameMkLst>
            <pc:docMk/>
            <pc:sldMk cId="4263326044" sldId="863"/>
            <ac:graphicFrameMk id="8" creationId="{8BB1A763-954A-BC1B-FE3D-A1B3C160D70B}"/>
          </ac:graphicFrameMkLst>
        </pc:graphicFrameChg>
        <pc:picChg chg="add del mod modCrop">
          <ac:chgData name="최문영" userId="c9c2ca5b-20f2-48c9-9e1f-a03229bf2768" providerId="ADAL" clId="{25452813-F51A-4D26-963C-5CA399B80D93}" dt="2025-07-16T21:29:39.390" v="4051" actId="478"/>
          <ac:picMkLst>
            <pc:docMk/>
            <pc:sldMk cId="4263326044" sldId="863"/>
            <ac:picMk id="2" creationId="{681B2E63-0A5E-510A-C597-EF8559112EAE}"/>
          </ac:picMkLst>
        </pc:picChg>
        <pc:picChg chg="del">
          <ac:chgData name="최문영" userId="c9c2ca5b-20f2-48c9-9e1f-a03229bf2768" providerId="ADAL" clId="{25452813-F51A-4D26-963C-5CA399B80D93}" dt="2025-07-16T21:00:05.268" v="3349" actId="478"/>
          <ac:picMkLst>
            <pc:docMk/>
            <pc:sldMk cId="4263326044" sldId="863"/>
            <ac:picMk id="3" creationId="{3D4EB4C2-B262-53D6-2580-0738B47EDCA2}"/>
          </ac:picMkLst>
        </pc:picChg>
        <pc:picChg chg="del">
          <ac:chgData name="최문영" userId="c9c2ca5b-20f2-48c9-9e1f-a03229bf2768" providerId="ADAL" clId="{25452813-F51A-4D26-963C-5CA399B80D93}" dt="2025-07-16T20:58:31.401" v="3344" actId="478"/>
          <ac:picMkLst>
            <pc:docMk/>
            <pc:sldMk cId="4263326044" sldId="863"/>
            <ac:picMk id="7" creationId="{13E599FB-6685-22E6-C308-EA071487A20A}"/>
          </ac:picMkLst>
        </pc:picChg>
        <pc:picChg chg="add mod modCrop">
          <ac:chgData name="최문영" userId="c9c2ca5b-20f2-48c9-9e1f-a03229bf2768" providerId="ADAL" clId="{25452813-F51A-4D26-963C-5CA399B80D93}" dt="2025-07-16T21:17:45.631" v="3482" actId="1076"/>
          <ac:picMkLst>
            <pc:docMk/>
            <pc:sldMk cId="4263326044" sldId="863"/>
            <ac:picMk id="11" creationId="{CC009060-32E1-ECD2-FE38-2D4D5C07C331}"/>
          </ac:picMkLst>
        </pc:picChg>
        <pc:picChg chg="del">
          <ac:chgData name="최문영" userId="c9c2ca5b-20f2-48c9-9e1f-a03229bf2768" providerId="ADAL" clId="{25452813-F51A-4D26-963C-5CA399B80D93}" dt="2025-07-16T20:58:31.401" v="3344" actId="478"/>
          <ac:picMkLst>
            <pc:docMk/>
            <pc:sldMk cId="4263326044" sldId="863"/>
            <ac:picMk id="12" creationId="{CE1BAF17-8CB4-B712-C4D1-F1A0B2F69144}"/>
          </ac:picMkLst>
        </pc:picChg>
        <pc:picChg chg="add mod">
          <ac:chgData name="최문영" userId="c9c2ca5b-20f2-48c9-9e1f-a03229bf2768" providerId="ADAL" clId="{25452813-F51A-4D26-963C-5CA399B80D93}" dt="2025-07-16T21:19:05.970" v="3528" actId="571"/>
          <ac:picMkLst>
            <pc:docMk/>
            <pc:sldMk cId="4263326044" sldId="863"/>
            <ac:picMk id="17" creationId="{6A795CA2-46EC-CDE8-853D-607E7E1B7737}"/>
          </ac:picMkLst>
        </pc:picChg>
        <pc:picChg chg="add mod">
          <ac:chgData name="최문영" userId="c9c2ca5b-20f2-48c9-9e1f-a03229bf2768" providerId="ADAL" clId="{25452813-F51A-4D26-963C-5CA399B80D93}" dt="2025-07-17T03:15:05.781" v="16354" actId="1037"/>
          <ac:picMkLst>
            <pc:docMk/>
            <pc:sldMk cId="4263326044" sldId="863"/>
            <ac:picMk id="19" creationId="{4E0542C1-6BF8-A968-A016-CECCF9697A7B}"/>
          </ac:picMkLst>
        </pc:picChg>
        <pc:picChg chg="add del mod modCrop">
          <ac:chgData name="최문영" userId="c9c2ca5b-20f2-48c9-9e1f-a03229bf2768" providerId="ADAL" clId="{25452813-F51A-4D26-963C-5CA399B80D93}" dt="2025-07-16T21:29:40.930" v="4052" actId="21"/>
          <ac:picMkLst>
            <pc:docMk/>
            <pc:sldMk cId="4263326044" sldId="863"/>
            <ac:picMk id="20" creationId="{16A3CD53-BD69-4080-A905-0CA623D8E1DF}"/>
          </ac:picMkLst>
        </pc:picChg>
      </pc:sldChg>
      <pc:sldChg chg="addSp delSp modSp add mod modAnim modNotesTx">
        <pc:chgData name="최문영" userId="c9c2ca5b-20f2-48c9-9e1f-a03229bf2768" providerId="ADAL" clId="{25452813-F51A-4D26-963C-5CA399B80D93}" dt="2025-07-17T03:23:06.454" v="17878" actId="20577"/>
        <pc:sldMkLst>
          <pc:docMk/>
          <pc:sldMk cId="2345530384" sldId="864"/>
        </pc:sldMkLst>
        <pc:spChg chg="add mod">
          <ac:chgData name="최문영" userId="c9c2ca5b-20f2-48c9-9e1f-a03229bf2768" providerId="ADAL" clId="{25452813-F51A-4D26-963C-5CA399B80D93}" dt="2025-07-17T01:28:32.831" v="8988" actId="14100"/>
          <ac:spMkLst>
            <pc:docMk/>
            <pc:sldMk cId="2345530384" sldId="864"/>
            <ac:spMk id="8" creationId="{822A959C-4D7A-F0E4-B18D-B1451D194954}"/>
          </ac:spMkLst>
        </pc:spChg>
        <pc:spChg chg="mod">
          <ac:chgData name="최문영" userId="c9c2ca5b-20f2-48c9-9e1f-a03229bf2768" providerId="ADAL" clId="{25452813-F51A-4D26-963C-5CA399B80D93}" dt="2025-07-17T01:29:34.143" v="9091"/>
          <ac:spMkLst>
            <pc:docMk/>
            <pc:sldMk cId="2345530384" sldId="864"/>
            <ac:spMk id="47" creationId="{6E2B4510-9CBB-2380-4675-2105CF6732AE}"/>
          </ac:spMkLst>
        </pc:spChg>
        <pc:graphicFrameChg chg="add del mod">
          <ac:chgData name="최문영" userId="c9c2ca5b-20f2-48c9-9e1f-a03229bf2768" providerId="ADAL" clId="{25452813-F51A-4D26-963C-5CA399B80D93}" dt="2025-07-17T01:29:38.830" v="9092" actId="478"/>
          <ac:graphicFrameMkLst>
            <pc:docMk/>
            <pc:sldMk cId="2345530384" sldId="864"/>
            <ac:graphicFrameMk id="2" creationId="{1CF574AB-288D-E3A0-AF3A-0D891901E9E3}"/>
          </ac:graphicFrameMkLst>
        </pc:graphicFrameChg>
        <pc:graphicFrameChg chg="add del mod">
          <ac:chgData name="최문영" userId="c9c2ca5b-20f2-48c9-9e1f-a03229bf2768" providerId="ADAL" clId="{25452813-F51A-4D26-963C-5CA399B80D93}" dt="2025-07-17T01:27:02.658" v="8947" actId="478"/>
          <ac:graphicFrameMkLst>
            <pc:docMk/>
            <pc:sldMk cId="2345530384" sldId="864"/>
            <ac:graphicFrameMk id="4" creationId="{288FC5BF-F3FD-B265-EC0A-BCBC27C9FD6C}"/>
          </ac:graphicFrameMkLst>
        </pc:graphicFrameChg>
        <pc:picChg chg="del">
          <ac:chgData name="최문영" userId="c9c2ca5b-20f2-48c9-9e1f-a03229bf2768" providerId="ADAL" clId="{25452813-F51A-4D26-963C-5CA399B80D93}" dt="2025-07-16T21:33:22.980" v="4107" actId="478"/>
          <ac:picMkLst>
            <pc:docMk/>
            <pc:sldMk cId="2345530384" sldId="864"/>
            <ac:picMk id="3" creationId="{44663E35-B44D-D465-7366-A99204B5C475}"/>
          </ac:picMkLst>
        </pc:picChg>
        <pc:picChg chg="add mod modCrop">
          <ac:chgData name="최문영" userId="c9c2ca5b-20f2-48c9-9e1f-a03229bf2768" providerId="ADAL" clId="{25452813-F51A-4D26-963C-5CA399B80D93}" dt="2025-07-17T01:28:18.229" v="8985" actId="1076"/>
          <ac:picMkLst>
            <pc:docMk/>
            <pc:sldMk cId="2345530384" sldId="864"/>
            <ac:picMk id="5" creationId="{DD2C1BD3-B02B-15B1-1394-BEE65D1B9CC1}"/>
          </ac:picMkLst>
        </pc:picChg>
        <pc:picChg chg="del">
          <ac:chgData name="최문영" userId="c9c2ca5b-20f2-48c9-9e1f-a03229bf2768" providerId="ADAL" clId="{25452813-F51A-4D26-963C-5CA399B80D93}" dt="2025-07-16T21:33:23.355" v="4108" actId="478"/>
          <ac:picMkLst>
            <pc:docMk/>
            <pc:sldMk cId="2345530384" sldId="864"/>
            <ac:picMk id="7" creationId="{A728F419-3CCE-69C2-B40F-008EC5AB0777}"/>
          </ac:picMkLst>
        </pc:picChg>
        <pc:picChg chg="add mod">
          <ac:chgData name="최문영" userId="c9c2ca5b-20f2-48c9-9e1f-a03229bf2768" providerId="ADAL" clId="{25452813-F51A-4D26-963C-5CA399B80D93}" dt="2025-07-17T01:29:51.089" v="9094" actId="1076"/>
          <ac:picMkLst>
            <pc:docMk/>
            <pc:sldMk cId="2345530384" sldId="864"/>
            <ac:picMk id="9" creationId="{88544762-E4B0-EC50-6E14-D123E0A056D4}"/>
          </ac:picMkLst>
        </pc:picChg>
        <pc:picChg chg="mod">
          <ac:chgData name="최문영" userId="c9c2ca5b-20f2-48c9-9e1f-a03229bf2768" providerId="ADAL" clId="{25452813-F51A-4D26-963C-5CA399B80D93}" dt="2025-07-16T21:33:27.232" v="4109" actId="1076"/>
          <ac:picMkLst>
            <pc:docMk/>
            <pc:sldMk cId="2345530384" sldId="864"/>
            <ac:picMk id="12" creationId="{57190BA0-F2A3-AAE4-126F-27C231349BC8}"/>
          </ac:picMkLst>
        </pc:picChg>
      </pc:sldChg>
      <pc:sldChg chg="addSp delSp modSp add mod ord delAnim modAnim modNotesTx">
        <pc:chgData name="최문영" userId="c9c2ca5b-20f2-48c9-9e1f-a03229bf2768" providerId="ADAL" clId="{25452813-F51A-4D26-963C-5CA399B80D93}" dt="2025-07-17T03:21:19.153" v="17492" actId="20577"/>
        <pc:sldMkLst>
          <pc:docMk/>
          <pc:sldMk cId="3986327467" sldId="865"/>
        </pc:sldMkLst>
        <pc:spChg chg="del mod">
          <ac:chgData name="최문영" userId="c9c2ca5b-20f2-48c9-9e1f-a03229bf2768" providerId="ADAL" clId="{25452813-F51A-4D26-963C-5CA399B80D93}" dt="2025-07-16T21:32:55.728" v="4104" actId="478"/>
          <ac:spMkLst>
            <pc:docMk/>
            <pc:sldMk cId="3986327467" sldId="865"/>
            <ac:spMk id="9" creationId="{56E33959-68F5-71A0-E24B-801B06681BB6}"/>
          </ac:spMkLst>
        </pc:spChg>
        <pc:spChg chg="del">
          <ac:chgData name="최문영" userId="c9c2ca5b-20f2-48c9-9e1f-a03229bf2768" providerId="ADAL" clId="{25452813-F51A-4D26-963C-5CA399B80D93}" dt="2025-07-16T21:29:49.166" v="4054" actId="478"/>
          <ac:spMkLst>
            <pc:docMk/>
            <pc:sldMk cId="3986327467" sldId="865"/>
            <ac:spMk id="14" creationId="{01BC6663-C5C1-2485-80EC-3EB4F1ED0E4F}"/>
          </ac:spMkLst>
        </pc:spChg>
        <pc:spChg chg="mod">
          <ac:chgData name="최문영" userId="c9c2ca5b-20f2-48c9-9e1f-a03229bf2768" providerId="ADAL" clId="{25452813-F51A-4D26-963C-5CA399B80D93}" dt="2025-07-16T21:32:43.955" v="4102" actId="1076"/>
          <ac:spMkLst>
            <pc:docMk/>
            <pc:sldMk cId="3986327467" sldId="865"/>
            <ac:spMk id="18" creationId="{325E2B2C-96D3-D2BE-1502-5E63351A6ED7}"/>
          </ac:spMkLst>
        </pc:spChg>
        <pc:spChg chg="mod">
          <ac:chgData name="최문영" userId="c9c2ca5b-20f2-48c9-9e1f-a03229bf2768" providerId="ADAL" clId="{25452813-F51A-4D26-963C-5CA399B80D93}" dt="2025-07-17T00:01:39.587" v="8908" actId="207"/>
          <ac:spMkLst>
            <pc:docMk/>
            <pc:sldMk cId="3986327467" sldId="865"/>
            <ac:spMk id="47" creationId="{F1EDC00D-8D5F-E587-37DD-3773695BF8B1}"/>
          </ac:spMkLst>
        </pc:spChg>
        <pc:graphicFrameChg chg="mod modGraphic">
          <ac:chgData name="최문영" userId="c9c2ca5b-20f2-48c9-9e1f-a03229bf2768" providerId="ADAL" clId="{25452813-F51A-4D26-963C-5CA399B80D93}" dt="2025-07-16T21:32:36.501" v="4101" actId="1035"/>
          <ac:graphicFrameMkLst>
            <pc:docMk/>
            <pc:sldMk cId="3986327467" sldId="865"/>
            <ac:graphicFrameMk id="8" creationId="{87BC7FB7-ACC1-23C4-EA68-071430BC8CEB}"/>
          </ac:graphicFrameMkLst>
        </pc:graphicFrameChg>
        <pc:picChg chg="del">
          <ac:chgData name="최문영" userId="c9c2ca5b-20f2-48c9-9e1f-a03229bf2768" providerId="ADAL" clId="{25452813-F51A-4D26-963C-5CA399B80D93}" dt="2025-07-16T21:29:45.235" v="4053" actId="478"/>
          <ac:picMkLst>
            <pc:docMk/>
            <pc:sldMk cId="3986327467" sldId="865"/>
            <ac:picMk id="2" creationId="{2D4B6409-36D1-497C-DEFC-E9090BE8DF4D}"/>
          </ac:picMkLst>
        </pc:picChg>
        <pc:picChg chg="add mod">
          <ac:chgData name="최문영" userId="c9c2ca5b-20f2-48c9-9e1f-a03229bf2768" providerId="ADAL" clId="{25452813-F51A-4D26-963C-5CA399B80D93}" dt="2025-07-16T21:25:59.778" v="4035" actId="1076"/>
          <ac:picMkLst>
            <pc:docMk/>
            <pc:sldMk cId="3986327467" sldId="865"/>
            <ac:picMk id="3" creationId="{5B47EDA1-1254-EDFC-0C9A-F6ECE0D3EA63}"/>
          </ac:picMkLst>
        </pc:picChg>
        <pc:picChg chg="mod">
          <ac:chgData name="최문영" userId="c9c2ca5b-20f2-48c9-9e1f-a03229bf2768" providerId="ADAL" clId="{25452813-F51A-4D26-963C-5CA399B80D93}" dt="2025-07-16T21:32:53.317" v="4103" actId="1076"/>
          <ac:picMkLst>
            <pc:docMk/>
            <pc:sldMk cId="3986327467" sldId="865"/>
            <ac:picMk id="11" creationId="{223359D6-0E83-C2F9-FEC4-B6BF9E30C2F7}"/>
          </ac:picMkLst>
        </pc:picChg>
        <pc:picChg chg="del">
          <ac:chgData name="최문영" userId="c9c2ca5b-20f2-48c9-9e1f-a03229bf2768" providerId="ADAL" clId="{25452813-F51A-4D26-963C-5CA399B80D93}" dt="2025-07-16T21:25:57.125" v="4034" actId="478"/>
          <ac:picMkLst>
            <pc:docMk/>
            <pc:sldMk cId="3986327467" sldId="865"/>
            <ac:picMk id="19" creationId="{5D3B184E-1A47-F6C9-B93B-7557828D6F1C}"/>
          </ac:picMkLst>
        </pc:picChg>
        <pc:picChg chg="add mod modCrop">
          <ac:chgData name="최문영" userId="c9c2ca5b-20f2-48c9-9e1f-a03229bf2768" providerId="ADAL" clId="{25452813-F51A-4D26-963C-5CA399B80D93}" dt="2025-07-16T21:32:32.874" v="4092" actId="732"/>
          <ac:picMkLst>
            <pc:docMk/>
            <pc:sldMk cId="3986327467" sldId="865"/>
            <ac:picMk id="20" creationId="{16A3CD53-BD69-4080-A905-0CA623D8E1DF}"/>
          </ac:picMkLst>
        </pc:picChg>
      </pc:sldChg>
      <pc:sldChg chg="addSp delSp modSp add mod modNotesTx">
        <pc:chgData name="최문영" userId="c9c2ca5b-20f2-48c9-9e1f-a03229bf2768" providerId="ADAL" clId="{25452813-F51A-4D26-963C-5CA399B80D93}" dt="2025-07-17T03:32:56.697" v="19013" actId="20577"/>
        <pc:sldMkLst>
          <pc:docMk/>
          <pc:sldMk cId="43730440" sldId="866"/>
        </pc:sldMkLst>
        <pc:spChg chg="mod">
          <ac:chgData name="최문영" userId="c9c2ca5b-20f2-48c9-9e1f-a03229bf2768" providerId="ADAL" clId="{25452813-F51A-4D26-963C-5CA399B80D93}" dt="2025-07-16T21:37:20.262" v="4121" actId="20577"/>
          <ac:spMkLst>
            <pc:docMk/>
            <pc:sldMk cId="43730440" sldId="866"/>
            <ac:spMk id="10" creationId="{8C1AEAA1-D2AC-B05E-5770-9AC10DA40CB4}"/>
          </ac:spMkLst>
        </pc:spChg>
        <pc:spChg chg="mod">
          <ac:chgData name="최문영" userId="c9c2ca5b-20f2-48c9-9e1f-a03229bf2768" providerId="ADAL" clId="{25452813-F51A-4D26-963C-5CA399B80D93}" dt="2025-07-16T22:25:23.536" v="6129"/>
          <ac:spMkLst>
            <pc:docMk/>
            <pc:sldMk cId="43730440" sldId="866"/>
            <ac:spMk id="47" creationId="{2DF4A090-6BB7-C739-47DD-280B277F1657}"/>
          </ac:spMkLst>
        </pc:spChg>
        <pc:picChg chg="add del">
          <ac:chgData name="최문영" userId="c9c2ca5b-20f2-48c9-9e1f-a03229bf2768" providerId="ADAL" clId="{25452813-F51A-4D26-963C-5CA399B80D93}" dt="2025-07-16T21:46:03.769" v="4473" actId="22"/>
          <ac:picMkLst>
            <pc:docMk/>
            <pc:sldMk cId="43730440" sldId="866"/>
            <ac:picMk id="3" creationId="{6D0F1B6A-1CCC-EADE-9A14-2A1E8C2D3EB0}"/>
          </ac:picMkLst>
        </pc:picChg>
        <pc:picChg chg="add del mod">
          <ac:chgData name="최문영" userId="c9c2ca5b-20f2-48c9-9e1f-a03229bf2768" providerId="ADAL" clId="{25452813-F51A-4D26-963C-5CA399B80D93}" dt="2025-07-16T21:46:21.481" v="4478" actId="478"/>
          <ac:picMkLst>
            <pc:docMk/>
            <pc:sldMk cId="43730440" sldId="866"/>
            <ac:picMk id="5" creationId="{D2CB117D-7B33-F148-5CD0-C9FCDDA0007E}"/>
          </ac:picMkLst>
        </pc:picChg>
        <pc:picChg chg="add del mod modCrop">
          <ac:chgData name="최문영" userId="c9c2ca5b-20f2-48c9-9e1f-a03229bf2768" providerId="ADAL" clId="{25452813-F51A-4D26-963C-5CA399B80D93}" dt="2025-07-16T21:50:17.101" v="4739" actId="478"/>
          <ac:picMkLst>
            <pc:docMk/>
            <pc:sldMk cId="43730440" sldId="866"/>
            <ac:picMk id="8" creationId="{041EC837-6DF8-92BF-2304-324006997B94}"/>
          </ac:picMkLst>
        </pc:picChg>
        <pc:picChg chg="del">
          <ac:chgData name="최문영" userId="c9c2ca5b-20f2-48c9-9e1f-a03229bf2768" providerId="ADAL" clId="{25452813-F51A-4D26-963C-5CA399B80D93}" dt="2025-07-16T21:37:35.529" v="4122" actId="478"/>
          <ac:picMkLst>
            <pc:docMk/>
            <pc:sldMk cId="43730440" sldId="866"/>
            <ac:picMk id="12" creationId="{F50B6028-6947-B175-4B42-1B5D37906AB7}"/>
          </ac:picMkLst>
        </pc:picChg>
      </pc:sldChg>
      <pc:sldChg chg="modSp add mod modNotesTx">
        <pc:chgData name="최문영" userId="c9c2ca5b-20f2-48c9-9e1f-a03229bf2768" providerId="ADAL" clId="{25452813-F51A-4D26-963C-5CA399B80D93}" dt="2025-07-17T03:28:45.606" v="18537" actId="20577"/>
        <pc:sldMkLst>
          <pc:docMk/>
          <pc:sldMk cId="1556888366" sldId="867"/>
        </pc:sldMkLst>
        <pc:spChg chg="mod">
          <ac:chgData name="최문영" userId="c9c2ca5b-20f2-48c9-9e1f-a03229bf2768" providerId="ADAL" clId="{25452813-F51A-4D26-963C-5CA399B80D93}" dt="2025-07-16T21:56:38.688" v="5347" actId="20577"/>
          <ac:spMkLst>
            <pc:docMk/>
            <pc:sldMk cId="1556888366" sldId="867"/>
            <ac:spMk id="47" creationId="{22A0070A-C286-07C7-BFBD-9A870FD2488F}"/>
          </ac:spMkLst>
        </pc:spChg>
        <pc:picChg chg="mod">
          <ac:chgData name="최문영" userId="c9c2ca5b-20f2-48c9-9e1f-a03229bf2768" providerId="ADAL" clId="{25452813-F51A-4D26-963C-5CA399B80D93}" dt="2025-07-16T21:54:36.450" v="5195" actId="1076"/>
          <ac:picMkLst>
            <pc:docMk/>
            <pc:sldMk cId="1556888366" sldId="867"/>
            <ac:picMk id="8" creationId="{7AD429F8-3EB2-8C23-E704-5FF1F932EC2B}"/>
          </ac:picMkLst>
        </pc:picChg>
      </pc:sldChg>
      <pc:sldChg chg="addSp modSp add mod modAnim modNotesTx">
        <pc:chgData name="최문영" userId="c9c2ca5b-20f2-48c9-9e1f-a03229bf2768" providerId="ADAL" clId="{25452813-F51A-4D26-963C-5CA399B80D93}" dt="2025-07-17T03:51:49.690" v="21558" actId="20577"/>
        <pc:sldMkLst>
          <pc:docMk/>
          <pc:sldMk cId="2715950345" sldId="868"/>
        </pc:sldMkLst>
        <pc:spChg chg="add mod">
          <ac:chgData name="최문영" userId="c9c2ca5b-20f2-48c9-9e1f-a03229bf2768" providerId="ADAL" clId="{25452813-F51A-4D26-963C-5CA399B80D93}" dt="2025-07-16T22:20:11.580" v="6055" actId="1076"/>
          <ac:spMkLst>
            <pc:docMk/>
            <pc:sldMk cId="2715950345" sldId="868"/>
            <ac:spMk id="4" creationId="{58877747-BE75-BA18-8FF4-E74126213C80}"/>
          </ac:spMkLst>
        </pc:spChg>
        <pc:spChg chg="mod">
          <ac:chgData name="최문영" userId="c9c2ca5b-20f2-48c9-9e1f-a03229bf2768" providerId="ADAL" clId="{25452813-F51A-4D26-963C-5CA399B80D93}" dt="2025-07-16T21:59:33.452" v="5438" actId="20577"/>
          <ac:spMkLst>
            <pc:docMk/>
            <pc:sldMk cId="2715950345" sldId="868"/>
            <ac:spMk id="47" creationId="{5EFCDEA3-74EA-1E71-9661-1EB61EA8F164}"/>
          </ac:spMkLst>
        </pc:spChg>
        <pc:picChg chg="add mod">
          <ac:chgData name="최문영" userId="c9c2ca5b-20f2-48c9-9e1f-a03229bf2768" providerId="ADAL" clId="{25452813-F51A-4D26-963C-5CA399B80D93}" dt="2025-07-16T22:01:16.109" v="5442" actId="1076"/>
          <ac:picMkLst>
            <pc:docMk/>
            <pc:sldMk cId="2715950345" sldId="868"/>
            <ac:picMk id="3" creationId="{5F27E7F6-5640-AF2C-04E6-B6CA12167AB6}"/>
          </ac:picMkLst>
        </pc:picChg>
      </pc:sldChg>
      <pc:sldChg chg="addSp delSp modSp add mod modAnim modNotesTx">
        <pc:chgData name="최문영" userId="c9c2ca5b-20f2-48c9-9e1f-a03229bf2768" providerId="ADAL" clId="{25452813-F51A-4D26-963C-5CA399B80D93}" dt="2025-07-17T03:53:10.742" v="21880" actId="20577"/>
        <pc:sldMkLst>
          <pc:docMk/>
          <pc:sldMk cId="2318493522" sldId="869"/>
        </pc:sldMkLst>
        <pc:spChg chg="add mod">
          <ac:chgData name="최문영" userId="c9c2ca5b-20f2-48c9-9e1f-a03229bf2768" providerId="ADAL" clId="{25452813-F51A-4D26-963C-5CA399B80D93}" dt="2025-07-16T22:06:00.969" v="5662"/>
          <ac:spMkLst>
            <pc:docMk/>
            <pc:sldMk cId="2318493522" sldId="869"/>
            <ac:spMk id="7" creationId="{4E1EB215-9621-9CDE-3B2F-693B6F94A05E}"/>
          </ac:spMkLst>
        </pc:spChg>
        <pc:spChg chg="add mod">
          <ac:chgData name="최문영" userId="c9c2ca5b-20f2-48c9-9e1f-a03229bf2768" providerId="ADAL" clId="{25452813-F51A-4D26-963C-5CA399B80D93}" dt="2025-07-16T22:06:00.969" v="5662"/>
          <ac:spMkLst>
            <pc:docMk/>
            <pc:sldMk cId="2318493522" sldId="869"/>
            <ac:spMk id="9" creationId="{3ECE1041-67C0-BD8E-102B-ED6265F25CB6}"/>
          </ac:spMkLst>
        </pc:spChg>
        <pc:spChg chg="add mod">
          <ac:chgData name="최문영" userId="c9c2ca5b-20f2-48c9-9e1f-a03229bf2768" providerId="ADAL" clId="{25452813-F51A-4D26-963C-5CA399B80D93}" dt="2025-07-16T22:06:00.969" v="5662"/>
          <ac:spMkLst>
            <pc:docMk/>
            <pc:sldMk cId="2318493522" sldId="869"/>
            <ac:spMk id="11" creationId="{35D2B386-B39D-BB24-BE8C-94C0CD306D76}"/>
          </ac:spMkLst>
        </pc:spChg>
        <pc:spChg chg="add mod">
          <ac:chgData name="최문영" userId="c9c2ca5b-20f2-48c9-9e1f-a03229bf2768" providerId="ADAL" clId="{25452813-F51A-4D26-963C-5CA399B80D93}" dt="2025-07-16T22:06:00.969" v="5662"/>
          <ac:spMkLst>
            <pc:docMk/>
            <pc:sldMk cId="2318493522" sldId="869"/>
            <ac:spMk id="12" creationId="{3D07B3FF-A05E-7878-FA0E-23E58EC923CA}"/>
          </ac:spMkLst>
        </pc:spChg>
        <pc:spChg chg="add mod">
          <ac:chgData name="최문영" userId="c9c2ca5b-20f2-48c9-9e1f-a03229bf2768" providerId="ADAL" clId="{25452813-F51A-4D26-963C-5CA399B80D93}" dt="2025-07-16T22:06:00.969" v="5662"/>
          <ac:spMkLst>
            <pc:docMk/>
            <pc:sldMk cId="2318493522" sldId="869"/>
            <ac:spMk id="13" creationId="{A16E1698-7AC6-2AD4-8DBA-C39EE46734BD}"/>
          </ac:spMkLst>
        </pc:spChg>
        <pc:spChg chg="add mod">
          <ac:chgData name="최문영" userId="c9c2ca5b-20f2-48c9-9e1f-a03229bf2768" providerId="ADAL" clId="{25452813-F51A-4D26-963C-5CA399B80D93}" dt="2025-07-16T22:06:12.007" v="5667"/>
          <ac:spMkLst>
            <pc:docMk/>
            <pc:sldMk cId="2318493522" sldId="869"/>
            <ac:spMk id="17" creationId="{4EC044A3-1CC0-F8DF-7117-A41353B41AD8}"/>
          </ac:spMkLst>
        </pc:spChg>
        <pc:spChg chg="add mod">
          <ac:chgData name="최문영" userId="c9c2ca5b-20f2-48c9-9e1f-a03229bf2768" providerId="ADAL" clId="{25452813-F51A-4D26-963C-5CA399B80D93}" dt="2025-07-16T22:06:12.007" v="5667"/>
          <ac:spMkLst>
            <pc:docMk/>
            <pc:sldMk cId="2318493522" sldId="869"/>
            <ac:spMk id="19" creationId="{536B68AF-9EF5-72D1-5871-0B8B499054FE}"/>
          </ac:spMkLst>
        </pc:spChg>
        <pc:spChg chg="add mod">
          <ac:chgData name="최문영" userId="c9c2ca5b-20f2-48c9-9e1f-a03229bf2768" providerId="ADAL" clId="{25452813-F51A-4D26-963C-5CA399B80D93}" dt="2025-07-16T22:06:12.007" v="5667"/>
          <ac:spMkLst>
            <pc:docMk/>
            <pc:sldMk cId="2318493522" sldId="869"/>
            <ac:spMk id="20" creationId="{4AEE72B2-750C-A86B-A892-66D863EF228F}"/>
          </ac:spMkLst>
        </pc:spChg>
        <pc:spChg chg="add mod">
          <ac:chgData name="최문영" userId="c9c2ca5b-20f2-48c9-9e1f-a03229bf2768" providerId="ADAL" clId="{25452813-F51A-4D26-963C-5CA399B80D93}" dt="2025-07-16T22:06:12.007" v="5667"/>
          <ac:spMkLst>
            <pc:docMk/>
            <pc:sldMk cId="2318493522" sldId="869"/>
            <ac:spMk id="21" creationId="{2FEBFDAC-7929-AFC0-C3DC-4324EBB57B64}"/>
          </ac:spMkLst>
        </pc:spChg>
        <pc:spChg chg="add mod">
          <ac:chgData name="최문영" userId="c9c2ca5b-20f2-48c9-9e1f-a03229bf2768" providerId="ADAL" clId="{25452813-F51A-4D26-963C-5CA399B80D93}" dt="2025-07-16T22:06:12.007" v="5667"/>
          <ac:spMkLst>
            <pc:docMk/>
            <pc:sldMk cId="2318493522" sldId="869"/>
            <ac:spMk id="22" creationId="{255DB101-C5DF-3C6F-6B91-C30ED839C1DD}"/>
          </ac:spMkLst>
        </pc:spChg>
        <pc:spChg chg="add mod">
          <ac:chgData name="최문영" userId="c9c2ca5b-20f2-48c9-9e1f-a03229bf2768" providerId="ADAL" clId="{25452813-F51A-4D26-963C-5CA399B80D93}" dt="2025-07-16T22:21:00.134" v="6058" actId="14100"/>
          <ac:spMkLst>
            <pc:docMk/>
            <pc:sldMk cId="2318493522" sldId="869"/>
            <ac:spMk id="26" creationId="{79F74E09-BA8E-B95E-75DC-50D1DD4C0247}"/>
          </ac:spMkLst>
        </pc:spChg>
        <pc:spChg chg="add mod">
          <ac:chgData name="최문영" userId="c9c2ca5b-20f2-48c9-9e1f-a03229bf2768" providerId="ADAL" clId="{25452813-F51A-4D26-963C-5CA399B80D93}" dt="2025-07-16T22:22:01.029" v="6065" actId="1076"/>
          <ac:spMkLst>
            <pc:docMk/>
            <pc:sldMk cId="2318493522" sldId="869"/>
            <ac:spMk id="27" creationId="{8B271FA8-664B-FEB9-D088-799CF1452C10}"/>
          </ac:spMkLst>
        </pc:spChg>
        <pc:spChg chg="add mod">
          <ac:chgData name="최문영" userId="c9c2ca5b-20f2-48c9-9e1f-a03229bf2768" providerId="ADAL" clId="{25452813-F51A-4D26-963C-5CA399B80D93}" dt="2025-07-16T22:22:09.803" v="6080" actId="1036"/>
          <ac:spMkLst>
            <pc:docMk/>
            <pc:sldMk cId="2318493522" sldId="869"/>
            <ac:spMk id="28" creationId="{BAB0691B-298A-2EF3-05F5-35D9EBCD0A23}"/>
          </ac:spMkLst>
        </pc:spChg>
        <pc:spChg chg="mod">
          <ac:chgData name="최문영" userId="c9c2ca5b-20f2-48c9-9e1f-a03229bf2768" providerId="ADAL" clId="{25452813-F51A-4D26-963C-5CA399B80D93}" dt="2025-07-17T03:33:16.818" v="19019" actId="6549"/>
          <ac:spMkLst>
            <pc:docMk/>
            <pc:sldMk cId="2318493522" sldId="869"/>
            <ac:spMk id="47" creationId="{7384E82F-98A9-7DB7-CE63-4F8B9977C5FA}"/>
          </ac:spMkLst>
        </pc:spChg>
        <pc:graphicFrameChg chg="add mod">
          <ac:chgData name="최문영" userId="c9c2ca5b-20f2-48c9-9e1f-a03229bf2768" providerId="ADAL" clId="{25452813-F51A-4D26-963C-5CA399B80D93}" dt="2025-07-16T22:06:00.969" v="5662"/>
          <ac:graphicFrameMkLst>
            <pc:docMk/>
            <pc:sldMk cId="2318493522" sldId="869"/>
            <ac:graphicFrameMk id="5" creationId="{5CA7584A-EE4F-ABAF-FDA2-C4350511617D}"/>
          </ac:graphicFrameMkLst>
        </pc:graphicFrameChg>
        <pc:graphicFrameChg chg="add mod">
          <ac:chgData name="최문영" userId="c9c2ca5b-20f2-48c9-9e1f-a03229bf2768" providerId="ADAL" clId="{25452813-F51A-4D26-963C-5CA399B80D93}" dt="2025-07-16T22:06:12.007" v="5667"/>
          <ac:graphicFrameMkLst>
            <pc:docMk/>
            <pc:sldMk cId="2318493522" sldId="869"/>
            <ac:graphicFrameMk id="16" creationId="{B5D285AE-BBA0-C9B9-22BD-C8F83010443C}"/>
          </ac:graphicFrameMkLst>
        </pc:graphicFrameChg>
        <pc:picChg chg="add del">
          <ac:chgData name="최문영" userId="c9c2ca5b-20f2-48c9-9e1f-a03229bf2768" providerId="ADAL" clId="{25452813-F51A-4D26-963C-5CA399B80D93}" dt="2025-07-16T22:03:06.164" v="5613" actId="478"/>
          <ac:picMkLst>
            <pc:docMk/>
            <pc:sldMk cId="2318493522" sldId="869"/>
            <ac:picMk id="3" creationId="{149E3AD1-3408-651B-1548-151FE9F63BE8}"/>
          </ac:picMkLst>
        </pc:picChg>
        <pc:picChg chg="add del mod">
          <ac:chgData name="최문영" userId="c9c2ca5b-20f2-48c9-9e1f-a03229bf2768" providerId="ADAL" clId="{25452813-F51A-4D26-963C-5CA399B80D93}" dt="2025-07-16T22:11:45.651" v="5711" actId="478"/>
          <ac:picMkLst>
            <pc:docMk/>
            <pc:sldMk cId="2318493522" sldId="869"/>
            <ac:picMk id="4" creationId="{FD669309-DF21-4C56-7F5B-846C35D731A1}"/>
          </ac:picMkLst>
        </pc:picChg>
        <pc:picChg chg="add mod">
          <ac:chgData name="최문영" userId="c9c2ca5b-20f2-48c9-9e1f-a03229bf2768" providerId="ADAL" clId="{25452813-F51A-4D26-963C-5CA399B80D93}" dt="2025-07-16T22:06:00.969" v="5662"/>
          <ac:picMkLst>
            <pc:docMk/>
            <pc:sldMk cId="2318493522" sldId="869"/>
            <ac:picMk id="8" creationId="{0E63793D-0927-9A60-0A0E-14AE3FEA6C9E}"/>
          </ac:picMkLst>
        </pc:picChg>
        <pc:picChg chg="add mod">
          <ac:chgData name="최문영" userId="c9c2ca5b-20f2-48c9-9e1f-a03229bf2768" providerId="ADAL" clId="{25452813-F51A-4D26-963C-5CA399B80D93}" dt="2025-07-16T22:06:10.290" v="5665" actId="1076"/>
          <ac:picMkLst>
            <pc:docMk/>
            <pc:sldMk cId="2318493522" sldId="869"/>
            <ac:picMk id="14" creationId="{9C8B0396-6AA5-8212-272C-8CE91BDE88D8}"/>
          </ac:picMkLst>
        </pc:picChg>
        <pc:picChg chg="add mod">
          <ac:chgData name="최문영" userId="c9c2ca5b-20f2-48c9-9e1f-a03229bf2768" providerId="ADAL" clId="{25452813-F51A-4D26-963C-5CA399B80D93}" dt="2025-07-16T22:06:12.007" v="5667"/>
          <ac:picMkLst>
            <pc:docMk/>
            <pc:sldMk cId="2318493522" sldId="869"/>
            <ac:picMk id="18" creationId="{28825A73-31D9-5A73-EF3E-C6A20B18DA37}"/>
          </ac:picMkLst>
        </pc:picChg>
        <pc:picChg chg="add mod">
          <ac:chgData name="최문영" userId="c9c2ca5b-20f2-48c9-9e1f-a03229bf2768" providerId="ADAL" clId="{25452813-F51A-4D26-963C-5CA399B80D93}" dt="2025-07-16T22:13:14.279" v="5846" actId="1076"/>
          <ac:picMkLst>
            <pc:docMk/>
            <pc:sldMk cId="2318493522" sldId="869"/>
            <ac:picMk id="23" creationId="{08297CDE-0245-763E-6DD1-21AA445AF056}"/>
          </ac:picMkLst>
        </pc:picChg>
        <pc:picChg chg="add mod">
          <ac:chgData name="최문영" userId="c9c2ca5b-20f2-48c9-9e1f-a03229bf2768" providerId="ADAL" clId="{25452813-F51A-4D26-963C-5CA399B80D93}" dt="2025-07-16T22:13:00.406" v="5843" actId="1076"/>
          <ac:picMkLst>
            <pc:docMk/>
            <pc:sldMk cId="2318493522" sldId="869"/>
            <ac:picMk id="25" creationId="{E195FE50-60AF-8DB0-E708-DBB5906931AB}"/>
          </ac:picMkLst>
        </pc:picChg>
      </pc:sldChg>
      <pc:sldChg chg="addSp delSp modSp add mod delAnim modAnim modNotesTx">
        <pc:chgData name="최문영" userId="c9c2ca5b-20f2-48c9-9e1f-a03229bf2768" providerId="ADAL" clId="{25452813-F51A-4D26-963C-5CA399B80D93}" dt="2025-07-17T03:54:48.665" v="22281" actId="20577"/>
        <pc:sldMkLst>
          <pc:docMk/>
          <pc:sldMk cId="3232949088" sldId="870"/>
        </pc:sldMkLst>
        <pc:spChg chg="add del mod">
          <ac:chgData name="최문영" userId="c9c2ca5b-20f2-48c9-9e1f-a03229bf2768" providerId="ADAL" clId="{25452813-F51A-4D26-963C-5CA399B80D93}" dt="2025-07-16T22:15:54.893" v="6004" actId="478"/>
          <ac:spMkLst>
            <pc:docMk/>
            <pc:sldMk cId="3232949088" sldId="870"/>
            <ac:spMk id="5" creationId="{592B1EDD-1061-0D9A-E184-C1DF65DD00E8}"/>
          </ac:spMkLst>
        </pc:spChg>
        <pc:spChg chg="add del mod">
          <ac:chgData name="최문영" userId="c9c2ca5b-20f2-48c9-9e1f-a03229bf2768" providerId="ADAL" clId="{25452813-F51A-4D26-963C-5CA399B80D93}" dt="2025-07-16T22:15:57.737" v="6006" actId="478"/>
          <ac:spMkLst>
            <pc:docMk/>
            <pc:sldMk cId="3232949088" sldId="870"/>
            <ac:spMk id="7" creationId="{AB1152FB-B1B0-57FE-DC61-13A2F54A0412}"/>
          </ac:spMkLst>
        </pc:spChg>
        <pc:spChg chg="add del mod">
          <ac:chgData name="최문영" userId="c9c2ca5b-20f2-48c9-9e1f-a03229bf2768" providerId="ADAL" clId="{25452813-F51A-4D26-963C-5CA399B80D93}" dt="2025-07-16T22:15:56.192" v="6005" actId="478"/>
          <ac:spMkLst>
            <pc:docMk/>
            <pc:sldMk cId="3232949088" sldId="870"/>
            <ac:spMk id="8" creationId="{B7065B25-6167-1D0C-89E5-3F245C986802}"/>
          </ac:spMkLst>
        </pc:spChg>
        <pc:spChg chg="add del mod">
          <ac:chgData name="최문영" userId="c9c2ca5b-20f2-48c9-9e1f-a03229bf2768" providerId="ADAL" clId="{25452813-F51A-4D26-963C-5CA399B80D93}" dt="2025-07-16T22:15:52.773" v="6003" actId="478"/>
          <ac:spMkLst>
            <pc:docMk/>
            <pc:sldMk cId="3232949088" sldId="870"/>
            <ac:spMk id="9" creationId="{51725C1B-A57C-A7DD-DCA2-29F34B16CC7F}"/>
          </ac:spMkLst>
        </pc:spChg>
        <pc:spChg chg="add del mod">
          <ac:chgData name="최문영" userId="c9c2ca5b-20f2-48c9-9e1f-a03229bf2768" providerId="ADAL" clId="{25452813-F51A-4D26-963C-5CA399B80D93}" dt="2025-07-16T22:16:32.049" v="6019" actId="478"/>
          <ac:spMkLst>
            <pc:docMk/>
            <pc:sldMk cId="3232949088" sldId="870"/>
            <ac:spMk id="11" creationId="{10A822C0-1E77-3B27-EC73-DE5F0277E4E9}"/>
          </ac:spMkLst>
        </pc:spChg>
        <pc:spChg chg="add del mod">
          <ac:chgData name="최문영" userId="c9c2ca5b-20f2-48c9-9e1f-a03229bf2768" providerId="ADAL" clId="{25452813-F51A-4D26-963C-5CA399B80D93}" dt="2025-07-16T22:15:59.839" v="6007" actId="478"/>
          <ac:spMkLst>
            <pc:docMk/>
            <pc:sldMk cId="3232949088" sldId="870"/>
            <ac:spMk id="12" creationId="{DD88126F-D07F-5323-CA75-B293477AA037}"/>
          </ac:spMkLst>
        </pc:spChg>
        <pc:spChg chg="add mod">
          <ac:chgData name="최문영" userId="c9c2ca5b-20f2-48c9-9e1f-a03229bf2768" providerId="ADAL" clId="{25452813-F51A-4D26-963C-5CA399B80D93}" dt="2025-07-16T22:16:22.915" v="6015"/>
          <ac:spMkLst>
            <pc:docMk/>
            <pc:sldMk cId="3232949088" sldId="870"/>
            <ac:spMk id="14" creationId="{362232C9-14AA-E49B-4504-6FE06891821C}"/>
          </ac:spMkLst>
        </pc:spChg>
        <pc:spChg chg="add mod">
          <ac:chgData name="최문영" userId="c9c2ca5b-20f2-48c9-9e1f-a03229bf2768" providerId="ADAL" clId="{25452813-F51A-4D26-963C-5CA399B80D93}" dt="2025-07-16T22:21:52.175" v="6062" actId="14100"/>
          <ac:spMkLst>
            <pc:docMk/>
            <pc:sldMk cId="3232949088" sldId="870"/>
            <ac:spMk id="17" creationId="{E06249BA-7E03-C353-2D96-B7F8034D2709}"/>
          </ac:spMkLst>
        </pc:spChg>
        <pc:spChg chg="add del mod">
          <ac:chgData name="최문영" userId="c9c2ca5b-20f2-48c9-9e1f-a03229bf2768" providerId="ADAL" clId="{25452813-F51A-4D26-963C-5CA399B80D93}" dt="2025-07-17T03:33:28.020" v="19026" actId="20577"/>
          <ac:spMkLst>
            <pc:docMk/>
            <pc:sldMk cId="3232949088" sldId="870"/>
            <ac:spMk id="47" creationId="{5F27387C-5E13-CCE6-18F7-E72834DF3121}"/>
          </ac:spMkLst>
        </pc:spChg>
        <pc:picChg chg="add del mod">
          <ac:chgData name="최문영" userId="c9c2ca5b-20f2-48c9-9e1f-a03229bf2768" providerId="ADAL" clId="{25452813-F51A-4D26-963C-5CA399B80D93}" dt="2025-07-16T22:14:04.701" v="5859" actId="22"/>
          <ac:picMkLst>
            <pc:docMk/>
            <pc:sldMk cId="3232949088" sldId="870"/>
            <ac:picMk id="3" creationId="{73298FB2-08E5-DA7E-17B1-A33CACD75971}"/>
          </ac:picMkLst>
        </pc:picChg>
        <pc:picChg chg="add del mod modCrop">
          <ac:chgData name="최문영" userId="c9c2ca5b-20f2-48c9-9e1f-a03229bf2768" providerId="ADAL" clId="{25452813-F51A-4D26-963C-5CA399B80D93}" dt="2025-07-16T22:16:32.049" v="6019" actId="478"/>
          <ac:picMkLst>
            <pc:docMk/>
            <pc:sldMk cId="3232949088" sldId="870"/>
            <ac:picMk id="4" creationId="{01EE1163-4186-227C-F05B-C9A162BC9BC3}"/>
          </ac:picMkLst>
        </pc:picChg>
        <pc:picChg chg="add mod">
          <ac:chgData name="최문영" userId="c9c2ca5b-20f2-48c9-9e1f-a03229bf2768" providerId="ADAL" clId="{25452813-F51A-4D26-963C-5CA399B80D93}" dt="2025-07-16T22:16:22.915" v="6015"/>
          <ac:picMkLst>
            <pc:docMk/>
            <pc:sldMk cId="3232949088" sldId="870"/>
            <ac:picMk id="13" creationId="{742BFC6F-6ACE-1504-6110-D7042BDE7AB0}"/>
          </ac:picMkLst>
        </pc:picChg>
        <pc:picChg chg="add mod">
          <ac:chgData name="최문영" userId="c9c2ca5b-20f2-48c9-9e1f-a03229bf2768" providerId="ADAL" clId="{25452813-F51A-4D26-963C-5CA399B80D93}" dt="2025-07-16T22:16:29.253" v="6018" actId="1076"/>
          <ac:picMkLst>
            <pc:docMk/>
            <pc:sldMk cId="3232949088" sldId="870"/>
            <ac:picMk id="16" creationId="{C6B81282-8FE2-ABC5-6847-7AF6ED94A3F1}"/>
          </ac:picMkLst>
        </pc:picChg>
        <pc:picChg chg="del mod">
          <ac:chgData name="최문영" userId="c9c2ca5b-20f2-48c9-9e1f-a03229bf2768" providerId="ADAL" clId="{25452813-F51A-4D26-963C-5CA399B80D93}" dt="2025-07-16T22:15:43.947" v="6000" actId="478"/>
          <ac:picMkLst>
            <pc:docMk/>
            <pc:sldMk cId="3232949088" sldId="870"/>
            <ac:picMk id="23" creationId="{0E470E31-219E-DB69-C4DC-B6E7CB042097}"/>
          </ac:picMkLst>
        </pc:picChg>
        <pc:picChg chg="add del mod">
          <ac:chgData name="최문영" userId="c9c2ca5b-20f2-48c9-9e1f-a03229bf2768" providerId="ADAL" clId="{25452813-F51A-4D26-963C-5CA399B80D93}" dt="2025-07-16T22:14:08.218" v="5861" actId="14826"/>
          <ac:picMkLst>
            <pc:docMk/>
            <pc:sldMk cId="3232949088" sldId="870"/>
            <ac:picMk id="25" creationId="{5B1105F9-E58D-7FAB-1620-6BA11EC82175}"/>
          </ac:picMkLst>
        </pc:picChg>
      </pc:sldChg>
      <pc:sldChg chg="add del">
        <pc:chgData name="최문영" userId="c9c2ca5b-20f2-48c9-9e1f-a03229bf2768" providerId="ADAL" clId="{25452813-F51A-4D26-963C-5CA399B80D93}" dt="2025-07-16T22:13:28.725" v="5847" actId="47"/>
        <pc:sldMkLst>
          <pc:docMk/>
          <pc:sldMk cId="3792381022" sldId="870"/>
        </pc:sldMkLst>
      </pc:sldChg>
      <pc:sldChg chg="addSp delSp modSp add mod delAnim modAnim modNotesTx">
        <pc:chgData name="최문영" userId="c9c2ca5b-20f2-48c9-9e1f-a03229bf2768" providerId="ADAL" clId="{25452813-F51A-4D26-963C-5CA399B80D93}" dt="2025-07-17T03:56:11.730" v="22635" actId="20577"/>
        <pc:sldMkLst>
          <pc:docMk/>
          <pc:sldMk cId="1046618720" sldId="871"/>
        </pc:sldMkLst>
        <pc:spChg chg="add del mod">
          <ac:chgData name="최문영" userId="c9c2ca5b-20f2-48c9-9e1f-a03229bf2768" providerId="ADAL" clId="{25452813-F51A-4D26-963C-5CA399B80D93}" dt="2025-07-16T22:27:17.932" v="6138" actId="21"/>
          <ac:spMkLst>
            <pc:docMk/>
            <pc:sldMk cId="1046618720" sldId="871"/>
            <ac:spMk id="7" creationId="{B81B8921-FA2E-05E3-B19B-687D1E61C191}"/>
          </ac:spMkLst>
        </pc:spChg>
        <pc:spChg chg="add del mod">
          <ac:chgData name="최문영" userId="c9c2ca5b-20f2-48c9-9e1f-a03229bf2768" providerId="ADAL" clId="{25452813-F51A-4D26-963C-5CA399B80D93}" dt="2025-07-16T22:27:17.932" v="6138" actId="21"/>
          <ac:spMkLst>
            <pc:docMk/>
            <pc:sldMk cId="1046618720" sldId="871"/>
            <ac:spMk id="8" creationId="{D5AF895E-50A6-F0B8-4736-C52A59FD237E}"/>
          </ac:spMkLst>
        </pc:spChg>
        <pc:spChg chg="add del mod">
          <ac:chgData name="최문영" userId="c9c2ca5b-20f2-48c9-9e1f-a03229bf2768" providerId="ADAL" clId="{25452813-F51A-4D26-963C-5CA399B80D93}" dt="2025-07-16T22:27:29.714" v="6140" actId="478"/>
          <ac:spMkLst>
            <pc:docMk/>
            <pc:sldMk cId="1046618720" sldId="871"/>
            <ac:spMk id="11" creationId="{B81B8921-FA2E-05E3-B19B-687D1E61C191}"/>
          </ac:spMkLst>
        </pc:spChg>
        <pc:spChg chg="add del mod">
          <ac:chgData name="최문영" userId="c9c2ca5b-20f2-48c9-9e1f-a03229bf2768" providerId="ADAL" clId="{25452813-F51A-4D26-963C-5CA399B80D93}" dt="2025-07-16T22:27:38.048" v="6141" actId="21"/>
          <ac:spMkLst>
            <pc:docMk/>
            <pc:sldMk cId="1046618720" sldId="871"/>
            <ac:spMk id="12" creationId="{D5AF895E-50A6-F0B8-4736-C52A59FD237E}"/>
          </ac:spMkLst>
        </pc:spChg>
        <pc:spChg chg="add mod">
          <ac:chgData name="최문영" userId="c9c2ca5b-20f2-48c9-9e1f-a03229bf2768" providerId="ADAL" clId="{25452813-F51A-4D26-963C-5CA399B80D93}" dt="2025-07-16T22:27:38.805" v="6142"/>
          <ac:spMkLst>
            <pc:docMk/>
            <pc:sldMk cId="1046618720" sldId="871"/>
            <ac:spMk id="14" creationId="{D5AF895E-50A6-F0B8-4736-C52A59FD237E}"/>
          </ac:spMkLst>
        </pc:spChg>
        <pc:spChg chg="mod">
          <ac:chgData name="최문영" userId="c9c2ca5b-20f2-48c9-9e1f-a03229bf2768" providerId="ADAL" clId="{25452813-F51A-4D26-963C-5CA399B80D93}" dt="2025-07-17T03:33:58.499" v="19051"/>
          <ac:spMkLst>
            <pc:docMk/>
            <pc:sldMk cId="1046618720" sldId="871"/>
            <ac:spMk id="47" creationId="{3ACB92C6-EEF6-476D-0F8A-A54B96F3FC06}"/>
          </ac:spMkLst>
        </pc:spChg>
        <pc:picChg chg="add mod">
          <ac:chgData name="최문영" userId="c9c2ca5b-20f2-48c9-9e1f-a03229bf2768" providerId="ADAL" clId="{25452813-F51A-4D26-963C-5CA399B80D93}" dt="2025-07-16T22:19:28.830" v="6045" actId="1076"/>
          <ac:picMkLst>
            <pc:docMk/>
            <pc:sldMk cId="1046618720" sldId="871"/>
            <ac:picMk id="3" creationId="{0E73E687-E24B-B822-07D1-5081404A2709}"/>
          </ac:picMkLst>
        </pc:picChg>
        <pc:picChg chg="add del mod modCrop">
          <ac:chgData name="최문영" userId="c9c2ca5b-20f2-48c9-9e1f-a03229bf2768" providerId="ADAL" clId="{25452813-F51A-4D26-963C-5CA399B80D93}" dt="2025-07-16T22:27:13.797" v="6136" actId="478"/>
          <ac:picMkLst>
            <pc:docMk/>
            <pc:sldMk cId="1046618720" sldId="871"/>
            <ac:picMk id="4" creationId="{906B184D-C157-9537-EA64-93A8124FFAA4}"/>
          </ac:picMkLst>
        </pc:picChg>
        <pc:picChg chg="add del mod">
          <ac:chgData name="최문영" userId="c9c2ca5b-20f2-48c9-9e1f-a03229bf2768" providerId="ADAL" clId="{25452813-F51A-4D26-963C-5CA399B80D93}" dt="2025-07-16T22:27:17.932" v="6138" actId="21"/>
          <ac:picMkLst>
            <pc:docMk/>
            <pc:sldMk cId="1046618720" sldId="871"/>
            <ac:picMk id="5" creationId="{EA68275F-58BB-5A07-098F-B45BC25170AC}"/>
          </ac:picMkLst>
        </pc:picChg>
        <pc:picChg chg="add del mod">
          <ac:chgData name="최문영" userId="c9c2ca5b-20f2-48c9-9e1f-a03229bf2768" providerId="ADAL" clId="{25452813-F51A-4D26-963C-5CA399B80D93}" dt="2025-07-16T22:27:38.048" v="6141" actId="21"/>
          <ac:picMkLst>
            <pc:docMk/>
            <pc:sldMk cId="1046618720" sldId="871"/>
            <ac:picMk id="9" creationId="{EA68275F-58BB-5A07-098F-B45BC25170AC}"/>
          </ac:picMkLst>
        </pc:picChg>
        <pc:picChg chg="add mod">
          <ac:chgData name="최문영" userId="c9c2ca5b-20f2-48c9-9e1f-a03229bf2768" providerId="ADAL" clId="{25452813-F51A-4D26-963C-5CA399B80D93}" dt="2025-07-16T22:27:38.805" v="6142"/>
          <ac:picMkLst>
            <pc:docMk/>
            <pc:sldMk cId="1046618720" sldId="871"/>
            <ac:picMk id="13" creationId="{EA68275F-58BB-5A07-098F-B45BC25170AC}"/>
          </ac:picMkLst>
        </pc:picChg>
        <pc:picChg chg="del">
          <ac:chgData name="최문영" userId="c9c2ca5b-20f2-48c9-9e1f-a03229bf2768" providerId="ADAL" clId="{25452813-F51A-4D26-963C-5CA399B80D93}" dt="2025-07-16T22:17:31.148" v="6038" actId="478"/>
          <ac:picMkLst>
            <pc:docMk/>
            <pc:sldMk cId="1046618720" sldId="871"/>
            <ac:picMk id="16" creationId="{95637C49-9C4B-E91A-7AEB-2EF8C43D8324}"/>
          </ac:picMkLst>
        </pc:picChg>
        <pc:picChg chg="add mod modCrop">
          <ac:chgData name="최문영" userId="c9c2ca5b-20f2-48c9-9e1f-a03229bf2768" providerId="ADAL" clId="{25452813-F51A-4D26-963C-5CA399B80D93}" dt="2025-07-16T22:29:18.511" v="6365" actId="1076"/>
          <ac:picMkLst>
            <pc:docMk/>
            <pc:sldMk cId="1046618720" sldId="871"/>
            <ac:picMk id="17" creationId="{094CC146-A53A-3E35-6A60-5D8DE7ADE32C}"/>
          </ac:picMkLst>
        </pc:picChg>
        <pc:picChg chg="mod">
          <ac:chgData name="최문영" userId="c9c2ca5b-20f2-48c9-9e1f-a03229bf2768" providerId="ADAL" clId="{25452813-F51A-4D26-963C-5CA399B80D93}" dt="2025-07-16T22:18:02.606" v="6043" actId="14826"/>
          <ac:picMkLst>
            <pc:docMk/>
            <pc:sldMk cId="1046618720" sldId="871"/>
            <ac:picMk id="25" creationId="{D76E8E3C-90B9-9AB7-74E8-50EF782CB38A}"/>
          </ac:picMkLst>
        </pc:picChg>
      </pc:sldChg>
      <pc:sldChg chg="addSp delSp modSp add mod modNotesTx">
        <pc:chgData name="최문영" userId="c9c2ca5b-20f2-48c9-9e1f-a03229bf2768" providerId="ADAL" clId="{25452813-F51A-4D26-963C-5CA399B80D93}" dt="2025-07-17T03:57:05.077" v="22934" actId="20577"/>
        <pc:sldMkLst>
          <pc:docMk/>
          <pc:sldMk cId="709648435" sldId="872"/>
        </pc:sldMkLst>
        <pc:spChg chg="mod">
          <ac:chgData name="최문영" userId="c9c2ca5b-20f2-48c9-9e1f-a03229bf2768" providerId="ADAL" clId="{25452813-F51A-4D26-963C-5CA399B80D93}" dt="2025-07-17T03:34:35.416" v="19087"/>
          <ac:spMkLst>
            <pc:docMk/>
            <pc:sldMk cId="709648435" sldId="872"/>
            <ac:spMk id="47" creationId="{41BEE941-2010-D635-CB22-075BE0D7D5FA}"/>
          </ac:spMkLst>
        </pc:spChg>
        <pc:picChg chg="mod">
          <ac:chgData name="최문영" userId="c9c2ca5b-20f2-48c9-9e1f-a03229bf2768" providerId="ADAL" clId="{25452813-F51A-4D26-963C-5CA399B80D93}" dt="2025-07-16T22:29:35.723" v="6380" actId="14826"/>
          <ac:picMkLst>
            <pc:docMk/>
            <pc:sldMk cId="709648435" sldId="872"/>
            <ac:picMk id="3" creationId="{13B490EC-9E05-8B93-D0B8-B615843EC01C}"/>
          </ac:picMkLst>
        </pc:picChg>
        <pc:picChg chg="add del mod">
          <ac:chgData name="최문영" userId="c9c2ca5b-20f2-48c9-9e1f-a03229bf2768" providerId="ADAL" clId="{25452813-F51A-4D26-963C-5CA399B80D93}" dt="2025-07-16T22:29:30.399" v="6377" actId="21"/>
          <ac:picMkLst>
            <pc:docMk/>
            <pc:sldMk cId="709648435" sldId="872"/>
            <ac:picMk id="4" creationId="{BB76EBCB-6E8A-FF89-EBA6-6B4B1B823BA3}"/>
          </ac:picMkLst>
        </pc:picChg>
        <pc:picChg chg="add del mod">
          <ac:chgData name="최문영" userId="c9c2ca5b-20f2-48c9-9e1f-a03229bf2768" providerId="ADAL" clId="{25452813-F51A-4D26-963C-5CA399B80D93}" dt="2025-07-16T22:29:33.603" v="6379" actId="21"/>
          <ac:picMkLst>
            <pc:docMk/>
            <pc:sldMk cId="709648435" sldId="872"/>
            <ac:picMk id="7" creationId="{5DC53EEF-F0E7-A1ED-7891-BC3C87CA5D64}"/>
          </ac:picMkLst>
        </pc:picChg>
        <pc:picChg chg="mod">
          <ac:chgData name="최문영" userId="c9c2ca5b-20f2-48c9-9e1f-a03229bf2768" providerId="ADAL" clId="{25452813-F51A-4D26-963C-5CA399B80D93}" dt="2025-07-16T22:29:32.632" v="6378" actId="14826"/>
          <ac:picMkLst>
            <pc:docMk/>
            <pc:sldMk cId="709648435" sldId="872"/>
            <ac:picMk id="25" creationId="{DA7098BE-6DF8-531A-F1FE-BB2862B4A82A}"/>
          </ac:picMkLst>
        </pc:picChg>
      </pc:sldChg>
      <pc:sldChg chg="addSp delSp modSp add mod ord modNotesTx">
        <pc:chgData name="최문영" userId="c9c2ca5b-20f2-48c9-9e1f-a03229bf2768" providerId="ADAL" clId="{25452813-F51A-4D26-963C-5CA399B80D93}" dt="2025-07-17T03:49:19.089" v="20949" actId="20577"/>
        <pc:sldMkLst>
          <pc:docMk/>
          <pc:sldMk cId="1990255097" sldId="873"/>
        </pc:sldMkLst>
        <pc:spChg chg="mod">
          <ac:chgData name="최문영" userId="c9c2ca5b-20f2-48c9-9e1f-a03229bf2768" providerId="ADAL" clId="{25452813-F51A-4D26-963C-5CA399B80D93}" dt="2025-07-16T22:40:39.729" v="6958" actId="20577"/>
          <ac:spMkLst>
            <pc:docMk/>
            <pc:sldMk cId="1990255097" sldId="873"/>
            <ac:spMk id="10" creationId="{080A17CA-108A-3AD5-217C-B44B7569C787}"/>
          </ac:spMkLst>
        </pc:spChg>
        <pc:spChg chg="mod">
          <ac:chgData name="최문영" userId="c9c2ca5b-20f2-48c9-9e1f-a03229bf2768" providerId="ADAL" clId="{25452813-F51A-4D26-963C-5CA399B80D93}" dt="2025-07-17T00:04:46.327" v="8927"/>
          <ac:spMkLst>
            <pc:docMk/>
            <pc:sldMk cId="1990255097" sldId="873"/>
            <ac:spMk id="47" creationId="{DCEF988A-C7DD-344C-4263-4F781AA545E7}"/>
          </ac:spMkLst>
        </pc:spChg>
        <pc:picChg chg="del">
          <ac:chgData name="최문영" userId="c9c2ca5b-20f2-48c9-9e1f-a03229bf2768" providerId="ADAL" clId="{25452813-F51A-4D26-963C-5CA399B80D93}" dt="2025-07-16T22:33:02.939" v="6596" actId="478"/>
          <ac:picMkLst>
            <pc:docMk/>
            <pc:sldMk cId="1990255097" sldId="873"/>
            <ac:picMk id="3" creationId="{84BD9D3B-50F9-864D-09AC-B7B69D105972}"/>
          </ac:picMkLst>
        </pc:picChg>
        <pc:picChg chg="add del mod">
          <ac:chgData name="최문영" userId="c9c2ca5b-20f2-48c9-9e1f-a03229bf2768" providerId="ADAL" clId="{25452813-F51A-4D26-963C-5CA399B80D93}" dt="2025-07-16T22:40:22.676" v="6947" actId="478"/>
          <ac:picMkLst>
            <pc:docMk/>
            <pc:sldMk cId="1990255097" sldId="873"/>
            <ac:picMk id="4" creationId="{83647851-5D0E-54E7-D0B2-EFD0E3A60B1B}"/>
          </ac:picMkLst>
        </pc:picChg>
        <pc:picChg chg="add mod">
          <ac:chgData name="최문영" userId="c9c2ca5b-20f2-48c9-9e1f-a03229bf2768" providerId="ADAL" clId="{25452813-F51A-4D26-963C-5CA399B80D93}" dt="2025-07-16T22:45:47.386" v="7166" actId="14100"/>
          <ac:picMkLst>
            <pc:docMk/>
            <pc:sldMk cId="1990255097" sldId="873"/>
            <ac:picMk id="5" creationId="{E3BFEE02-E528-E343-51E0-28DACBD2E73A}"/>
          </ac:picMkLst>
        </pc:picChg>
        <pc:picChg chg="del">
          <ac:chgData name="최문영" userId="c9c2ca5b-20f2-48c9-9e1f-a03229bf2768" providerId="ADAL" clId="{25452813-F51A-4D26-963C-5CA399B80D93}" dt="2025-07-16T22:33:01.935" v="6595" actId="478"/>
          <ac:picMkLst>
            <pc:docMk/>
            <pc:sldMk cId="1990255097" sldId="873"/>
            <ac:picMk id="25" creationId="{94787EB3-5758-B2E7-10FC-57D4BA5EA458}"/>
          </ac:picMkLst>
        </pc:picChg>
      </pc:sldChg>
      <pc:sldChg chg="addSp delSp modSp add mod ord modAnim modNotesTx">
        <pc:chgData name="최문영" userId="c9c2ca5b-20f2-48c9-9e1f-a03229bf2768" providerId="ADAL" clId="{25452813-F51A-4D26-963C-5CA399B80D93}" dt="2025-07-17T03:50:55.984" v="21354" actId="20577"/>
        <pc:sldMkLst>
          <pc:docMk/>
          <pc:sldMk cId="4006497666" sldId="874"/>
        </pc:sldMkLst>
        <pc:spChg chg="add mod">
          <ac:chgData name="최문영" userId="c9c2ca5b-20f2-48c9-9e1f-a03229bf2768" providerId="ADAL" clId="{25452813-F51A-4D26-963C-5CA399B80D93}" dt="2025-07-16T22:54:58.090" v="7483" actId="1076"/>
          <ac:spMkLst>
            <pc:docMk/>
            <pc:sldMk cId="4006497666" sldId="874"/>
            <ac:spMk id="7" creationId="{922FE335-192B-ED93-B4A3-3BF9DE42350C}"/>
          </ac:spMkLst>
        </pc:spChg>
        <pc:spChg chg="mod">
          <ac:chgData name="최문영" userId="c9c2ca5b-20f2-48c9-9e1f-a03229bf2768" providerId="ADAL" clId="{25452813-F51A-4D26-963C-5CA399B80D93}" dt="2025-07-16T22:41:03.235" v="6962"/>
          <ac:spMkLst>
            <pc:docMk/>
            <pc:sldMk cId="4006497666" sldId="874"/>
            <ac:spMk id="10" creationId="{4212F897-C097-60EC-6F89-23E9E6649BAD}"/>
          </ac:spMkLst>
        </pc:spChg>
        <pc:spChg chg="add del mod">
          <ac:chgData name="최문영" userId="c9c2ca5b-20f2-48c9-9e1f-a03229bf2768" providerId="ADAL" clId="{25452813-F51A-4D26-963C-5CA399B80D93}" dt="2025-07-16T22:55:48.705" v="7531" actId="478"/>
          <ac:spMkLst>
            <pc:docMk/>
            <pc:sldMk cId="4006497666" sldId="874"/>
            <ac:spMk id="11" creationId="{A032D627-B66C-4CC1-64E3-97A291CBC882}"/>
          </ac:spMkLst>
        </pc:spChg>
        <pc:spChg chg="add del mod">
          <ac:chgData name="최문영" userId="c9c2ca5b-20f2-48c9-9e1f-a03229bf2768" providerId="ADAL" clId="{25452813-F51A-4D26-963C-5CA399B80D93}" dt="2025-07-16T22:55:46.842" v="7530" actId="478"/>
          <ac:spMkLst>
            <pc:docMk/>
            <pc:sldMk cId="4006497666" sldId="874"/>
            <ac:spMk id="12" creationId="{F6AC22B1-0006-DC31-6E89-8F5A4C704C76}"/>
          </ac:spMkLst>
        </pc:spChg>
        <pc:spChg chg="add del mod">
          <ac:chgData name="최문영" userId="c9c2ca5b-20f2-48c9-9e1f-a03229bf2768" providerId="ADAL" clId="{25452813-F51A-4D26-963C-5CA399B80D93}" dt="2025-07-17T00:05:06.673" v="8933" actId="478"/>
          <ac:spMkLst>
            <pc:docMk/>
            <pc:sldMk cId="4006497666" sldId="874"/>
            <ac:spMk id="13" creationId="{9EE6BF20-9CBB-20FB-3A23-AFFC3BD9B7EA}"/>
          </ac:spMkLst>
        </pc:spChg>
        <pc:spChg chg="add del mod">
          <ac:chgData name="최문영" userId="c9c2ca5b-20f2-48c9-9e1f-a03229bf2768" providerId="ADAL" clId="{25452813-F51A-4D26-963C-5CA399B80D93}" dt="2025-07-17T00:05:06.673" v="8933" actId="478"/>
          <ac:spMkLst>
            <pc:docMk/>
            <pc:sldMk cId="4006497666" sldId="874"/>
            <ac:spMk id="14" creationId="{76745277-9FA1-5FC0-DC29-2EBCF963CCA7}"/>
          </ac:spMkLst>
        </pc:spChg>
        <pc:spChg chg="mod">
          <ac:chgData name="최문영" userId="c9c2ca5b-20f2-48c9-9e1f-a03229bf2768" providerId="ADAL" clId="{25452813-F51A-4D26-963C-5CA399B80D93}" dt="2025-07-17T00:04:54.593" v="8932" actId="113"/>
          <ac:spMkLst>
            <pc:docMk/>
            <pc:sldMk cId="4006497666" sldId="874"/>
            <ac:spMk id="47" creationId="{C090172C-6F72-FDC4-D47F-51D5E37C5E80}"/>
          </ac:spMkLst>
        </pc:spChg>
        <pc:picChg chg="add del mod">
          <ac:chgData name="최문영" userId="c9c2ca5b-20f2-48c9-9e1f-a03229bf2768" providerId="ADAL" clId="{25452813-F51A-4D26-963C-5CA399B80D93}" dt="2025-07-16T22:54:27.654" v="7469" actId="478"/>
          <ac:picMkLst>
            <pc:docMk/>
            <pc:sldMk cId="4006497666" sldId="874"/>
            <ac:picMk id="3" creationId="{E202266C-3E87-25A1-C2A5-CBB7386DD98D}"/>
          </ac:picMkLst>
        </pc:picChg>
        <pc:picChg chg="del">
          <ac:chgData name="최문영" userId="c9c2ca5b-20f2-48c9-9e1f-a03229bf2768" providerId="ADAL" clId="{25452813-F51A-4D26-963C-5CA399B80D93}" dt="2025-07-16T22:48:10.425" v="7215" actId="478"/>
          <ac:picMkLst>
            <pc:docMk/>
            <pc:sldMk cId="4006497666" sldId="874"/>
            <ac:picMk id="4" creationId="{2B0DDB8A-ADF9-036F-0120-AB16AB19B222}"/>
          </ac:picMkLst>
        </pc:picChg>
        <pc:picChg chg="add mod">
          <ac:chgData name="최문영" userId="c9c2ca5b-20f2-48c9-9e1f-a03229bf2768" providerId="ADAL" clId="{25452813-F51A-4D26-963C-5CA399B80D93}" dt="2025-07-16T22:54:48.965" v="7473" actId="1076"/>
          <ac:picMkLst>
            <pc:docMk/>
            <pc:sldMk cId="4006497666" sldId="874"/>
            <ac:picMk id="5" creationId="{1BCE2F5E-E845-78DA-6300-49B86D4DFAC0}"/>
          </ac:picMkLst>
        </pc:picChg>
        <pc:picChg chg="add mod">
          <ac:chgData name="최문영" userId="c9c2ca5b-20f2-48c9-9e1f-a03229bf2768" providerId="ADAL" clId="{25452813-F51A-4D26-963C-5CA399B80D93}" dt="2025-07-16T22:54:44.934" v="7471" actId="1076"/>
          <ac:picMkLst>
            <pc:docMk/>
            <pc:sldMk cId="4006497666" sldId="874"/>
            <ac:picMk id="8" creationId="{79FF5C7D-9C39-FBE3-C723-D12FCA7602B2}"/>
          </ac:picMkLst>
        </pc:picChg>
        <pc:picChg chg="add mod">
          <ac:chgData name="최문영" userId="c9c2ca5b-20f2-48c9-9e1f-a03229bf2768" providerId="ADAL" clId="{25452813-F51A-4D26-963C-5CA399B80D93}" dt="2025-07-16T22:54:24.181" v="7468" actId="1076"/>
          <ac:picMkLst>
            <pc:docMk/>
            <pc:sldMk cId="4006497666" sldId="874"/>
            <ac:picMk id="9" creationId="{B63E8415-9DD5-4373-2DD7-4E8DEB745A1C}"/>
          </ac:picMkLst>
        </pc:picChg>
      </pc:sldChg>
      <pc:sldChg chg="addSp delSp modSp add mod">
        <pc:chgData name="최문영" userId="c9c2ca5b-20f2-48c9-9e1f-a03229bf2768" providerId="ADAL" clId="{25452813-F51A-4D26-963C-5CA399B80D93}" dt="2025-07-17T01:35:23.313" v="9262"/>
        <pc:sldMkLst>
          <pc:docMk/>
          <pc:sldMk cId="2292641162" sldId="875"/>
        </pc:sldMkLst>
        <pc:spChg chg="add mod">
          <ac:chgData name="최문영" userId="c9c2ca5b-20f2-48c9-9e1f-a03229bf2768" providerId="ADAL" clId="{25452813-F51A-4D26-963C-5CA399B80D93}" dt="2025-07-16T23:06:52.462" v="7634" actId="1035"/>
          <ac:spMkLst>
            <pc:docMk/>
            <pc:sldMk cId="2292641162" sldId="875"/>
            <ac:spMk id="2" creationId="{9F3FECB0-454B-0137-4A17-E073BE367957}"/>
          </ac:spMkLst>
        </pc:spChg>
        <pc:spChg chg="add mod">
          <ac:chgData name="최문영" userId="c9c2ca5b-20f2-48c9-9e1f-a03229bf2768" providerId="ADAL" clId="{25452813-F51A-4D26-963C-5CA399B80D93}" dt="2025-07-16T23:06:52.462" v="7634" actId="1035"/>
          <ac:spMkLst>
            <pc:docMk/>
            <pc:sldMk cId="2292641162" sldId="875"/>
            <ac:spMk id="3" creationId="{EC5FD444-8AC6-6774-78F7-7A6BE3829D16}"/>
          </ac:spMkLst>
        </pc:spChg>
        <pc:spChg chg="add mod">
          <ac:chgData name="최문영" userId="c9c2ca5b-20f2-48c9-9e1f-a03229bf2768" providerId="ADAL" clId="{25452813-F51A-4D26-963C-5CA399B80D93}" dt="2025-07-17T01:35:23.313" v="9262"/>
          <ac:spMkLst>
            <pc:docMk/>
            <pc:sldMk cId="2292641162" sldId="875"/>
            <ac:spMk id="4" creationId="{DF7C45BA-B2D4-3BB9-8550-508DA747F08E}"/>
          </ac:spMkLst>
        </pc:spChg>
        <pc:spChg chg="del">
          <ac:chgData name="최문영" userId="c9c2ca5b-20f2-48c9-9e1f-a03229bf2768" providerId="ADAL" clId="{25452813-F51A-4D26-963C-5CA399B80D93}" dt="2025-07-16T23:05:35.262" v="7572" actId="478"/>
          <ac:spMkLst>
            <pc:docMk/>
            <pc:sldMk cId="2292641162" sldId="875"/>
            <ac:spMk id="7" creationId="{6B46AA1A-78F1-E0CD-6212-A26990DD4373}"/>
          </ac:spMkLst>
        </pc:spChg>
        <pc:spChg chg="mod">
          <ac:chgData name="최문영" userId="c9c2ca5b-20f2-48c9-9e1f-a03229bf2768" providerId="ADAL" clId="{25452813-F51A-4D26-963C-5CA399B80D93}" dt="2025-07-16T23:05:52.034" v="7575"/>
          <ac:spMkLst>
            <pc:docMk/>
            <pc:sldMk cId="2292641162" sldId="875"/>
            <ac:spMk id="10" creationId="{A345C693-52ED-25F4-7616-847EF3E0123A}"/>
          </ac:spMkLst>
        </pc:spChg>
        <pc:spChg chg="del mod">
          <ac:chgData name="최문영" userId="c9c2ca5b-20f2-48c9-9e1f-a03229bf2768" providerId="ADAL" clId="{25452813-F51A-4D26-963C-5CA399B80D93}" dt="2025-07-16T23:06:48.148" v="7601" actId="478"/>
          <ac:spMkLst>
            <pc:docMk/>
            <pc:sldMk cId="2292641162" sldId="875"/>
            <ac:spMk id="47" creationId="{E8D27AC7-FE49-E0D8-4BE1-670D91A93FC2}"/>
          </ac:spMkLst>
        </pc:spChg>
        <pc:picChg chg="del">
          <ac:chgData name="최문영" userId="c9c2ca5b-20f2-48c9-9e1f-a03229bf2768" providerId="ADAL" clId="{25452813-F51A-4D26-963C-5CA399B80D93}" dt="2025-07-16T23:05:33.754" v="7571" actId="478"/>
          <ac:picMkLst>
            <pc:docMk/>
            <pc:sldMk cId="2292641162" sldId="875"/>
            <ac:picMk id="5" creationId="{0C5934A5-B3F7-EA32-55A0-B1633C9161A6}"/>
          </ac:picMkLst>
        </pc:picChg>
        <pc:picChg chg="del">
          <ac:chgData name="최문영" userId="c9c2ca5b-20f2-48c9-9e1f-a03229bf2768" providerId="ADAL" clId="{25452813-F51A-4D26-963C-5CA399B80D93}" dt="2025-07-16T23:05:32.824" v="7570" actId="478"/>
          <ac:picMkLst>
            <pc:docMk/>
            <pc:sldMk cId="2292641162" sldId="875"/>
            <ac:picMk id="8" creationId="{270CFC45-88C6-C60F-D29C-B765A2BD677A}"/>
          </ac:picMkLst>
        </pc:picChg>
        <pc:picChg chg="del">
          <ac:chgData name="최문영" userId="c9c2ca5b-20f2-48c9-9e1f-a03229bf2768" providerId="ADAL" clId="{25452813-F51A-4D26-963C-5CA399B80D93}" dt="2025-07-16T23:05:32.500" v="7569" actId="478"/>
          <ac:picMkLst>
            <pc:docMk/>
            <pc:sldMk cId="2292641162" sldId="875"/>
            <ac:picMk id="9" creationId="{D83D15F7-EC02-5DAB-5CF3-F37132930B11}"/>
          </ac:picMkLst>
        </pc:picChg>
      </pc:sldChg>
      <pc:sldChg chg="addSp delSp modSp add del mod">
        <pc:chgData name="최문영" userId="c9c2ca5b-20f2-48c9-9e1f-a03229bf2768" providerId="ADAL" clId="{25452813-F51A-4D26-963C-5CA399B80D93}" dt="2025-07-16T23:26:57.121" v="8645" actId="47"/>
        <pc:sldMkLst>
          <pc:docMk/>
          <pc:sldMk cId="3760304075" sldId="876"/>
        </pc:sldMkLst>
        <pc:spChg chg="mod">
          <ac:chgData name="최문영" userId="c9c2ca5b-20f2-48c9-9e1f-a03229bf2768" providerId="ADAL" clId="{25452813-F51A-4D26-963C-5CA399B80D93}" dt="2025-07-16T23:16:49.263" v="7929"/>
          <ac:spMkLst>
            <pc:docMk/>
            <pc:sldMk cId="3760304075" sldId="876"/>
            <ac:spMk id="10" creationId="{794577E4-5A71-1D12-23B9-82C42F488977}"/>
          </ac:spMkLst>
        </pc:spChg>
        <pc:spChg chg="mod">
          <ac:chgData name="최문영" userId="c9c2ca5b-20f2-48c9-9e1f-a03229bf2768" providerId="ADAL" clId="{25452813-F51A-4D26-963C-5CA399B80D93}" dt="2025-07-16T23:21:36.712" v="8452"/>
          <ac:spMkLst>
            <pc:docMk/>
            <pc:sldMk cId="3760304075" sldId="876"/>
            <ac:spMk id="47" creationId="{F6E836D5-8724-B50E-867F-FB13CA1177D5}"/>
          </ac:spMkLst>
        </pc:spChg>
        <pc:picChg chg="add del">
          <ac:chgData name="최문영" userId="c9c2ca5b-20f2-48c9-9e1f-a03229bf2768" providerId="ADAL" clId="{25452813-F51A-4D26-963C-5CA399B80D93}" dt="2025-07-16T23:18:23.537" v="8064" actId="22"/>
          <ac:picMkLst>
            <pc:docMk/>
            <pc:sldMk cId="3760304075" sldId="876"/>
            <ac:picMk id="3" creationId="{B3769CAB-902C-69D2-F21D-0C0B4E8E879F}"/>
          </ac:picMkLst>
        </pc:picChg>
        <pc:picChg chg="add mod">
          <ac:chgData name="최문영" userId="c9c2ca5b-20f2-48c9-9e1f-a03229bf2768" providerId="ADAL" clId="{25452813-F51A-4D26-963C-5CA399B80D93}" dt="2025-07-16T23:18:32.055" v="8085" actId="1076"/>
          <ac:picMkLst>
            <pc:docMk/>
            <pc:sldMk cId="3760304075" sldId="876"/>
            <ac:picMk id="5" creationId="{F4C354E6-44E2-90FA-4500-5795F1A98F56}"/>
          </ac:picMkLst>
        </pc:picChg>
      </pc:sldChg>
      <pc:sldChg chg="modSp add mod modNotesTx">
        <pc:chgData name="최문영" userId="c9c2ca5b-20f2-48c9-9e1f-a03229bf2768" providerId="ADAL" clId="{25452813-F51A-4D26-963C-5CA399B80D93}" dt="2025-07-17T02:52:49.856" v="11619" actId="20577"/>
        <pc:sldMkLst>
          <pc:docMk/>
          <pc:sldMk cId="3930717217" sldId="876"/>
        </pc:sldMkLst>
        <pc:spChg chg="mod">
          <ac:chgData name="최문영" userId="c9c2ca5b-20f2-48c9-9e1f-a03229bf2768" providerId="ADAL" clId="{25452813-F51A-4D26-963C-5CA399B80D93}" dt="2025-07-16T23:34:13.737" v="8863" actId="207"/>
          <ac:spMkLst>
            <pc:docMk/>
            <pc:sldMk cId="3930717217" sldId="876"/>
            <ac:spMk id="47" creationId="{B64F7B90-92E2-3538-2C9C-D349E78840FB}"/>
          </ac:spMkLst>
        </pc:spChg>
      </pc:sldChg>
      <pc:sldChg chg="addSp delSp modSp add mod modNotesTx">
        <pc:chgData name="최문영" userId="c9c2ca5b-20f2-48c9-9e1f-a03229bf2768" providerId="ADAL" clId="{25452813-F51A-4D26-963C-5CA399B80D93}" dt="2025-07-17T03:05:33.921" v="14515" actId="20577"/>
        <pc:sldMkLst>
          <pc:docMk/>
          <pc:sldMk cId="1543108493" sldId="877"/>
        </pc:sldMkLst>
        <pc:spChg chg="mod">
          <ac:chgData name="최문영" userId="c9c2ca5b-20f2-48c9-9e1f-a03229bf2768" providerId="ADAL" clId="{25452813-F51A-4D26-963C-5CA399B80D93}" dt="2025-07-17T01:49:29.993" v="9279"/>
          <ac:spMkLst>
            <pc:docMk/>
            <pc:sldMk cId="1543108493" sldId="877"/>
            <ac:spMk id="10" creationId="{97BC74B7-1D78-6D64-AA9F-0C796ACDD85A}"/>
          </ac:spMkLst>
        </pc:spChg>
        <pc:spChg chg="mod">
          <ac:chgData name="최문영" userId="c9c2ca5b-20f2-48c9-9e1f-a03229bf2768" providerId="ADAL" clId="{25452813-F51A-4D26-963C-5CA399B80D93}" dt="2025-07-17T01:49:59.401" v="9308" actId="20577"/>
          <ac:spMkLst>
            <pc:docMk/>
            <pc:sldMk cId="1543108493" sldId="877"/>
            <ac:spMk id="47" creationId="{B3D00616-F4B8-5963-7BD2-41BC0A30C0CB}"/>
          </ac:spMkLst>
        </pc:spChg>
        <pc:graphicFrameChg chg="add del mod modGraphic">
          <ac:chgData name="최문영" userId="c9c2ca5b-20f2-48c9-9e1f-a03229bf2768" providerId="ADAL" clId="{25452813-F51A-4D26-963C-5CA399B80D93}" dt="2025-07-17T01:50:22.349" v="9312" actId="478"/>
          <ac:graphicFrameMkLst>
            <pc:docMk/>
            <pc:sldMk cId="1543108493" sldId="877"/>
            <ac:graphicFrameMk id="2" creationId="{567B6159-1E9C-78FE-1482-04B04BA20224}"/>
          </ac:graphicFrameMkLst>
        </pc:graphicFrameChg>
        <pc:graphicFrameChg chg="add del">
          <ac:chgData name="최문영" userId="c9c2ca5b-20f2-48c9-9e1f-a03229bf2768" providerId="ADAL" clId="{25452813-F51A-4D26-963C-5CA399B80D93}" dt="2025-07-17T01:50:43.930" v="9314" actId="3680"/>
          <ac:graphicFrameMkLst>
            <pc:docMk/>
            <pc:sldMk cId="1543108493" sldId="877"/>
            <ac:graphicFrameMk id="4" creationId="{60591A6A-A63B-F56E-9704-AB2DAF3DABBB}"/>
          </ac:graphicFrameMkLst>
        </pc:graphicFrameChg>
        <pc:graphicFrameChg chg="add del mod">
          <ac:chgData name="최문영" userId="c9c2ca5b-20f2-48c9-9e1f-a03229bf2768" providerId="ADAL" clId="{25452813-F51A-4D26-963C-5CA399B80D93}" dt="2025-07-17T01:50:53.987" v="9317" actId="478"/>
          <ac:graphicFrameMkLst>
            <pc:docMk/>
            <pc:sldMk cId="1543108493" sldId="877"/>
            <ac:graphicFrameMk id="5" creationId="{E10281F1-3719-46F4-9D3A-3B25DFB64C09}"/>
          </ac:graphicFrameMkLst>
        </pc:graphicFrameChg>
        <pc:graphicFrameChg chg="add del mod">
          <ac:chgData name="최문영" userId="c9c2ca5b-20f2-48c9-9e1f-a03229bf2768" providerId="ADAL" clId="{25452813-F51A-4D26-963C-5CA399B80D93}" dt="2025-07-17T01:51:07.092" v="9320" actId="478"/>
          <ac:graphicFrameMkLst>
            <pc:docMk/>
            <pc:sldMk cId="1543108493" sldId="877"/>
            <ac:graphicFrameMk id="7" creationId="{50AF2E65-F973-8A90-6C03-5FBEA1A17C1E}"/>
          </ac:graphicFrameMkLst>
        </pc:graphicFrameChg>
        <pc:graphicFrameChg chg="add del mod modGraphic">
          <ac:chgData name="최문영" userId="c9c2ca5b-20f2-48c9-9e1f-a03229bf2768" providerId="ADAL" clId="{25452813-F51A-4D26-963C-5CA399B80D93}" dt="2025-07-17T02:10:30.149" v="9979" actId="2711"/>
          <ac:graphicFrameMkLst>
            <pc:docMk/>
            <pc:sldMk cId="1543108493" sldId="877"/>
            <ac:graphicFrameMk id="8" creationId="{95B5A26E-97F7-A23E-6EF0-8D976EFF7B05}"/>
          </ac:graphicFrameMkLst>
        </pc:graphicFrameChg>
        <pc:picChg chg="del">
          <ac:chgData name="최문영" userId="c9c2ca5b-20f2-48c9-9e1f-a03229bf2768" providerId="ADAL" clId="{25452813-F51A-4D26-963C-5CA399B80D93}" dt="2025-07-17T01:49:36.576" v="9298" actId="478"/>
          <ac:picMkLst>
            <pc:docMk/>
            <pc:sldMk cId="1543108493" sldId="877"/>
            <ac:picMk id="3" creationId="{4E24CDDC-B4B8-37F9-C8AA-77583B6B949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702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56E78C-6F24-4C47-8404-8F319E51B92F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435350" y="849313"/>
            <a:ext cx="3057525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71385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5" y="6456613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702" y="6456613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CEE1C-692C-4CC6-A2F1-3935922D1E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9088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100"/>
              <a:t>Weekly meeting </a:t>
            </a:r>
            <a:r>
              <a:rPr lang="ko-KR" altLang="en-US" sz="1100"/>
              <a:t>표지</a:t>
            </a:r>
            <a:endParaRPr lang="en-US" altLang="ko-KR" sz="11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4527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8612D-DA14-C41A-7176-5348F3DF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CB60983-94C0-7E81-F34B-6304C86D5F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5398AC4-B497-206F-3555-2019B15999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발표의 진행 방식은 논문의 목차와 동일하게 구성하였습니다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n-lt"/>
              </a:rPr>
              <a:t>3</a:t>
            </a:r>
            <a:r>
              <a:rPr kumimoji="1" lang="ko-KR" altLang="en-US" sz="1200" b="0" dirty="0">
                <a:latin typeface="+mn-lt"/>
              </a:rPr>
              <a:t>장 </a:t>
            </a:r>
            <a:r>
              <a:rPr kumimoji="1" lang="en-US" altLang="ko-KR" sz="1200" b="0" dirty="0">
                <a:latin typeface="+mn-lt"/>
              </a:rPr>
              <a:t>Model</a:t>
            </a:r>
            <a:r>
              <a:rPr kumimoji="1" lang="ko-KR" altLang="en-US" sz="1200" b="0" dirty="0">
                <a:latin typeface="+mn-lt"/>
              </a:rPr>
              <a:t>에서는 </a:t>
            </a:r>
            <a:r>
              <a:rPr kumimoji="1" lang="en-US" altLang="ko-KR" sz="1200" b="0" dirty="0" err="1">
                <a:latin typeface="+mn-lt"/>
              </a:rPr>
              <a:t>Anaylsis</a:t>
            </a:r>
            <a:r>
              <a:rPr kumimoji="1" lang="en-US" altLang="ko-KR" sz="1200" b="0" dirty="0">
                <a:latin typeface="+mn-lt"/>
              </a:rPr>
              <a:t> </a:t>
            </a:r>
            <a:r>
              <a:rPr kumimoji="1" lang="ko-KR" altLang="en-US" sz="1200" b="0" dirty="0">
                <a:latin typeface="+mn-lt"/>
              </a:rPr>
              <a:t>에서 필요한 약속들을 정의하고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en-US" altLang="ko-KR" sz="1200" b="0" dirty="0" err="1">
                <a:latin typeface="+mn-lt"/>
              </a:rPr>
              <a:t>InterestTree</a:t>
            </a:r>
            <a:r>
              <a:rPr kumimoji="1" lang="ko-KR" altLang="en-US" sz="1200" b="0" dirty="0">
                <a:latin typeface="+mn-lt"/>
              </a:rPr>
              <a:t>와 </a:t>
            </a:r>
            <a:r>
              <a:rPr kumimoji="1" lang="en-US" altLang="ko-KR" sz="1200" b="0" dirty="0">
                <a:latin typeface="+mn-lt"/>
              </a:rPr>
              <a:t>FIFO policy</a:t>
            </a:r>
            <a:r>
              <a:rPr kumimoji="1" lang="ko-KR" altLang="en-US" sz="1200" b="0" dirty="0">
                <a:latin typeface="+mn-lt"/>
              </a:rPr>
              <a:t>에 대해 나와있습니다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n-lt"/>
              </a:rPr>
              <a:t>4</a:t>
            </a:r>
            <a:r>
              <a:rPr kumimoji="1" lang="ko-KR" altLang="en-US" sz="1200" b="0" dirty="0">
                <a:latin typeface="+mn-lt"/>
              </a:rPr>
              <a:t>장 </a:t>
            </a:r>
            <a:r>
              <a:rPr kumimoji="1" lang="en-US" altLang="ko-KR" sz="1200" b="0" dirty="0">
                <a:latin typeface="+mn-lt"/>
              </a:rPr>
              <a:t>Analysis</a:t>
            </a:r>
            <a:r>
              <a:rPr kumimoji="1" lang="ko-KR" altLang="en-US" sz="1200" b="0" dirty="0">
                <a:latin typeface="+mn-lt"/>
              </a:rPr>
              <a:t>에서는 본격적으로 두 가지 </a:t>
            </a:r>
            <a:r>
              <a:rPr kumimoji="1" lang="en-US" altLang="ko-KR" sz="1200" b="0" dirty="0">
                <a:latin typeface="+mn-lt"/>
              </a:rPr>
              <a:t>policy</a:t>
            </a:r>
            <a:r>
              <a:rPr kumimoji="1" lang="ko-KR" altLang="en-US" sz="1200" b="0" dirty="0">
                <a:latin typeface="+mn-lt"/>
              </a:rPr>
              <a:t>에 대해 </a:t>
            </a:r>
            <a:r>
              <a:rPr kumimoji="1" lang="en-US" altLang="ko-KR" sz="1200" b="0" dirty="0">
                <a:latin typeface="+mn-lt"/>
              </a:rPr>
              <a:t>worst case communication </a:t>
            </a:r>
            <a:r>
              <a:rPr kumimoji="1" lang="en-US" altLang="ko-KR" sz="1200" b="0" dirty="0" err="1">
                <a:latin typeface="+mn-lt"/>
              </a:rPr>
              <a:t>dealy</a:t>
            </a:r>
            <a:r>
              <a:rPr kumimoji="1" lang="ko-KR" altLang="en-US" sz="1200" b="0" dirty="0">
                <a:latin typeface="+mn-lt"/>
              </a:rPr>
              <a:t>를 구하는 방법을 제안합니다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이후 </a:t>
            </a:r>
            <a:r>
              <a:rPr kumimoji="1" lang="en-US" altLang="ko-KR" sz="1200" b="0" dirty="0">
                <a:latin typeface="+mn-lt"/>
              </a:rPr>
              <a:t>5</a:t>
            </a:r>
            <a:r>
              <a:rPr kumimoji="1" lang="ko-KR" altLang="en-US" sz="1200" b="0" dirty="0">
                <a:latin typeface="+mn-lt"/>
              </a:rPr>
              <a:t>장에서 제안한 방법으로 구한 </a:t>
            </a:r>
            <a:r>
              <a:rPr kumimoji="1" lang="ko-KR" altLang="en-US" sz="1200" b="0" dirty="0" err="1">
                <a:latin typeface="+mn-lt"/>
              </a:rPr>
              <a:t>이론값과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ko-KR" altLang="en-US" sz="1200" b="0" dirty="0">
                <a:latin typeface="+mn-lt"/>
              </a:rPr>
              <a:t>실제 실험값을 비교하는 과정으로 진행됩니다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096511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A7C4B-2CC8-9F3D-6DBA-C7C7E82B9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0C82B8-764B-7833-8883-D953B5B3D7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E44C9C5-2EDE-E18E-C950-7953702D84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n-lt"/>
              </a:rPr>
              <a:t>Introduction</a:t>
            </a:r>
            <a:r>
              <a:rPr kumimoji="1" lang="ko-KR" altLang="en-US" sz="1200" b="0" dirty="0">
                <a:latin typeface="+mn-lt"/>
              </a:rPr>
              <a:t>에서는 대부분의 </a:t>
            </a:r>
            <a:r>
              <a:rPr kumimoji="1" lang="en-US" altLang="ko-KR" sz="1200" b="0" dirty="0">
                <a:latin typeface="+mn-lt"/>
              </a:rPr>
              <a:t>ROS2 </a:t>
            </a:r>
            <a:r>
              <a:rPr kumimoji="1" lang="ko-KR" altLang="en-US" sz="1200" b="0" dirty="0">
                <a:latin typeface="+mn-lt"/>
              </a:rPr>
              <a:t>논문이 그러하듯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ko-KR" altLang="en-US" sz="1200" b="0" dirty="0">
                <a:latin typeface="+mn-lt"/>
              </a:rPr>
              <a:t>우선 </a:t>
            </a:r>
            <a:r>
              <a:rPr kumimoji="1" lang="en-US" altLang="ko-KR" sz="1200" b="0" dirty="0">
                <a:latin typeface="+mn-lt"/>
              </a:rPr>
              <a:t>ROS2</a:t>
            </a:r>
            <a:r>
              <a:rPr kumimoji="1" lang="ko-KR" altLang="en-US" sz="1200" b="0" dirty="0">
                <a:latin typeface="+mn-lt"/>
              </a:rPr>
              <a:t>에 대해서 가볍게 설명을 하고</a:t>
            </a:r>
            <a:r>
              <a:rPr kumimoji="1" lang="en-US" altLang="ko-KR" sz="1200" b="0" dirty="0">
                <a:latin typeface="+mn-lt"/>
              </a:rPr>
              <a:t>,</a:t>
            </a:r>
            <a:r>
              <a:rPr kumimoji="1" lang="ko-KR" altLang="en-US" sz="1200" b="0" dirty="0">
                <a:latin typeface="+mn-lt"/>
              </a:rPr>
              <a:t> </a:t>
            </a:r>
            <a:r>
              <a:rPr kumimoji="1" lang="en-US" altLang="ko-KR" sz="1200" b="0" dirty="0">
                <a:latin typeface="+mn-lt"/>
              </a:rPr>
              <a:t>ROS2</a:t>
            </a:r>
            <a:r>
              <a:rPr kumimoji="1" lang="ko-KR" altLang="en-US" sz="1200" b="0" dirty="0">
                <a:latin typeface="+mn-lt"/>
              </a:rPr>
              <a:t>의 연구 현황에 대해 언급하면서 시작합니다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n-lt"/>
              </a:rPr>
              <a:t>ROS2</a:t>
            </a:r>
            <a:r>
              <a:rPr kumimoji="1" lang="ko-KR" altLang="en-US" sz="1200" b="0" dirty="0">
                <a:latin typeface="+mn-lt"/>
              </a:rPr>
              <a:t>에서는 </a:t>
            </a:r>
            <a:r>
              <a:rPr kumimoji="1" lang="en-US" altLang="ko-KR" sz="1200" b="0" dirty="0">
                <a:latin typeface="+mn-lt"/>
              </a:rPr>
              <a:t>ROS1</a:t>
            </a:r>
            <a:r>
              <a:rPr kumimoji="1" lang="ko-KR" altLang="en-US" sz="1200" b="0" dirty="0">
                <a:latin typeface="+mn-lt"/>
              </a:rPr>
              <a:t>에서는 </a:t>
            </a:r>
            <a:r>
              <a:rPr kumimoji="1" lang="en-US" altLang="ko-KR" sz="1200" b="0" dirty="0" err="1">
                <a:latin typeface="+mn-lt"/>
              </a:rPr>
              <a:t>realtime</a:t>
            </a:r>
            <a:r>
              <a:rPr kumimoji="1" lang="ko-KR" altLang="en-US" sz="1200" b="0" dirty="0">
                <a:latin typeface="+mn-lt"/>
              </a:rPr>
              <a:t>이 보장되지 않는 문제점이 개선되었다는 점을 언급하면서</a:t>
            </a:r>
            <a:r>
              <a:rPr kumimoji="1" lang="en-US" altLang="ko-KR" sz="1200" b="0" dirty="0">
                <a:latin typeface="+mn-lt"/>
              </a:rPr>
              <a:t>, ROS2</a:t>
            </a:r>
            <a:r>
              <a:rPr kumimoji="1" lang="ko-KR" altLang="en-US" sz="1200" b="0" dirty="0">
                <a:latin typeface="+mn-lt"/>
              </a:rPr>
              <a:t>가 </a:t>
            </a:r>
            <a:r>
              <a:rPr kumimoji="1" lang="en-US" altLang="ko-KR" sz="1200" b="0" dirty="0" err="1">
                <a:latin typeface="+mn-lt"/>
              </a:rPr>
              <a:t>realtime</a:t>
            </a:r>
            <a:r>
              <a:rPr kumimoji="1" lang="en-US" altLang="ko-KR" sz="1200" b="0" dirty="0">
                <a:latin typeface="+mn-lt"/>
              </a:rPr>
              <a:t> system</a:t>
            </a:r>
            <a:r>
              <a:rPr kumimoji="1" lang="ko-KR" altLang="en-US" sz="1200" b="0" dirty="0">
                <a:latin typeface="+mn-lt"/>
              </a:rPr>
              <a:t>에서 많이 활용되고 있는 점을 언급합니다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그러면서</a:t>
            </a:r>
            <a:r>
              <a:rPr kumimoji="1" lang="en-US" altLang="ko-KR" sz="1200" b="0" dirty="0">
                <a:latin typeface="+mn-lt"/>
              </a:rPr>
              <a:t>, ROS2</a:t>
            </a:r>
            <a:r>
              <a:rPr kumimoji="1" lang="ko-KR" altLang="en-US" sz="1200" b="0" dirty="0">
                <a:latin typeface="+mn-lt"/>
              </a:rPr>
              <a:t>의 </a:t>
            </a:r>
            <a:r>
              <a:rPr kumimoji="1" lang="en-US" altLang="ko-KR" sz="1200" b="0" dirty="0" err="1">
                <a:latin typeface="+mn-lt"/>
              </a:rPr>
              <a:t>realtime</a:t>
            </a:r>
            <a:r>
              <a:rPr kumimoji="1" lang="en-US" altLang="ko-KR" sz="1200" b="0" dirty="0">
                <a:latin typeface="+mn-lt"/>
              </a:rPr>
              <a:t> </a:t>
            </a:r>
            <a:r>
              <a:rPr kumimoji="1" lang="ko-KR" altLang="en-US" sz="1200" b="0" dirty="0">
                <a:latin typeface="+mn-lt"/>
              </a:rPr>
              <a:t>관련 연구의 현황을 말하는데요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ko-KR" altLang="en-US" sz="1200" b="0" dirty="0">
                <a:latin typeface="+mn-lt"/>
              </a:rPr>
              <a:t>대부분의 연구가 </a:t>
            </a:r>
            <a:r>
              <a:rPr kumimoji="1" lang="en-US" altLang="ko-KR" sz="1200" b="0" dirty="0">
                <a:latin typeface="+mn-lt"/>
              </a:rPr>
              <a:t>communication delay</a:t>
            </a:r>
            <a:r>
              <a:rPr kumimoji="1" lang="ko-KR" altLang="en-US" sz="1200" b="0" dirty="0">
                <a:latin typeface="+mn-lt"/>
              </a:rPr>
              <a:t>는 상수로 가정하고</a:t>
            </a:r>
            <a:r>
              <a:rPr kumimoji="1" lang="en-US" altLang="ko-KR" sz="1200" b="0" dirty="0">
                <a:latin typeface="+mn-lt"/>
              </a:rPr>
              <a:t>, computation delay</a:t>
            </a:r>
            <a:r>
              <a:rPr kumimoji="1" lang="ko-KR" altLang="en-US" sz="1200" b="0" dirty="0">
                <a:latin typeface="+mn-lt"/>
              </a:rPr>
              <a:t>에만 초점을 맞추고 있는 문제를 지적합니다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1808736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21DE7-B1D0-00EB-BBBE-4226FF0CD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4D0A5E6-CB6E-DA4E-A384-224CE64D51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8E5D29-4736-7B15-7FED-A106884651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그러나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ko-KR" altLang="en-US" sz="1200" b="0" dirty="0">
                <a:latin typeface="+mn-lt"/>
              </a:rPr>
              <a:t>실제로는 </a:t>
            </a:r>
            <a:r>
              <a:rPr kumimoji="1" lang="en-US" altLang="ko-KR" sz="1200" b="0" dirty="0">
                <a:latin typeface="+mn-lt"/>
              </a:rPr>
              <a:t>communication delay</a:t>
            </a:r>
            <a:r>
              <a:rPr kumimoji="1" lang="ko-KR" altLang="en-US" sz="1200" b="0" dirty="0">
                <a:latin typeface="+mn-lt"/>
              </a:rPr>
              <a:t>가 구조에 따라 달라진다는 점을 말하며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ko-KR" altLang="en-US" sz="1200" b="0" dirty="0">
                <a:latin typeface="+mn-lt"/>
              </a:rPr>
              <a:t>해당 논문에서는 두 가지 </a:t>
            </a:r>
            <a:r>
              <a:rPr kumimoji="1" lang="en-US" altLang="ko-KR" sz="1200" b="0" dirty="0" err="1">
                <a:latin typeface="+mn-lt"/>
              </a:rPr>
              <a:t>interprocess</a:t>
            </a:r>
            <a:r>
              <a:rPr kumimoji="1" lang="en-US" altLang="ko-KR" sz="1200" b="0" dirty="0">
                <a:latin typeface="+mn-lt"/>
              </a:rPr>
              <a:t> communication </a:t>
            </a:r>
            <a:r>
              <a:rPr kumimoji="1" lang="ko-KR" altLang="en-US" sz="1200" b="0" dirty="0">
                <a:latin typeface="+mn-lt"/>
              </a:rPr>
              <a:t>정책에 대해</a:t>
            </a:r>
            <a:r>
              <a:rPr kumimoji="1" lang="en-US" altLang="ko-KR" sz="1200" b="0" dirty="0">
                <a:latin typeface="+mn-lt"/>
              </a:rPr>
              <a:t>, communication </a:t>
            </a:r>
            <a:r>
              <a:rPr kumimoji="1" lang="en-US" altLang="ko-KR" sz="1200" b="0" dirty="0" err="1">
                <a:latin typeface="+mn-lt"/>
              </a:rPr>
              <a:t>dealy</a:t>
            </a:r>
            <a:r>
              <a:rPr kumimoji="1" lang="ko-KR" altLang="en-US" sz="1200" b="0" dirty="0">
                <a:latin typeface="+mn-lt"/>
              </a:rPr>
              <a:t>를 측정하는 방법을 제안합니다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두 가지 정책에 대해 </a:t>
            </a:r>
            <a:r>
              <a:rPr kumimoji="1" lang="en-US" altLang="ko-KR" sz="1200" b="0" dirty="0" err="1">
                <a:latin typeface="+mn-lt"/>
              </a:rPr>
              <a:t>worstcase</a:t>
            </a:r>
            <a:r>
              <a:rPr kumimoji="1" lang="en-US" altLang="ko-KR" sz="1200" b="0" dirty="0">
                <a:latin typeface="+mn-lt"/>
              </a:rPr>
              <a:t> communication delay</a:t>
            </a:r>
            <a:r>
              <a:rPr kumimoji="1" lang="ko-KR" altLang="en-US" sz="1200" b="0" dirty="0">
                <a:latin typeface="+mn-lt"/>
              </a:rPr>
              <a:t>를 구하는 방법을 제안하고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ko-KR" altLang="en-US" sz="1200" b="0" dirty="0">
                <a:latin typeface="+mn-lt"/>
              </a:rPr>
              <a:t>두 정책의 장점과 단점에 대해 분석합니다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39185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09E83-B812-11BA-F772-77DC31B84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79B819D-A478-2F07-E00C-14020844CF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FBE0BD-45BB-3D11-C6DA-A4667AD431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n-lt"/>
              </a:rPr>
              <a:t>ROS2</a:t>
            </a:r>
            <a:r>
              <a:rPr kumimoji="1" lang="ko-KR" altLang="en-US" sz="1200" b="0" dirty="0">
                <a:latin typeface="+mn-lt"/>
              </a:rPr>
              <a:t>의 몇가지 용어를 </a:t>
            </a:r>
            <a:r>
              <a:rPr kumimoji="1" lang="ko-KR" altLang="en-US" sz="1200" b="0" dirty="0" err="1">
                <a:latin typeface="+mn-lt"/>
              </a:rPr>
              <a:t>설명드리겠습니다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n-lt"/>
              </a:rPr>
              <a:t>callback</a:t>
            </a:r>
            <a:r>
              <a:rPr kumimoji="1" lang="ko-KR" altLang="en-US" sz="1200" b="0" dirty="0">
                <a:latin typeface="+mn-lt"/>
              </a:rPr>
              <a:t>은 </a:t>
            </a:r>
            <a:r>
              <a:rPr kumimoji="1" lang="en-US" altLang="ko-KR" sz="1200" b="0" dirty="0">
                <a:latin typeface="+mn-lt"/>
              </a:rPr>
              <a:t>~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n-lt"/>
              </a:rPr>
              <a:t>executor</a:t>
            </a:r>
            <a:r>
              <a:rPr kumimoji="1" lang="ko-KR" altLang="en-US" sz="1200" b="0" dirty="0">
                <a:latin typeface="+mn-lt"/>
              </a:rPr>
              <a:t>는 </a:t>
            </a:r>
            <a:r>
              <a:rPr kumimoji="1" lang="en-US" altLang="ko-KR" sz="1200" b="0" dirty="0">
                <a:latin typeface="+mn-lt"/>
              </a:rPr>
              <a:t>~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n-lt"/>
              </a:rPr>
              <a:t>thread</a:t>
            </a:r>
            <a:r>
              <a:rPr kumimoji="1" lang="ko-KR" altLang="en-US" sz="1200" b="0" dirty="0">
                <a:latin typeface="+mn-lt"/>
              </a:rPr>
              <a:t>는 </a:t>
            </a:r>
            <a:r>
              <a:rPr kumimoji="1" lang="en-US" altLang="ko-KR" sz="1200" b="0" dirty="0">
                <a:latin typeface="+mn-lt"/>
              </a:rPr>
              <a:t>~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정리하면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en-US" altLang="ko-KR" sz="1200" b="0" dirty="0" err="1">
                <a:latin typeface="+mn-lt"/>
              </a:rPr>
              <a:t>os</a:t>
            </a:r>
            <a:r>
              <a:rPr kumimoji="1" lang="ko-KR" altLang="en-US" sz="1200" b="0" dirty="0">
                <a:latin typeface="+mn-lt"/>
              </a:rPr>
              <a:t>가 </a:t>
            </a:r>
            <a:r>
              <a:rPr kumimoji="1" lang="en-US" altLang="ko-KR" sz="1200" b="0" dirty="0">
                <a:latin typeface="+mn-lt"/>
              </a:rPr>
              <a:t>thread</a:t>
            </a:r>
            <a:r>
              <a:rPr kumimoji="1" lang="ko-KR" altLang="en-US" sz="1200" b="0" dirty="0">
                <a:latin typeface="+mn-lt"/>
              </a:rPr>
              <a:t>를 실행시키면서</a:t>
            </a:r>
            <a:r>
              <a:rPr kumimoji="1" lang="en-US" altLang="ko-KR" sz="1200" b="0" dirty="0">
                <a:latin typeface="+mn-lt"/>
              </a:rPr>
              <a:t>, thread</a:t>
            </a:r>
            <a:r>
              <a:rPr kumimoji="1" lang="ko-KR" altLang="en-US" sz="1200" b="0" dirty="0">
                <a:latin typeface="+mn-lt"/>
              </a:rPr>
              <a:t>에서 </a:t>
            </a:r>
            <a:r>
              <a:rPr kumimoji="1" lang="en-US" altLang="ko-KR" sz="1200" b="0" dirty="0">
                <a:latin typeface="+mn-lt"/>
              </a:rPr>
              <a:t>executor</a:t>
            </a:r>
            <a:r>
              <a:rPr kumimoji="1" lang="ko-KR" altLang="en-US" sz="1200" b="0" dirty="0">
                <a:latin typeface="+mn-lt"/>
              </a:rPr>
              <a:t>가 실행되고</a:t>
            </a:r>
            <a:r>
              <a:rPr kumimoji="1" lang="en-US" altLang="ko-KR" sz="1200" b="0" dirty="0">
                <a:latin typeface="+mn-lt"/>
              </a:rPr>
              <a:t>, executor</a:t>
            </a:r>
            <a:r>
              <a:rPr kumimoji="1" lang="ko-KR" altLang="en-US" sz="1200" b="0" dirty="0">
                <a:latin typeface="+mn-lt"/>
              </a:rPr>
              <a:t>에 의해 </a:t>
            </a:r>
            <a:r>
              <a:rPr kumimoji="1" lang="en-US" altLang="ko-KR" sz="1200" b="0" dirty="0">
                <a:latin typeface="+mn-lt"/>
              </a:rPr>
              <a:t>callback </a:t>
            </a:r>
            <a:r>
              <a:rPr kumimoji="1" lang="ko-KR" altLang="en-US" sz="1200" b="0" dirty="0">
                <a:latin typeface="+mn-lt"/>
              </a:rPr>
              <a:t>함수가 호출되면서 </a:t>
            </a:r>
            <a:r>
              <a:rPr kumimoji="1" lang="en-US" altLang="ko-KR" sz="1200" b="0" dirty="0">
                <a:latin typeface="+mn-lt"/>
              </a:rPr>
              <a:t>ros2</a:t>
            </a:r>
            <a:r>
              <a:rPr kumimoji="1" lang="ko-KR" altLang="en-US" sz="1200" b="0" dirty="0">
                <a:latin typeface="+mn-lt"/>
              </a:rPr>
              <a:t>의 작업이 이루어집니다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6003739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C8B44-4DDC-3EB2-3030-7A88CA596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9D7967C-396A-EABC-77CE-626F21D1FB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2D59401-01A9-9FCD-4C5D-BE1351488F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n-lt"/>
              </a:rPr>
              <a:t>ROS2</a:t>
            </a:r>
            <a:r>
              <a:rPr kumimoji="1" lang="ko-KR" altLang="en-US" sz="1200" b="0" dirty="0">
                <a:latin typeface="+mn-lt"/>
              </a:rPr>
              <a:t>의 </a:t>
            </a:r>
            <a:r>
              <a:rPr kumimoji="1" lang="en-US" altLang="ko-KR" sz="1200" b="0" dirty="0">
                <a:latin typeface="+mn-lt"/>
              </a:rPr>
              <a:t>communication</a:t>
            </a:r>
            <a:r>
              <a:rPr kumimoji="1" lang="ko-KR" altLang="en-US" sz="1200" b="0" dirty="0">
                <a:latin typeface="+mn-lt"/>
              </a:rPr>
              <a:t>에는 </a:t>
            </a:r>
            <a:r>
              <a:rPr kumimoji="1" lang="en-US" altLang="ko-KR" sz="1200" b="0" dirty="0" err="1">
                <a:latin typeface="+mn-lt"/>
              </a:rPr>
              <a:t>intraprocess</a:t>
            </a:r>
            <a:r>
              <a:rPr kumimoji="1" lang="ko-KR" altLang="en-US" sz="1200" b="0" dirty="0">
                <a:latin typeface="+mn-lt"/>
              </a:rPr>
              <a:t> </a:t>
            </a:r>
            <a:r>
              <a:rPr kumimoji="1" lang="en-US" altLang="ko-KR" sz="1200" b="0" dirty="0">
                <a:latin typeface="+mn-lt"/>
              </a:rPr>
              <a:t>communication</a:t>
            </a:r>
            <a:r>
              <a:rPr kumimoji="1" lang="ko-KR" altLang="en-US" sz="1200" b="0" dirty="0">
                <a:latin typeface="+mn-lt"/>
              </a:rPr>
              <a:t>과 </a:t>
            </a:r>
            <a:r>
              <a:rPr kumimoji="1" lang="en-US" altLang="ko-KR" sz="1200" b="0" dirty="0" err="1">
                <a:latin typeface="+mn-lt"/>
              </a:rPr>
              <a:t>interprocess</a:t>
            </a:r>
            <a:r>
              <a:rPr kumimoji="1" lang="en-US" altLang="ko-KR" sz="1200" b="0" dirty="0">
                <a:latin typeface="+mn-lt"/>
              </a:rPr>
              <a:t> communication </a:t>
            </a:r>
            <a:r>
              <a:rPr kumimoji="1" lang="ko-KR" altLang="en-US" sz="1200" b="0" dirty="0">
                <a:latin typeface="+mn-lt"/>
              </a:rPr>
              <a:t>두 종류가 있습니다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n-lt"/>
              </a:rPr>
              <a:t>executor </a:t>
            </a:r>
            <a:r>
              <a:rPr kumimoji="1" lang="ko-KR" altLang="en-US" sz="1200" b="0" dirty="0">
                <a:latin typeface="+mn-lt"/>
              </a:rPr>
              <a:t>안에서 </a:t>
            </a:r>
            <a:r>
              <a:rPr kumimoji="1" lang="en-US" altLang="ko-KR" sz="1200" b="0" dirty="0">
                <a:latin typeface="+mn-lt"/>
              </a:rPr>
              <a:t>data</a:t>
            </a:r>
            <a:r>
              <a:rPr kumimoji="1" lang="ko-KR" altLang="en-US" sz="1200" b="0" dirty="0">
                <a:latin typeface="+mn-lt"/>
              </a:rPr>
              <a:t>가 전달 되는 것을 </a:t>
            </a:r>
            <a:r>
              <a:rPr kumimoji="1" lang="en-US" altLang="ko-KR" sz="1200" b="0" dirty="0" err="1">
                <a:latin typeface="+mn-lt"/>
              </a:rPr>
              <a:t>intraprocess</a:t>
            </a:r>
            <a:r>
              <a:rPr kumimoji="1" lang="en-US" altLang="ko-KR" sz="1200" b="0" dirty="0">
                <a:latin typeface="+mn-lt"/>
              </a:rPr>
              <a:t> </a:t>
            </a:r>
            <a:r>
              <a:rPr kumimoji="1" lang="en-US" altLang="ko-KR" sz="1200" b="0" dirty="0" err="1">
                <a:latin typeface="+mn-lt"/>
              </a:rPr>
              <a:t>communicaton</a:t>
            </a:r>
            <a:r>
              <a:rPr kumimoji="1" lang="ko-KR" altLang="en-US" sz="1200" b="0" dirty="0">
                <a:latin typeface="+mn-lt"/>
              </a:rPr>
              <a:t>이라고 하고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ko-KR" altLang="en-US" sz="1200" b="0" dirty="0">
                <a:latin typeface="+mn-lt"/>
              </a:rPr>
              <a:t>서로 다른 </a:t>
            </a:r>
            <a:r>
              <a:rPr kumimoji="1" lang="en-US" altLang="ko-KR" sz="1200" b="0" dirty="0">
                <a:latin typeface="+mn-lt"/>
              </a:rPr>
              <a:t>executor</a:t>
            </a:r>
            <a:r>
              <a:rPr kumimoji="1" lang="ko-KR" altLang="en-US" sz="1200" b="0" dirty="0">
                <a:latin typeface="+mn-lt"/>
              </a:rPr>
              <a:t>간에 </a:t>
            </a:r>
            <a:r>
              <a:rPr kumimoji="1" lang="en-US" altLang="ko-KR" sz="1200" b="0" dirty="0">
                <a:latin typeface="+mn-lt"/>
              </a:rPr>
              <a:t>data</a:t>
            </a:r>
            <a:r>
              <a:rPr kumimoji="1" lang="ko-KR" altLang="en-US" sz="1200" b="0" dirty="0">
                <a:latin typeface="+mn-lt"/>
              </a:rPr>
              <a:t>가 전달 되는 것을 </a:t>
            </a:r>
            <a:r>
              <a:rPr kumimoji="1" lang="en-US" altLang="ko-KR" sz="1200" b="0" dirty="0" err="1">
                <a:latin typeface="+mn-lt"/>
              </a:rPr>
              <a:t>interprocess</a:t>
            </a:r>
            <a:r>
              <a:rPr kumimoji="1" lang="en-US" altLang="ko-KR" sz="1200" b="0" dirty="0">
                <a:latin typeface="+mn-lt"/>
              </a:rPr>
              <a:t> communication</a:t>
            </a:r>
            <a:r>
              <a:rPr kumimoji="1" lang="ko-KR" altLang="en-US" sz="1200" b="0" dirty="0">
                <a:latin typeface="+mn-lt"/>
              </a:rPr>
              <a:t>이라고 합니다</a:t>
            </a:r>
            <a:r>
              <a:rPr kumimoji="1" lang="en-US" altLang="ko-KR" sz="1200" b="0" dirty="0">
                <a:latin typeface="+mn-lt"/>
              </a:rPr>
              <a:t>. </a:t>
            </a:r>
            <a:r>
              <a:rPr kumimoji="1" lang="ko-KR" altLang="en-US" sz="1200" b="0" dirty="0">
                <a:latin typeface="+mn-lt"/>
              </a:rPr>
              <a:t> </a:t>
            </a:r>
            <a:endParaRPr kumimoji="1" lang="en-US" altLang="ko-KR" sz="1200" b="0" dirty="0">
              <a:latin typeface="+mn-lt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이 논문에서는 </a:t>
            </a:r>
            <a:r>
              <a:rPr kumimoji="1" lang="en-US" altLang="ko-KR" sz="1200" b="0" dirty="0" err="1">
                <a:latin typeface="+mn-lt"/>
              </a:rPr>
              <a:t>interprocess</a:t>
            </a:r>
            <a:r>
              <a:rPr kumimoji="1" lang="en-US" altLang="ko-KR" sz="1200" b="0" dirty="0">
                <a:latin typeface="+mn-lt"/>
              </a:rPr>
              <a:t> communication</a:t>
            </a:r>
            <a:r>
              <a:rPr kumimoji="1" lang="ko-KR" altLang="en-US" sz="1200" b="0" dirty="0">
                <a:latin typeface="+mn-lt"/>
              </a:rPr>
              <a:t>에서 발생하는 </a:t>
            </a:r>
            <a:r>
              <a:rPr kumimoji="1" lang="en-US" altLang="ko-KR" sz="1200" b="0" dirty="0">
                <a:latin typeface="+mn-lt"/>
              </a:rPr>
              <a:t>delay</a:t>
            </a:r>
            <a:r>
              <a:rPr kumimoji="1" lang="ko-KR" altLang="en-US" sz="1200" b="0" dirty="0">
                <a:latin typeface="+mn-lt"/>
              </a:rPr>
              <a:t>에 초점을 맞춰 연구를 진행하였습니다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 err="1">
                <a:latin typeface="+mn-lt"/>
              </a:rPr>
              <a:t>interprocess</a:t>
            </a:r>
            <a:r>
              <a:rPr kumimoji="1" lang="en-US" altLang="ko-KR" sz="1200" b="0" dirty="0">
                <a:latin typeface="+mn-lt"/>
              </a:rPr>
              <a:t> </a:t>
            </a:r>
            <a:r>
              <a:rPr kumimoji="1" lang="en-US" altLang="ko-KR" sz="1200" b="0" dirty="0" err="1">
                <a:latin typeface="+mn-lt"/>
              </a:rPr>
              <a:t>coummunication</a:t>
            </a:r>
            <a:r>
              <a:rPr kumimoji="1" lang="ko-KR" altLang="en-US" sz="1200" b="0" dirty="0">
                <a:latin typeface="+mn-lt"/>
              </a:rPr>
              <a:t>에 대해 조금 더 자세히 설명해보자면</a:t>
            </a:r>
            <a:r>
              <a:rPr kumimoji="1" lang="en-US" altLang="ko-KR" sz="1200" b="0" dirty="0">
                <a:latin typeface="+mn-lt"/>
              </a:rPr>
              <a:t>, </a:t>
            </a:r>
            <a:br>
              <a:rPr kumimoji="1" lang="en-US" altLang="ko-KR" sz="1200" b="0" dirty="0">
                <a:latin typeface="+mn-lt"/>
              </a:rPr>
            </a:br>
            <a:r>
              <a:rPr kumimoji="1" lang="ko-KR" altLang="en-US" sz="1200" b="0" dirty="0">
                <a:latin typeface="+mn-lt"/>
              </a:rPr>
              <a:t>우선</a:t>
            </a:r>
            <a:r>
              <a:rPr kumimoji="1" lang="en-US" altLang="ko-KR" sz="1200" b="0" dirty="0">
                <a:latin typeface="+mn-lt"/>
              </a:rPr>
              <a:t>, callback</a:t>
            </a:r>
            <a:r>
              <a:rPr kumimoji="1" lang="ko-KR" altLang="en-US" sz="1200" b="0" dirty="0">
                <a:latin typeface="+mn-lt"/>
              </a:rPr>
              <a:t>은 </a:t>
            </a:r>
            <a:r>
              <a:rPr kumimoji="1" lang="en-US" altLang="ko-KR" sz="1200" b="0" dirty="0">
                <a:latin typeface="+mn-lt"/>
              </a:rPr>
              <a:t>data Writer</a:t>
            </a:r>
            <a:r>
              <a:rPr kumimoji="1" lang="ko-KR" altLang="en-US" sz="1200" b="0" dirty="0">
                <a:latin typeface="+mn-lt"/>
              </a:rPr>
              <a:t>를 통해 </a:t>
            </a:r>
            <a:r>
              <a:rPr kumimoji="1" lang="en-US" altLang="ko-KR" sz="1200" b="0" dirty="0">
                <a:latin typeface="+mn-lt"/>
              </a:rPr>
              <a:t>message</a:t>
            </a:r>
            <a:r>
              <a:rPr kumimoji="1" lang="ko-KR" altLang="en-US" sz="1200" b="0" dirty="0">
                <a:latin typeface="+mn-lt"/>
              </a:rPr>
              <a:t>를 </a:t>
            </a:r>
            <a:r>
              <a:rPr kumimoji="1" lang="en-US" altLang="ko-KR" sz="1200" b="0" dirty="0">
                <a:latin typeface="+mn-lt"/>
              </a:rPr>
              <a:t>publish</a:t>
            </a:r>
            <a:r>
              <a:rPr kumimoji="1" lang="ko-KR" altLang="en-US" sz="1200" b="0" dirty="0">
                <a:latin typeface="+mn-lt"/>
              </a:rPr>
              <a:t>합니다</a:t>
            </a:r>
            <a:r>
              <a:rPr kumimoji="1" lang="en-US" altLang="ko-KR" sz="1200" b="0" dirty="0">
                <a:latin typeface="+mn-lt"/>
              </a:rPr>
              <a:t>. </a:t>
            </a:r>
            <a:r>
              <a:rPr kumimoji="1" lang="ko-KR" altLang="en-US" sz="1200" b="0" dirty="0">
                <a:latin typeface="+mn-lt"/>
              </a:rPr>
              <a:t>이때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ko-KR" altLang="en-US" sz="1200" b="0" dirty="0">
                <a:latin typeface="+mn-lt"/>
              </a:rPr>
              <a:t>이 여러 개의 </a:t>
            </a:r>
            <a:r>
              <a:rPr kumimoji="1" lang="en-US" altLang="ko-KR" sz="1200" b="0" dirty="0">
                <a:latin typeface="+mn-lt"/>
              </a:rPr>
              <a:t>data Writer</a:t>
            </a:r>
            <a:r>
              <a:rPr kumimoji="1" lang="ko-KR" altLang="en-US" sz="1200" b="0" dirty="0">
                <a:latin typeface="+mn-lt"/>
              </a:rPr>
              <a:t>는 하나의 </a:t>
            </a:r>
            <a:r>
              <a:rPr kumimoji="1" lang="en-US" altLang="ko-KR" sz="1200" b="0" dirty="0">
                <a:latin typeface="+mn-lt"/>
              </a:rPr>
              <a:t>Writer Thread</a:t>
            </a:r>
            <a:r>
              <a:rPr kumimoji="1" lang="ko-KR" altLang="en-US" sz="1200" b="0" dirty="0">
                <a:latin typeface="+mn-lt"/>
              </a:rPr>
              <a:t>에 의해 처리되는데요</a:t>
            </a:r>
            <a:r>
              <a:rPr kumimoji="1" lang="en-US" altLang="ko-KR" sz="1200" b="0" dirty="0">
                <a:latin typeface="+mn-lt"/>
              </a:rPr>
              <a:t>, </a:t>
            </a:r>
            <a:br>
              <a:rPr kumimoji="1" lang="en-US" altLang="ko-KR" sz="1200" b="0" dirty="0">
                <a:latin typeface="+mn-lt"/>
              </a:rPr>
            </a:br>
            <a:r>
              <a:rPr kumimoji="1" lang="ko-KR" altLang="en-US" sz="1200" b="0" dirty="0">
                <a:latin typeface="+mn-lt"/>
              </a:rPr>
              <a:t>여러 개의 </a:t>
            </a:r>
            <a:r>
              <a:rPr kumimoji="1" lang="en-US" altLang="ko-KR" sz="1200" b="0" dirty="0">
                <a:latin typeface="+mn-lt"/>
              </a:rPr>
              <a:t>data Writer </a:t>
            </a:r>
            <a:r>
              <a:rPr kumimoji="1" lang="ko-KR" altLang="en-US" sz="1200" b="0" dirty="0">
                <a:latin typeface="+mn-lt"/>
              </a:rPr>
              <a:t>중에 어떤 것이 먼저 처리될 것인지는 </a:t>
            </a:r>
            <a:r>
              <a:rPr kumimoji="1" lang="en-US" altLang="ko-KR" sz="1200" b="0" dirty="0">
                <a:latin typeface="+mn-lt"/>
              </a:rPr>
              <a:t>ROS2</a:t>
            </a:r>
            <a:r>
              <a:rPr kumimoji="1" lang="ko-KR" altLang="en-US" sz="1200" b="0" dirty="0">
                <a:latin typeface="+mn-lt"/>
              </a:rPr>
              <a:t>정책에 따라 달라집니다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n-lt"/>
              </a:rPr>
              <a:t>ros2 </a:t>
            </a:r>
            <a:r>
              <a:rPr kumimoji="1" lang="ko-KR" altLang="en-US" sz="1200" b="0" dirty="0">
                <a:latin typeface="+mn-lt"/>
              </a:rPr>
              <a:t>의 </a:t>
            </a:r>
            <a:r>
              <a:rPr kumimoji="1" lang="en-US" altLang="ko-KR" sz="1200" b="0" dirty="0" err="1">
                <a:latin typeface="+mn-lt"/>
              </a:rPr>
              <a:t>interprocess</a:t>
            </a:r>
            <a:r>
              <a:rPr kumimoji="1" lang="en-US" altLang="ko-KR" sz="1200" b="0" dirty="0">
                <a:latin typeface="+mn-lt"/>
              </a:rPr>
              <a:t> communication</a:t>
            </a:r>
            <a:r>
              <a:rPr kumimoji="1" lang="ko-KR" altLang="en-US" sz="1200" b="0" dirty="0">
                <a:latin typeface="+mn-lt"/>
              </a:rPr>
              <a:t>에는 </a:t>
            </a:r>
            <a:r>
              <a:rPr kumimoji="1" lang="en-US" altLang="ko-KR" sz="1200" b="0" dirty="0" err="1">
                <a:latin typeface="+mn-lt"/>
              </a:rPr>
              <a:t>InterestTree</a:t>
            </a:r>
            <a:r>
              <a:rPr kumimoji="1" lang="ko-KR" altLang="en-US" sz="1200" b="0" dirty="0">
                <a:latin typeface="+mn-lt"/>
              </a:rPr>
              <a:t>와 </a:t>
            </a:r>
            <a:r>
              <a:rPr kumimoji="1" lang="en-US" altLang="ko-KR" sz="1200" b="0" dirty="0" err="1">
                <a:latin typeface="+mn-lt"/>
              </a:rPr>
              <a:t>FiFO</a:t>
            </a:r>
            <a:r>
              <a:rPr kumimoji="1" lang="en-US" altLang="ko-KR" sz="1200" b="0" dirty="0">
                <a:latin typeface="+mn-lt"/>
              </a:rPr>
              <a:t> </a:t>
            </a:r>
            <a:r>
              <a:rPr kumimoji="1" lang="ko-KR" altLang="en-US" sz="1200" b="0" dirty="0">
                <a:latin typeface="+mn-lt"/>
              </a:rPr>
              <a:t>두 가지의 </a:t>
            </a:r>
            <a:r>
              <a:rPr kumimoji="1" lang="en-US" altLang="ko-KR" sz="1200" b="0" dirty="0">
                <a:latin typeface="+mn-lt"/>
              </a:rPr>
              <a:t>policy</a:t>
            </a:r>
            <a:r>
              <a:rPr kumimoji="1" lang="ko-KR" altLang="en-US" sz="1200" b="0" dirty="0">
                <a:latin typeface="+mn-lt"/>
              </a:rPr>
              <a:t>가 있습니다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n-lt"/>
              </a:rPr>
              <a:t>ROS2</a:t>
            </a:r>
            <a:r>
              <a:rPr kumimoji="1" lang="ko-KR" altLang="en-US" sz="1200" b="0" dirty="0">
                <a:latin typeface="+mn-lt"/>
              </a:rPr>
              <a:t>의 버전에 따라 사용하는 </a:t>
            </a:r>
            <a:r>
              <a:rPr kumimoji="1" lang="en-US" altLang="ko-KR" sz="1200" b="0" dirty="0">
                <a:latin typeface="+mn-lt"/>
              </a:rPr>
              <a:t>policy</a:t>
            </a:r>
            <a:r>
              <a:rPr kumimoji="1" lang="ko-KR" altLang="en-US" sz="1200" b="0" dirty="0">
                <a:latin typeface="+mn-lt"/>
              </a:rPr>
              <a:t>가 달라집니다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 err="1">
                <a:latin typeface="+mn-lt"/>
              </a:rPr>
              <a:t>무튼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ko-KR" altLang="en-US" sz="1200" b="0" dirty="0">
                <a:latin typeface="+mn-lt"/>
              </a:rPr>
              <a:t>이렇게 </a:t>
            </a:r>
            <a:r>
              <a:rPr kumimoji="1" lang="en-US" altLang="ko-KR" sz="1200" b="0" dirty="0">
                <a:latin typeface="+mn-lt"/>
              </a:rPr>
              <a:t>writer </a:t>
            </a:r>
            <a:r>
              <a:rPr kumimoji="1" lang="en-US" altLang="ko-KR" sz="1200" b="0" dirty="0" err="1">
                <a:latin typeface="+mn-lt"/>
              </a:rPr>
              <a:t>threa</a:t>
            </a:r>
            <a:r>
              <a:rPr kumimoji="1" lang="ko-KR" altLang="en-US" sz="1200" b="0" dirty="0">
                <a:latin typeface="+mn-lt"/>
              </a:rPr>
              <a:t>에 의해 처리된 </a:t>
            </a:r>
            <a:r>
              <a:rPr kumimoji="1" lang="en-US" altLang="ko-KR" sz="1200" b="0" dirty="0">
                <a:latin typeface="+mn-lt"/>
              </a:rPr>
              <a:t>msg</a:t>
            </a:r>
            <a:r>
              <a:rPr kumimoji="1" lang="ko-KR" altLang="en-US" sz="1200" b="0" dirty="0">
                <a:latin typeface="+mn-lt"/>
              </a:rPr>
              <a:t>는 처리된 순서대로 </a:t>
            </a:r>
            <a:r>
              <a:rPr kumimoji="1" lang="en-US" altLang="ko-KR" sz="1200" b="0" dirty="0">
                <a:latin typeface="+mn-lt"/>
              </a:rPr>
              <a:t>listener thread</a:t>
            </a:r>
            <a:r>
              <a:rPr kumimoji="1" lang="ko-KR" altLang="en-US" sz="1200" b="0" dirty="0">
                <a:latin typeface="+mn-lt"/>
              </a:rPr>
              <a:t>에 의해 </a:t>
            </a:r>
            <a:r>
              <a:rPr kumimoji="1" lang="en-US" altLang="ko-KR" sz="1200" b="0" dirty="0" err="1">
                <a:latin typeface="+mn-lt"/>
              </a:rPr>
              <a:t>subascriber</a:t>
            </a:r>
            <a:r>
              <a:rPr kumimoji="1" lang="ko-KR" altLang="en-US" sz="1200" b="0" dirty="0">
                <a:latin typeface="+mn-lt"/>
              </a:rPr>
              <a:t>로 처리됩니다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0228715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7A94A-E9E0-BB98-844A-01E814538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AA7B273-0856-681D-049B-BC1FE7B43D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1CBBA22-C9FC-0318-6A4E-8018B073AE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이어서 챕터 </a:t>
            </a:r>
            <a:r>
              <a:rPr kumimoji="1" lang="en-US" altLang="ko-KR" sz="1200" b="0" dirty="0">
                <a:latin typeface="+mn-lt"/>
              </a:rPr>
              <a:t>3 </a:t>
            </a:r>
            <a:r>
              <a:rPr kumimoji="1" lang="ko-KR" altLang="en-US" sz="1200" b="0" dirty="0">
                <a:latin typeface="+mn-lt"/>
              </a:rPr>
              <a:t>모델에서는 </a:t>
            </a:r>
            <a:r>
              <a:rPr kumimoji="1" lang="en-US" altLang="ko-KR" sz="1200" b="0" dirty="0">
                <a:latin typeface="+mn-lt"/>
              </a:rPr>
              <a:t>Analysis</a:t>
            </a:r>
            <a:r>
              <a:rPr kumimoji="1" lang="ko-KR" altLang="en-US" sz="1200" b="0" dirty="0">
                <a:latin typeface="+mn-lt"/>
              </a:rPr>
              <a:t>에서 사용되는 수학 기호들을 설명합니다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이런 것들이 있다 정도로만 보시고 넘어가겠습니다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5914334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33498-84FD-5C68-FB4F-21F6CA844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6897AD6-F38B-65FF-61BD-2E78BFC41E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8126441-3BFA-DC2D-85B8-4A784BA52D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다음으로 두 가지 </a:t>
            </a:r>
            <a:r>
              <a:rPr kumimoji="1" lang="en-US" altLang="ko-KR" sz="1200" b="0" dirty="0">
                <a:latin typeface="+mn-lt"/>
              </a:rPr>
              <a:t>policy</a:t>
            </a:r>
            <a:r>
              <a:rPr kumimoji="1" lang="ko-KR" altLang="en-US" sz="1200" b="0" dirty="0">
                <a:latin typeface="+mn-lt"/>
              </a:rPr>
              <a:t>에 대해 </a:t>
            </a:r>
            <a:r>
              <a:rPr kumimoji="1" lang="ko-KR" altLang="en-US" sz="1200" b="0" dirty="0" err="1">
                <a:latin typeface="+mn-lt"/>
              </a:rPr>
              <a:t>설명드리겠습니다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우선 </a:t>
            </a:r>
            <a:r>
              <a:rPr kumimoji="1" lang="en-US" altLang="ko-KR" sz="1200" b="0" dirty="0" err="1">
                <a:latin typeface="+mn-lt"/>
              </a:rPr>
              <a:t>InterestTree</a:t>
            </a:r>
            <a:r>
              <a:rPr kumimoji="1" lang="en-US" altLang="ko-KR" sz="1200" b="0" dirty="0">
                <a:latin typeface="+mn-lt"/>
              </a:rPr>
              <a:t> </a:t>
            </a:r>
            <a:r>
              <a:rPr kumimoji="1" lang="en-US" altLang="ko-KR" sz="1200" b="0" dirty="0" err="1">
                <a:latin typeface="+mn-lt"/>
              </a:rPr>
              <a:t>polic</a:t>
            </a:r>
            <a:r>
              <a:rPr kumimoji="1" lang="ko-KR" altLang="en-US" sz="1200" b="0" dirty="0">
                <a:latin typeface="+mn-lt"/>
              </a:rPr>
              <a:t>입니다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오른쪽의 글은 </a:t>
            </a:r>
            <a:r>
              <a:rPr kumimoji="1" lang="en-US" altLang="ko-KR" sz="1200" b="0" dirty="0" err="1">
                <a:latin typeface="+mn-lt"/>
              </a:rPr>
              <a:t>InterestTree</a:t>
            </a:r>
            <a:r>
              <a:rPr kumimoji="1" lang="ko-KR" altLang="en-US" sz="1200" b="0" dirty="0">
                <a:latin typeface="+mn-lt"/>
              </a:rPr>
              <a:t>의 작동 방식을 나타낸 글로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ko-KR" altLang="en-US" sz="1200" b="0" dirty="0">
                <a:latin typeface="+mn-lt"/>
              </a:rPr>
              <a:t>하나씩 살펴보자면</a:t>
            </a:r>
            <a:r>
              <a:rPr kumimoji="1" lang="en-US" altLang="ko-KR" sz="1200" b="0" dirty="0">
                <a:latin typeface="+mn-lt"/>
              </a:rPr>
              <a:t>, </a:t>
            </a:r>
            <a:br>
              <a:rPr kumimoji="1" lang="en-US" altLang="ko-KR" sz="1200" b="0" dirty="0">
                <a:latin typeface="+mn-lt"/>
              </a:rPr>
            </a:br>
            <a:r>
              <a:rPr kumimoji="1" lang="ko-KR" altLang="en-US" sz="1200" b="0" dirty="0">
                <a:latin typeface="+mn-lt"/>
              </a:rPr>
              <a:t>우선 이게 </a:t>
            </a:r>
            <a:r>
              <a:rPr kumimoji="1" lang="en-US" altLang="ko-KR" sz="1200" b="0" dirty="0">
                <a:latin typeface="+mn-lt"/>
              </a:rPr>
              <a:t>publisher1, 2, 3</a:t>
            </a:r>
            <a:r>
              <a:rPr kumimoji="1" lang="ko-KR" altLang="en-US" sz="1200" b="0" dirty="0">
                <a:latin typeface="+mn-lt"/>
              </a:rPr>
              <a:t>이구요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en-US" altLang="ko-KR" sz="1200" b="0" dirty="0" err="1">
                <a:latin typeface="+mn-lt"/>
              </a:rPr>
              <a:t>InterestTRee</a:t>
            </a:r>
            <a:r>
              <a:rPr kumimoji="1" lang="ko-KR" altLang="en-US" sz="1200" b="0" dirty="0">
                <a:latin typeface="+mn-lt"/>
              </a:rPr>
              <a:t>에서는 두 개의 </a:t>
            </a:r>
            <a:r>
              <a:rPr kumimoji="1" lang="en-US" altLang="ko-KR" sz="1200" b="0" dirty="0">
                <a:latin typeface="+mn-lt"/>
              </a:rPr>
              <a:t>list</a:t>
            </a:r>
            <a:r>
              <a:rPr kumimoji="1" lang="ko-KR" altLang="en-US" sz="1200" b="0" dirty="0">
                <a:latin typeface="+mn-lt"/>
              </a:rPr>
              <a:t>가 사용됩니다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 err="1">
                <a:latin typeface="+mn-lt"/>
              </a:rPr>
              <a:t>activelist</a:t>
            </a:r>
            <a:r>
              <a:rPr kumimoji="1" lang="ko-KR" altLang="en-US" sz="1200" b="0" dirty="0">
                <a:latin typeface="+mn-lt"/>
              </a:rPr>
              <a:t>에는 현재 처리되고 있는 </a:t>
            </a:r>
            <a:r>
              <a:rPr kumimoji="1" lang="en-US" altLang="ko-KR" sz="1200" b="0" dirty="0" err="1">
                <a:latin typeface="+mn-lt"/>
              </a:rPr>
              <a:t>punlisher</a:t>
            </a:r>
            <a:r>
              <a:rPr kumimoji="1" lang="ko-KR" altLang="en-US" sz="1200" b="0" dirty="0">
                <a:latin typeface="+mn-lt"/>
              </a:rPr>
              <a:t>의 </a:t>
            </a:r>
            <a:r>
              <a:rPr kumimoji="1" lang="en-US" altLang="ko-KR" sz="1200" b="0" dirty="0">
                <a:latin typeface="+mn-lt"/>
              </a:rPr>
              <a:t>pointer</a:t>
            </a:r>
            <a:r>
              <a:rPr kumimoji="1" lang="ko-KR" altLang="en-US" sz="1200" b="0" dirty="0">
                <a:latin typeface="+mn-lt"/>
              </a:rPr>
              <a:t>가 있으며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ko-KR" altLang="en-US" sz="1200" b="0" dirty="0">
                <a:latin typeface="+mn-lt"/>
              </a:rPr>
              <a:t>처리가 되면 </a:t>
            </a:r>
            <a:r>
              <a:rPr kumimoji="1" lang="en-US" altLang="ko-KR" sz="1200" b="0" dirty="0" err="1">
                <a:latin typeface="+mn-lt"/>
              </a:rPr>
              <a:t>hiddenlist</a:t>
            </a:r>
            <a:r>
              <a:rPr kumimoji="1" lang="en-US" altLang="ko-KR" sz="1200" b="0" dirty="0">
                <a:latin typeface="+mn-lt"/>
              </a:rPr>
              <a:t> </a:t>
            </a:r>
            <a:r>
              <a:rPr kumimoji="1" lang="ko-KR" altLang="en-US" sz="1200" b="0" dirty="0">
                <a:latin typeface="+mn-lt"/>
              </a:rPr>
              <a:t>에 해당 </a:t>
            </a:r>
            <a:r>
              <a:rPr kumimoji="1" lang="en-US" altLang="ko-KR" sz="1200" b="0" dirty="0">
                <a:latin typeface="+mn-lt"/>
              </a:rPr>
              <a:t>pointer</a:t>
            </a:r>
            <a:r>
              <a:rPr kumimoji="1" lang="ko-KR" altLang="en-US" sz="1200" b="0" dirty="0">
                <a:latin typeface="+mn-lt"/>
              </a:rPr>
              <a:t>가 추가됩니다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 err="1">
                <a:latin typeface="+mn-lt"/>
              </a:rPr>
              <a:t>activelist</a:t>
            </a:r>
            <a:r>
              <a:rPr kumimoji="1" lang="ko-KR" altLang="en-US" sz="1200" b="0" dirty="0">
                <a:latin typeface="+mn-lt"/>
              </a:rPr>
              <a:t>는 </a:t>
            </a:r>
            <a:r>
              <a:rPr kumimoji="1" lang="en-US" altLang="ko-KR" sz="1200" b="0" dirty="0">
                <a:latin typeface="+mn-lt"/>
              </a:rPr>
              <a:t>FIFO </a:t>
            </a:r>
            <a:r>
              <a:rPr kumimoji="1" lang="ko-KR" altLang="en-US" sz="1200" b="0" dirty="0">
                <a:latin typeface="+mn-lt"/>
              </a:rPr>
              <a:t>순서로 </a:t>
            </a:r>
            <a:r>
              <a:rPr kumimoji="1" lang="en-US" altLang="ko-KR" sz="1200" b="0" dirty="0">
                <a:latin typeface="+mn-lt"/>
              </a:rPr>
              <a:t>publisher</a:t>
            </a:r>
            <a:r>
              <a:rPr kumimoji="1" lang="ko-KR" altLang="en-US" sz="1200" b="0" dirty="0">
                <a:latin typeface="+mn-lt"/>
              </a:rPr>
              <a:t>를 처리하며</a:t>
            </a:r>
            <a:r>
              <a:rPr kumimoji="1" lang="en-US" altLang="ko-KR" sz="1200" b="0" dirty="0">
                <a:latin typeface="+mn-lt"/>
              </a:rPr>
              <a:t>,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 err="1">
                <a:latin typeface="+mn-lt"/>
              </a:rPr>
              <a:t>interestTree</a:t>
            </a:r>
            <a:r>
              <a:rPr kumimoji="1" lang="ko-KR" altLang="en-US" sz="1200" b="0" dirty="0">
                <a:latin typeface="+mn-lt"/>
              </a:rPr>
              <a:t>에서는 한번에 </a:t>
            </a:r>
            <a:r>
              <a:rPr kumimoji="1" lang="en-US" altLang="ko-KR" sz="1200" b="0" dirty="0">
                <a:latin typeface="+mn-lt"/>
              </a:rPr>
              <a:t>publisher </a:t>
            </a:r>
            <a:r>
              <a:rPr kumimoji="1" lang="ko-KR" altLang="en-US" sz="1200" b="0" dirty="0">
                <a:latin typeface="+mn-lt"/>
              </a:rPr>
              <a:t>단위로 일괄 처리하기 때문에</a:t>
            </a:r>
            <a:r>
              <a:rPr kumimoji="1" lang="en-US" altLang="ko-KR" sz="1200" b="0" dirty="0">
                <a:latin typeface="+mn-lt"/>
              </a:rPr>
              <a:t>,</a:t>
            </a:r>
            <a:r>
              <a:rPr kumimoji="1" lang="ko-KR" altLang="en-US" sz="1200" b="0" dirty="0">
                <a:latin typeface="+mn-lt"/>
              </a:rPr>
              <a:t> 처리되고 있는 </a:t>
            </a:r>
            <a:r>
              <a:rPr kumimoji="1" lang="en-US" altLang="ko-KR" sz="1200" b="0" dirty="0" err="1">
                <a:latin typeface="+mn-lt"/>
              </a:rPr>
              <a:t>publishe</a:t>
            </a:r>
            <a:r>
              <a:rPr kumimoji="1" lang="ko-KR" altLang="en-US" sz="1200" b="0" dirty="0">
                <a:latin typeface="+mn-lt"/>
              </a:rPr>
              <a:t>에는 새 </a:t>
            </a:r>
            <a:r>
              <a:rPr kumimoji="1" lang="en-US" altLang="ko-KR" sz="1200" b="0" dirty="0">
                <a:latin typeface="+mn-lt"/>
              </a:rPr>
              <a:t>msg</a:t>
            </a:r>
            <a:r>
              <a:rPr kumimoji="1" lang="ko-KR" altLang="en-US" sz="1200" b="0" dirty="0">
                <a:latin typeface="+mn-lt"/>
              </a:rPr>
              <a:t>가 추가될 수 없습니다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이때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ko-KR" altLang="en-US" sz="1200" b="0" dirty="0">
                <a:latin typeface="+mn-lt"/>
              </a:rPr>
              <a:t>여러 </a:t>
            </a:r>
            <a:r>
              <a:rPr kumimoji="1" lang="en-US" altLang="ko-KR" sz="1200" b="0" dirty="0">
                <a:latin typeface="+mn-lt"/>
              </a:rPr>
              <a:t>msg</a:t>
            </a:r>
            <a:r>
              <a:rPr kumimoji="1" lang="ko-KR" altLang="en-US" sz="1200" b="0" dirty="0">
                <a:latin typeface="+mn-lt"/>
              </a:rPr>
              <a:t>를 </a:t>
            </a:r>
            <a:r>
              <a:rPr kumimoji="1" lang="en-US" altLang="ko-KR" sz="1200" b="0" dirty="0">
                <a:latin typeface="+mn-lt"/>
              </a:rPr>
              <a:t>package</a:t>
            </a:r>
            <a:r>
              <a:rPr kumimoji="1" lang="ko-KR" altLang="en-US" sz="1200" b="0" dirty="0">
                <a:latin typeface="+mn-lt"/>
              </a:rPr>
              <a:t> 단위로 묶어서 처리하게 됩니다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처리된 </a:t>
            </a:r>
            <a:r>
              <a:rPr kumimoji="1" lang="en-US" altLang="ko-KR" sz="1200" b="0" dirty="0" err="1">
                <a:latin typeface="+mn-lt"/>
              </a:rPr>
              <a:t>publsher</a:t>
            </a:r>
            <a:r>
              <a:rPr kumimoji="1" lang="ko-KR" altLang="en-US" sz="1200" b="0" dirty="0">
                <a:latin typeface="+mn-lt"/>
              </a:rPr>
              <a:t>의 </a:t>
            </a:r>
            <a:r>
              <a:rPr kumimoji="1" lang="en-US" altLang="ko-KR" sz="1200" b="0" dirty="0">
                <a:latin typeface="+mn-lt"/>
              </a:rPr>
              <a:t>pointer</a:t>
            </a:r>
            <a:r>
              <a:rPr kumimoji="1" lang="ko-KR" altLang="en-US" sz="1200" b="0" dirty="0">
                <a:latin typeface="+mn-lt"/>
              </a:rPr>
              <a:t>는 </a:t>
            </a:r>
            <a:r>
              <a:rPr kumimoji="1" lang="en-US" altLang="ko-KR" sz="1200" b="0" dirty="0" err="1">
                <a:latin typeface="+mn-lt"/>
              </a:rPr>
              <a:t>hiddenlist</a:t>
            </a:r>
            <a:r>
              <a:rPr kumimoji="1" lang="ko-KR" altLang="en-US" sz="1200" b="0" dirty="0">
                <a:latin typeface="+mn-lt"/>
              </a:rPr>
              <a:t>에 추가되고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en-US" altLang="ko-KR" sz="1200" b="0" dirty="0" err="1">
                <a:latin typeface="+mn-lt"/>
              </a:rPr>
              <a:t>activelist</a:t>
            </a:r>
            <a:r>
              <a:rPr kumimoji="1" lang="ko-KR" altLang="en-US" sz="1200" b="0" dirty="0">
                <a:latin typeface="+mn-lt"/>
              </a:rPr>
              <a:t>가 모두 처리가 완료되면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ko-KR" altLang="en-US" sz="1200" b="0" dirty="0">
                <a:latin typeface="+mn-lt"/>
              </a:rPr>
              <a:t>빈 </a:t>
            </a:r>
            <a:r>
              <a:rPr kumimoji="1" lang="en-US" altLang="ko-KR" sz="1200" b="0" dirty="0" err="1">
                <a:latin typeface="+mn-lt"/>
              </a:rPr>
              <a:t>activelist</a:t>
            </a:r>
            <a:r>
              <a:rPr kumimoji="1" lang="ko-KR" altLang="en-US" sz="1200" b="0" dirty="0">
                <a:latin typeface="+mn-lt"/>
              </a:rPr>
              <a:t>와 </a:t>
            </a:r>
            <a:r>
              <a:rPr kumimoji="1" lang="en-US" altLang="ko-KR" sz="1200" b="0" dirty="0" err="1">
                <a:latin typeface="+mn-lt"/>
              </a:rPr>
              <a:t>hiddenlist</a:t>
            </a:r>
            <a:r>
              <a:rPr kumimoji="1" lang="ko-KR" altLang="en-US" sz="1200" b="0" dirty="0">
                <a:latin typeface="+mn-lt"/>
              </a:rPr>
              <a:t>를 바꿔줍니다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이후 모든 </a:t>
            </a:r>
            <a:r>
              <a:rPr kumimoji="1" lang="en-US" altLang="ko-KR" sz="1200" b="0" dirty="0">
                <a:latin typeface="+mn-lt"/>
              </a:rPr>
              <a:t>publisher</a:t>
            </a:r>
            <a:r>
              <a:rPr kumimoji="1" lang="ko-KR" altLang="en-US" sz="1200" b="0" dirty="0">
                <a:latin typeface="+mn-lt"/>
              </a:rPr>
              <a:t>가 처리되면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ko-KR" altLang="en-US" sz="1200" b="0" dirty="0">
                <a:latin typeface="+mn-lt"/>
              </a:rPr>
              <a:t>기존의 </a:t>
            </a:r>
            <a:r>
              <a:rPr kumimoji="1" lang="en-US" altLang="ko-KR" sz="1200" b="0" dirty="0" err="1">
                <a:latin typeface="+mn-lt"/>
              </a:rPr>
              <a:t>hiddenlist</a:t>
            </a:r>
            <a:r>
              <a:rPr kumimoji="1" lang="ko-KR" altLang="en-US" sz="1200" b="0" dirty="0">
                <a:latin typeface="+mn-lt"/>
              </a:rPr>
              <a:t>와 </a:t>
            </a:r>
            <a:r>
              <a:rPr kumimoji="1" lang="en-US" altLang="ko-KR" sz="1200" b="0" dirty="0" err="1">
                <a:latin typeface="+mn-lt"/>
              </a:rPr>
              <a:t>activelist</a:t>
            </a:r>
            <a:r>
              <a:rPr kumimoji="1" lang="ko-KR" altLang="en-US" sz="1200" b="0" dirty="0">
                <a:latin typeface="+mn-lt"/>
              </a:rPr>
              <a:t>를 바꿔줍니다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032340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06C3D-B7B6-FA18-1AF5-3D0702E6E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8B9CB12-4C35-58B0-493E-4C09FE0F53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91D5042-836D-9130-E3F8-FE3316B0D3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다음으로 </a:t>
            </a:r>
            <a:r>
              <a:rPr kumimoji="1" lang="en-US" altLang="ko-KR" sz="1200" b="0" dirty="0">
                <a:latin typeface="+mn-lt"/>
              </a:rPr>
              <a:t>FIFO policy</a:t>
            </a:r>
            <a:r>
              <a:rPr kumimoji="1" lang="ko-KR" altLang="en-US" sz="1200" b="0" dirty="0">
                <a:latin typeface="+mn-lt"/>
              </a:rPr>
              <a:t>입니다</a:t>
            </a:r>
            <a:r>
              <a:rPr kumimoji="1" lang="en-US" altLang="ko-KR" sz="1200" b="0" dirty="0">
                <a:latin typeface="+mn-lt"/>
              </a:rPr>
              <a:t>. </a:t>
            </a:r>
            <a:br>
              <a:rPr kumimoji="1" lang="en-US" altLang="ko-KR" sz="1200" b="0" dirty="0">
                <a:latin typeface="+mn-lt"/>
              </a:rPr>
            </a:br>
            <a:r>
              <a:rPr kumimoji="1" lang="en-US" altLang="ko-KR" sz="1200" b="0" dirty="0">
                <a:latin typeface="+mn-lt"/>
              </a:rPr>
              <a:t>FIFO</a:t>
            </a:r>
            <a:r>
              <a:rPr kumimoji="1" lang="ko-KR" altLang="en-US" sz="1200" b="0" dirty="0">
                <a:latin typeface="+mn-lt"/>
              </a:rPr>
              <a:t>는 </a:t>
            </a:r>
            <a:r>
              <a:rPr kumimoji="1" lang="en-US" altLang="ko-KR" sz="1200" b="0" dirty="0" err="1">
                <a:latin typeface="+mn-lt"/>
              </a:rPr>
              <a:t>intersttree</a:t>
            </a:r>
            <a:r>
              <a:rPr kumimoji="1" lang="ko-KR" altLang="en-US" sz="1200" b="0" dirty="0">
                <a:latin typeface="+mn-lt"/>
              </a:rPr>
              <a:t>에 비해 간단한데요</a:t>
            </a:r>
            <a:r>
              <a:rPr kumimoji="1" lang="en-US" altLang="ko-KR" sz="1200" b="0" dirty="0">
                <a:latin typeface="+mn-lt"/>
              </a:rPr>
              <a:t>, publisher</a:t>
            </a:r>
            <a:r>
              <a:rPr kumimoji="1" lang="ko-KR" altLang="en-US" sz="1200" b="0" dirty="0">
                <a:latin typeface="+mn-lt"/>
              </a:rPr>
              <a:t>에 </a:t>
            </a:r>
            <a:r>
              <a:rPr kumimoji="1" lang="en-US" altLang="ko-KR" sz="1200" b="0" dirty="0">
                <a:latin typeface="+mn-lt"/>
              </a:rPr>
              <a:t>msg</a:t>
            </a:r>
            <a:r>
              <a:rPr kumimoji="1" lang="ko-KR" altLang="en-US" sz="1200" b="0" dirty="0">
                <a:latin typeface="+mn-lt"/>
              </a:rPr>
              <a:t>가 들어오면</a:t>
            </a:r>
            <a:r>
              <a:rPr kumimoji="1" lang="en-US" altLang="ko-KR" sz="1200" b="0" dirty="0">
                <a:latin typeface="+mn-lt"/>
              </a:rPr>
              <a:t>,</a:t>
            </a:r>
            <a:r>
              <a:rPr kumimoji="1" lang="ko-KR" altLang="en-US" sz="1200" b="0" dirty="0">
                <a:latin typeface="+mn-lt"/>
              </a:rPr>
              <a:t> 공용 </a:t>
            </a:r>
            <a:r>
              <a:rPr kumimoji="1" lang="en-US" altLang="ko-KR" sz="1200" b="0" dirty="0">
                <a:latin typeface="+mn-lt"/>
              </a:rPr>
              <a:t>queue</a:t>
            </a:r>
            <a:r>
              <a:rPr kumimoji="1" lang="ko-KR" altLang="en-US" sz="1200" b="0" dirty="0">
                <a:latin typeface="+mn-lt"/>
              </a:rPr>
              <a:t>에 </a:t>
            </a:r>
            <a:r>
              <a:rPr kumimoji="1" lang="en-US" altLang="ko-KR" sz="1200" b="0" dirty="0" err="1">
                <a:latin typeface="+mn-lt"/>
              </a:rPr>
              <a:t>messagepointer</a:t>
            </a:r>
            <a:r>
              <a:rPr kumimoji="1" lang="ko-KR" altLang="en-US" sz="1200" b="0" dirty="0">
                <a:latin typeface="+mn-lt"/>
              </a:rPr>
              <a:t>가 추가되면서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ko-KR" altLang="en-US" sz="1200" b="0" dirty="0">
                <a:latin typeface="+mn-lt"/>
              </a:rPr>
              <a:t>순서대로 처리가 진행됩니다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360065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942F3-EA79-42DA-4D01-C3696707F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F5CCCF5-38A9-C7A2-EB81-2FE4A2793F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4A55A7E-8059-3D60-B791-0DA92B09DF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이제 본격적으로 </a:t>
            </a:r>
            <a:r>
              <a:rPr kumimoji="1" lang="en-US" altLang="ko-KR" sz="1200" b="0" dirty="0">
                <a:latin typeface="+mn-lt"/>
              </a:rPr>
              <a:t>communication delay</a:t>
            </a:r>
            <a:r>
              <a:rPr kumimoji="1" lang="ko-KR" altLang="en-US" sz="1200" b="0" dirty="0">
                <a:latin typeface="+mn-lt"/>
              </a:rPr>
              <a:t>를 구하는 과정에 대해 </a:t>
            </a:r>
            <a:r>
              <a:rPr kumimoji="1" lang="ko-KR" altLang="en-US" sz="1200" b="0" dirty="0" err="1">
                <a:latin typeface="+mn-lt"/>
              </a:rPr>
              <a:t>설명드리겠습니다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우선 </a:t>
            </a:r>
            <a:r>
              <a:rPr kumimoji="1" lang="en-US" altLang="ko-KR" sz="1200" b="0" dirty="0">
                <a:latin typeface="+mn-lt"/>
              </a:rPr>
              <a:t>communication delay</a:t>
            </a:r>
            <a:r>
              <a:rPr kumimoji="1" lang="ko-KR" altLang="en-US" sz="1200" b="0" dirty="0">
                <a:latin typeface="+mn-lt"/>
              </a:rPr>
              <a:t> </a:t>
            </a:r>
            <a:r>
              <a:rPr kumimoji="1" lang="en-US" altLang="ko-KR" sz="1200" b="0" dirty="0">
                <a:latin typeface="+mn-lt"/>
              </a:rPr>
              <a:t>R</a:t>
            </a:r>
            <a:r>
              <a:rPr kumimoji="1" lang="ko-KR" altLang="en-US" sz="1200" b="0" dirty="0">
                <a:latin typeface="+mn-lt"/>
              </a:rPr>
              <a:t>은 </a:t>
            </a:r>
            <a:r>
              <a:rPr kumimoji="1" lang="en-US" altLang="ko-KR" sz="1200" b="0" dirty="0">
                <a:latin typeface="+mn-lt"/>
              </a:rPr>
              <a:t>publish</a:t>
            </a:r>
            <a:r>
              <a:rPr kumimoji="1" lang="ko-KR" altLang="en-US" sz="1200" b="0" dirty="0">
                <a:latin typeface="+mn-lt"/>
              </a:rPr>
              <a:t>하는데 걸리는 시간</a:t>
            </a:r>
            <a:r>
              <a:rPr kumimoji="1" lang="en-US" altLang="ko-KR" sz="1200" b="0" dirty="0">
                <a:latin typeface="+mn-lt"/>
              </a:rPr>
              <a:t>, DDS</a:t>
            </a:r>
            <a:r>
              <a:rPr kumimoji="1" lang="ko-KR" altLang="en-US" sz="1200" b="0" dirty="0">
                <a:latin typeface="+mn-lt"/>
              </a:rPr>
              <a:t>를 통한 전송 시간</a:t>
            </a:r>
            <a:r>
              <a:rPr kumimoji="1" lang="en-US" altLang="ko-KR" sz="1200" b="0" dirty="0">
                <a:latin typeface="+mn-lt"/>
              </a:rPr>
              <a:t>, subscribe </a:t>
            </a:r>
            <a:r>
              <a:rPr kumimoji="1" lang="ko-KR" altLang="en-US" sz="1200" b="0" dirty="0">
                <a:latin typeface="+mn-lt"/>
              </a:rPr>
              <a:t>하는데 걸리는 시간 으로 나뉘어집니다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이때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ko-KR" altLang="en-US" sz="1200" b="0" dirty="0">
                <a:latin typeface="+mn-lt"/>
              </a:rPr>
              <a:t>이 논문에서는 </a:t>
            </a:r>
            <a:r>
              <a:rPr kumimoji="1" lang="en-US" altLang="ko-KR" sz="1200" b="0" dirty="0">
                <a:latin typeface="+mn-lt"/>
              </a:rPr>
              <a:t>DDS</a:t>
            </a:r>
            <a:r>
              <a:rPr kumimoji="1" lang="ko-KR" altLang="en-US" sz="1200" b="0" dirty="0">
                <a:latin typeface="+mn-lt"/>
              </a:rPr>
              <a:t>를 통한 전송시간은 내부 </a:t>
            </a:r>
            <a:r>
              <a:rPr kumimoji="1" lang="en-US" altLang="ko-KR" sz="1200" b="0" dirty="0">
                <a:latin typeface="+mn-lt"/>
              </a:rPr>
              <a:t>protocol</a:t>
            </a:r>
            <a:r>
              <a:rPr kumimoji="1" lang="ko-KR" altLang="en-US" sz="1200" b="0" dirty="0">
                <a:latin typeface="+mn-lt"/>
              </a:rPr>
              <a:t>에 따라 달라지므로 상수로 간주하고</a:t>
            </a:r>
            <a:r>
              <a:rPr kumimoji="1" lang="en-US" altLang="ko-KR" sz="1200" b="0" dirty="0">
                <a:latin typeface="+mn-lt"/>
              </a:rPr>
              <a:t>, publish </a:t>
            </a:r>
            <a:r>
              <a:rPr kumimoji="1" lang="ko-KR" altLang="en-US" sz="1200" b="0" dirty="0">
                <a:latin typeface="+mn-lt"/>
              </a:rPr>
              <a:t>하는데 걸리는 시간 </a:t>
            </a:r>
            <a:r>
              <a:rPr kumimoji="1" lang="en-US" altLang="ko-KR" sz="1200" b="0" dirty="0">
                <a:latin typeface="+mn-lt"/>
              </a:rPr>
              <a:t>Rp</a:t>
            </a:r>
            <a:r>
              <a:rPr kumimoji="1" lang="ko-KR" altLang="en-US" sz="1200" b="0" dirty="0">
                <a:latin typeface="+mn-lt"/>
              </a:rPr>
              <a:t>와 </a:t>
            </a:r>
            <a:r>
              <a:rPr kumimoji="1" lang="en-US" altLang="ko-KR" sz="1200" b="0" dirty="0">
                <a:latin typeface="+mn-lt"/>
              </a:rPr>
              <a:t>subscribe</a:t>
            </a:r>
            <a:r>
              <a:rPr kumimoji="1" lang="ko-KR" altLang="en-US" sz="1200" b="0" dirty="0">
                <a:latin typeface="+mn-lt"/>
              </a:rPr>
              <a:t>하는데 걸리는 시간 </a:t>
            </a:r>
            <a:r>
              <a:rPr kumimoji="1" lang="en-US" altLang="ko-KR" sz="1200" b="0" dirty="0">
                <a:latin typeface="+mn-lt"/>
              </a:rPr>
              <a:t>Rs</a:t>
            </a:r>
            <a:r>
              <a:rPr kumimoji="1" lang="ko-KR" altLang="en-US" sz="1200" b="0" dirty="0">
                <a:latin typeface="+mn-lt"/>
              </a:rPr>
              <a:t>에 집중합니다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n-lt"/>
              </a:rPr>
              <a:t>Rp</a:t>
            </a:r>
            <a:r>
              <a:rPr kumimoji="1" lang="ko-KR" altLang="en-US" sz="1200" b="0" dirty="0">
                <a:latin typeface="+mn-lt"/>
              </a:rPr>
              <a:t>는 </a:t>
            </a:r>
            <a:r>
              <a:rPr kumimoji="1" lang="en-US" altLang="ko-KR" sz="1200" b="0" dirty="0">
                <a:latin typeface="+mn-lt"/>
              </a:rPr>
              <a:t>communication </a:t>
            </a:r>
            <a:r>
              <a:rPr kumimoji="1" lang="ko-KR" altLang="en-US" sz="1200" b="0" dirty="0">
                <a:latin typeface="+mn-lt"/>
              </a:rPr>
              <a:t>정책에 따라 달라지는데요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ko-KR" altLang="en-US" sz="1200" b="0" dirty="0">
                <a:latin typeface="+mn-lt"/>
              </a:rPr>
              <a:t>식으로 나타내면 다음과 같습니다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각 시간을 구하는 방법을 </a:t>
            </a:r>
            <a:r>
              <a:rPr kumimoji="1" lang="ko-KR" altLang="en-US" sz="1200" b="0" dirty="0" err="1">
                <a:latin typeface="+mn-lt"/>
              </a:rPr>
              <a:t>설명드리기</a:t>
            </a:r>
            <a:r>
              <a:rPr kumimoji="1" lang="ko-KR" altLang="en-US" sz="1200" b="0" dirty="0">
                <a:latin typeface="+mn-lt"/>
              </a:rPr>
              <a:t> 전에</a:t>
            </a:r>
            <a:r>
              <a:rPr kumimoji="1" lang="en-US" altLang="ko-KR" sz="1200" b="0" dirty="0">
                <a:latin typeface="+mn-lt"/>
              </a:rPr>
              <a:t>,,, </a:t>
            </a:r>
            <a:r>
              <a:rPr kumimoji="1" lang="ko-KR" altLang="en-US" sz="1200" b="0" dirty="0">
                <a:latin typeface="+mn-lt"/>
              </a:rPr>
              <a:t>식이 너무 많고 복잡해서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ko-KR" altLang="en-US" sz="1200" b="0" dirty="0">
                <a:latin typeface="+mn-lt"/>
              </a:rPr>
              <a:t>이 과정을 설명하기 보단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ko-KR" altLang="en-US" sz="1200" b="0" dirty="0">
                <a:latin typeface="+mn-lt"/>
              </a:rPr>
              <a:t>하나의 </a:t>
            </a:r>
            <a:r>
              <a:rPr kumimoji="1" lang="en-US" altLang="ko-KR" sz="1200" b="0" dirty="0">
                <a:latin typeface="+mn-lt"/>
              </a:rPr>
              <a:t>case</a:t>
            </a:r>
            <a:r>
              <a:rPr kumimoji="1" lang="ko-KR" altLang="en-US" sz="1200" b="0" dirty="0">
                <a:latin typeface="+mn-lt"/>
              </a:rPr>
              <a:t>를 예시로 들고 해당 </a:t>
            </a:r>
            <a:r>
              <a:rPr kumimoji="1" lang="en-US" altLang="ko-KR" sz="1200" b="0" dirty="0">
                <a:latin typeface="+mn-lt"/>
              </a:rPr>
              <a:t>case</a:t>
            </a:r>
            <a:r>
              <a:rPr kumimoji="1" lang="ko-KR" altLang="en-US" sz="1200" b="0" dirty="0">
                <a:latin typeface="+mn-lt"/>
              </a:rPr>
              <a:t>에서의 시간을 구하는 방식을 설명하는 식으로 진행하겠습니다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6484010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D3F4C-C026-98D4-8D6C-9F8691280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D1578F-F680-7A3A-41D7-0E91CC9EA2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21605D-68E0-679B-A759-09C02D2BE5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먼저 </a:t>
            </a:r>
            <a:r>
              <a:rPr kumimoji="1" lang="en-US" altLang="ko-KR" sz="1200" b="0" dirty="0" err="1">
                <a:latin typeface="+mn-lt"/>
              </a:rPr>
              <a:t>interestpolicy</a:t>
            </a:r>
            <a:r>
              <a:rPr kumimoji="1" lang="ko-KR" altLang="en-US" sz="1200" b="0" dirty="0">
                <a:latin typeface="+mn-lt"/>
              </a:rPr>
              <a:t>에서의 </a:t>
            </a:r>
            <a:r>
              <a:rPr kumimoji="1" lang="en-US" altLang="ko-KR" sz="1200" b="0" dirty="0">
                <a:latin typeface="+mn-lt"/>
              </a:rPr>
              <a:t>Rp</a:t>
            </a:r>
            <a:r>
              <a:rPr kumimoji="1" lang="ko-KR" altLang="en-US" sz="1200" b="0" dirty="0">
                <a:latin typeface="+mn-lt"/>
              </a:rPr>
              <a:t>입니다</a:t>
            </a:r>
            <a:r>
              <a:rPr kumimoji="1" lang="en-US" altLang="ko-KR" sz="1200" b="0" dirty="0">
                <a:latin typeface="+mn-lt"/>
              </a:rPr>
              <a:t>. </a:t>
            </a:r>
            <a:r>
              <a:rPr kumimoji="1" lang="ko-KR" altLang="en-US" sz="1200" b="0" dirty="0">
                <a:latin typeface="+mn-lt"/>
              </a:rPr>
              <a:t>세 개의 </a:t>
            </a:r>
            <a:r>
              <a:rPr kumimoji="1" lang="en-US" altLang="ko-KR" sz="1200" b="0" dirty="0">
                <a:latin typeface="+mn-lt"/>
              </a:rPr>
              <a:t>publisher</a:t>
            </a:r>
            <a:r>
              <a:rPr kumimoji="1" lang="ko-KR" altLang="en-US" sz="1200" b="0" dirty="0">
                <a:latin typeface="+mn-lt"/>
              </a:rPr>
              <a:t>에 </a:t>
            </a:r>
            <a:r>
              <a:rPr kumimoji="1" lang="en-US" altLang="ko-KR" sz="1200" b="0" dirty="0">
                <a:latin typeface="+mn-lt"/>
              </a:rPr>
              <a:t>msg</a:t>
            </a:r>
            <a:r>
              <a:rPr kumimoji="1" lang="ko-KR" altLang="en-US" sz="1200" b="0" dirty="0">
                <a:latin typeface="+mn-lt"/>
              </a:rPr>
              <a:t>가 들어 있을 때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ko-KR" altLang="en-US" sz="1200" b="0" dirty="0">
                <a:latin typeface="+mn-lt"/>
              </a:rPr>
              <a:t>실행되는 순서를 보면 아래의 </a:t>
            </a:r>
            <a:r>
              <a:rPr kumimoji="1" lang="en-US" altLang="ko-KR" sz="1200" b="0" dirty="0">
                <a:latin typeface="+mn-lt"/>
              </a:rPr>
              <a:t>queue</a:t>
            </a:r>
            <a:r>
              <a:rPr kumimoji="1" lang="ko-KR" altLang="en-US" sz="1200" b="0" dirty="0">
                <a:latin typeface="+mn-lt"/>
              </a:rPr>
              <a:t>와 같습니다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이때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ko-KR" altLang="en-US" sz="1200" b="0" dirty="0">
                <a:latin typeface="+mn-lt"/>
              </a:rPr>
              <a:t>두 번째 </a:t>
            </a:r>
            <a:r>
              <a:rPr kumimoji="1" lang="en-US" altLang="ko-KR" sz="1200" b="0" dirty="0">
                <a:latin typeface="+mn-lt"/>
              </a:rPr>
              <a:t>publisher</a:t>
            </a:r>
            <a:r>
              <a:rPr kumimoji="1" lang="ko-KR" altLang="en-US" sz="1200" b="0" dirty="0">
                <a:latin typeface="+mn-lt"/>
              </a:rPr>
              <a:t>가 처리되고 있을 때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ko-KR" altLang="en-US" sz="1200" b="0" dirty="0">
                <a:latin typeface="+mn-lt"/>
              </a:rPr>
              <a:t>두 번째 </a:t>
            </a:r>
            <a:r>
              <a:rPr kumimoji="1" lang="en-US" altLang="ko-KR" sz="1200" b="0" dirty="0">
                <a:latin typeface="+mn-lt"/>
              </a:rPr>
              <a:t>publisher</a:t>
            </a:r>
            <a:r>
              <a:rPr kumimoji="1" lang="ko-KR" altLang="en-US" sz="1200" b="0" dirty="0">
                <a:latin typeface="+mn-lt"/>
              </a:rPr>
              <a:t>에 </a:t>
            </a:r>
            <a:r>
              <a:rPr kumimoji="1" lang="en-US" altLang="ko-KR" sz="1200" b="0" dirty="0">
                <a:latin typeface="+mn-lt"/>
              </a:rPr>
              <a:t>msg 3</a:t>
            </a:r>
            <a:r>
              <a:rPr kumimoji="1" lang="ko-KR" altLang="en-US" sz="1200" b="0" dirty="0">
                <a:latin typeface="+mn-lt"/>
              </a:rPr>
              <a:t>가 들어오고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ko-KR" altLang="en-US" sz="1200" b="0" dirty="0">
                <a:latin typeface="+mn-lt"/>
              </a:rPr>
              <a:t>세 번째 </a:t>
            </a:r>
            <a:r>
              <a:rPr kumimoji="1" lang="en-US" altLang="ko-KR" sz="1200" b="0" dirty="0">
                <a:latin typeface="+mn-lt"/>
              </a:rPr>
              <a:t>publisher</a:t>
            </a:r>
            <a:r>
              <a:rPr kumimoji="1" lang="ko-KR" altLang="en-US" sz="1200" b="0" dirty="0">
                <a:latin typeface="+mn-lt"/>
              </a:rPr>
              <a:t>에 </a:t>
            </a:r>
            <a:r>
              <a:rPr kumimoji="1" lang="en-US" altLang="ko-KR" sz="1200" b="0" dirty="0">
                <a:latin typeface="+mn-lt"/>
              </a:rPr>
              <a:t>msg 2</a:t>
            </a:r>
            <a:r>
              <a:rPr kumimoji="1" lang="ko-KR" altLang="en-US" sz="1200" b="0" dirty="0">
                <a:latin typeface="+mn-lt"/>
              </a:rPr>
              <a:t>가 들어올 때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ko-KR" altLang="en-US" sz="1200" b="0" dirty="0">
                <a:latin typeface="+mn-lt"/>
              </a:rPr>
              <a:t>실제로 처리되는 순서를 보면</a:t>
            </a:r>
            <a:r>
              <a:rPr kumimoji="1" lang="en-US" altLang="ko-KR" sz="1200" b="0" dirty="0">
                <a:latin typeface="+mn-lt"/>
              </a:rPr>
              <a:t>,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 err="1">
                <a:latin typeface="+mn-lt"/>
              </a:rPr>
              <a:t>interestTree</a:t>
            </a:r>
            <a:r>
              <a:rPr kumimoji="1" lang="ko-KR" altLang="en-US" sz="1200" b="0" dirty="0">
                <a:latin typeface="+mn-lt"/>
              </a:rPr>
              <a:t>의 두 번째 규칙에 따르면 실행되고 있는 </a:t>
            </a:r>
            <a:r>
              <a:rPr kumimoji="1" lang="en-US" altLang="ko-KR" sz="1200" b="0" dirty="0">
                <a:latin typeface="+mn-lt"/>
              </a:rPr>
              <a:t>publisher</a:t>
            </a:r>
            <a:r>
              <a:rPr kumimoji="1" lang="ko-KR" altLang="en-US" sz="1200" b="0" dirty="0">
                <a:latin typeface="+mn-lt"/>
              </a:rPr>
              <a:t>에는 </a:t>
            </a:r>
            <a:r>
              <a:rPr kumimoji="1" lang="en-US" altLang="ko-KR" sz="1200" b="0" dirty="0">
                <a:latin typeface="+mn-lt"/>
              </a:rPr>
              <a:t>msg</a:t>
            </a:r>
            <a:r>
              <a:rPr kumimoji="1" lang="ko-KR" altLang="en-US" sz="1200" b="0" dirty="0">
                <a:latin typeface="+mn-lt"/>
              </a:rPr>
              <a:t>를 추가할 수 없기 때문에</a:t>
            </a:r>
            <a:r>
              <a:rPr kumimoji="1" lang="en-US" altLang="ko-KR" sz="1200" b="0" dirty="0">
                <a:latin typeface="+mn-lt"/>
              </a:rPr>
              <a:t>, msg3</a:t>
            </a:r>
            <a:r>
              <a:rPr kumimoji="1" lang="ko-KR" altLang="en-US" sz="1200" b="0" dirty="0">
                <a:latin typeface="+mn-lt"/>
              </a:rPr>
              <a:t>가 들어가지 못하고 지연됩니다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반면에 세 번째 </a:t>
            </a:r>
            <a:r>
              <a:rPr kumimoji="1" lang="en-US" altLang="ko-KR" sz="1200" b="0" dirty="0">
                <a:latin typeface="+mn-lt"/>
              </a:rPr>
              <a:t>publisher</a:t>
            </a:r>
            <a:r>
              <a:rPr kumimoji="1" lang="ko-KR" altLang="en-US" sz="1200" b="0" dirty="0">
                <a:latin typeface="+mn-lt"/>
              </a:rPr>
              <a:t>는 아직 실행되기 전이기 때문에 세 번째 </a:t>
            </a:r>
            <a:r>
              <a:rPr kumimoji="1" lang="en-US" altLang="ko-KR" sz="1200" b="0" dirty="0" err="1">
                <a:latin typeface="+mn-lt"/>
              </a:rPr>
              <a:t>publishe</a:t>
            </a:r>
            <a:r>
              <a:rPr kumimoji="1" lang="ko-KR" altLang="en-US" sz="1200" b="0" dirty="0">
                <a:latin typeface="+mn-lt"/>
              </a:rPr>
              <a:t>에 </a:t>
            </a:r>
            <a:r>
              <a:rPr kumimoji="1" lang="en-US" altLang="ko-KR" sz="1200" b="0" dirty="0">
                <a:latin typeface="+mn-lt"/>
              </a:rPr>
              <a:t>msg2</a:t>
            </a:r>
            <a:r>
              <a:rPr kumimoji="1" lang="ko-KR" altLang="en-US" sz="1200" b="0" dirty="0">
                <a:latin typeface="+mn-lt"/>
              </a:rPr>
              <a:t>가 추가되고</a:t>
            </a:r>
            <a:r>
              <a:rPr kumimoji="1" lang="en-US" altLang="ko-KR" sz="1200" b="0" dirty="0">
                <a:latin typeface="+mn-lt"/>
              </a:rPr>
              <a:t>,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두 번째 </a:t>
            </a:r>
            <a:r>
              <a:rPr kumimoji="1" lang="en-US" altLang="ko-KR" sz="1200" b="0" dirty="0">
                <a:latin typeface="+mn-lt"/>
              </a:rPr>
              <a:t>publisher</a:t>
            </a:r>
            <a:r>
              <a:rPr kumimoji="1" lang="ko-KR" altLang="en-US" sz="1200" b="0" dirty="0">
                <a:latin typeface="+mn-lt"/>
              </a:rPr>
              <a:t>의 처리가 끝나고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ko-KR" altLang="en-US" sz="1200" b="0" dirty="0">
                <a:latin typeface="+mn-lt"/>
              </a:rPr>
              <a:t>세 번째 </a:t>
            </a:r>
            <a:r>
              <a:rPr kumimoji="1" lang="en-US" altLang="ko-KR" sz="1200" b="0" dirty="0">
                <a:latin typeface="+mn-lt"/>
              </a:rPr>
              <a:t>publisher</a:t>
            </a:r>
            <a:r>
              <a:rPr kumimoji="1" lang="ko-KR" altLang="en-US" sz="1200" b="0" dirty="0">
                <a:latin typeface="+mn-lt"/>
              </a:rPr>
              <a:t>의 처리가 끝난 후에 두번째 </a:t>
            </a:r>
            <a:r>
              <a:rPr kumimoji="1" lang="en-US" altLang="ko-KR" sz="1200" b="0" dirty="0">
                <a:latin typeface="+mn-lt"/>
              </a:rPr>
              <a:t>publisher</a:t>
            </a:r>
            <a:r>
              <a:rPr kumimoji="1" lang="ko-KR" altLang="en-US" sz="1200" b="0" dirty="0">
                <a:latin typeface="+mn-lt"/>
              </a:rPr>
              <a:t>의 </a:t>
            </a:r>
            <a:r>
              <a:rPr kumimoji="1" lang="en-US" altLang="ko-KR" sz="1200" b="0" dirty="0">
                <a:latin typeface="+mn-lt"/>
              </a:rPr>
              <a:t>msg3</a:t>
            </a:r>
            <a:r>
              <a:rPr kumimoji="1" lang="ko-KR" altLang="en-US" sz="1200" b="0" dirty="0">
                <a:latin typeface="+mn-lt"/>
              </a:rPr>
              <a:t>가 처리됩니다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그렇기 때문에 실제 </a:t>
            </a:r>
            <a:r>
              <a:rPr kumimoji="1" lang="en-US" altLang="ko-KR" sz="1200" b="0" dirty="0">
                <a:latin typeface="+mn-lt"/>
              </a:rPr>
              <a:t>msg3</a:t>
            </a:r>
            <a:r>
              <a:rPr kumimoji="1" lang="ko-KR" altLang="en-US" sz="1200" b="0" dirty="0">
                <a:latin typeface="+mn-lt"/>
              </a:rPr>
              <a:t>의 </a:t>
            </a:r>
            <a:r>
              <a:rPr kumimoji="1" lang="en-US" altLang="ko-KR" sz="1200" b="0" dirty="0">
                <a:latin typeface="+mn-lt"/>
              </a:rPr>
              <a:t>delay</a:t>
            </a:r>
            <a:r>
              <a:rPr kumimoji="1" lang="ko-KR" altLang="en-US" sz="1200" b="0" dirty="0">
                <a:latin typeface="+mn-lt"/>
              </a:rPr>
              <a:t>는 앞에 </a:t>
            </a:r>
            <a:r>
              <a:rPr kumimoji="1" lang="ko-KR" altLang="en-US" sz="1200" b="0" dirty="0" err="1">
                <a:latin typeface="+mn-lt"/>
              </a:rPr>
              <a:t>쌓여있는</a:t>
            </a:r>
            <a:r>
              <a:rPr kumimoji="1" lang="ko-KR" altLang="en-US" sz="1200" b="0" dirty="0">
                <a:latin typeface="+mn-lt"/>
              </a:rPr>
              <a:t> </a:t>
            </a:r>
            <a:r>
              <a:rPr kumimoji="1" lang="en-US" altLang="ko-KR" sz="1200" b="0" dirty="0">
                <a:latin typeface="+mn-lt"/>
              </a:rPr>
              <a:t>msg</a:t>
            </a:r>
            <a:r>
              <a:rPr kumimoji="1" lang="ko-KR" altLang="en-US" sz="1200" b="0" dirty="0">
                <a:latin typeface="+mn-lt"/>
              </a:rPr>
              <a:t>에 의한 </a:t>
            </a:r>
            <a:r>
              <a:rPr kumimoji="1" lang="en-US" altLang="ko-KR" sz="1200" b="0" dirty="0">
                <a:latin typeface="+mn-lt"/>
              </a:rPr>
              <a:t>delay</a:t>
            </a:r>
            <a:r>
              <a:rPr kumimoji="1" lang="ko-KR" altLang="en-US" sz="1200" b="0" dirty="0">
                <a:latin typeface="+mn-lt"/>
              </a:rPr>
              <a:t>에 </a:t>
            </a:r>
            <a:r>
              <a:rPr kumimoji="1" lang="en-US" altLang="ko-KR" sz="1200" b="0" dirty="0">
                <a:latin typeface="+mn-lt"/>
              </a:rPr>
              <a:t>msg2</a:t>
            </a:r>
            <a:r>
              <a:rPr kumimoji="1" lang="ko-KR" altLang="en-US" sz="1200" b="0" dirty="0">
                <a:latin typeface="+mn-lt"/>
              </a:rPr>
              <a:t>에 의한 </a:t>
            </a:r>
            <a:r>
              <a:rPr kumimoji="1" lang="en-US" altLang="ko-KR" sz="1200" b="0" dirty="0">
                <a:latin typeface="+mn-lt"/>
              </a:rPr>
              <a:t>delay</a:t>
            </a:r>
            <a:r>
              <a:rPr kumimoji="1" lang="ko-KR" altLang="en-US" sz="1200" b="0" dirty="0">
                <a:latin typeface="+mn-lt"/>
              </a:rPr>
              <a:t>를 더해줘야 합니다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340734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C42BF-9279-6CD3-A5B1-DC7F4CD65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145916D-D864-3A38-69E7-EFF2D38064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E66C174-6F1C-5A4E-AAA1-ADB4D3B82F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다음으로 </a:t>
            </a:r>
            <a:r>
              <a:rPr kumimoji="1" lang="en-US" altLang="ko-KR" sz="1200" b="0" dirty="0">
                <a:latin typeface="+mn-lt"/>
              </a:rPr>
              <a:t>FIFO policy</a:t>
            </a:r>
            <a:r>
              <a:rPr kumimoji="1" lang="ko-KR" altLang="en-US" sz="1200" b="0" dirty="0">
                <a:latin typeface="+mn-lt"/>
              </a:rPr>
              <a:t>에서의 </a:t>
            </a:r>
            <a:r>
              <a:rPr kumimoji="1" lang="en-US" altLang="ko-KR" sz="1200" b="0" dirty="0">
                <a:latin typeface="+mn-lt"/>
              </a:rPr>
              <a:t>Rp</a:t>
            </a:r>
            <a:r>
              <a:rPr kumimoji="1" lang="ko-KR" altLang="en-US" sz="1200" b="0" dirty="0">
                <a:latin typeface="+mn-lt"/>
              </a:rPr>
              <a:t>입니다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처음부터 처리되는 순서가 </a:t>
            </a:r>
            <a:r>
              <a:rPr kumimoji="1" lang="en-US" altLang="ko-KR" sz="1200" b="0" dirty="0">
                <a:latin typeface="+mn-lt"/>
              </a:rPr>
              <a:t>FIFO</a:t>
            </a:r>
            <a:r>
              <a:rPr kumimoji="1" lang="ko-KR" altLang="en-US" sz="1200" b="0" dirty="0">
                <a:latin typeface="+mn-lt"/>
              </a:rPr>
              <a:t>이기 때문에 </a:t>
            </a:r>
            <a:r>
              <a:rPr kumimoji="1" lang="en-US" altLang="ko-KR" sz="1200" b="0" dirty="0">
                <a:latin typeface="+mn-lt"/>
              </a:rPr>
              <a:t>msg3</a:t>
            </a:r>
            <a:r>
              <a:rPr kumimoji="1" lang="ko-KR" altLang="en-US" sz="1200" b="0" dirty="0">
                <a:latin typeface="+mn-lt"/>
              </a:rPr>
              <a:t>가 들어왔을 때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ko-KR" altLang="en-US" sz="1200" b="0" dirty="0">
                <a:latin typeface="+mn-lt"/>
              </a:rPr>
              <a:t>앞에 쌓여 있는 </a:t>
            </a:r>
            <a:r>
              <a:rPr kumimoji="1" lang="en-US" altLang="ko-KR" sz="1200" b="0" dirty="0">
                <a:latin typeface="+mn-lt"/>
              </a:rPr>
              <a:t>msg</a:t>
            </a:r>
            <a:r>
              <a:rPr kumimoji="1" lang="ko-KR" altLang="en-US" sz="1200" b="0" dirty="0">
                <a:latin typeface="+mn-lt"/>
              </a:rPr>
              <a:t>만큼의 </a:t>
            </a:r>
            <a:r>
              <a:rPr kumimoji="1" lang="en-US" altLang="ko-KR" sz="1200" b="0" dirty="0">
                <a:latin typeface="+mn-lt"/>
              </a:rPr>
              <a:t>delay</a:t>
            </a:r>
            <a:r>
              <a:rPr kumimoji="1" lang="ko-KR" altLang="en-US" sz="1200" b="0" dirty="0">
                <a:latin typeface="+mn-lt"/>
              </a:rPr>
              <a:t>가 발생합니다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4307446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3D50A-4DA2-9B6E-23E8-79E0CC689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0418086-5B28-BA25-A5FD-A3E63519D3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134A569-26A5-8C62-B2D3-BB0A62B524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마지막으로 </a:t>
            </a:r>
            <a:r>
              <a:rPr kumimoji="1" lang="en-US" altLang="ko-KR" sz="1200" b="0" dirty="0">
                <a:latin typeface="+mn-lt"/>
              </a:rPr>
              <a:t>Rs</a:t>
            </a:r>
            <a:r>
              <a:rPr kumimoji="1" lang="ko-KR" altLang="en-US" sz="1200" b="0" dirty="0">
                <a:latin typeface="+mn-lt"/>
              </a:rPr>
              <a:t>를 보면</a:t>
            </a:r>
            <a:r>
              <a:rPr kumimoji="1" lang="en-US" altLang="ko-KR" sz="1200" b="0" dirty="0">
                <a:latin typeface="+mn-lt"/>
              </a:rPr>
              <a:t>, msg</a:t>
            </a:r>
            <a:r>
              <a:rPr kumimoji="1" lang="ko-KR" altLang="en-US" sz="1200" b="0" dirty="0">
                <a:latin typeface="+mn-lt"/>
              </a:rPr>
              <a:t>들이 </a:t>
            </a:r>
            <a:r>
              <a:rPr kumimoji="1" lang="en-US" altLang="ko-KR" sz="1200" b="0" dirty="0">
                <a:latin typeface="+mn-lt"/>
              </a:rPr>
              <a:t>thread</a:t>
            </a:r>
            <a:r>
              <a:rPr kumimoji="1" lang="ko-KR" altLang="en-US" sz="1200" b="0" dirty="0">
                <a:latin typeface="+mn-lt"/>
              </a:rPr>
              <a:t>에서 처리되는 순서가 </a:t>
            </a:r>
            <a:r>
              <a:rPr kumimoji="1" lang="en-US" altLang="ko-KR" sz="1200" b="0" dirty="0">
                <a:latin typeface="+mn-lt"/>
              </a:rPr>
              <a:t>FIFO</a:t>
            </a:r>
            <a:r>
              <a:rPr kumimoji="1" lang="ko-KR" altLang="en-US" sz="1200" b="0" dirty="0">
                <a:latin typeface="+mn-lt"/>
              </a:rPr>
              <a:t>이기 때문에</a:t>
            </a:r>
            <a:r>
              <a:rPr kumimoji="1" lang="en-US" altLang="ko-KR" sz="1200" b="0" dirty="0">
                <a:latin typeface="+mn-lt"/>
              </a:rPr>
              <a:t>, FIFO policy</a:t>
            </a:r>
            <a:r>
              <a:rPr kumimoji="1" lang="ko-KR" altLang="en-US" sz="1200" b="0" dirty="0">
                <a:latin typeface="+mn-lt"/>
              </a:rPr>
              <a:t>와 비슷한 방식으로 처리됩니다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따라서 식을 보면 </a:t>
            </a:r>
            <a:r>
              <a:rPr kumimoji="1" lang="en-US" altLang="ko-KR" sz="1200" b="0" dirty="0">
                <a:latin typeface="+mn-lt"/>
              </a:rPr>
              <a:t>FIFO</a:t>
            </a:r>
            <a:r>
              <a:rPr kumimoji="1" lang="ko-KR" altLang="en-US" sz="1200" b="0" dirty="0">
                <a:latin typeface="+mn-lt"/>
              </a:rPr>
              <a:t>와 거의 같은 구조입니다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425213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65C11-BB3C-A6B8-69E4-474BC4DBF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4436B20-B4D2-58BD-E3F7-718506C91F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A00D900-8153-D29D-4BD4-D2C439622B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이제 논문에서 진행한 실험에 대해 설명하겠습니다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오른쪽 그림을 보시면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ko-KR" altLang="en-US" sz="1200" b="0" dirty="0">
                <a:latin typeface="+mn-lt"/>
              </a:rPr>
              <a:t>두 개의 </a:t>
            </a:r>
            <a:r>
              <a:rPr kumimoji="1" lang="en-US" altLang="ko-KR" sz="1200" b="0" dirty="0">
                <a:latin typeface="+mn-lt"/>
              </a:rPr>
              <a:t>executor</a:t>
            </a:r>
            <a:r>
              <a:rPr kumimoji="1" lang="ko-KR" altLang="en-US" sz="1200" b="0" dirty="0">
                <a:latin typeface="+mn-lt"/>
              </a:rPr>
              <a:t>에서 빨간 박스 안에 있는 노드의 </a:t>
            </a:r>
            <a:r>
              <a:rPr kumimoji="1" lang="en-US" altLang="ko-KR" sz="1200" b="0" dirty="0">
                <a:latin typeface="+mn-lt"/>
              </a:rPr>
              <a:t>communication delay</a:t>
            </a:r>
            <a:r>
              <a:rPr kumimoji="1" lang="ko-KR" altLang="en-US" sz="1200" b="0" dirty="0">
                <a:latin typeface="+mn-lt"/>
              </a:rPr>
              <a:t>를 측정합니다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다른 나머지 </a:t>
            </a:r>
            <a:r>
              <a:rPr kumimoji="1" lang="en-US" altLang="ko-KR" sz="1200" b="0" dirty="0">
                <a:latin typeface="+mn-lt"/>
              </a:rPr>
              <a:t>node </a:t>
            </a:r>
            <a:r>
              <a:rPr kumimoji="1" lang="ko-KR" altLang="en-US" sz="1200" b="0" dirty="0">
                <a:latin typeface="+mn-lt"/>
              </a:rPr>
              <a:t>들은 다른 </a:t>
            </a:r>
            <a:r>
              <a:rPr kumimoji="1" lang="en-US" altLang="ko-KR" sz="1200" b="0" dirty="0">
                <a:latin typeface="+mn-lt"/>
              </a:rPr>
              <a:t>msg</a:t>
            </a:r>
            <a:r>
              <a:rPr kumimoji="1" lang="ko-KR" altLang="en-US" sz="1200" b="0" dirty="0">
                <a:latin typeface="+mn-lt"/>
              </a:rPr>
              <a:t>들이 </a:t>
            </a:r>
            <a:r>
              <a:rPr kumimoji="1" lang="en-US" altLang="ko-KR" sz="1200" b="0" dirty="0">
                <a:latin typeface="+mn-lt"/>
              </a:rPr>
              <a:t>publish </a:t>
            </a:r>
            <a:r>
              <a:rPr kumimoji="1" lang="ko-KR" altLang="en-US" sz="1200" b="0" dirty="0">
                <a:latin typeface="+mn-lt"/>
              </a:rPr>
              <a:t>되고 있는 상황을 구현하기 위한 </a:t>
            </a:r>
            <a:r>
              <a:rPr kumimoji="1" lang="en-US" altLang="ko-KR" sz="1200" b="0" dirty="0">
                <a:latin typeface="+mn-lt"/>
              </a:rPr>
              <a:t>interfering node</a:t>
            </a:r>
            <a:r>
              <a:rPr kumimoji="1" lang="ko-KR" altLang="en-US" sz="1200" b="0" dirty="0">
                <a:latin typeface="+mn-lt"/>
              </a:rPr>
              <a:t>입니다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실험은 </a:t>
            </a:r>
            <a:r>
              <a:rPr kumimoji="1" lang="en-US" altLang="ko-KR" sz="1200" b="0" dirty="0">
                <a:latin typeface="+mn-lt"/>
              </a:rPr>
              <a:t>4</a:t>
            </a:r>
            <a:r>
              <a:rPr kumimoji="1" lang="ko-KR" altLang="en-US" sz="1200" b="0" dirty="0">
                <a:latin typeface="+mn-lt"/>
              </a:rPr>
              <a:t>개의 값을 비교하는 방식으로 진행되는 데요</a:t>
            </a:r>
            <a:r>
              <a:rPr kumimoji="1" lang="en-US" altLang="ko-KR" sz="1200" b="0" dirty="0">
                <a:latin typeface="+mn-lt"/>
              </a:rPr>
              <a:t>, </a:t>
            </a:r>
            <a:br>
              <a:rPr kumimoji="1" lang="en-US" altLang="ko-KR" sz="1200" b="0" dirty="0">
                <a:latin typeface="+mn-lt"/>
              </a:rPr>
            </a:br>
            <a:r>
              <a:rPr kumimoji="1" lang="en-US" altLang="ko-KR" sz="1200" b="0" dirty="0" err="1">
                <a:latin typeface="+mn-lt"/>
              </a:rPr>
              <a:t>interestTree</a:t>
            </a:r>
            <a:r>
              <a:rPr kumimoji="1" lang="ko-KR" altLang="en-US" sz="1200" b="0" dirty="0">
                <a:latin typeface="+mn-lt"/>
              </a:rPr>
              <a:t>와 </a:t>
            </a:r>
            <a:r>
              <a:rPr kumimoji="1" lang="en-US" altLang="ko-KR" sz="1200" b="0" dirty="0">
                <a:latin typeface="+mn-lt"/>
              </a:rPr>
              <a:t>FIFO</a:t>
            </a:r>
            <a:r>
              <a:rPr kumimoji="1" lang="ko-KR" altLang="en-US" sz="1200" b="0" dirty="0">
                <a:latin typeface="+mn-lt"/>
              </a:rPr>
              <a:t>에서의 </a:t>
            </a:r>
            <a:r>
              <a:rPr kumimoji="1" lang="ko-KR" altLang="en-US" sz="1200" b="0" dirty="0" err="1">
                <a:latin typeface="+mn-lt"/>
              </a:rPr>
              <a:t>이론값과</a:t>
            </a:r>
            <a:r>
              <a:rPr kumimoji="1" lang="en-US" altLang="ko-KR" sz="1200" b="0" dirty="0">
                <a:latin typeface="+mn-lt"/>
              </a:rPr>
              <a:t> </a:t>
            </a:r>
            <a:r>
              <a:rPr kumimoji="1" lang="ko-KR" altLang="en-US" sz="1200" b="0" dirty="0">
                <a:latin typeface="+mn-lt"/>
              </a:rPr>
              <a:t>실제 실험값을 비교합니다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6471673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35947-ED6E-6391-891A-3C9D043FB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500FCF-0B45-3244-C225-1B31E6F932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8D11E2B-7197-E5BD-0CD7-6B63DAFCC6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실험에 사용된 컴퓨터의 사양은 다음과 </a:t>
            </a:r>
            <a:r>
              <a:rPr kumimoji="1" lang="ko-KR" altLang="en-US" sz="1200" b="0" dirty="0" err="1">
                <a:latin typeface="+mn-lt"/>
              </a:rPr>
              <a:t>같구요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en-US" altLang="ko-KR" sz="1200" b="0" dirty="0" err="1">
                <a:latin typeface="+mn-lt"/>
              </a:rPr>
              <a:t>InterestTree</a:t>
            </a:r>
            <a:r>
              <a:rPr kumimoji="1" lang="en-US" altLang="ko-KR" sz="1200" b="0" dirty="0">
                <a:latin typeface="+mn-lt"/>
              </a:rPr>
              <a:t> </a:t>
            </a:r>
            <a:r>
              <a:rPr kumimoji="1" lang="en-US" altLang="ko-KR" sz="1200" b="0" dirty="0" err="1">
                <a:latin typeface="+mn-lt"/>
              </a:rPr>
              <a:t>polic</a:t>
            </a:r>
            <a:r>
              <a:rPr kumimoji="1" lang="ko-KR" altLang="en-US" sz="1200" b="0" dirty="0">
                <a:latin typeface="+mn-lt"/>
              </a:rPr>
              <a:t>를 사용하는 </a:t>
            </a:r>
            <a:r>
              <a:rPr kumimoji="1" lang="en-US" altLang="ko-KR" sz="1200" b="0" dirty="0">
                <a:latin typeface="+mn-lt"/>
              </a:rPr>
              <a:t>ROS2 </a:t>
            </a:r>
            <a:r>
              <a:rPr kumimoji="1" lang="ko-KR" altLang="en-US" sz="1200" b="0" dirty="0">
                <a:latin typeface="+mn-lt"/>
              </a:rPr>
              <a:t>버전인 </a:t>
            </a:r>
            <a:r>
              <a:rPr kumimoji="1" lang="en-US" altLang="ko-KR" sz="1200" b="0" dirty="0" err="1">
                <a:latin typeface="+mn-lt"/>
              </a:rPr>
              <a:t>Focxy</a:t>
            </a:r>
            <a:r>
              <a:rPr kumimoji="1" lang="ko-KR" altLang="en-US" sz="1200" b="0" dirty="0">
                <a:latin typeface="+mn-lt"/>
              </a:rPr>
              <a:t>와 </a:t>
            </a:r>
            <a:r>
              <a:rPr kumimoji="1" lang="en-US" altLang="ko-KR" sz="1200" b="0" dirty="0">
                <a:latin typeface="+mn-lt"/>
              </a:rPr>
              <a:t>FIFO policy</a:t>
            </a:r>
            <a:r>
              <a:rPr kumimoji="1" lang="ko-KR" altLang="en-US" sz="1200" b="0" dirty="0">
                <a:latin typeface="+mn-lt"/>
              </a:rPr>
              <a:t>를 사용하는 버전인 </a:t>
            </a:r>
            <a:r>
              <a:rPr kumimoji="1" lang="en-US" altLang="ko-KR" sz="1200" b="0" dirty="0">
                <a:latin typeface="+mn-lt"/>
              </a:rPr>
              <a:t>humble</a:t>
            </a:r>
            <a:r>
              <a:rPr kumimoji="1" lang="ko-KR" altLang="en-US" sz="1200" b="0" dirty="0">
                <a:latin typeface="+mn-lt"/>
              </a:rPr>
              <a:t>로 진행되었습니다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파라미터는 </a:t>
            </a:r>
            <a:r>
              <a:rPr kumimoji="1" lang="en-US" altLang="ko-KR" sz="1200" b="0" dirty="0">
                <a:latin typeface="+mn-lt"/>
              </a:rPr>
              <a:t>6</a:t>
            </a:r>
            <a:r>
              <a:rPr kumimoji="1" lang="ko-KR" altLang="en-US" sz="1200" b="0" dirty="0">
                <a:latin typeface="+mn-lt"/>
              </a:rPr>
              <a:t>개가 있으며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ko-KR" altLang="en-US" sz="1200" b="0" dirty="0">
                <a:latin typeface="+mn-lt"/>
              </a:rPr>
              <a:t>뒤에서 각 </a:t>
            </a:r>
            <a:r>
              <a:rPr kumimoji="1" lang="ko-KR" altLang="en-US" sz="1200" b="0" dirty="0" err="1">
                <a:latin typeface="+mn-lt"/>
              </a:rPr>
              <a:t>파라미터별로</a:t>
            </a:r>
            <a:r>
              <a:rPr kumimoji="1" lang="ko-KR" altLang="en-US" sz="1200" b="0" dirty="0">
                <a:latin typeface="+mn-lt"/>
              </a:rPr>
              <a:t> 결과와 함께 설명하겠습니다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61061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C3236-7F4B-867B-5C00-476CF5CE0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946CFF8-50C1-89CD-5CD2-AAAA609980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4B07351-3B2B-597A-D573-EF3FD70FAA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실험은 </a:t>
            </a:r>
            <a:r>
              <a:rPr kumimoji="1" lang="en-US" altLang="ko-KR" sz="1200" b="0" dirty="0">
                <a:latin typeface="+mn-lt"/>
              </a:rPr>
              <a:t>6</a:t>
            </a:r>
            <a:r>
              <a:rPr kumimoji="1" lang="ko-KR" altLang="en-US" sz="1200" b="0" dirty="0">
                <a:latin typeface="+mn-lt"/>
              </a:rPr>
              <a:t>개의 </a:t>
            </a:r>
            <a:r>
              <a:rPr kumimoji="1" lang="ko-KR" altLang="en-US" sz="1200" b="0" dirty="0" err="1">
                <a:latin typeface="+mn-lt"/>
              </a:rPr>
              <a:t>파라미터별로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ko-KR" altLang="en-US" sz="1200" b="0" dirty="0">
                <a:latin typeface="+mn-lt"/>
              </a:rPr>
              <a:t>값을 달리 해가며 </a:t>
            </a:r>
            <a:r>
              <a:rPr kumimoji="1" lang="en-US" altLang="ko-KR" sz="1200" b="0" dirty="0">
                <a:latin typeface="+mn-lt"/>
              </a:rPr>
              <a:t>4</a:t>
            </a:r>
            <a:r>
              <a:rPr kumimoji="1" lang="ko-KR" altLang="en-US" sz="1200" b="0" dirty="0">
                <a:latin typeface="+mn-lt"/>
              </a:rPr>
              <a:t>가지 값을 측정하였습니다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n-lt"/>
              </a:rPr>
              <a:t>6</a:t>
            </a:r>
            <a:r>
              <a:rPr kumimoji="1" lang="ko-KR" altLang="en-US" sz="1200" b="0" dirty="0">
                <a:latin typeface="+mn-lt"/>
              </a:rPr>
              <a:t>개의 실험 모두에서 </a:t>
            </a:r>
            <a:r>
              <a:rPr kumimoji="1" lang="ko-KR" altLang="en-US" sz="1200" b="0" dirty="0" err="1">
                <a:latin typeface="+mn-lt"/>
              </a:rPr>
              <a:t>이론값이</a:t>
            </a:r>
            <a:r>
              <a:rPr kumimoji="1" lang="ko-KR" altLang="en-US" sz="1200" b="0" dirty="0">
                <a:latin typeface="+mn-lt"/>
              </a:rPr>
              <a:t> 실험값보다 크게 나타났습니다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3330873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22D15-0F8C-0856-887C-C50D11B3C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C1524B1-40C1-246C-0C05-DA41AA17A4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7C3C7E-161C-1913-341E-A95A343342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먼저 </a:t>
            </a:r>
            <a:r>
              <a:rPr kumimoji="1" lang="en-US" altLang="ko-KR" sz="1200" b="0" dirty="0">
                <a:latin typeface="+mn-lt"/>
              </a:rPr>
              <a:t>message size</a:t>
            </a:r>
            <a:r>
              <a:rPr kumimoji="1" lang="ko-KR" altLang="en-US" sz="1200" b="0" dirty="0">
                <a:latin typeface="+mn-lt"/>
              </a:rPr>
              <a:t>값에 따른 </a:t>
            </a:r>
            <a:r>
              <a:rPr kumimoji="1" lang="en-US" altLang="ko-KR" sz="1200" b="0" dirty="0" err="1">
                <a:latin typeface="+mn-lt"/>
              </a:rPr>
              <a:t>dealy</a:t>
            </a:r>
            <a:r>
              <a:rPr kumimoji="1" lang="ko-KR" altLang="en-US" sz="1200" b="0" dirty="0">
                <a:latin typeface="+mn-lt"/>
              </a:rPr>
              <a:t>입니다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 err="1">
                <a:latin typeface="+mn-lt"/>
              </a:rPr>
              <a:t>이론값에서</a:t>
            </a:r>
            <a:r>
              <a:rPr kumimoji="1" lang="ko-KR" altLang="en-US" sz="1200" b="0" dirty="0">
                <a:latin typeface="+mn-lt"/>
              </a:rPr>
              <a:t> </a:t>
            </a:r>
            <a:r>
              <a:rPr kumimoji="1" lang="en-US" altLang="ko-KR" sz="1200" b="0" dirty="0" err="1">
                <a:latin typeface="+mn-lt"/>
              </a:rPr>
              <a:t>intererstTree</a:t>
            </a:r>
            <a:r>
              <a:rPr kumimoji="1" lang="ko-KR" altLang="en-US" sz="1200" b="0" dirty="0">
                <a:latin typeface="+mn-lt"/>
              </a:rPr>
              <a:t>가 </a:t>
            </a:r>
            <a:r>
              <a:rPr kumimoji="1" lang="en-US" altLang="ko-KR" sz="1200" b="0" dirty="0">
                <a:latin typeface="+mn-lt"/>
              </a:rPr>
              <a:t>FIFO</a:t>
            </a:r>
            <a:r>
              <a:rPr kumimoji="1" lang="ko-KR" altLang="en-US" sz="1200" b="0" dirty="0">
                <a:latin typeface="+mn-lt"/>
              </a:rPr>
              <a:t>에 비해 훨씬 크게 나타났는데요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ko-KR" altLang="en-US" sz="1200" b="0" dirty="0">
                <a:latin typeface="+mn-lt"/>
              </a:rPr>
              <a:t>이는 </a:t>
            </a:r>
            <a:r>
              <a:rPr kumimoji="1" lang="en-US" altLang="ko-KR" sz="1200" b="0" dirty="0">
                <a:latin typeface="+mn-lt"/>
              </a:rPr>
              <a:t>interfering msg</a:t>
            </a:r>
            <a:r>
              <a:rPr kumimoji="1" lang="ko-KR" altLang="en-US" sz="1200" b="0" dirty="0">
                <a:latin typeface="+mn-lt"/>
              </a:rPr>
              <a:t>가 먼저 처리되면서 </a:t>
            </a:r>
            <a:r>
              <a:rPr kumimoji="1" lang="en-US" altLang="ko-KR" sz="1200" b="0" dirty="0">
                <a:latin typeface="+mn-lt"/>
              </a:rPr>
              <a:t>evaluation msg</a:t>
            </a:r>
            <a:r>
              <a:rPr kumimoji="1" lang="ko-KR" altLang="en-US" sz="1200" b="0" dirty="0">
                <a:latin typeface="+mn-lt"/>
              </a:rPr>
              <a:t>가 추가적으로 </a:t>
            </a:r>
            <a:r>
              <a:rPr kumimoji="1" lang="en-US" altLang="ko-KR" sz="1200" b="0" dirty="0">
                <a:latin typeface="+mn-lt"/>
              </a:rPr>
              <a:t>delay </a:t>
            </a:r>
            <a:r>
              <a:rPr kumimoji="1" lang="ko-KR" altLang="en-US" sz="1200" b="0" dirty="0">
                <a:latin typeface="+mn-lt"/>
              </a:rPr>
              <a:t>될 수 있기 때문입니다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6597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DCD43-BAC6-1A22-2B3B-C81F754F2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2D6ABD-E997-E8D9-33CE-B383AFD53B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F491D9-4449-224A-302C-CC66AFB625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다음으로 </a:t>
            </a:r>
            <a:r>
              <a:rPr kumimoji="1" lang="en-US" altLang="ko-KR" sz="1200" b="0" dirty="0">
                <a:latin typeface="+mn-lt"/>
              </a:rPr>
              <a:t>interfering node</a:t>
            </a:r>
            <a:r>
              <a:rPr kumimoji="1" lang="ko-KR" altLang="en-US" sz="1200" b="0" dirty="0">
                <a:latin typeface="+mn-lt"/>
              </a:rPr>
              <a:t>에서 </a:t>
            </a:r>
            <a:r>
              <a:rPr kumimoji="1" lang="en-US" altLang="ko-KR" sz="1200" b="0" dirty="0">
                <a:latin typeface="+mn-lt"/>
              </a:rPr>
              <a:t>publish</a:t>
            </a:r>
            <a:r>
              <a:rPr kumimoji="1" lang="ko-KR" altLang="en-US" sz="1200" b="0" dirty="0">
                <a:latin typeface="+mn-lt"/>
              </a:rPr>
              <a:t>하는 </a:t>
            </a:r>
            <a:r>
              <a:rPr kumimoji="1" lang="en-US" altLang="ko-KR" sz="1200" b="0" dirty="0">
                <a:latin typeface="+mn-lt"/>
              </a:rPr>
              <a:t>message size</a:t>
            </a:r>
            <a:r>
              <a:rPr kumimoji="1" lang="ko-KR" altLang="en-US" sz="1200" b="0" dirty="0">
                <a:latin typeface="+mn-lt"/>
              </a:rPr>
              <a:t>에 따른 결과입니다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보시면</a:t>
            </a:r>
            <a:r>
              <a:rPr kumimoji="1" lang="en-US" altLang="ko-KR" sz="1200" b="0" dirty="0">
                <a:latin typeface="+mn-lt"/>
              </a:rPr>
              <a:t>, msg </a:t>
            </a:r>
            <a:r>
              <a:rPr kumimoji="1" lang="ko-KR" altLang="en-US" sz="1200" b="0" dirty="0">
                <a:latin typeface="+mn-lt"/>
              </a:rPr>
              <a:t>크기가 작을 때는 </a:t>
            </a:r>
            <a:r>
              <a:rPr kumimoji="1" lang="en-US" altLang="ko-KR" sz="1200" b="0" dirty="0">
                <a:latin typeface="+mn-lt"/>
              </a:rPr>
              <a:t>FIFO</a:t>
            </a:r>
            <a:r>
              <a:rPr kumimoji="1" lang="ko-KR" altLang="en-US" sz="1200" b="0" dirty="0">
                <a:latin typeface="+mn-lt"/>
              </a:rPr>
              <a:t>보다 </a:t>
            </a:r>
            <a:r>
              <a:rPr kumimoji="1" lang="en-US" altLang="ko-KR" sz="1200" b="0" dirty="0" err="1">
                <a:latin typeface="+mn-lt"/>
              </a:rPr>
              <a:t>interestpolicy</a:t>
            </a:r>
            <a:r>
              <a:rPr kumimoji="1" lang="ko-KR" altLang="en-US" sz="1200" b="0" dirty="0">
                <a:latin typeface="+mn-lt"/>
              </a:rPr>
              <a:t>가 더 나은 성능을 보였는데요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ko-KR" altLang="en-US" sz="1200" b="0" dirty="0">
                <a:latin typeface="+mn-lt"/>
              </a:rPr>
              <a:t>이는 </a:t>
            </a:r>
            <a:r>
              <a:rPr kumimoji="1" lang="en-US" altLang="ko-KR" sz="1200" b="0" dirty="0" err="1">
                <a:latin typeface="+mn-lt"/>
              </a:rPr>
              <a:t>interetTRee</a:t>
            </a:r>
            <a:r>
              <a:rPr kumimoji="1" lang="ko-KR" altLang="en-US" sz="1200" b="0" dirty="0">
                <a:latin typeface="+mn-lt"/>
              </a:rPr>
              <a:t>의 경우 여러 메시지를 하나의 </a:t>
            </a:r>
            <a:r>
              <a:rPr kumimoji="1" lang="en-US" altLang="ko-KR" sz="1200" b="0" dirty="0">
                <a:latin typeface="+mn-lt"/>
              </a:rPr>
              <a:t>package</a:t>
            </a:r>
            <a:r>
              <a:rPr kumimoji="1" lang="ko-KR" altLang="en-US" sz="1200" b="0" dirty="0">
                <a:latin typeface="+mn-lt"/>
              </a:rPr>
              <a:t>로 묶어서 일괄 처리하기 때문에</a:t>
            </a:r>
            <a:r>
              <a:rPr kumimoji="1" lang="en-US" altLang="ko-KR" sz="1200" b="0" dirty="0">
                <a:latin typeface="+mn-lt"/>
              </a:rPr>
              <a:t>, message size</a:t>
            </a:r>
            <a:r>
              <a:rPr kumimoji="1" lang="ko-KR" altLang="en-US" sz="1200" b="0" dirty="0">
                <a:latin typeface="+mn-lt"/>
              </a:rPr>
              <a:t>가 작으면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ko-KR" altLang="en-US" sz="1200" b="0" dirty="0">
                <a:latin typeface="+mn-lt"/>
              </a:rPr>
              <a:t>더 나은 성능을 보이는 것으로 나타났습니다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9012968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51E71-57FD-14F1-3343-567B160F1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43C021-4D48-AD9C-7B77-BA8DAFC7B2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8740CF-D261-05E3-25BE-62A4854979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다음으로 </a:t>
            </a:r>
            <a:r>
              <a:rPr kumimoji="1" lang="en-US" altLang="ko-KR" sz="1200" b="0" dirty="0">
                <a:latin typeface="+mn-lt"/>
              </a:rPr>
              <a:t>interfering node</a:t>
            </a:r>
            <a:r>
              <a:rPr kumimoji="1" lang="ko-KR" altLang="en-US" sz="1200" b="0" dirty="0">
                <a:latin typeface="+mn-lt"/>
              </a:rPr>
              <a:t>의 수에 따른 결과인데요</a:t>
            </a:r>
            <a:r>
              <a:rPr kumimoji="1" lang="en-US" altLang="ko-KR" sz="1200" b="0" dirty="0">
                <a:latin typeface="+mn-lt"/>
              </a:rPr>
              <a:t>,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n-lt"/>
              </a:rPr>
              <a:t>publish executor</a:t>
            </a:r>
            <a:r>
              <a:rPr kumimoji="1" lang="ko-KR" altLang="en-US" sz="1200" b="0" dirty="0">
                <a:latin typeface="+mn-lt"/>
              </a:rPr>
              <a:t>와 </a:t>
            </a:r>
            <a:r>
              <a:rPr kumimoji="1" lang="en-US" altLang="ko-KR" sz="1200" b="0" dirty="0">
                <a:latin typeface="+mn-lt"/>
              </a:rPr>
              <a:t>subscribe executor</a:t>
            </a:r>
            <a:r>
              <a:rPr kumimoji="1" lang="ko-KR" altLang="en-US" sz="1200" b="0" dirty="0">
                <a:latin typeface="+mn-lt"/>
              </a:rPr>
              <a:t>의 </a:t>
            </a:r>
            <a:r>
              <a:rPr kumimoji="1" lang="en-US" altLang="ko-KR" sz="1200" b="0" dirty="0">
                <a:latin typeface="+mn-lt"/>
              </a:rPr>
              <a:t>interfering node</a:t>
            </a:r>
            <a:r>
              <a:rPr kumimoji="1" lang="ko-KR" altLang="en-US" sz="1200" b="0" dirty="0">
                <a:latin typeface="+mn-lt"/>
              </a:rPr>
              <a:t>의 수가 증가할수록 </a:t>
            </a:r>
            <a:r>
              <a:rPr kumimoji="1" lang="en-US" altLang="ko-KR" sz="1200" b="0" dirty="0">
                <a:latin typeface="+mn-lt"/>
              </a:rPr>
              <a:t>delay</a:t>
            </a:r>
            <a:r>
              <a:rPr kumimoji="1" lang="ko-KR" altLang="en-US" sz="1200" b="0" dirty="0">
                <a:latin typeface="+mn-lt"/>
              </a:rPr>
              <a:t>가 커짐을 확인하였습니다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이는 여러 개의 </a:t>
            </a:r>
            <a:r>
              <a:rPr kumimoji="1" lang="en-US" altLang="ko-KR" sz="1200" b="0" dirty="0">
                <a:latin typeface="+mn-lt"/>
              </a:rPr>
              <a:t>publisher</a:t>
            </a:r>
            <a:r>
              <a:rPr kumimoji="1" lang="ko-KR" altLang="en-US" sz="1200" b="0" dirty="0">
                <a:latin typeface="+mn-lt"/>
              </a:rPr>
              <a:t>와 </a:t>
            </a:r>
            <a:r>
              <a:rPr kumimoji="1" lang="en-US" altLang="ko-KR" sz="1200" b="0" dirty="0">
                <a:latin typeface="+mn-lt"/>
              </a:rPr>
              <a:t>subscriber</a:t>
            </a:r>
            <a:r>
              <a:rPr kumimoji="1" lang="ko-KR" altLang="en-US" sz="1200" b="0" dirty="0">
                <a:latin typeface="+mn-lt"/>
              </a:rPr>
              <a:t>가 각각 하나의 </a:t>
            </a:r>
            <a:r>
              <a:rPr kumimoji="1" lang="en-US" altLang="ko-KR" sz="1200" b="0" dirty="0">
                <a:latin typeface="+mn-lt"/>
              </a:rPr>
              <a:t>thread</a:t>
            </a:r>
            <a:r>
              <a:rPr kumimoji="1" lang="ko-KR" altLang="en-US" sz="1200" b="0" dirty="0">
                <a:latin typeface="+mn-lt"/>
              </a:rPr>
              <a:t>를 공유하기 때문입니다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1110548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24E27-6449-DC18-EE4F-1893EA939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F583AD6-0464-31CC-786F-A855E7F2BF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72DB2B-CD9A-B1B7-4BB5-5BEE8C7523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마지막으로 </a:t>
            </a:r>
            <a:r>
              <a:rPr kumimoji="1" lang="en-US" altLang="ko-KR" sz="1200" b="0" dirty="0" err="1">
                <a:latin typeface="+mn-lt"/>
              </a:rPr>
              <a:t>cpu</a:t>
            </a:r>
            <a:r>
              <a:rPr kumimoji="1" lang="en-US" altLang="ko-KR" sz="1200" b="0" dirty="0">
                <a:latin typeface="+mn-lt"/>
              </a:rPr>
              <a:t> </a:t>
            </a:r>
            <a:r>
              <a:rPr kumimoji="1" lang="ko-KR" altLang="en-US" sz="1200" b="0" dirty="0">
                <a:latin typeface="+mn-lt"/>
              </a:rPr>
              <a:t>사용량과 </a:t>
            </a:r>
            <a:r>
              <a:rPr kumimoji="1" lang="en-US" altLang="ko-KR" sz="1200" b="0" dirty="0">
                <a:latin typeface="+mn-lt"/>
              </a:rPr>
              <a:t>msg publish </a:t>
            </a:r>
            <a:r>
              <a:rPr kumimoji="1" lang="ko-KR" altLang="en-US" sz="1200" b="0" dirty="0">
                <a:latin typeface="+mn-lt"/>
              </a:rPr>
              <a:t>주기에 따른 결과입니다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당연하겠지만</a:t>
            </a:r>
            <a:r>
              <a:rPr kumimoji="1" lang="en-US" altLang="ko-KR" sz="1200" b="0" dirty="0">
                <a:latin typeface="+mn-lt"/>
              </a:rPr>
              <a:t>, CPU</a:t>
            </a:r>
            <a:r>
              <a:rPr kumimoji="1" lang="ko-KR" altLang="en-US" sz="1200" b="0" dirty="0">
                <a:latin typeface="+mn-lt"/>
              </a:rPr>
              <a:t>를 많이 쓸수록 </a:t>
            </a:r>
            <a:r>
              <a:rPr kumimoji="1" lang="en-US" altLang="ko-KR" sz="1200" b="0" dirty="0">
                <a:latin typeface="+mn-lt"/>
              </a:rPr>
              <a:t>delay</a:t>
            </a:r>
            <a:r>
              <a:rPr kumimoji="1" lang="ko-KR" altLang="en-US" sz="1200" b="0" dirty="0">
                <a:latin typeface="+mn-lt"/>
              </a:rPr>
              <a:t>가 감소하고</a:t>
            </a:r>
            <a:endParaRPr kumimoji="1" lang="en-US" altLang="ko-KR" sz="1200" b="0" dirty="0">
              <a:latin typeface="+mn-lt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n-lt"/>
              </a:rPr>
              <a:t>msg </a:t>
            </a:r>
            <a:r>
              <a:rPr kumimoji="1" lang="ko-KR" altLang="en-US" sz="1200" b="0" dirty="0">
                <a:latin typeface="+mn-lt"/>
              </a:rPr>
              <a:t>발행 주기가 감소할수록 </a:t>
            </a:r>
            <a:r>
              <a:rPr kumimoji="1" lang="en-US" altLang="ko-KR" sz="1200" b="0" dirty="0">
                <a:latin typeface="+mn-lt"/>
              </a:rPr>
              <a:t>delay</a:t>
            </a:r>
            <a:r>
              <a:rPr kumimoji="1" lang="ko-KR" altLang="en-US" sz="1200" b="0" dirty="0">
                <a:latin typeface="+mn-lt"/>
              </a:rPr>
              <a:t>가 증가합니다</a:t>
            </a:r>
            <a:r>
              <a:rPr kumimoji="1" lang="en-US" altLang="ko-KR" sz="1200" b="0" dirty="0"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080500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D19BD-F51E-8E1D-55FB-595070B22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3D201E2-5474-FA9D-5048-444583A19D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750CE6-3383-CBFA-270B-76BBB09CBA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추가적인 분석입니다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n-lt"/>
              </a:rPr>
              <a:t>6</a:t>
            </a:r>
            <a:r>
              <a:rPr kumimoji="1" lang="ko-KR" altLang="en-US" sz="1200" b="0" dirty="0">
                <a:latin typeface="+mn-lt"/>
              </a:rPr>
              <a:t>개의 실험 모두에서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ko-KR" altLang="en-US" sz="1200" b="0" dirty="0" err="1">
                <a:latin typeface="+mn-lt"/>
              </a:rPr>
              <a:t>이론값이</a:t>
            </a:r>
            <a:r>
              <a:rPr kumimoji="1" lang="ko-KR" altLang="en-US" sz="1200" b="0" dirty="0">
                <a:latin typeface="+mn-lt"/>
              </a:rPr>
              <a:t> 실험값보다 크게 나왔는데요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ko-KR" altLang="en-US" sz="1200" b="0" dirty="0">
                <a:latin typeface="+mn-lt"/>
              </a:rPr>
              <a:t>그 이유는 </a:t>
            </a:r>
            <a:endParaRPr kumimoji="1" lang="en-US" altLang="ko-KR" sz="1200" b="0" dirty="0">
              <a:latin typeface="+mn-lt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 err="1">
                <a:latin typeface="+mn-lt"/>
              </a:rPr>
              <a:t>이론값은</a:t>
            </a:r>
            <a:r>
              <a:rPr kumimoji="1" lang="ko-KR" altLang="en-US" sz="1200" b="0" dirty="0">
                <a:latin typeface="+mn-lt"/>
              </a:rPr>
              <a:t> </a:t>
            </a:r>
            <a:r>
              <a:rPr kumimoji="1" lang="en-US" altLang="ko-KR" sz="1200" b="0" dirty="0" err="1">
                <a:latin typeface="+mn-lt"/>
              </a:rPr>
              <a:t>worstcase</a:t>
            </a:r>
            <a:r>
              <a:rPr kumimoji="1" lang="ko-KR" altLang="en-US" sz="1200" b="0" dirty="0">
                <a:latin typeface="+mn-lt"/>
              </a:rPr>
              <a:t>의 상한을 나타내지만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ko-KR" altLang="en-US" sz="1200" b="0" dirty="0">
                <a:latin typeface="+mn-lt"/>
              </a:rPr>
              <a:t>실험값은 여러 </a:t>
            </a:r>
            <a:r>
              <a:rPr kumimoji="1" lang="en-US" altLang="ko-KR" sz="1200" b="0" dirty="0">
                <a:latin typeface="+mn-lt"/>
              </a:rPr>
              <a:t>case </a:t>
            </a:r>
            <a:r>
              <a:rPr kumimoji="1" lang="ko-KR" altLang="en-US" sz="1200" b="0" dirty="0">
                <a:latin typeface="+mn-lt"/>
              </a:rPr>
              <a:t>가운데 하나 이므로 이러한 결과가 나타납니다</a:t>
            </a:r>
            <a:r>
              <a:rPr kumimoji="1" lang="en-US" altLang="ko-KR" sz="1200" b="0" dirty="0">
                <a:latin typeface="+mn-lt"/>
              </a:rPr>
              <a:t>.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또한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ko-KR" altLang="en-US" sz="1200" b="0" dirty="0">
                <a:latin typeface="+mn-lt"/>
              </a:rPr>
              <a:t>두 정책을 비교 했을 때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ko-KR" altLang="en-US" sz="1200" b="0" dirty="0">
                <a:latin typeface="+mn-lt"/>
              </a:rPr>
              <a:t>실험으로 비교했을 때</a:t>
            </a:r>
            <a:r>
              <a:rPr kumimoji="1" lang="en-US" altLang="ko-KR" sz="1200" b="0" dirty="0">
                <a:latin typeface="+mn-lt"/>
              </a:rPr>
              <a:t>, Foxy</a:t>
            </a:r>
            <a:r>
              <a:rPr kumimoji="1" lang="ko-KR" altLang="en-US" sz="1200" b="0" dirty="0">
                <a:latin typeface="+mn-lt"/>
              </a:rPr>
              <a:t>가 </a:t>
            </a:r>
            <a:r>
              <a:rPr kumimoji="1" lang="en-US" altLang="ko-KR" sz="1200" b="0" dirty="0">
                <a:latin typeface="+mn-lt"/>
              </a:rPr>
              <a:t>Humble</a:t>
            </a:r>
            <a:r>
              <a:rPr kumimoji="1" lang="ko-KR" altLang="en-US" sz="1200" b="0" dirty="0">
                <a:latin typeface="+mn-lt"/>
              </a:rPr>
              <a:t>보다 미묘하게 높은 성능을 보였는데요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ko-KR" altLang="en-US" sz="1200" b="0" dirty="0">
                <a:latin typeface="+mn-lt"/>
              </a:rPr>
              <a:t>이는 </a:t>
            </a:r>
            <a:r>
              <a:rPr kumimoji="1" lang="en-US" altLang="ko-KR" sz="1200" b="0" dirty="0">
                <a:latin typeface="+mn-lt"/>
              </a:rPr>
              <a:t>msg</a:t>
            </a:r>
            <a:r>
              <a:rPr kumimoji="1" lang="ko-KR" altLang="en-US" sz="1200" b="0" dirty="0">
                <a:latin typeface="+mn-lt"/>
              </a:rPr>
              <a:t>캡슐화에 필요한 보조 </a:t>
            </a:r>
            <a:r>
              <a:rPr kumimoji="1" lang="en-US" altLang="ko-KR" sz="1200" b="0" dirty="0">
                <a:latin typeface="+mn-lt"/>
              </a:rPr>
              <a:t>data </a:t>
            </a:r>
            <a:r>
              <a:rPr kumimoji="1" lang="ko-KR" altLang="en-US" sz="1200" b="0" dirty="0">
                <a:latin typeface="+mn-lt"/>
              </a:rPr>
              <a:t>크기에 차이 때문으로 분석하였습니다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결국 두 정책 가운데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ko-KR" altLang="en-US" sz="1200" b="0" dirty="0">
                <a:latin typeface="+mn-lt"/>
              </a:rPr>
              <a:t>뭐가 더 낫냐고 말하기엔 어렵고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ko-KR" altLang="en-US" sz="1200" b="0" dirty="0">
                <a:latin typeface="+mn-lt"/>
              </a:rPr>
              <a:t>결국 </a:t>
            </a:r>
            <a:r>
              <a:rPr kumimoji="1" lang="en-US" altLang="ko-KR" sz="1200" b="0" dirty="0">
                <a:latin typeface="+mn-lt"/>
              </a:rPr>
              <a:t>msg size</a:t>
            </a:r>
            <a:r>
              <a:rPr kumimoji="1" lang="ko-KR" altLang="en-US" sz="1200" b="0" dirty="0">
                <a:latin typeface="+mn-lt"/>
              </a:rPr>
              <a:t>에 따라 </a:t>
            </a:r>
            <a:r>
              <a:rPr kumimoji="1" lang="en-US" altLang="ko-KR" sz="1200" b="0" dirty="0">
                <a:latin typeface="+mn-lt"/>
              </a:rPr>
              <a:t>msg size</a:t>
            </a:r>
            <a:r>
              <a:rPr kumimoji="1" lang="ko-KR" altLang="en-US" sz="1200" b="0" dirty="0">
                <a:latin typeface="+mn-lt"/>
              </a:rPr>
              <a:t>가 작은 경우 </a:t>
            </a:r>
            <a:r>
              <a:rPr kumimoji="1" lang="en-US" altLang="ko-KR" sz="1200" b="0" dirty="0" err="1">
                <a:latin typeface="+mn-lt"/>
              </a:rPr>
              <a:t>interestTree</a:t>
            </a:r>
            <a:r>
              <a:rPr kumimoji="1" lang="ko-KR" altLang="en-US" sz="1200" b="0" dirty="0">
                <a:latin typeface="+mn-lt"/>
              </a:rPr>
              <a:t>가 유리하고</a:t>
            </a:r>
            <a:r>
              <a:rPr kumimoji="1" lang="en-US" altLang="ko-KR" sz="1200" b="0" dirty="0">
                <a:latin typeface="+mn-lt"/>
              </a:rPr>
              <a:t>, interfering</a:t>
            </a:r>
            <a:r>
              <a:rPr kumimoji="1" lang="ko-KR" altLang="en-US" sz="1200" b="0" dirty="0">
                <a:latin typeface="+mn-lt"/>
              </a:rPr>
              <a:t>이 많은 경우 </a:t>
            </a:r>
            <a:r>
              <a:rPr kumimoji="1" lang="en-US" altLang="ko-KR" sz="1200" b="0" dirty="0">
                <a:latin typeface="+mn-lt"/>
              </a:rPr>
              <a:t>FIFO</a:t>
            </a:r>
            <a:r>
              <a:rPr kumimoji="1" lang="ko-KR" altLang="en-US" sz="1200" b="0" dirty="0">
                <a:latin typeface="+mn-lt"/>
              </a:rPr>
              <a:t>가 유리하다는 결론으로 도출되었습니다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0448444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BB2DE-42C8-8BAD-A2B8-417DD4B24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6C37F36-153A-9829-B080-AF344D2DBF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9DE8EA-7F74-7D38-BA81-54E998EDDB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다음으로 이전 실험에서는 하나의 컴퓨터에서 </a:t>
            </a:r>
            <a:r>
              <a:rPr kumimoji="1" lang="en-US" altLang="ko-KR" sz="1200" b="0" dirty="0">
                <a:latin typeface="+mn-lt"/>
              </a:rPr>
              <a:t>delay</a:t>
            </a:r>
            <a:r>
              <a:rPr kumimoji="1" lang="ko-KR" altLang="en-US" sz="1200" b="0" dirty="0">
                <a:latin typeface="+mn-lt"/>
              </a:rPr>
              <a:t>를 측정했다면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ko-KR" altLang="en-US" sz="1200" b="0" dirty="0">
                <a:latin typeface="+mn-lt"/>
              </a:rPr>
              <a:t>이번 실험에서는 서로 다른 두 개의 컴퓨터에서 </a:t>
            </a:r>
            <a:r>
              <a:rPr kumimoji="1" lang="en-US" altLang="ko-KR" sz="1200" b="0" dirty="0">
                <a:latin typeface="+mn-lt"/>
              </a:rPr>
              <a:t>delay</a:t>
            </a:r>
            <a:r>
              <a:rPr kumimoji="1" lang="ko-KR" altLang="en-US" sz="1200" b="0" dirty="0">
                <a:latin typeface="+mn-lt"/>
              </a:rPr>
              <a:t>를 측정하였습니다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새로운 컴퓨터의 사양은 다음과 같고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en-US" altLang="ko-KR" sz="1200" b="0" dirty="0" err="1">
                <a:latin typeface="+mn-lt"/>
              </a:rPr>
              <a:t>Msize</a:t>
            </a:r>
            <a:r>
              <a:rPr kumimoji="1" lang="ko-KR" altLang="en-US" sz="1200" b="0" dirty="0">
                <a:latin typeface="+mn-lt"/>
              </a:rPr>
              <a:t>와 주기는 다음과 같습니다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이때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ko-KR" altLang="en-US" sz="1200" b="0" dirty="0">
                <a:latin typeface="+mn-lt"/>
              </a:rPr>
              <a:t>결국 결과는 하나의 컴퓨터에서 진행한 실험과 비슷한 양상을 보이는 것으로 나타났습니다</a:t>
            </a:r>
            <a:r>
              <a:rPr kumimoji="1" lang="en-US" altLang="ko-KR" sz="1200" b="0" dirty="0">
                <a:latin typeface="+mn-lt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8725537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81EF4-A842-AFA3-7316-A15942B55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5ABB68E-40BA-3297-72C5-3FF256059D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5631E3-F822-68FC-5B56-BEBC9CF223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6289072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6473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570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612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3455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442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8631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991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852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1452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761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7751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182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62595-2691-45CA-A9C9-B57440176AD7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333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5.png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90A73214-B533-452F-8554-666DE071E9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3922814" y="5087502"/>
            <a:ext cx="1298367" cy="429085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09D70B81-8235-441B-B034-F866362B81CF}"/>
              </a:ext>
            </a:extLst>
          </p:cNvPr>
          <p:cNvGrpSpPr/>
          <p:nvPr/>
        </p:nvGrpSpPr>
        <p:grpSpPr>
          <a:xfrm>
            <a:off x="0" y="1744278"/>
            <a:ext cx="9144000" cy="2831291"/>
            <a:chOff x="0" y="1682575"/>
            <a:chExt cx="9144000" cy="2831291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1139A42-2018-48E7-94CA-8E5B7303B85A}"/>
                </a:ext>
              </a:extLst>
            </p:cNvPr>
            <p:cNvSpPr/>
            <p:nvPr/>
          </p:nvSpPr>
          <p:spPr>
            <a:xfrm>
              <a:off x="0" y="4369665"/>
              <a:ext cx="9144000" cy="144201"/>
            </a:xfrm>
            <a:prstGeom prst="rect">
              <a:avLst/>
            </a:prstGeom>
            <a:gradFill flip="none" rotWithShape="1">
              <a:gsLst>
                <a:gs pos="61000">
                  <a:srgbClr val="00206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F41A9F0-8D2F-43C3-9541-536B37B0E4FE}"/>
                </a:ext>
              </a:extLst>
            </p:cNvPr>
            <p:cNvSpPr/>
            <p:nvPr/>
          </p:nvSpPr>
          <p:spPr>
            <a:xfrm>
              <a:off x="0" y="1682575"/>
              <a:ext cx="9144000" cy="144201"/>
            </a:xfrm>
            <a:prstGeom prst="rect">
              <a:avLst/>
            </a:prstGeom>
            <a:gradFill flip="none" rotWithShape="1">
              <a:gsLst>
                <a:gs pos="61000">
                  <a:srgbClr val="00206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E4A91DB-303A-4F81-99F8-0D2A77C39D5B}"/>
              </a:ext>
            </a:extLst>
          </p:cNvPr>
          <p:cNvSpPr/>
          <p:nvPr/>
        </p:nvSpPr>
        <p:spPr>
          <a:xfrm>
            <a:off x="31750" y="2353188"/>
            <a:ext cx="895374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Modeling and Analysis of </a:t>
            </a:r>
          </a:p>
          <a:p>
            <a:pPr algn="ctr"/>
            <a:r>
              <a:rPr lang="en-US" altLang="ko-KR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Inter-Process Communication Delay in ROS 2 </a:t>
            </a:r>
            <a:endParaRPr lang="en-US" altLang="ko-KR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1A635C-1642-419F-9A80-B71C2DC7C4C4}"/>
              </a:ext>
            </a:extLst>
          </p:cNvPr>
          <p:cNvSpPr txBox="1"/>
          <p:nvPr/>
        </p:nvSpPr>
        <p:spPr>
          <a:xfrm>
            <a:off x="2285994" y="3628769"/>
            <a:ext cx="4572000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25.07.17.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385A0FD-5E48-4E0E-9C94-D53FC4C10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6876" y="143521"/>
            <a:ext cx="1228382" cy="25450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45F7EC6-6702-4AD9-B6D4-4B401C3A4168}"/>
              </a:ext>
            </a:extLst>
          </p:cNvPr>
          <p:cNvSpPr txBox="1"/>
          <p:nvPr/>
        </p:nvSpPr>
        <p:spPr>
          <a:xfrm>
            <a:off x="4508624" y="68172"/>
            <a:ext cx="4572000" cy="343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 : Hoon Sung Chwa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A9E7AC-451E-4B40-B0C0-4FAEDB5A95A9}"/>
              </a:ext>
            </a:extLst>
          </p:cNvPr>
          <p:cNvSpPr txBox="1"/>
          <p:nvPr/>
        </p:nvSpPr>
        <p:spPr>
          <a:xfrm>
            <a:off x="1691139" y="5711522"/>
            <a:ext cx="5761711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Electronic Engineering &amp; Computer Science, DGIST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Computing Lab </a:t>
            </a:r>
          </a:p>
          <a:p>
            <a:pPr algn="ctr">
              <a:lnSpc>
                <a:spcPct val="110000"/>
              </a:lnSpc>
              <a:buNone/>
            </a:pPr>
            <a:r>
              <a:rPr lang="en-US" altLang="ko-KR" sz="1600" b="0" strike="noStrike" spc="-1">
                <a:solidFill>
                  <a:srgbClr val="3B3838"/>
                </a:solidFill>
                <a:latin typeface="Times New Roman"/>
                <a:ea typeface="DejaVu Sans"/>
              </a:rPr>
              <a:t>Moonyoung Choi (cmy021205@dgist.ac.kr)</a:t>
            </a:r>
            <a:endParaRPr lang="en-US" altLang="ko-KR" sz="1600" b="0" strike="noStrike" spc="-1"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3E2DD-A5FC-F686-772F-5AC3CA705930}"/>
              </a:ext>
            </a:extLst>
          </p:cNvPr>
          <p:cNvSpPr txBox="1"/>
          <p:nvPr/>
        </p:nvSpPr>
        <p:spPr>
          <a:xfrm>
            <a:off x="927236" y="3326565"/>
            <a:ext cx="7289515" cy="376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Xiantong</a:t>
            </a:r>
            <a:r>
              <a:rPr lang="en-US" altLang="ko-KR" sz="1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 Luo, Xu Jiang, Nan Guan, </a:t>
            </a:r>
            <a:r>
              <a:rPr lang="en-US" altLang="ko-KR" sz="1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Haochun</a:t>
            </a:r>
            <a:r>
              <a:rPr lang="en-US" altLang="ko-KR" sz="1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 Liang, Songran Liu, Wang Yi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462D86-DAC4-30C4-E01E-A73A37BDF369}"/>
              </a:ext>
            </a:extLst>
          </p:cNvPr>
          <p:cNvSpPr txBox="1"/>
          <p:nvPr/>
        </p:nvSpPr>
        <p:spPr>
          <a:xfrm>
            <a:off x="2285993" y="202780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2023 IEEE Real-Time Systems Symposium (RTSS)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86263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CCDCD-31AE-C1D7-E136-3E10BCE5D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4A82E27A-6E14-72F1-5FB1-CC8D50D529C7}"/>
              </a:ext>
            </a:extLst>
          </p:cNvPr>
          <p:cNvSpPr txBox="1"/>
          <p:nvPr/>
        </p:nvSpPr>
        <p:spPr>
          <a:xfrm>
            <a:off x="203699" y="998257"/>
            <a:ext cx="8686301" cy="5115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 2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Inter-process Communication in ROS 2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Model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Policies: 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InterestTree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FIFO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Analysis: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 analysis techniques of worst-case delay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1E585CE2-9AD3-7DD8-19CE-91A2044A6109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2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9D0EE8D-5922-5813-F2E1-550C1AA7D05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8FC4232A-B94D-2B0E-0B74-8D866BF97B7D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Contents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99B647F-D6B0-5C86-18B4-567E160B3E4A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1948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93F37-9B37-7A0B-F746-796CB0189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B64F7B90-92E2-3538-2C9C-D349E78840FB}"/>
              </a:ext>
            </a:extLst>
          </p:cNvPr>
          <p:cNvSpPr txBox="1"/>
          <p:nvPr/>
        </p:nvSpPr>
        <p:spPr>
          <a:xfrm>
            <a:off x="203699" y="998257"/>
            <a:ext cx="8686301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 2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 2 is to support strong real-time capability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increasing adoption of ROS 2 in safety-critical real-time systems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Works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existing works 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focus on the time delay of </a:t>
            </a:r>
            <a:r>
              <a:rPr lang="en-US" altLang="ko-K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computation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assume the delay incurred by communication among different computation components to be a constant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9132F24E-E64C-57E8-7076-0C7FE2F4DC10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3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EA88058-D608-8AD6-B8DC-F1B17099511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AD426706-50F7-E8E8-D6EA-660A39ACBD22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Introduction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2F531B3-9A15-6F21-4D86-7EEE6B2B21EE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717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19310-8960-83EF-2D24-30E901615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F25E7A26-D632-099A-29D1-26C176C2049C}"/>
              </a:ext>
            </a:extLst>
          </p:cNvPr>
          <p:cNvSpPr txBox="1"/>
          <p:nvPr/>
        </p:nvSpPr>
        <p:spPr>
          <a:xfrm>
            <a:off x="203699" y="998257"/>
            <a:ext cx="8903759" cy="3268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inter-process communication delay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InterestTree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policy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 policy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analysis techniques to 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 the </a:t>
            </a:r>
            <a:r>
              <a:rPr lang="en-US" altLang="ko-K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worst-case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communication delay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 the pros and cons of the two policies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13E86110-F13F-5328-3C97-E23860F6454D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4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3B58A6B-FE1E-C70C-0E98-075F7267CD6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FF9929A5-97E6-A7D4-005D-6F355CCC9E92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Introduction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33E17A3-A975-6EF8-07D3-F98165A775D9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4796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6271F-37BF-06C7-8505-AE3365375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735C19AF-9438-655A-6077-6E53A2345062}"/>
              </a:ext>
            </a:extLst>
          </p:cNvPr>
          <p:cNvSpPr txBox="1"/>
          <p:nvPr/>
        </p:nvSpPr>
        <p:spPr>
          <a:xfrm>
            <a:off x="203699" y="998257"/>
            <a:ext cx="8686301" cy="1883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 2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callback: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특정 이벤트가 발생했을 때 실행되도록 등록된 함수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executor: callback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함수 실행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thread: executor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가 실행되는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89335787-CF61-F887-5D0F-2A271F36329F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5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28309D21-DB4B-811E-AA8D-8A85F9E3C1A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7448BD75-6C18-0271-AE6A-105CB591B856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Background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AE6EEFD-9EAD-4818-C4B1-0DCE36C3BDD0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F09EE53-6C09-47A3-2545-1F49E3E530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851" y="2965811"/>
            <a:ext cx="4114800" cy="298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260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38CE6-EDE2-D76A-8F6B-521D75AC1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FDE6C5DC-9B1F-DFD0-CCFE-11D5652C131B}"/>
              </a:ext>
            </a:extLst>
          </p:cNvPr>
          <p:cNvSpPr txBox="1"/>
          <p:nvPr/>
        </p:nvSpPr>
        <p:spPr>
          <a:xfrm>
            <a:off x="203699" y="998257"/>
            <a:ext cx="8686301" cy="1421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in ROS2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intra-process: executor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안에서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교환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inter-process: executor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간의 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교환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9B519FD5-7DD4-FE00-CDF9-0966CC3B446D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6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29793F29-B886-479A-20B2-3C312D2104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EFC4C676-B250-6497-62FD-87B95C72F7DC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Background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DAFDB0E-489D-1F96-CF13-1397BAF23B5B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70D69E1-8784-8422-68D2-3911360E40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9675" y="2504146"/>
            <a:ext cx="6096000" cy="2905125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26BF6210-EB9D-5B36-6A28-11C80C0E9583}"/>
              </a:ext>
            </a:extLst>
          </p:cNvPr>
          <p:cNvSpPr/>
          <p:nvPr/>
        </p:nvSpPr>
        <p:spPr>
          <a:xfrm>
            <a:off x="1890712" y="2732746"/>
            <a:ext cx="4986338" cy="9153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F496D9F-4617-2303-8585-A7CF55B456A9}"/>
              </a:ext>
            </a:extLst>
          </p:cNvPr>
          <p:cNvSpPr/>
          <p:nvPr/>
        </p:nvSpPr>
        <p:spPr>
          <a:xfrm>
            <a:off x="2128837" y="4171021"/>
            <a:ext cx="1890713" cy="8010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AB59B7-FE61-5832-FE8C-D28CA774EAE1}"/>
              </a:ext>
            </a:extLst>
          </p:cNvPr>
          <p:cNvSpPr txBox="1"/>
          <p:nvPr/>
        </p:nvSpPr>
        <p:spPr>
          <a:xfrm>
            <a:off x="317998" y="4020330"/>
            <a:ext cx="2187146" cy="1156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</a:pPr>
            <a:r>
              <a:rPr kumimoji="1" lang="en-US" altLang="ko-KR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is First?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kumimoji="1"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1"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InterestTree</a:t>
            </a:r>
            <a:endParaRPr kumimoji="1"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kumimoji="1"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FIFO</a:t>
            </a:r>
          </a:p>
        </p:txBody>
      </p:sp>
    </p:spTree>
    <p:extLst>
      <p:ext uri="{BB962C8B-B14F-4D97-AF65-F5344CB8AC3E}">
        <p14:creationId xmlns:p14="http://schemas.microsoft.com/office/powerpoint/2010/main" val="311268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F984A-5E9A-F51B-20D5-769A49018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B3D00616-F4B8-5963-7BD2-41BC0A30C0CB}"/>
              </a:ext>
            </a:extLst>
          </p:cNvPr>
          <p:cNvSpPr txBox="1"/>
          <p:nvPr/>
        </p:nvSpPr>
        <p:spPr>
          <a:xfrm>
            <a:off x="203699" y="998257"/>
            <a:ext cx="8686301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Model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4D791AF7-92B5-6003-BBBB-79A6BD764EC7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7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2C57D28-4278-2FC2-C57F-E0E410412E4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97BC74B7-1D78-6D64-AA9F-0C796ACDD85A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Model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B6AEEE6-2C2F-E31C-12FE-CCB80EB3FFEB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표 7">
                <a:extLst>
                  <a:ext uri="{FF2B5EF4-FFF2-40B4-BE49-F238E27FC236}">
                    <a16:creationId xmlns:a16="http://schemas.microsoft.com/office/drawing/2014/main" id="{95B5A26E-97F7-A23E-6EF0-8D976EFF7B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23811537"/>
                  </p:ext>
                </p:extLst>
              </p:nvPr>
            </p:nvGraphicFramePr>
            <p:xfrm>
              <a:off x="678094" y="1496920"/>
              <a:ext cx="7941924" cy="49975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74083">
                      <a:extLst>
                        <a:ext uri="{9D8B030D-6E8A-4147-A177-3AD203B41FA5}">
                          <a16:colId xmlns:a16="http://schemas.microsoft.com/office/drawing/2014/main" val="442538644"/>
                        </a:ext>
                      </a:extLst>
                    </a:gridCol>
                    <a:gridCol w="6167841">
                      <a:extLst>
                        <a:ext uri="{9D8B030D-6E8A-4147-A177-3AD203B41FA5}">
                          <a16:colId xmlns:a16="http://schemas.microsoft.com/office/drawing/2014/main" val="40640142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𝜂</m:t>
                                </m:r>
                              </m:oMath>
                            </m:oMathPara>
                          </a14:m>
                          <a:endParaRPr lang="en-US" altLang="ko-KR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𝜁</m:t>
                                </m:r>
                              </m:oMath>
                            </m:oMathPara>
                          </a14:m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publisher</a:t>
                          </a:r>
                        </a:p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subscriber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45562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ko-KR" altLang="en-US" i="0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ko-KR" altLang="en-US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ko-KR" altLang="en-US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𝜂</m:t>
                                    </m:r>
                                    <m:r>
                                      <a:rPr lang="ko-KR" altLang="en-US" i="0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ko-KR" altLang="en-US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𝜁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link pub to sub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93166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w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ko-KR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altLang="ko-KR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writer thread</a:t>
                          </a:r>
                        </a:p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listener thread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991428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oMath>
                            </m:oMathPara>
                          </a14:m>
                          <a:endParaRPr lang="en-US" altLang="ko-KR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L</m:t>
                                </m:r>
                              </m:oMath>
                            </m:oMathPara>
                          </a14:m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set of interfering pub </a:t>
                          </a:r>
                        </a:p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set of interfering link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110167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ko-KR" alt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𝜂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ko-KR" altLang="en-US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ko-KR" altLang="en-US" i="0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Δ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ko-KR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ko-KR" alt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𝜁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ko-KR" altLang="en-US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ko-KR" altLang="en-US" i="0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Δ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arrival curve of pub</a:t>
                          </a:r>
                        </a:p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arrival curve of sub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933487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ko-KR" alt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𝜂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ko-KR" altLang="en-US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ko-KR" alt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ko-KR" alt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𝜁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ko-KR" altLang="en-US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ko-KR" alt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Worst-Case Execution Time of pub</a:t>
                          </a:r>
                        </a:p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WCET of sub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031958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𝑟𝑏𝑓</m:t>
                                    </m:r>
                                  </m:e>
                                  <m:sub>
                                    <m:r>
                                      <a:rPr lang="el-GR" altLang="ko-KR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𝜂</m:t>
                                    </m:r>
                                  </m:sub>
                                </m:sSub>
                                <m:r>
                                  <a:rPr lang="el-GR" altLang="ko-K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l-GR" altLang="ko-K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𝛥</m:t>
                                </m:r>
                                <m:r>
                                  <a:rPr lang="el-GR" altLang="ko-K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altLang="ko-KR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𝑟𝑏𝑓</m:t>
                                    </m:r>
                                  </m:e>
                                  <m:sub>
                                    <m:r>
                                      <a:rPr lang="ko-KR" alt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𝜁</m:t>
                                    </m:r>
                                  </m:sub>
                                </m:sSub>
                                <m:r>
                                  <a:rPr lang="el-GR" altLang="ko-K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l-GR" altLang="ko-K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𝛥</m:t>
                                </m:r>
                                <m:r>
                                  <a:rPr lang="el-GR" altLang="ko-K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maximum execution time of pub in time interval of length </a:t>
                          </a:r>
                          <a14:m>
                            <m:oMath xmlns:m="http://schemas.openxmlformats.org/officeDocument/2006/math">
                              <m:r>
                                <a:rPr lang="el-GR" altLang="ko-KR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𝛥</m:t>
                              </m:r>
                            </m:oMath>
                          </a14:m>
                          <a:endParaRPr lang="en-US" altLang="ko-KR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maximum execution time of sub in time interval of length </a:t>
                          </a:r>
                          <a14:m>
                            <m:oMath xmlns:m="http://schemas.openxmlformats.org/officeDocument/2006/math">
                              <m:r>
                                <a:rPr lang="el-GR" altLang="ko-KR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𝛥</m:t>
                              </m:r>
                            </m:oMath>
                          </a14:m>
                          <a:endParaRPr lang="ko-KR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998996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𝑠𝑏𝑓</m:t>
                                </m:r>
                                <m:r>
                                  <a:rPr lang="el-GR" altLang="ko-K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l-GR" altLang="ko-K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𝛥</m:t>
                                </m:r>
                                <m:r>
                                  <a:rPr lang="el-GR" altLang="ko-K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altLang="ko-KR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𝑠𝑏𝑓</m:t>
                                </m:r>
                                <m:r>
                                  <a:rPr lang="el-GR" altLang="ko-K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ko-KR" altLang="en-US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l-GR" altLang="ko-K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lower-bounds the amount of processing time</a:t>
                          </a:r>
                        </a:p>
                        <a:p>
                          <a:pPr latinLnBrk="1"/>
                          <a:r>
                            <a:rPr lang="en-US" altLang="ko-KR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upper-bounds the length of any time interval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273951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표 7">
                <a:extLst>
                  <a:ext uri="{FF2B5EF4-FFF2-40B4-BE49-F238E27FC236}">
                    <a16:creationId xmlns:a16="http://schemas.microsoft.com/office/drawing/2014/main" id="{95B5A26E-97F7-A23E-6EF0-8D976EFF7B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23811537"/>
                  </p:ext>
                </p:extLst>
              </p:nvPr>
            </p:nvGraphicFramePr>
            <p:xfrm>
              <a:off x="678094" y="1496920"/>
              <a:ext cx="7941924" cy="49975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74083">
                      <a:extLst>
                        <a:ext uri="{9D8B030D-6E8A-4147-A177-3AD203B41FA5}">
                          <a16:colId xmlns:a16="http://schemas.microsoft.com/office/drawing/2014/main" val="442538644"/>
                        </a:ext>
                      </a:extLst>
                    </a:gridCol>
                    <a:gridCol w="6167841">
                      <a:extLst>
                        <a:ext uri="{9D8B030D-6E8A-4147-A177-3AD203B41FA5}">
                          <a16:colId xmlns:a16="http://schemas.microsoft.com/office/drawing/2014/main" val="406401424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44" t="-4762" r="-348797" b="-696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publisher</a:t>
                          </a:r>
                        </a:p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subscriber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45562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44" t="-180328" r="-348797" b="-10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link pub to sub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931661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44" t="-162857" r="-348797" b="-538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writer thread</a:t>
                          </a:r>
                        </a:p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listener thread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9914283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44" t="-262857" r="-348797" b="-438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set of interfering pub </a:t>
                          </a:r>
                        </a:p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set of interfering link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11016706"/>
                      </a:ext>
                    </a:extLst>
                  </a:tr>
                  <a:tr h="68878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44" t="-334211" r="-348797" b="-3035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arrival curve of pub</a:t>
                          </a:r>
                        </a:p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arrival curve of sub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93348744"/>
                      </a:ext>
                    </a:extLst>
                  </a:tr>
                  <a:tr h="68878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44" t="-438053" r="-348797" b="-2061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Worst-Case Execution Time of pub</a:t>
                          </a:r>
                        </a:p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WCET of sub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03195805"/>
                      </a:ext>
                    </a:extLst>
                  </a:tr>
                  <a:tr h="68878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44" t="-538053" r="-348797" b="-1061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8825" t="-538053" r="-197" b="-1061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9899628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44" t="-686667" r="-348797" b="-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lower-bounds the amount of processing time</a:t>
                          </a:r>
                        </a:p>
                        <a:p>
                          <a:pPr latinLnBrk="1"/>
                          <a:r>
                            <a:rPr lang="en-US" altLang="ko-KR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upper-bounds the length of any time interval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2739515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543108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31FEB-3044-D6FF-126D-59D26F44D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1997F881-321E-F28A-CEED-8F86B698E920}"/>
              </a:ext>
            </a:extLst>
          </p:cNvPr>
          <p:cNvSpPr txBox="1"/>
          <p:nvPr/>
        </p:nvSpPr>
        <p:spPr>
          <a:xfrm>
            <a:off x="203699" y="998257"/>
            <a:ext cx="8686301" cy="1883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Policies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InterestTree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policy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 policy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InterestTree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한 번에 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publisher 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단위로 일괄 처리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BA4874DE-80AC-3D4C-FBAE-3C0EDB5D128F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8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47B90956-6A87-7813-19BA-53FDD228F1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21694BD4-42AA-F86C-DCBF-0D0662551AA0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Model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A8BFA6A-5A93-CC71-A885-4B91749AF7C6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A52C247-F454-C036-775E-B4917B2876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301" y="2849843"/>
            <a:ext cx="5257800" cy="30099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6B2BD87-3FC7-EFEE-0E70-DFA81728E3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161" y="2881914"/>
            <a:ext cx="2395538" cy="25465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D1936F-D306-3790-731E-DFE360D1F166}"/>
              </a:ext>
            </a:extLst>
          </p:cNvPr>
          <p:cNvSpPr txBox="1"/>
          <p:nvPr/>
        </p:nvSpPr>
        <p:spPr>
          <a:xfrm>
            <a:off x="203698" y="4155181"/>
            <a:ext cx="106830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IR1. AL is FIFO</a:t>
            </a:r>
            <a:endParaRPr lang="ko-KR" altLang="en-US" sz="1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A355B7-C4C5-C647-C98E-61A8A9BDB353}"/>
              </a:ext>
            </a:extLst>
          </p:cNvPr>
          <p:cNvSpPr txBox="1"/>
          <p:nvPr/>
        </p:nvSpPr>
        <p:spPr>
          <a:xfrm>
            <a:off x="3694350" y="3611327"/>
            <a:ext cx="208275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IR2. no more MSG in publisher</a:t>
            </a:r>
            <a:endParaRPr lang="ko-KR" altLang="en-US" sz="1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8823D3-7DE6-9A92-A83E-2F49A3DD75D1}"/>
              </a:ext>
            </a:extLst>
          </p:cNvPr>
          <p:cNvSpPr txBox="1"/>
          <p:nvPr/>
        </p:nvSpPr>
        <p:spPr>
          <a:xfrm>
            <a:off x="737851" y="3429631"/>
            <a:ext cx="268823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IR4. publisher</a:t>
            </a:r>
            <a:r>
              <a:rPr lang="ko-KR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의 </a:t>
            </a:r>
            <a:r>
              <a:rPr lang="en-US" altLang="ko-K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pointer</a:t>
            </a:r>
            <a:r>
              <a:rPr lang="ko-KR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가 </a:t>
            </a:r>
            <a:r>
              <a:rPr lang="en-US" altLang="ko-K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HL</a:t>
            </a:r>
            <a:r>
              <a:rPr lang="ko-KR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에 추가됨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02B814-ABBF-1BB9-6072-7D5D443EC221}"/>
              </a:ext>
            </a:extLst>
          </p:cNvPr>
          <p:cNvSpPr txBox="1"/>
          <p:nvPr/>
        </p:nvSpPr>
        <p:spPr>
          <a:xfrm>
            <a:off x="1275444" y="4394761"/>
            <a:ext cx="187275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IR5. swap</a:t>
            </a:r>
            <a:r>
              <a:rPr lang="ko-KR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</a:t>
            </a:r>
            <a:r>
              <a:rPr lang="ko-KR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ko-KR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publisher</a:t>
            </a:r>
            <a:endParaRPr lang="ko-KR" altLang="en-US" sz="1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2F4656-4B76-0B1A-665C-EA5650EE92A3}"/>
              </a:ext>
            </a:extLst>
          </p:cNvPr>
          <p:cNvSpPr txBox="1"/>
          <p:nvPr/>
        </p:nvSpPr>
        <p:spPr>
          <a:xfrm>
            <a:off x="4251848" y="3835602"/>
            <a:ext cx="117820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IR3. encapsulated</a:t>
            </a:r>
            <a:endParaRPr lang="ko-KR" altLang="en-US" sz="1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10272CC-6848-B381-220B-A023F1E34FC3}"/>
              </a:ext>
            </a:extLst>
          </p:cNvPr>
          <p:cNvSpPr/>
          <p:nvPr/>
        </p:nvSpPr>
        <p:spPr>
          <a:xfrm>
            <a:off x="3644637" y="3391201"/>
            <a:ext cx="2073278" cy="126652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26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  <p:bldP spid="13" grpId="0"/>
      <p:bldP spid="16" grpId="0"/>
      <p:bldP spid="17" grpId="0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332F0-11FF-2AE0-C828-3E466B6AD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A2FDC275-4D86-ECEF-C330-C13DA4EE0944}"/>
              </a:ext>
            </a:extLst>
          </p:cNvPr>
          <p:cNvSpPr txBox="1"/>
          <p:nvPr/>
        </p:nvSpPr>
        <p:spPr>
          <a:xfrm>
            <a:off x="203699" y="998257"/>
            <a:ext cx="8686301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FIFO: 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들어온 순서대로 처리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InterestTree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 FIFO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D51EE0DB-928A-5B37-1E8A-63DB240E4D86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9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A1DE528-08E4-418B-69B4-700F8E9107C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1D10CED4-A522-12FB-143A-A3A083DC639E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Model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C87BB6C-E4EA-E51B-A387-9D385B3CF74B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2E3CEE4-5955-5193-E655-3EF568BB4BA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060"/>
          <a:stretch>
            <a:fillRect/>
          </a:stretch>
        </p:blipFill>
        <p:spPr>
          <a:xfrm>
            <a:off x="490726" y="1533766"/>
            <a:ext cx="5400675" cy="259229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D6924CD-9B24-F0FC-D7A0-9A921E36F2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3195" y="1496920"/>
            <a:ext cx="2940079" cy="72079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C5DF96A-DFEC-0CC5-5EBD-3F2174150A9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9870" t="59748" r="1215" b="12404"/>
          <a:stretch>
            <a:fillRect/>
          </a:stretch>
        </p:blipFill>
        <p:spPr>
          <a:xfrm>
            <a:off x="490726" y="4765420"/>
            <a:ext cx="2046070" cy="838201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1DE3434B-7C32-031E-3EE1-EB64F832EA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5110" t="52883" r="1151" b="15091"/>
          <a:stretch>
            <a:fillRect/>
          </a:stretch>
        </p:blipFill>
        <p:spPr>
          <a:xfrm>
            <a:off x="2981326" y="4699046"/>
            <a:ext cx="2362200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499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5E92F-787A-3BD6-7AF1-FCECE213B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586AEBD5-B147-1AB7-EA98-FDA9A12931F3}"/>
              </a:ext>
            </a:extLst>
          </p:cNvPr>
          <p:cNvSpPr txBox="1"/>
          <p:nvPr/>
        </p:nvSpPr>
        <p:spPr>
          <a:xfrm>
            <a:off x="203699" y="998257"/>
            <a:ext cx="8686301" cy="5576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Delay: R = Rp + 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Rnet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Rs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Rp / Rs : pub/sub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하는데 걸리는 시간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Rnet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DDS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를 통한 전송 시간 →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Constant (protocol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에 따라 다르다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Rp under </a:t>
            </a:r>
            <a:r>
              <a:rPr lang="en-US" altLang="ko-K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InterestTree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policy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Rp under FIFO policy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75A54E32-5429-406C-5A9E-F55EC435D527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10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0CF579B0-22A0-0A03-126B-1E6753A2671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B3A0D51F-16F9-82EE-B616-75D1F1FCB346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Analysis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F806691-A14E-EB9A-B3BD-41C0A5892471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101FAF7-8841-02F7-D38F-06A2A611F8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301" y="2886930"/>
            <a:ext cx="3676650" cy="5524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D5F3871-44D3-3595-8158-E5C38CFCE8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096" y="4273881"/>
            <a:ext cx="5172075" cy="82867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D6991E7-3102-3B46-5197-86E5861DC1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104" y="5692860"/>
            <a:ext cx="561975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10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FC1DA-8FA3-3D9A-9CE0-52085458A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7984F51-B831-DB33-850A-0917679AEA6E}"/>
                  </a:ext>
                </a:extLst>
              </p:cNvPr>
              <p:cNvSpPr txBox="1"/>
              <p:nvPr/>
            </p:nvSpPr>
            <p:spPr>
              <a:xfrm>
                <a:off x="203699" y="998257"/>
                <a:ext cx="8686301" cy="3730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ko-KR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Rp under </a:t>
                </a:r>
                <a:r>
                  <a:rPr lang="en-US" altLang="ko-KR" sz="20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InterestTree</a:t>
                </a:r>
                <a:r>
                  <a:rPr lang="en-US" altLang="ko-KR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policy</a:t>
                </a: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endParaRPr lang="en-US" altLang="ko-KR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endParaRPr lang="en-US" altLang="ko-KR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endParaRPr lang="en-US" altLang="ko-KR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endParaRPr lang="en-US" altLang="ko-KR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endParaRPr lang="en-US" altLang="ko-KR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endParaRPr lang="en-US" altLang="ko-KR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ko-K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:r>
                  <a:rPr lang="en-US" altLang="ko-KR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msg 3</a:t>
                </a:r>
                <a:r>
                  <a:rPr lang="en-US" altLang="ko-K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altLang="ko-KR" sz="2000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ko-KR" sz="2000" dirty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msg 2 </a:t>
                </a:r>
                <a:r>
                  <a:rPr lang="en-US" altLang="ko-K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dirty="0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altLang="ko-KR" sz="2000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ko-KR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7984F51-B831-DB33-850A-0917679AEA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699" y="998257"/>
                <a:ext cx="8686301" cy="3730317"/>
              </a:xfrm>
              <a:prstGeom prst="rect">
                <a:avLst/>
              </a:prstGeom>
              <a:blipFill>
                <a:blip r:embed="rId3"/>
                <a:stretch>
                  <a:fillRect l="-632" b="-19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C928DD1D-C55E-9FBA-22AF-F08A98EE63BE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11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03762331-BB4D-37B5-7491-3CCC772B88E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71C3E980-62D7-C4B2-9124-EE7A60FF8A90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Analysis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7BC40D1-9743-C9D6-13C7-D5672F9E325D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81B2E63-0A5E-510A-C597-EF8559112EA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0594" t="21140" r="2267" b="13659"/>
          <a:stretch>
            <a:fillRect/>
          </a:stretch>
        </p:blipFill>
        <p:spPr>
          <a:xfrm>
            <a:off x="628649" y="1580816"/>
            <a:ext cx="1952625" cy="1962483"/>
          </a:xfrm>
          <a:prstGeom prst="rect">
            <a:avLst/>
          </a:prstGeom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BB1A763-954A-BC1B-FE3D-A1B3C160D7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8239666"/>
              </p:ext>
            </p:extLst>
          </p:nvPr>
        </p:nvGraphicFramePr>
        <p:xfrm>
          <a:off x="598735" y="3787258"/>
          <a:ext cx="789622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019">
                  <a:extLst>
                    <a:ext uri="{9D8B030D-6E8A-4147-A177-3AD203B41FA5}">
                      <a16:colId xmlns:a16="http://schemas.microsoft.com/office/drawing/2014/main" val="2740169807"/>
                    </a:ext>
                  </a:extLst>
                </a:gridCol>
                <a:gridCol w="658019">
                  <a:extLst>
                    <a:ext uri="{9D8B030D-6E8A-4147-A177-3AD203B41FA5}">
                      <a16:colId xmlns:a16="http://schemas.microsoft.com/office/drawing/2014/main" val="2093245076"/>
                    </a:ext>
                  </a:extLst>
                </a:gridCol>
                <a:gridCol w="658019">
                  <a:extLst>
                    <a:ext uri="{9D8B030D-6E8A-4147-A177-3AD203B41FA5}">
                      <a16:colId xmlns:a16="http://schemas.microsoft.com/office/drawing/2014/main" val="4075984728"/>
                    </a:ext>
                  </a:extLst>
                </a:gridCol>
                <a:gridCol w="658019">
                  <a:extLst>
                    <a:ext uri="{9D8B030D-6E8A-4147-A177-3AD203B41FA5}">
                      <a16:colId xmlns:a16="http://schemas.microsoft.com/office/drawing/2014/main" val="1394120961"/>
                    </a:ext>
                  </a:extLst>
                </a:gridCol>
                <a:gridCol w="658019">
                  <a:extLst>
                    <a:ext uri="{9D8B030D-6E8A-4147-A177-3AD203B41FA5}">
                      <a16:colId xmlns:a16="http://schemas.microsoft.com/office/drawing/2014/main" val="4293939259"/>
                    </a:ext>
                  </a:extLst>
                </a:gridCol>
                <a:gridCol w="658019">
                  <a:extLst>
                    <a:ext uri="{9D8B030D-6E8A-4147-A177-3AD203B41FA5}">
                      <a16:colId xmlns:a16="http://schemas.microsoft.com/office/drawing/2014/main" val="1551656821"/>
                    </a:ext>
                  </a:extLst>
                </a:gridCol>
                <a:gridCol w="658019">
                  <a:extLst>
                    <a:ext uri="{9D8B030D-6E8A-4147-A177-3AD203B41FA5}">
                      <a16:colId xmlns:a16="http://schemas.microsoft.com/office/drawing/2014/main" val="2328603223"/>
                    </a:ext>
                  </a:extLst>
                </a:gridCol>
                <a:gridCol w="658019">
                  <a:extLst>
                    <a:ext uri="{9D8B030D-6E8A-4147-A177-3AD203B41FA5}">
                      <a16:colId xmlns:a16="http://schemas.microsoft.com/office/drawing/2014/main" val="3368118824"/>
                    </a:ext>
                  </a:extLst>
                </a:gridCol>
                <a:gridCol w="658019">
                  <a:extLst>
                    <a:ext uri="{9D8B030D-6E8A-4147-A177-3AD203B41FA5}">
                      <a16:colId xmlns:a16="http://schemas.microsoft.com/office/drawing/2014/main" val="2138025256"/>
                    </a:ext>
                  </a:extLst>
                </a:gridCol>
                <a:gridCol w="658019">
                  <a:extLst>
                    <a:ext uri="{9D8B030D-6E8A-4147-A177-3AD203B41FA5}">
                      <a16:colId xmlns:a16="http://schemas.microsoft.com/office/drawing/2014/main" val="806849008"/>
                    </a:ext>
                  </a:extLst>
                </a:gridCol>
                <a:gridCol w="658019">
                  <a:extLst>
                    <a:ext uri="{9D8B030D-6E8A-4147-A177-3AD203B41FA5}">
                      <a16:colId xmlns:a16="http://schemas.microsoft.com/office/drawing/2014/main" val="3707294481"/>
                    </a:ext>
                  </a:extLst>
                </a:gridCol>
                <a:gridCol w="658019">
                  <a:extLst>
                    <a:ext uri="{9D8B030D-6E8A-4147-A177-3AD203B41FA5}">
                      <a16:colId xmlns:a16="http://schemas.microsoft.com/office/drawing/2014/main" val="19805786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i="1" dirty="0">
                          <a:solidFill>
                            <a:schemeClr val="tx1"/>
                          </a:solidFill>
                        </a:rPr>
                        <a:t>msg1</a:t>
                      </a:r>
                      <a:endParaRPr lang="ko-KR" altLang="en-US" sz="160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E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i="1" dirty="0">
                          <a:solidFill>
                            <a:schemeClr val="tx1"/>
                          </a:solidFill>
                        </a:rPr>
                        <a:t>msg2</a:t>
                      </a:r>
                      <a:endParaRPr lang="ko-KR" altLang="en-US" sz="160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E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i="1" dirty="0">
                          <a:solidFill>
                            <a:schemeClr val="tx1"/>
                          </a:solidFill>
                        </a:rPr>
                        <a:t>msg3</a:t>
                      </a:r>
                      <a:endParaRPr lang="ko-KR" altLang="en-US" sz="160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E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i="1" dirty="0">
                          <a:solidFill>
                            <a:schemeClr val="tx1"/>
                          </a:solidFill>
                        </a:rPr>
                        <a:t>msg1</a:t>
                      </a:r>
                      <a:endParaRPr lang="ko-KR" altLang="en-US" sz="160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8D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msg2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8D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8D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msg1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7A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7A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7A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133592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895C83F-4290-BFDC-A45C-5248615DB4C5}"/>
              </a:ext>
            </a:extLst>
          </p:cNvPr>
          <p:cNvSpPr txBox="1"/>
          <p:nvPr/>
        </p:nvSpPr>
        <p:spPr>
          <a:xfrm>
            <a:off x="3116335" y="5092518"/>
            <a:ext cx="208275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IR2. no more MSG in publisher</a:t>
            </a:r>
            <a:endParaRPr lang="ko-KR" altLang="en-US" sz="1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C009060-32E1-ECD2-FE38-2D4D5C07C33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0594" t="21140" r="2267" b="42660"/>
          <a:stretch>
            <a:fillRect/>
          </a:stretch>
        </p:blipFill>
        <p:spPr>
          <a:xfrm>
            <a:off x="951261" y="4732748"/>
            <a:ext cx="1952625" cy="108957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4415348-9B24-225E-5612-0BFD9EC1BF55}"/>
              </a:ext>
            </a:extLst>
          </p:cNvPr>
          <p:cNvSpPr txBox="1"/>
          <p:nvPr/>
        </p:nvSpPr>
        <p:spPr>
          <a:xfrm>
            <a:off x="1737617" y="5092518"/>
            <a:ext cx="37991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msg 3</a:t>
            </a:r>
            <a:endParaRPr lang="ko-KR" altLang="en-US" sz="1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144010-AB52-6269-126C-EDE83330CB85}"/>
              </a:ext>
            </a:extLst>
          </p:cNvPr>
          <p:cNvSpPr txBox="1"/>
          <p:nvPr/>
        </p:nvSpPr>
        <p:spPr>
          <a:xfrm>
            <a:off x="2621503" y="3480613"/>
            <a:ext cx="76944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 </a:t>
            </a:r>
            <a:r>
              <a:rPr lang="ko-KR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처리 완료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093807-D03C-3B76-35AC-683BA4B3C69F}"/>
              </a:ext>
            </a:extLst>
          </p:cNvPr>
          <p:cNvSpPr txBox="1"/>
          <p:nvPr/>
        </p:nvSpPr>
        <p:spPr>
          <a:xfrm>
            <a:off x="6671567" y="3880345"/>
            <a:ext cx="37991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msg 3</a:t>
            </a:r>
            <a:endParaRPr lang="ko-KR" altLang="en-US" sz="1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4E0542C1-6BF8-A968-A016-CECCF9697A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1819" y="1106963"/>
            <a:ext cx="3676650" cy="55245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89D9C12-738E-B102-244A-9D8C73155958}"/>
              </a:ext>
            </a:extLst>
          </p:cNvPr>
          <p:cNvSpPr txBox="1"/>
          <p:nvPr/>
        </p:nvSpPr>
        <p:spPr>
          <a:xfrm>
            <a:off x="2440243" y="5277184"/>
            <a:ext cx="37991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msg 2</a:t>
            </a:r>
            <a:endParaRPr lang="ko-KR" altLang="en-US" sz="12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B3AD84-C9BA-BB8B-8AA1-041B9F0B011D}"/>
              </a:ext>
            </a:extLst>
          </p:cNvPr>
          <p:cNvSpPr txBox="1"/>
          <p:nvPr/>
        </p:nvSpPr>
        <p:spPr>
          <a:xfrm>
            <a:off x="5358545" y="3880345"/>
            <a:ext cx="37991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msg 2</a:t>
            </a:r>
            <a:endParaRPr lang="ko-KR" altLang="en-US" sz="12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3326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4" grpId="0"/>
      <p:bldP spid="18" grpId="0"/>
      <p:bldP spid="21" grpId="0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CE1F6-3C77-29E6-7B0C-CD8D82638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1EDC00D-8D5F-E587-37DD-3773695BF8B1}"/>
                  </a:ext>
                </a:extLst>
              </p:cNvPr>
              <p:cNvSpPr txBox="1"/>
              <p:nvPr/>
            </p:nvSpPr>
            <p:spPr>
              <a:xfrm>
                <a:off x="203699" y="998257"/>
                <a:ext cx="8686301" cy="3730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ko-KR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Rp under FIFO policy</a:t>
                </a: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endParaRPr lang="en-US" altLang="ko-KR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endParaRPr lang="en-US" altLang="ko-KR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endParaRPr lang="en-US" altLang="ko-KR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endParaRPr lang="en-US" altLang="ko-KR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endParaRPr lang="en-US" altLang="ko-KR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:endParaRPr lang="en-US" altLang="ko-KR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ko-K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:r>
                  <a:rPr lang="en-US" altLang="ko-KR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msg 3 </a:t>
                </a:r>
                <a:r>
                  <a:rPr lang="en-US" altLang="ko-K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altLang="ko-KR" sz="2000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ko-KR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1EDC00D-8D5F-E587-37DD-3773695BF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699" y="998257"/>
                <a:ext cx="8686301" cy="3730317"/>
              </a:xfrm>
              <a:prstGeom prst="rect">
                <a:avLst/>
              </a:prstGeom>
              <a:blipFill>
                <a:blip r:embed="rId3"/>
                <a:stretch>
                  <a:fillRect l="-632" b="-19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5DF3C61D-B894-5C5E-CDF9-7F6AD99F9029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12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BEE43FB7-D806-EFFC-2D65-F59411DF08E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1B537113-33A7-C69B-769E-98D42B6C3DB1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Analysis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A982F3B-DE27-7352-17A5-F6A2E15E79E5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7BC7FB7-ACC1-23C4-EA68-071430BC8C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9901006"/>
              </p:ext>
            </p:extLst>
          </p:nvPr>
        </p:nvGraphicFramePr>
        <p:xfrm>
          <a:off x="757461" y="3902134"/>
          <a:ext cx="789622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019">
                  <a:extLst>
                    <a:ext uri="{9D8B030D-6E8A-4147-A177-3AD203B41FA5}">
                      <a16:colId xmlns:a16="http://schemas.microsoft.com/office/drawing/2014/main" val="2740169807"/>
                    </a:ext>
                  </a:extLst>
                </a:gridCol>
                <a:gridCol w="658019">
                  <a:extLst>
                    <a:ext uri="{9D8B030D-6E8A-4147-A177-3AD203B41FA5}">
                      <a16:colId xmlns:a16="http://schemas.microsoft.com/office/drawing/2014/main" val="2093245076"/>
                    </a:ext>
                  </a:extLst>
                </a:gridCol>
                <a:gridCol w="658019">
                  <a:extLst>
                    <a:ext uri="{9D8B030D-6E8A-4147-A177-3AD203B41FA5}">
                      <a16:colId xmlns:a16="http://schemas.microsoft.com/office/drawing/2014/main" val="4075984728"/>
                    </a:ext>
                  </a:extLst>
                </a:gridCol>
                <a:gridCol w="658019">
                  <a:extLst>
                    <a:ext uri="{9D8B030D-6E8A-4147-A177-3AD203B41FA5}">
                      <a16:colId xmlns:a16="http://schemas.microsoft.com/office/drawing/2014/main" val="1394120961"/>
                    </a:ext>
                  </a:extLst>
                </a:gridCol>
                <a:gridCol w="658019">
                  <a:extLst>
                    <a:ext uri="{9D8B030D-6E8A-4147-A177-3AD203B41FA5}">
                      <a16:colId xmlns:a16="http://schemas.microsoft.com/office/drawing/2014/main" val="4293939259"/>
                    </a:ext>
                  </a:extLst>
                </a:gridCol>
                <a:gridCol w="658019">
                  <a:extLst>
                    <a:ext uri="{9D8B030D-6E8A-4147-A177-3AD203B41FA5}">
                      <a16:colId xmlns:a16="http://schemas.microsoft.com/office/drawing/2014/main" val="1551656821"/>
                    </a:ext>
                  </a:extLst>
                </a:gridCol>
                <a:gridCol w="658019">
                  <a:extLst>
                    <a:ext uri="{9D8B030D-6E8A-4147-A177-3AD203B41FA5}">
                      <a16:colId xmlns:a16="http://schemas.microsoft.com/office/drawing/2014/main" val="2328603223"/>
                    </a:ext>
                  </a:extLst>
                </a:gridCol>
                <a:gridCol w="658019">
                  <a:extLst>
                    <a:ext uri="{9D8B030D-6E8A-4147-A177-3AD203B41FA5}">
                      <a16:colId xmlns:a16="http://schemas.microsoft.com/office/drawing/2014/main" val="3368118824"/>
                    </a:ext>
                  </a:extLst>
                </a:gridCol>
                <a:gridCol w="658019">
                  <a:extLst>
                    <a:ext uri="{9D8B030D-6E8A-4147-A177-3AD203B41FA5}">
                      <a16:colId xmlns:a16="http://schemas.microsoft.com/office/drawing/2014/main" val="2138025256"/>
                    </a:ext>
                  </a:extLst>
                </a:gridCol>
                <a:gridCol w="658019">
                  <a:extLst>
                    <a:ext uri="{9D8B030D-6E8A-4147-A177-3AD203B41FA5}">
                      <a16:colId xmlns:a16="http://schemas.microsoft.com/office/drawing/2014/main" val="806849008"/>
                    </a:ext>
                  </a:extLst>
                </a:gridCol>
                <a:gridCol w="658019">
                  <a:extLst>
                    <a:ext uri="{9D8B030D-6E8A-4147-A177-3AD203B41FA5}">
                      <a16:colId xmlns:a16="http://schemas.microsoft.com/office/drawing/2014/main" val="3707294481"/>
                    </a:ext>
                  </a:extLst>
                </a:gridCol>
                <a:gridCol w="658019">
                  <a:extLst>
                    <a:ext uri="{9D8B030D-6E8A-4147-A177-3AD203B41FA5}">
                      <a16:colId xmlns:a16="http://schemas.microsoft.com/office/drawing/2014/main" val="19805786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i="0" dirty="0">
                          <a:solidFill>
                            <a:schemeClr val="tx1"/>
                          </a:solidFill>
                        </a:rPr>
                        <a:t>msg1</a:t>
                      </a:r>
                      <a:endParaRPr lang="ko-KR" altLang="en-US" sz="1200" b="0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E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i="0" dirty="0">
                          <a:solidFill>
                            <a:schemeClr val="tx1"/>
                          </a:solidFill>
                        </a:rPr>
                        <a:t>msg1</a:t>
                      </a:r>
                      <a:endParaRPr lang="ko-KR" altLang="en-US" sz="1200" b="0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8D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i="0" dirty="0">
                          <a:solidFill>
                            <a:schemeClr val="tx1"/>
                          </a:solidFill>
                        </a:rPr>
                        <a:t>msg2</a:t>
                      </a:r>
                      <a:endParaRPr lang="ko-KR" altLang="en-US" sz="1200" b="0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E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i="0" dirty="0">
                          <a:solidFill>
                            <a:schemeClr val="tx1"/>
                          </a:solidFill>
                        </a:rPr>
                        <a:t>msg1</a:t>
                      </a:r>
                      <a:endParaRPr lang="ko-KR" altLang="en-US" sz="1200" b="0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7A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i="0" dirty="0">
                          <a:solidFill>
                            <a:schemeClr val="tx1"/>
                          </a:solidFill>
                        </a:rPr>
                        <a:t>msg2</a:t>
                      </a:r>
                      <a:endParaRPr lang="ko-KR" altLang="en-US" sz="1200" b="0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8D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i="0" dirty="0">
                          <a:solidFill>
                            <a:schemeClr val="tx1"/>
                          </a:solidFill>
                        </a:rPr>
                        <a:t>msg3</a:t>
                      </a:r>
                      <a:endParaRPr lang="ko-KR" altLang="en-US" sz="1200" b="0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E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1335928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223359D6-0E83-C2F9-FEC4-B6BF9E30C2F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0594" t="21140" r="2267" b="42660"/>
          <a:stretch>
            <a:fillRect/>
          </a:stretch>
        </p:blipFill>
        <p:spPr>
          <a:xfrm>
            <a:off x="951261" y="4728574"/>
            <a:ext cx="1952625" cy="108957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58CEFEB-3021-A015-2596-408D40EC3A9D}"/>
              </a:ext>
            </a:extLst>
          </p:cNvPr>
          <p:cNvSpPr txBox="1"/>
          <p:nvPr/>
        </p:nvSpPr>
        <p:spPr>
          <a:xfrm>
            <a:off x="1737617" y="5092518"/>
            <a:ext cx="37991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msg 3</a:t>
            </a:r>
            <a:endParaRPr lang="ko-KR" altLang="en-US" sz="1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5E2B2C-96D3-D2BE-1502-5E63351A6ED7}"/>
              </a:ext>
            </a:extLst>
          </p:cNvPr>
          <p:cNvSpPr txBox="1"/>
          <p:nvPr/>
        </p:nvSpPr>
        <p:spPr>
          <a:xfrm>
            <a:off x="4857318" y="3996125"/>
            <a:ext cx="37991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msg 3</a:t>
            </a:r>
            <a:endParaRPr lang="ko-KR" altLang="en-US" sz="1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B47EDA1-1254-EDFC-0C9A-F6ECE0D3EA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4479" y="921494"/>
            <a:ext cx="5172075" cy="82867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16A3CD53-BD69-4080-A905-0CA623D8E1D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3410" b="16937"/>
          <a:stretch>
            <a:fillRect/>
          </a:stretch>
        </p:blipFill>
        <p:spPr>
          <a:xfrm>
            <a:off x="591469" y="1787525"/>
            <a:ext cx="5400675" cy="2030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327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053A7-8085-62CE-ECBC-3B3883922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6E2B4510-9CBB-2380-4675-2105CF6732AE}"/>
              </a:ext>
            </a:extLst>
          </p:cNvPr>
          <p:cNvSpPr txBox="1"/>
          <p:nvPr/>
        </p:nvSpPr>
        <p:spPr>
          <a:xfrm>
            <a:off x="203698" y="998257"/>
            <a:ext cx="8686301" cy="4653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Rp under FIFO policy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와 비슷한 방식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E50C12CF-EECB-FE65-C048-798022EEEBD4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13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0A6C2C43-70BB-1505-691B-062D846688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F5F2EB4A-4262-B79B-D4AD-47D89DB04B49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Analysis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873F217-5F19-1D3B-F284-2CA58E8A076A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7190BA0-F2A3-AAE4-126F-27C231349B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202" y="914360"/>
            <a:ext cx="5619750" cy="8001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D2C1BD3-B02B-15B1-1394-BEE65D1B9C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300" y="1760836"/>
            <a:ext cx="6096000" cy="290512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822A959C-4D7A-F0E4-B18D-B1451D194954}"/>
              </a:ext>
            </a:extLst>
          </p:cNvPr>
          <p:cNvSpPr/>
          <p:nvPr/>
        </p:nvSpPr>
        <p:spPr>
          <a:xfrm>
            <a:off x="3887960" y="3729519"/>
            <a:ext cx="2286809" cy="6885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8544762-E4B0-EC50-6E14-D123E0A056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1922" y="5180565"/>
            <a:ext cx="5172075" cy="82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530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FA6CA-6541-6E7A-9CB4-844BCB827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22A0070A-C286-07C7-BFBD-9A870FD2488F}"/>
              </a:ext>
            </a:extLst>
          </p:cNvPr>
          <p:cNvSpPr txBox="1"/>
          <p:nvPr/>
        </p:nvSpPr>
        <p:spPr>
          <a:xfrm>
            <a:off x="203699" y="998257"/>
            <a:ext cx="8686301" cy="5576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Setup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nodes in different executors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 1: under evaluation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 2 ~ n: for interfering 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T-INT: </a:t>
            </a:r>
            <a:r>
              <a:rPr lang="ko-KR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이론값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T-FIFO: </a:t>
            </a:r>
            <a:r>
              <a:rPr lang="ko-KR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이론값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M-INT: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실험값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M-FIFO: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실험값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F94E5907-70E8-56AA-E036-8BCCD91BDA35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14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4F9E78B-9211-CEEB-5D5E-8BCF21A60A5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B4FE75B5-9DB1-9283-7943-0892A1871C4C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Experiment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DE8ED64-BBBC-CD59-546A-A68D9813F25A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AD429F8-3EB2-8C23-E704-5FF1F932EC2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942" t="1905" r="3984" b="16093"/>
          <a:stretch>
            <a:fillRect/>
          </a:stretch>
        </p:blipFill>
        <p:spPr>
          <a:xfrm>
            <a:off x="4798031" y="1551580"/>
            <a:ext cx="3657600" cy="2866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888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34163-9E74-9C9C-61E1-52CEDA2F4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2DF4A090-6BB7-C739-47DD-280B277F1657}"/>
              </a:ext>
            </a:extLst>
          </p:cNvPr>
          <p:cNvSpPr txBox="1"/>
          <p:nvPr/>
        </p:nvSpPr>
        <p:spPr>
          <a:xfrm>
            <a:off x="203699" y="998257"/>
            <a:ext cx="8686301" cy="5576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Setup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CPU:  Intel i9-10900K (3.7GHz), 64GB, 10core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OS: ubuntu 20.04, ROS 2 Foxy(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InterestTree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2">
              <a:lnSpc>
                <a:spcPct val="150000"/>
              </a:lnSpc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ubuntu 22.04, ROS 2 humble(FIFO)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Msize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pub message size on under evaluation node(1MB)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Isize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pub message size on interfering node(1MB)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npub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num of interfering node on publishing executor(2)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nsub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num of interfering node on receiving executor(2)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U: 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사용량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(100%)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T: message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 period(5ms)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4BFE7E82-D55B-366A-F6DD-1ED800579B63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15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E55BF43-90ED-70F8-BD1E-88044ECDE70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8C1AEAA1-D2AC-B05E-5770-9AC10DA40CB4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Experiment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BDFA7B0-8A88-291F-CA83-6026332CD1F2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7304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2521F-CE23-48D5-4575-8E16C38DB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5EFCDEA3-74EA-1E71-9661-1EB61EA8F164}"/>
              </a:ext>
            </a:extLst>
          </p:cNvPr>
          <p:cNvSpPr txBox="1"/>
          <p:nvPr/>
        </p:nvSpPr>
        <p:spPr>
          <a:xfrm>
            <a:off x="203699" y="998257"/>
            <a:ext cx="8686301" cy="1421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 6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개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4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개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71446BAE-7819-468E-A695-56CF1553EB70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16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697D288-8384-FC7B-E4E0-38084359FA5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F8949817-0553-6491-D396-3CA689EA50C4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Experiment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8CAF227-8288-B7B5-D83A-162C62A44D9D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F27E7F6-5640-AF2C-04E6-B6CA12167A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604" y="2504146"/>
            <a:ext cx="7438490" cy="37353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8877747-BE75-BA18-8FF4-E74126213C80}"/>
              </a:ext>
            </a:extLst>
          </p:cNvPr>
          <p:cNvSpPr txBox="1"/>
          <p:nvPr/>
        </p:nvSpPr>
        <p:spPr>
          <a:xfrm>
            <a:off x="5542992" y="1973651"/>
            <a:ext cx="55688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&gt;M</a:t>
            </a:r>
          </a:p>
        </p:txBody>
      </p:sp>
    </p:spTree>
    <p:extLst>
      <p:ext uri="{BB962C8B-B14F-4D97-AF65-F5344CB8AC3E}">
        <p14:creationId xmlns:p14="http://schemas.microsoft.com/office/powerpoint/2010/main" val="2715950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E6200-31C2-0622-0417-73CAF104E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7384E82F-98A9-7DB7-CE63-4F8B9977C5FA}"/>
              </a:ext>
            </a:extLst>
          </p:cNvPr>
          <p:cNvSpPr txBox="1"/>
          <p:nvPr/>
        </p:nvSpPr>
        <p:spPr>
          <a:xfrm>
            <a:off x="203699" y="998257"/>
            <a:ext cx="8686301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Msize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 message size on under evaluation node(1MB)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InterestTree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interfering msg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가 먼저 처리 될 수 있음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FIFO: FIFO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9DBB382F-55DA-908F-7F54-E6B187596E88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17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FB36E08-3BEC-1E91-0E7D-F0AAD58B4D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D8B4472B-3EA3-8B33-8674-D433FFC3D819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Experiment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B0E926F-FECF-A2D7-9AC8-07356DD61219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08297CDE-0245-763E-6DD1-21AA445AF0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929" y="5171969"/>
            <a:ext cx="5193130" cy="133926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E195FE50-60AF-8DB0-E708-DBB5906931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2" y="1569511"/>
            <a:ext cx="3762375" cy="2571750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79F74E09-BA8E-B95E-75DC-50D1DD4C0247}"/>
              </a:ext>
            </a:extLst>
          </p:cNvPr>
          <p:cNvSpPr/>
          <p:nvPr/>
        </p:nvSpPr>
        <p:spPr>
          <a:xfrm>
            <a:off x="4224781" y="1408851"/>
            <a:ext cx="460235" cy="126652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AB0691B-298A-2EF3-05F5-35D9EBCD0A23}"/>
              </a:ext>
            </a:extLst>
          </p:cNvPr>
          <p:cNvSpPr/>
          <p:nvPr/>
        </p:nvSpPr>
        <p:spPr>
          <a:xfrm>
            <a:off x="1224727" y="3134911"/>
            <a:ext cx="2155471" cy="2658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8493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32E68-18B5-5378-61FF-97FBE44BA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5F27387C-5E13-CCE6-18F7-E72834DF3121}"/>
              </a:ext>
            </a:extLst>
          </p:cNvPr>
          <p:cNvSpPr txBox="1"/>
          <p:nvPr/>
        </p:nvSpPr>
        <p:spPr>
          <a:xfrm>
            <a:off x="203699" y="998257"/>
            <a:ext cx="8686301" cy="4191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Isize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 message size on interfering node(1MB)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측정값에서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INT &lt; FIFO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InterestTree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여러 개의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interfering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msg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를 하나의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로 처리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D0339828-87DF-0667-21B9-1142419E02F1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18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10F0D91-3A5B-9F77-D51E-38FAC5D0DC5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F59E2456-4AF2-735A-D772-E66B86E1D694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Experiment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6CF3331-C031-67BF-5F84-708822366002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5B1105F9-E58D-7FAB-1620-6BA11EC821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9622" y="1569511"/>
            <a:ext cx="3762374" cy="257175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C6B81282-8FE2-ABC5-6847-7AF6ED94A3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116" y="5190238"/>
            <a:ext cx="2158171" cy="1109568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E06249BA-7E03-C353-2D96-B7F8034D2709}"/>
              </a:ext>
            </a:extLst>
          </p:cNvPr>
          <p:cNvSpPr/>
          <p:nvPr/>
        </p:nvSpPr>
        <p:spPr>
          <a:xfrm>
            <a:off x="1224727" y="3258199"/>
            <a:ext cx="2155471" cy="2658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2949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76FED-E6D7-4CAA-3925-2B7F3EE36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3ACB92C6-EEF6-476D-0F8A-A54B96F3FC06}"/>
              </a:ext>
            </a:extLst>
          </p:cNvPr>
          <p:cNvSpPr txBox="1"/>
          <p:nvPr/>
        </p:nvSpPr>
        <p:spPr>
          <a:xfrm>
            <a:off x="203699" y="998257"/>
            <a:ext cx="8686301" cy="4191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npub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nsub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 of interfering node on publishing/subscribing executor(2)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여러 개의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publisher/subscriber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가 하나의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를 공유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ko-KR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npub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nsub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이 증가할 수록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도 증가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C268AF94-7B4B-EEF7-6ED6-119A021AA87C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19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99A5A6D7-9181-2BB7-DB9E-43FA8170D1D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A17E361C-3210-D87B-0BF9-BF0CEB66A0C5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Experiment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90A1597-1610-7325-B7F4-027B0C27784B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D76E8E3C-90B9-9AB7-74E8-50EF782CB3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9622" y="1569511"/>
            <a:ext cx="3762374" cy="257174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E73E687-E24B-B822-07D1-5081404A27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3" y="1569510"/>
            <a:ext cx="3762375" cy="257175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94CC146-A53A-3E35-6A60-5D8DE7ADE32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1409" t="27783" r="7079"/>
          <a:stretch>
            <a:fillRect/>
          </a:stretch>
        </p:blipFill>
        <p:spPr>
          <a:xfrm>
            <a:off x="1260816" y="5192749"/>
            <a:ext cx="3687528" cy="1555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6187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9B770-335E-F683-8307-DFEA10FA3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41BEE941-2010-D635-CB22-075BE0D7D5FA}"/>
              </a:ext>
            </a:extLst>
          </p:cNvPr>
          <p:cNvSpPr txBox="1"/>
          <p:nvPr/>
        </p:nvSpPr>
        <p:spPr>
          <a:xfrm>
            <a:off x="203699" y="998257"/>
            <a:ext cx="8686301" cy="4191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U: 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사용량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(100%)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T: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 period(5ms)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U: CPU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많이 쓸수록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감소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T: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주기가 길어질수록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감소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01421837-487C-095C-CB5E-041DE8F780FF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20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85B6B35-0773-24DF-820F-638B64206FF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687526C7-F5A1-BAF1-6908-C602A7A2D75A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Experiment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8B17EC0-E6C5-13BD-EE9F-DC9FFC23030C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DA7098BE-6DF8-531A-F1FE-BB2862B4A8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0751" y="1569511"/>
            <a:ext cx="3760116" cy="257174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13B490EC-9E05-8B93-D0B8-B615843EC0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2003" y="1571787"/>
            <a:ext cx="3762375" cy="2567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6484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115F5-9FB6-F83D-5024-49D2E4C5F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DCEF988A-C7DD-344C-4263-4F781AA545E7}"/>
              </a:ext>
            </a:extLst>
          </p:cNvPr>
          <p:cNvSpPr txBox="1"/>
          <p:nvPr/>
        </p:nvSpPr>
        <p:spPr>
          <a:xfrm>
            <a:off x="203699" y="998257"/>
            <a:ext cx="8686301" cy="5115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 &gt; M?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 is one of cases in experiments.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T: upper-bound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M: case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InterestTree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(Foxy) vs FIFO(Humble)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Foxy &gt; Humble?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캡슐화에 필요한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의 크기 차이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is best Policy? depends on msg size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01C070D9-1E50-7EFC-A160-7773088AECB5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21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156B4A7-7790-B848-9C63-33F58D5EFC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le 2">
                <a:extLst>
                  <a:ext uri="{FF2B5EF4-FFF2-40B4-BE49-F238E27FC236}">
                    <a16:creationId xmlns:a16="http://schemas.microsoft.com/office/drawing/2014/main" id="{080A17CA-108A-3AD5-217C-B44B7569C78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3698" y="110172"/>
                <a:ext cx="8686302" cy="727425"/>
              </a:xfrm>
              <a:prstGeom prst="rect">
                <a:avLst/>
              </a:prstGeom>
            </p:spPr>
            <p:txBody>
              <a:bodyPr anchor="ctr"/>
              <a:lstStyle>
                <a:lvl1pPr algn="ctr" defTabSz="914400" rtl="0" eaLnBrk="1" latinLnBrk="1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>
                  <a:buClr>
                    <a:srgbClr val="404041"/>
                  </a:buClr>
                </a:pPr>
                <a:r>
                  <a:rPr lang="en-US" altLang="ko-KR" sz="3600" b="1" strike="noStrike" spc="-1" dirty="0">
                    <a:solidFill>
                      <a:srgbClr val="002060"/>
                    </a:solidFill>
                    <a:latin typeface="Times New Roman"/>
                    <a:ea typeface="DejaVu Sans"/>
                  </a:rPr>
                  <a:t>Experiment + </a:t>
                </a:r>
                <a14:m>
                  <m:oMath xmlns:m="http://schemas.openxmlformats.org/officeDocument/2006/math">
                    <m:r>
                      <a:rPr lang="en-US" altLang="ko-KR" sz="3600" b="1" i="1" strike="noStrike" spc="-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altLang="ko-KR" sz="3600" b="1" strike="noStrike" spc="-1" dirty="0">
                  <a:solidFill>
                    <a:srgbClr val="002060"/>
                  </a:solidFill>
                  <a:latin typeface="Times New Roman"/>
                  <a:ea typeface="DejaVu Sans"/>
                </a:endParaRPr>
              </a:p>
            </p:txBody>
          </p:sp>
        </mc:Choice>
        <mc:Fallback xmlns="">
          <p:sp>
            <p:nvSpPr>
              <p:cNvPr id="10" name="Title 2">
                <a:extLst>
                  <a:ext uri="{FF2B5EF4-FFF2-40B4-BE49-F238E27FC236}">
                    <a16:creationId xmlns:a16="http://schemas.microsoft.com/office/drawing/2014/main" id="{080A17CA-108A-3AD5-217C-B44B7569C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698" y="110172"/>
                <a:ext cx="8686302" cy="727425"/>
              </a:xfrm>
              <a:prstGeom prst="rect">
                <a:avLst/>
              </a:prstGeom>
              <a:blipFill>
                <a:blip r:embed="rId4"/>
                <a:stretch>
                  <a:fillRect l="-2105" t="-7563" b="-2521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직사각형 33">
            <a:extLst>
              <a:ext uri="{FF2B5EF4-FFF2-40B4-BE49-F238E27FC236}">
                <a16:creationId xmlns:a16="http://schemas.microsoft.com/office/drawing/2014/main" id="{8AABA1E6-AD01-4CD2-3B97-AE99FC5795B1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3BFEE02-E528-E343-51E0-28DACBD2E7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301" y="2907189"/>
            <a:ext cx="2830074" cy="226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2550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136BC-499E-C94C-4E16-11AC40F27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C090172C-6F72-FDC4-D47F-51D5E37C5E80}"/>
              </a:ext>
            </a:extLst>
          </p:cNvPr>
          <p:cNvSpPr txBox="1"/>
          <p:nvPr/>
        </p:nvSpPr>
        <p:spPr>
          <a:xfrm>
            <a:off x="203699" y="998257"/>
            <a:ext cx="8686301" cy="4653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inter-process communication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 PC: Intel i7-7820HQ (2.9GHz), 16GB, 4core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Msize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1KB(evaluation node), 4MB(interfering node)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T: 5ms(evaluation node), 20ms(interfering node)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4D168523-22F1-56B7-6FEE-04EC856E6D70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22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B7424FFF-8991-89D1-5DF4-7DB6F579FAD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le 2">
                <a:extLst>
                  <a:ext uri="{FF2B5EF4-FFF2-40B4-BE49-F238E27FC236}">
                    <a16:creationId xmlns:a16="http://schemas.microsoft.com/office/drawing/2014/main" id="{4212F897-C097-60EC-6F89-23E9E6649BA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3698" y="110172"/>
                <a:ext cx="8686302" cy="727425"/>
              </a:xfrm>
              <a:prstGeom prst="rect">
                <a:avLst/>
              </a:prstGeom>
            </p:spPr>
            <p:txBody>
              <a:bodyPr anchor="ctr"/>
              <a:lstStyle>
                <a:lvl1pPr algn="ctr" defTabSz="914400" rtl="0" eaLnBrk="1" latinLnBrk="1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>
                  <a:buClr>
                    <a:srgbClr val="404041"/>
                  </a:buClr>
                </a:pPr>
                <a:r>
                  <a:rPr lang="en-US" altLang="ko-KR" sz="3600" b="1" strike="noStrike" spc="-1" dirty="0">
                    <a:solidFill>
                      <a:srgbClr val="002060"/>
                    </a:solidFill>
                    <a:latin typeface="Times New Roman"/>
                    <a:ea typeface="DejaVu Sans"/>
                  </a:rPr>
                  <a:t>Experiment </a:t>
                </a:r>
                <a:r>
                  <a:rPr lang="en-US" altLang="ko-KR" sz="3600" b="1" spc="-1" dirty="0">
                    <a:solidFill>
                      <a:srgbClr val="002060"/>
                    </a:solidFill>
                    <a:latin typeface="Times New Roman"/>
                    <a:ea typeface="DejaVu Sans"/>
                  </a:rPr>
                  <a:t>+ </a:t>
                </a:r>
                <a14:m>
                  <m:oMath xmlns:m="http://schemas.openxmlformats.org/officeDocument/2006/math">
                    <m:r>
                      <a:rPr lang="en-US" altLang="ko-KR" sz="3600" b="1" i="1" spc="-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altLang="ko-KR" sz="3600" b="1" strike="noStrike" spc="-1" dirty="0">
                  <a:solidFill>
                    <a:srgbClr val="002060"/>
                  </a:solidFill>
                  <a:latin typeface="Times New Roman"/>
                  <a:ea typeface="DejaVu Sans"/>
                </a:endParaRPr>
              </a:p>
            </p:txBody>
          </p:sp>
        </mc:Choice>
        <mc:Fallback xmlns="">
          <p:sp>
            <p:nvSpPr>
              <p:cNvPr id="10" name="Title 2">
                <a:extLst>
                  <a:ext uri="{FF2B5EF4-FFF2-40B4-BE49-F238E27FC236}">
                    <a16:creationId xmlns:a16="http://schemas.microsoft.com/office/drawing/2014/main" id="{4212F897-C097-60EC-6F89-23E9E6649B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698" y="110172"/>
                <a:ext cx="8686302" cy="727425"/>
              </a:xfrm>
              <a:prstGeom prst="rect">
                <a:avLst/>
              </a:prstGeom>
              <a:blipFill>
                <a:blip r:embed="rId4"/>
                <a:stretch>
                  <a:fillRect l="-2105" t="-7563" b="-2521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직사각형 33">
            <a:extLst>
              <a:ext uri="{FF2B5EF4-FFF2-40B4-BE49-F238E27FC236}">
                <a16:creationId xmlns:a16="http://schemas.microsoft.com/office/drawing/2014/main" id="{A29ECBAC-6D1A-7C60-F354-0C20D6D6F116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BCE2F5E-E845-78DA-6300-49B86D4DFAC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942" t="1905" r="3984" b="16093"/>
          <a:stretch>
            <a:fillRect/>
          </a:stretch>
        </p:blipFill>
        <p:spPr>
          <a:xfrm>
            <a:off x="6835152" y="4362190"/>
            <a:ext cx="1770040" cy="13871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22FE335-192B-ED93-B4A3-3BF9DE42350C}"/>
              </a:ext>
            </a:extLst>
          </p:cNvPr>
          <p:cNvSpPr txBox="1"/>
          <p:nvPr/>
        </p:nvSpPr>
        <p:spPr>
          <a:xfrm>
            <a:off x="4366813" y="2352506"/>
            <a:ext cx="20518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9FF5C7D-9C39-FBE3-C723-D12FCA7602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2817" y="1497993"/>
            <a:ext cx="3762375" cy="257175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63E8415-9DD5-4373-2DD7-4E8DEB745A1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8808" y="1497993"/>
            <a:ext cx="364418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4976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63018-0C0D-FAA1-1EEC-00B133AF5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AC06602E-DB00-60C5-DC4F-113AF444944B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23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001F303-485B-89F8-478A-0E8AD9E8521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A345C693-52ED-25F4-7616-847EF3E0123A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Related Work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99D1453-7E87-52E4-D299-FBE8A785ADA0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9F3FECB0-454B-0137-4A17-E073BE367957}"/>
              </a:ext>
            </a:extLst>
          </p:cNvPr>
          <p:cNvSpPr txBox="1">
            <a:spLocks/>
          </p:cNvSpPr>
          <p:nvPr/>
        </p:nvSpPr>
        <p:spPr>
          <a:xfrm>
            <a:off x="203698" y="1214850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Conclusion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C5FD444-8AC6-6774-78F7-7A6BE3829D16}"/>
              </a:ext>
            </a:extLst>
          </p:cNvPr>
          <p:cNvSpPr/>
          <p:nvPr/>
        </p:nvSpPr>
        <p:spPr>
          <a:xfrm>
            <a:off x="-3" y="1972662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7C45BA-B2D4-3BB9-8550-508DA747F08E}"/>
              </a:ext>
            </a:extLst>
          </p:cNvPr>
          <p:cNvSpPr txBox="1"/>
          <p:nvPr/>
        </p:nvSpPr>
        <p:spPr>
          <a:xfrm>
            <a:off x="203699" y="2114591"/>
            <a:ext cx="8686301" cy="2806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analysis techniques to 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 the </a:t>
            </a:r>
            <a:r>
              <a:rPr lang="en-US" altLang="ko-K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worst-case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communication delay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result </a:t>
            </a:r>
            <a:r>
              <a:rPr lang="en-US" altLang="ko-K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consistent with 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observed result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 the pros and cons of the two policies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depends on msg size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6411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7D927AE-833D-43DC-8A2C-D735685E0CEF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841" y="2738539"/>
            <a:ext cx="1134318" cy="1134318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CCBFE469-2B2D-40CE-A2AE-5D93F35E6A83}"/>
              </a:ext>
            </a:extLst>
          </p:cNvPr>
          <p:cNvSpPr/>
          <p:nvPr/>
        </p:nvSpPr>
        <p:spPr>
          <a:xfrm>
            <a:off x="1" y="4390696"/>
            <a:ext cx="9144000" cy="144201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77D82F6-6608-46B6-B381-9916447EE76B}"/>
              </a:ext>
            </a:extLst>
          </p:cNvPr>
          <p:cNvSpPr/>
          <p:nvPr/>
        </p:nvSpPr>
        <p:spPr>
          <a:xfrm>
            <a:off x="3266091" y="1940695"/>
            <a:ext cx="2611815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dist"/>
            <a:r>
              <a:rPr lang="en-US" altLang="ko-K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F62E229-2378-4405-9087-57671A5FC33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8473"/>
          <a:stretch/>
        </p:blipFill>
        <p:spPr>
          <a:xfrm>
            <a:off x="3922814" y="5087502"/>
            <a:ext cx="1298367" cy="42908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B14AEF9-A9A0-4A4E-8490-94A1970A7DE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6876" y="143521"/>
            <a:ext cx="1228382" cy="25450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8E3F5BE-94BC-4D0A-8CC1-AC4E9C90E8A0}"/>
              </a:ext>
            </a:extLst>
          </p:cNvPr>
          <p:cNvSpPr txBox="1"/>
          <p:nvPr/>
        </p:nvSpPr>
        <p:spPr>
          <a:xfrm>
            <a:off x="4508624" y="68172"/>
            <a:ext cx="4572000" cy="343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 : Hoon Sung Chwa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2EC63D-1CA9-4C0D-85F9-6274710D2EA5}"/>
              </a:ext>
            </a:extLst>
          </p:cNvPr>
          <p:cNvSpPr txBox="1"/>
          <p:nvPr/>
        </p:nvSpPr>
        <p:spPr>
          <a:xfrm>
            <a:off x="1691139" y="5711522"/>
            <a:ext cx="5761711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Electronic Engineering &amp; Computer Science, DGIST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Computing Lab 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Moonyoung Choi (cmy021205@dgist.ac.kr)</a:t>
            </a:r>
          </a:p>
        </p:txBody>
      </p:sp>
    </p:spTree>
    <p:extLst>
      <p:ext uri="{BB962C8B-B14F-4D97-AF65-F5344CB8AC3E}">
        <p14:creationId xmlns:p14="http://schemas.microsoft.com/office/powerpoint/2010/main" val="3913888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75267</TotalTime>
  <Words>2215</Words>
  <Application>Microsoft Office PowerPoint</Application>
  <PresentationFormat>화면 슬라이드 쇼(4:3)</PresentationFormat>
  <Paragraphs>363</Paragraphs>
  <Slides>24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2" baseType="lpstr">
      <vt:lpstr>맑은 고딕</vt:lpstr>
      <vt:lpstr>Arial</vt:lpstr>
      <vt:lpstr>Calibri</vt:lpstr>
      <vt:lpstr>Calibri Light</vt:lpstr>
      <vt:lpstr>Cambria Math</vt:lpstr>
      <vt:lpstr>Times New Roman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RTCL403</dc:creator>
  <cp:lastModifiedBy>최문영</cp:lastModifiedBy>
  <cp:revision>1444</cp:revision>
  <cp:lastPrinted>2021-08-19T05:10:09Z</cp:lastPrinted>
  <dcterms:created xsi:type="dcterms:W3CDTF">2020-05-28T10:10:30Z</dcterms:created>
  <dcterms:modified xsi:type="dcterms:W3CDTF">2025-07-17T03:57:08Z</dcterms:modified>
</cp:coreProperties>
</file>