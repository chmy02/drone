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699" r:id="rId2"/>
    <p:sldId id="257" r:id="rId3"/>
    <p:sldId id="952" r:id="rId4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3B806-21ED-4395-AE49-1F5992E589EC}" v="61" dt="2025-12-22T03:06:11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76878" autoAdjust="0"/>
  </p:normalViewPr>
  <p:slideViewPr>
    <p:cSldViewPr snapToGrid="0">
      <p:cViewPr varScale="1">
        <p:scale>
          <a:sx n="83" d="100"/>
          <a:sy n="83" d="100"/>
        </p:scale>
        <p:origin x="138" y="84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09BDFF48-8C87-4FDB-9C34-5AD8A78DA551}"/>
    <pc:docChg chg="undo custSel addSld delSld modSld sldOrd">
      <pc:chgData name="최문영" userId="c9c2ca5b-20f2-48c9-9e1f-a03229bf2768" providerId="ADAL" clId="{09BDFF48-8C87-4FDB-9C34-5AD8A78DA551}" dt="2025-12-22T03:06:33.929" v="4082" actId="47"/>
      <pc:docMkLst>
        <pc:docMk/>
      </pc:docMkLst>
      <pc:sldChg chg="addSp delSp modSp mod delAnim modAnim modNotesTx">
        <pc:chgData name="최문영" userId="c9c2ca5b-20f2-48c9-9e1f-a03229bf2768" providerId="ADAL" clId="{09BDFF48-8C87-4FDB-9C34-5AD8A78DA551}" dt="2025-12-22T03:00:57.775" v="2377" actId="20577"/>
        <pc:sldMkLst>
          <pc:docMk/>
          <pc:sldMk cId="0" sldId="257"/>
        </pc:sldMkLst>
        <pc:spChg chg="mod">
          <ac:chgData name="최문영" userId="c9c2ca5b-20f2-48c9-9e1f-a03229bf2768" providerId="ADAL" clId="{09BDFF48-8C87-4FDB-9C34-5AD8A78DA551}" dt="2025-12-22T02:38:26.226" v="169" actId="1076"/>
          <ac:spMkLst>
            <pc:docMk/>
            <pc:sldMk cId="0" sldId="257"/>
            <ac:spMk id="4" creationId="{946D518A-A0DE-14F7-1DF8-97B19EF9F489}"/>
          </ac:spMkLst>
        </pc:spChg>
        <pc:spChg chg="mod">
          <ac:chgData name="최문영" userId="c9c2ca5b-20f2-48c9-9e1f-a03229bf2768" providerId="ADAL" clId="{09BDFF48-8C87-4FDB-9C34-5AD8A78DA551}" dt="2025-12-22T02:38:26.226" v="169" actId="1076"/>
          <ac:spMkLst>
            <pc:docMk/>
            <pc:sldMk cId="0" sldId="257"/>
            <ac:spMk id="5" creationId="{F0548C0C-E630-D315-F4CF-18CEFB1E7F8E}"/>
          </ac:spMkLst>
        </pc:spChg>
        <pc:spChg chg="mod">
          <ac:chgData name="최문영" userId="c9c2ca5b-20f2-48c9-9e1f-a03229bf2768" providerId="ADAL" clId="{09BDFF48-8C87-4FDB-9C34-5AD8A78DA551}" dt="2025-12-22T02:38:29.829" v="201" actId="1038"/>
          <ac:spMkLst>
            <pc:docMk/>
            <pc:sldMk cId="0" sldId="257"/>
            <ac:spMk id="8" creationId="{89674104-A60C-4A5A-CD28-AF6568FF7987}"/>
          </ac:spMkLst>
        </pc:spChg>
        <pc:spChg chg="mod">
          <ac:chgData name="최문영" userId="c9c2ca5b-20f2-48c9-9e1f-a03229bf2768" providerId="ADAL" clId="{09BDFF48-8C87-4FDB-9C34-5AD8A78DA551}" dt="2025-12-22T02:38:29.829" v="201" actId="1038"/>
          <ac:spMkLst>
            <pc:docMk/>
            <pc:sldMk cId="0" sldId="257"/>
            <ac:spMk id="9" creationId="{1F85A53D-E109-832F-A938-BAC518E0D213}"/>
          </ac:spMkLst>
        </pc:spChg>
        <pc:spChg chg="add del mod">
          <ac:chgData name="최문영" userId="c9c2ca5b-20f2-48c9-9e1f-a03229bf2768" providerId="ADAL" clId="{09BDFF48-8C87-4FDB-9C34-5AD8A78DA551}" dt="2025-12-22T02:38:16.885" v="168" actId="478"/>
          <ac:spMkLst>
            <pc:docMk/>
            <pc:sldMk cId="0" sldId="257"/>
            <ac:spMk id="11" creationId="{A6D5832E-0E0A-AA07-1E37-B450B6FAE6DD}"/>
          </ac:spMkLst>
        </pc:spChg>
        <pc:spChg chg="add mod">
          <ac:chgData name="최문영" userId="c9c2ca5b-20f2-48c9-9e1f-a03229bf2768" providerId="ADAL" clId="{09BDFF48-8C87-4FDB-9C34-5AD8A78DA551}" dt="2025-12-22T02:39:43.055" v="217" actId="1076"/>
          <ac:spMkLst>
            <pc:docMk/>
            <pc:sldMk cId="0" sldId="257"/>
            <ac:spMk id="13" creationId="{E13762BC-01F9-AFB5-5683-43C1D742B5A5}"/>
          </ac:spMkLst>
        </pc:spChg>
        <pc:spChg chg="mod">
          <ac:chgData name="최문영" userId="c9c2ca5b-20f2-48c9-9e1f-a03229bf2768" providerId="ADAL" clId="{09BDFF48-8C87-4FDB-9C34-5AD8A78DA551}" dt="2025-12-22T02:39:25.879" v="212"/>
          <ac:spMkLst>
            <pc:docMk/>
            <pc:sldMk cId="0" sldId="257"/>
            <ac:spMk id="20" creationId="{C14A2E02-995F-09A9-6AFF-78DDBE1CB310}"/>
          </ac:spMkLst>
        </pc:spChg>
        <pc:spChg chg="mod">
          <ac:chgData name="최문영" userId="c9c2ca5b-20f2-48c9-9e1f-a03229bf2768" providerId="ADAL" clId="{09BDFF48-8C87-4FDB-9C34-5AD8A78DA551}" dt="2025-12-22T02:39:25.879" v="212"/>
          <ac:spMkLst>
            <pc:docMk/>
            <pc:sldMk cId="0" sldId="257"/>
            <ac:spMk id="21" creationId="{54AB7EF0-0A6A-4AE0-4E1B-46DE0D87B146}"/>
          </ac:spMkLst>
        </pc:spChg>
        <pc:spChg chg="mod">
          <ac:chgData name="최문영" userId="c9c2ca5b-20f2-48c9-9e1f-a03229bf2768" providerId="ADAL" clId="{09BDFF48-8C87-4FDB-9C34-5AD8A78DA551}" dt="2025-12-22T02:39:25.879" v="212"/>
          <ac:spMkLst>
            <pc:docMk/>
            <pc:sldMk cId="0" sldId="257"/>
            <ac:spMk id="24" creationId="{4F17F8B9-F638-6466-0F55-92CA80358B89}"/>
          </ac:spMkLst>
        </pc:spChg>
        <pc:spChg chg="mod">
          <ac:chgData name="최문영" userId="c9c2ca5b-20f2-48c9-9e1f-a03229bf2768" providerId="ADAL" clId="{09BDFF48-8C87-4FDB-9C34-5AD8A78DA551}" dt="2025-12-22T02:39:25.879" v="212"/>
          <ac:spMkLst>
            <pc:docMk/>
            <pc:sldMk cId="0" sldId="257"/>
            <ac:spMk id="25" creationId="{D854DFC0-093C-652E-9105-EF1068DD2649}"/>
          </ac:spMkLst>
        </pc:spChg>
        <pc:spChg chg="add mod">
          <ac:chgData name="최문영" userId="c9c2ca5b-20f2-48c9-9e1f-a03229bf2768" providerId="ADAL" clId="{09BDFF48-8C87-4FDB-9C34-5AD8A78DA551}" dt="2025-12-22T02:39:25.879" v="212"/>
          <ac:spMkLst>
            <pc:docMk/>
            <pc:sldMk cId="0" sldId="257"/>
            <ac:spMk id="27" creationId="{1559002D-AD38-83AE-CD25-3F3FB3F66468}"/>
          </ac:spMkLst>
        </pc:spChg>
        <pc:spChg chg="add mod">
          <ac:chgData name="최문영" userId="c9c2ca5b-20f2-48c9-9e1f-a03229bf2768" providerId="ADAL" clId="{09BDFF48-8C87-4FDB-9C34-5AD8A78DA551}" dt="2025-12-22T02:39:25.879" v="212"/>
          <ac:spMkLst>
            <pc:docMk/>
            <pc:sldMk cId="0" sldId="257"/>
            <ac:spMk id="29" creationId="{E5DD575F-7492-A732-E4C7-68477208F745}"/>
          </ac:spMkLst>
        </pc:spChg>
        <pc:spChg chg="add mod">
          <ac:chgData name="최문영" userId="c9c2ca5b-20f2-48c9-9e1f-a03229bf2768" providerId="ADAL" clId="{09BDFF48-8C87-4FDB-9C34-5AD8A78DA551}" dt="2025-12-22T02:39:43.055" v="217" actId="1076"/>
          <ac:spMkLst>
            <pc:docMk/>
            <pc:sldMk cId="0" sldId="257"/>
            <ac:spMk id="30" creationId="{37BD712C-E813-8EB6-4070-0E2412247F7B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31" creationId="{4C83D786-5087-0E34-7B8D-FD1FCD04C192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32" creationId="{FD58CAD4-B2F0-7954-3415-C900787BE194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33" creationId="{7E848B00-B819-7CEF-C5B9-C33A79C65BA5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34" creationId="{EA8D0580-7C5A-77AF-2C0E-AFA7A14F898D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35" creationId="{3AB22A20-1C4B-B076-3E22-A0F2562CCC1B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36" creationId="{63F55092-2727-A7AE-3F25-8922C185FD59}"/>
          </ac:spMkLst>
        </pc:spChg>
        <pc:spChg chg="add mod">
          <ac:chgData name="최문영" userId="c9c2ca5b-20f2-48c9-9e1f-a03229bf2768" providerId="ADAL" clId="{09BDFF48-8C87-4FDB-9C34-5AD8A78DA551}" dt="2025-12-22T02:46:53.292" v="554" actId="20577"/>
          <ac:spMkLst>
            <pc:docMk/>
            <pc:sldMk cId="0" sldId="257"/>
            <ac:spMk id="37" creationId="{89B2665A-3E44-5360-4972-E9CBF0E93DB5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38" creationId="{0D20D893-F854-7597-2F09-EF4BDA534716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39" creationId="{F71DB83C-44F1-C146-0675-1DCE136A97AB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40" creationId="{319AD2E7-4C39-59AD-743D-A9352A326EB2}"/>
          </ac:spMkLst>
        </pc:spChg>
        <pc:spChg chg="add del mod">
          <ac:chgData name="최문영" userId="c9c2ca5b-20f2-48c9-9e1f-a03229bf2768" providerId="ADAL" clId="{09BDFF48-8C87-4FDB-9C34-5AD8A78DA551}" dt="2025-12-22T02:48:31.915" v="646" actId="478"/>
          <ac:spMkLst>
            <pc:docMk/>
            <pc:sldMk cId="0" sldId="257"/>
            <ac:spMk id="41" creationId="{20F798FA-B5E8-FAB5-17C1-04C7FD7A0573}"/>
          </ac:spMkLst>
        </pc:spChg>
        <pc:spChg chg="mod">
          <ac:chgData name="최문영" userId="c9c2ca5b-20f2-48c9-9e1f-a03229bf2768" providerId="ADAL" clId="{09BDFF48-8C87-4FDB-9C34-5AD8A78DA551}" dt="2025-12-22T02:57:15.839" v="1585" actId="20577"/>
          <ac:spMkLst>
            <pc:docMk/>
            <pc:sldMk cId="0" sldId="257"/>
            <ac:spMk id="97" creationId="{00000000-0000-0000-0000-000000000000}"/>
          </ac:spMkLst>
        </pc:spChg>
        <pc:spChg chg="mod">
          <ac:chgData name="최문영" userId="c9c2ca5b-20f2-48c9-9e1f-a03229bf2768" providerId="ADAL" clId="{09BDFF48-8C87-4FDB-9C34-5AD8A78DA551}" dt="2025-12-22T02:37:00.722" v="63" actId="20577"/>
          <ac:spMkLst>
            <pc:docMk/>
            <pc:sldMk cId="0" sldId="257"/>
            <ac:spMk id="100" creationId="{00000000-0000-0000-0000-000000000000}"/>
          </ac:spMkLst>
        </pc:spChg>
        <pc:grpChg chg="mod">
          <ac:chgData name="최문영" userId="c9c2ca5b-20f2-48c9-9e1f-a03229bf2768" providerId="ADAL" clId="{09BDFF48-8C87-4FDB-9C34-5AD8A78DA551}" dt="2025-12-22T02:38:26.226" v="169" actId="1076"/>
          <ac:grpSpMkLst>
            <pc:docMk/>
            <pc:sldMk cId="0" sldId="257"/>
            <ac:grpSpMk id="2" creationId="{39171E97-6762-AEC7-B169-C17A0AD899FB}"/>
          </ac:grpSpMkLst>
        </pc:grpChg>
        <pc:grpChg chg="add mod">
          <ac:chgData name="최문영" userId="c9c2ca5b-20f2-48c9-9e1f-a03229bf2768" providerId="ADAL" clId="{09BDFF48-8C87-4FDB-9C34-5AD8A78DA551}" dt="2025-12-22T02:38:29.829" v="201" actId="1038"/>
          <ac:grpSpMkLst>
            <pc:docMk/>
            <pc:sldMk cId="0" sldId="257"/>
            <ac:grpSpMk id="6" creationId="{F0C52A18-A073-F238-4519-A862360016D5}"/>
          </ac:grpSpMkLst>
        </pc:grpChg>
        <pc:grpChg chg="add mod">
          <ac:chgData name="최문영" userId="c9c2ca5b-20f2-48c9-9e1f-a03229bf2768" providerId="ADAL" clId="{09BDFF48-8C87-4FDB-9C34-5AD8A78DA551}" dt="2025-12-22T02:39:25.879" v="212"/>
          <ac:grpSpMkLst>
            <pc:docMk/>
            <pc:sldMk cId="0" sldId="257"/>
            <ac:grpSpMk id="18" creationId="{EA5BD98C-385E-7138-3336-8D20E42EEBEF}"/>
          </ac:grpSpMkLst>
        </pc:grpChg>
        <pc:picChg chg="mod">
          <ac:chgData name="최문영" userId="c9c2ca5b-20f2-48c9-9e1f-a03229bf2768" providerId="ADAL" clId="{09BDFF48-8C87-4FDB-9C34-5AD8A78DA551}" dt="2025-12-22T02:38:26.226" v="169" actId="1076"/>
          <ac:picMkLst>
            <pc:docMk/>
            <pc:sldMk cId="0" sldId="257"/>
            <ac:picMk id="3" creationId="{D00F8551-34F8-52E8-1015-967F987F8060}"/>
          </ac:picMkLst>
        </pc:picChg>
        <pc:picChg chg="mod">
          <ac:chgData name="최문영" userId="c9c2ca5b-20f2-48c9-9e1f-a03229bf2768" providerId="ADAL" clId="{09BDFF48-8C87-4FDB-9C34-5AD8A78DA551}" dt="2025-12-22T02:38:29.829" v="201" actId="1038"/>
          <ac:picMkLst>
            <pc:docMk/>
            <pc:sldMk cId="0" sldId="257"/>
            <ac:picMk id="7" creationId="{AC43CB95-AF80-BCA2-C28C-6A85D38F078D}"/>
          </ac:picMkLst>
        </pc:picChg>
        <pc:picChg chg="add mod">
          <ac:chgData name="최문영" userId="c9c2ca5b-20f2-48c9-9e1f-a03229bf2768" providerId="ADAL" clId="{09BDFF48-8C87-4FDB-9C34-5AD8A78DA551}" dt="2025-12-22T02:39:20.099" v="211" actId="1076"/>
          <ac:picMkLst>
            <pc:docMk/>
            <pc:sldMk cId="0" sldId="257"/>
            <ac:picMk id="12" creationId="{3E0AAE55-68B4-CA9F-2246-5960EA856381}"/>
          </ac:picMkLst>
        </pc:picChg>
        <pc:picChg chg="mod">
          <ac:chgData name="최문영" userId="c9c2ca5b-20f2-48c9-9e1f-a03229bf2768" providerId="ADAL" clId="{09BDFF48-8C87-4FDB-9C34-5AD8A78DA551}" dt="2025-12-22T02:39:25.879" v="212"/>
          <ac:picMkLst>
            <pc:docMk/>
            <pc:sldMk cId="0" sldId="257"/>
            <ac:picMk id="19" creationId="{9781A851-6B48-E234-85C5-8451E0DD3618}"/>
          </ac:picMkLst>
        </pc:picChg>
        <pc:picChg chg="mod">
          <ac:chgData name="최문영" userId="c9c2ca5b-20f2-48c9-9e1f-a03229bf2768" providerId="ADAL" clId="{09BDFF48-8C87-4FDB-9C34-5AD8A78DA551}" dt="2025-12-22T02:39:25.879" v="212"/>
          <ac:picMkLst>
            <pc:docMk/>
            <pc:sldMk cId="0" sldId="257"/>
            <ac:picMk id="23" creationId="{D5BF3579-7C29-8F02-FA3D-5328197B1E2F}"/>
          </ac:picMkLst>
        </pc:picChg>
        <pc:picChg chg="add mod">
          <ac:chgData name="최문영" userId="c9c2ca5b-20f2-48c9-9e1f-a03229bf2768" providerId="ADAL" clId="{09BDFF48-8C87-4FDB-9C34-5AD8A78DA551}" dt="2025-12-22T02:39:25.879" v="212"/>
          <ac:picMkLst>
            <pc:docMk/>
            <pc:sldMk cId="0" sldId="257"/>
            <ac:picMk id="28" creationId="{8DFC2611-7F17-F0E5-0BA1-48CEC2CD59CC}"/>
          </ac:picMkLst>
        </pc:picChg>
        <pc:picChg chg="mod">
          <ac:chgData name="최문영" userId="c9c2ca5b-20f2-48c9-9e1f-a03229bf2768" providerId="ADAL" clId="{09BDFF48-8C87-4FDB-9C34-5AD8A78DA551}" dt="2025-12-22T02:48:27.935" v="645" actId="1076"/>
          <ac:picMkLst>
            <pc:docMk/>
            <pc:sldMk cId="0" sldId="257"/>
            <ac:picMk id="99" creationId="{00000000-0000-0000-0000-000000000000}"/>
          </ac:picMkLst>
        </pc:picChg>
        <pc:cxnChg chg="del">
          <ac:chgData name="최문영" userId="c9c2ca5b-20f2-48c9-9e1f-a03229bf2768" providerId="ADAL" clId="{09BDFF48-8C87-4FDB-9C34-5AD8A78DA551}" dt="2025-12-22T02:38:52.705" v="205" actId="478"/>
          <ac:cxnSpMkLst>
            <pc:docMk/>
            <pc:sldMk cId="0" sldId="257"/>
            <ac:cxnSpMk id="10" creationId="{3960E6AE-7A62-FF87-0874-73890DC5E3C0}"/>
          </ac:cxnSpMkLst>
        </pc:cxnChg>
        <pc:cxnChg chg="add mod">
          <ac:chgData name="최문영" userId="c9c2ca5b-20f2-48c9-9e1f-a03229bf2768" providerId="ADAL" clId="{09BDFF48-8C87-4FDB-9C34-5AD8A78DA551}" dt="2025-12-22T02:39:09.608" v="210" actId="208"/>
          <ac:cxnSpMkLst>
            <pc:docMk/>
            <pc:sldMk cId="0" sldId="257"/>
            <ac:cxnSpMk id="15" creationId="{EB03FAE6-1815-81E1-B616-1B372182E7CB}"/>
          </ac:cxnSpMkLst>
        </pc:cxnChg>
        <pc:cxnChg chg="add mod">
          <ac:chgData name="최문영" userId="c9c2ca5b-20f2-48c9-9e1f-a03229bf2768" providerId="ADAL" clId="{09BDFF48-8C87-4FDB-9C34-5AD8A78DA551}" dt="2025-12-22T02:47:15.323" v="562" actId="14100"/>
          <ac:cxnSpMkLst>
            <pc:docMk/>
            <pc:sldMk cId="0" sldId="257"/>
            <ac:cxnSpMk id="42" creationId="{A7B61582-0F37-71A1-9E88-268D8C2743B4}"/>
          </ac:cxnSpMkLst>
        </pc:cxnChg>
      </pc:sldChg>
      <pc:sldChg chg="del">
        <pc:chgData name="최문영" userId="c9c2ca5b-20f2-48c9-9e1f-a03229bf2768" providerId="ADAL" clId="{09BDFF48-8C87-4FDB-9C34-5AD8A78DA551}" dt="2025-12-22T03:06:33.929" v="4082" actId="47"/>
        <pc:sldMkLst>
          <pc:docMk/>
          <pc:sldMk cId="3913888928" sldId="731"/>
        </pc:sldMkLst>
      </pc:sldChg>
      <pc:sldChg chg="del">
        <pc:chgData name="최문영" userId="c9c2ca5b-20f2-48c9-9e1f-a03229bf2768" providerId="ADAL" clId="{09BDFF48-8C87-4FDB-9C34-5AD8A78DA551}" dt="2025-12-22T03:06:31.956" v="4071" actId="47"/>
        <pc:sldMkLst>
          <pc:docMk/>
          <pc:sldMk cId="1027829944" sldId="926"/>
        </pc:sldMkLst>
      </pc:sldChg>
      <pc:sldChg chg="del">
        <pc:chgData name="최문영" userId="c9c2ca5b-20f2-48c9-9e1f-a03229bf2768" providerId="ADAL" clId="{09BDFF48-8C87-4FDB-9C34-5AD8A78DA551}" dt="2025-12-22T03:06:31.991" v="4072" actId="47"/>
        <pc:sldMkLst>
          <pc:docMk/>
          <pc:sldMk cId="769745643" sldId="927"/>
        </pc:sldMkLst>
      </pc:sldChg>
      <pc:sldChg chg="del">
        <pc:chgData name="최문영" userId="c9c2ca5b-20f2-48c9-9e1f-a03229bf2768" providerId="ADAL" clId="{09BDFF48-8C87-4FDB-9C34-5AD8A78DA551}" dt="2025-12-22T03:06:32.096" v="4075" actId="47"/>
        <pc:sldMkLst>
          <pc:docMk/>
          <pc:sldMk cId="4128221070" sldId="938"/>
        </pc:sldMkLst>
      </pc:sldChg>
      <pc:sldChg chg="del">
        <pc:chgData name="최문영" userId="c9c2ca5b-20f2-48c9-9e1f-a03229bf2768" providerId="ADAL" clId="{09BDFF48-8C87-4FDB-9C34-5AD8A78DA551}" dt="2025-12-22T03:06:32.123" v="4076" actId="47"/>
        <pc:sldMkLst>
          <pc:docMk/>
          <pc:sldMk cId="2163499443" sldId="939"/>
        </pc:sldMkLst>
      </pc:sldChg>
      <pc:sldChg chg="addSp modSp del">
        <pc:chgData name="최문영" userId="c9c2ca5b-20f2-48c9-9e1f-a03229bf2768" providerId="ADAL" clId="{09BDFF48-8C87-4FDB-9C34-5AD8A78DA551}" dt="2025-12-22T03:06:31.906" v="4069" actId="47"/>
        <pc:sldMkLst>
          <pc:docMk/>
          <pc:sldMk cId="1047534280" sldId="941"/>
        </pc:sldMkLst>
        <pc:spChg chg="add mod">
          <ac:chgData name="최문영" userId="c9c2ca5b-20f2-48c9-9e1f-a03229bf2768" providerId="ADAL" clId="{09BDFF48-8C87-4FDB-9C34-5AD8A78DA551}" dt="2025-12-22T02:45:44.274" v="539"/>
          <ac:spMkLst>
            <pc:docMk/>
            <pc:sldMk cId="1047534280" sldId="941"/>
            <ac:spMk id="2" creationId="{F8524059-63D6-041D-49AB-50BB4CBA362A}"/>
          </ac:spMkLst>
        </pc:spChg>
      </pc:sldChg>
      <pc:sldChg chg="del">
        <pc:chgData name="최문영" userId="c9c2ca5b-20f2-48c9-9e1f-a03229bf2768" providerId="ADAL" clId="{09BDFF48-8C87-4FDB-9C34-5AD8A78DA551}" dt="2025-12-22T03:06:31.925" v="4070" actId="47"/>
        <pc:sldMkLst>
          <pc:docMk/>
          <pc:sldMk cId="961688650" sldId="942"/>
        </pc:sldMkLst>
      </pc:sldChg>
      <pc:sldChg chg="del">
        <pc:chgData name="최문영" userId="c9c2ca5b-20f2-48c9-9e1f-a03229bf2768" providerId="ADAL" clId="{09BDFF48-8C87-4FDB-9C34-5AD8A78DA551}" dt="2025-12-22T03:06:32.021" v="4073" actId="47"/>
        <pc:sldMkLst>
          <pc:docMk/>
          <pc:sldMk cId="2499976162" sldId="943"/>
        </pc:sldMkLst>
      </pc:sldChg>
      <pc:sldChg chg="del">
        <pc:chgData name="최문영" userId="c9c2ca5b-20f2-48c9-9e1f-a03229bf2768" providerId="ADAL" clId="{09BDFF48-8C87-4FDB-9C34-5AD8A78DA551}" dt="2025-12-22T03:06:32.067" v="4074" actId="47"/>
        <pc:sldMkLst>
          <pc:docMk/>
          <pc:sldMk cId="4010108" sldId="944"/>
        </pc:sldMkLst>
      </pc:sldChg>
      <pc:sldChg chg="del">
        <pc:chgData name="최문영" userId="c9c2ca5b-20f2-48c9-9e1f-a03229bf2768" providerId="ADAL" clId="{09BDFF48-8C87-4FDB-9C34-5AD8A78DA551}" dt="2025-12-22T03:06:32.149" v="4077" actId="47"/>
        <pc:sldMkLst>
          <pc:docMk/>
          <pc:sldMk cId="529060694" sldId="946"/>
        </pc:sldMkLst>
      </pc:sldChg>
      <pc:sldChg chg="del">
        <pc:chgData name="최문영" userId="c9c2ca5b-20f2-48c9-9e1f-a03229bf2768" providerId="ADAL" clId="{09BDFF48-8C87-4FDB-9C34-5AD8A78DA551}" dt="2025-12-22T03:06:32.193" v="4078" actId="47"/>
        <pc:sldMkLst>
          <pc:docMk/>
          <pc:sldMk cId="3602872076" sldId="947"/>
        </pc:sldMkLst>
      </pc:sldChg>
      <pc:sldChg chg="del">
        <pc:chgData name="최문영" userId="c9c2ca5b-20f2-48c9-9e1f-a03229bf2768" providerId="ADAL" clId="{09BDFF48-8C87-4FDB-9C34-5AD8A78DA551}" dt="2025-12-22T03:06:32.833" v="4079" actId="47"/>
        <pc:sldMkLst>
          <pc:docMk/>
          <pc:sldMk cId="3203035750" sldId="948"/>
        </pc:sldMkLst>
      </pc:sldChg>
      <pc:sldChg chg="del">
        <pc:chgData name="최문영" userId="c9c2ca5b-20f2-48c9-9e1f-a03229bf2768" providerId="ADAL" clId="{09BDFF48-8C87-4FDB-9C34-5AD8A78DA551}" dt="2025-12-22T03:06:32.984" v="4080" actId="47"/>
        <pc:sldMkLst>
          <pc:docMk/>
          <pc:sldMk cId="2630591772" sldId="949"/>
        </pc:sldMkLst>
      </pc:sldChg>
      <pc:sldChg chg="del">
        <pc:chgData name="최문영" userId="c9c2ca5b-20f2-48c9-9e1f-a03229bf2768" providerId="ADAL" clId="{09BDFF48-8C87-4FDB-9C34-5AD8A78DA551}" dt="2025-12-22T03:06:33.346" v="4081" actId="47"/>
        <pc:sldMkLst>
          <pc:docMk/>
          <pc:sldMk cId="3361370696" sldId="950"/>
        </pc:sldMkLst>
      </pc:sldChg>
      <pc:sldChg chg="addSp delSp modSp add del mod modAnim">
        <pc:chgData name="최문영" userId="c9c2ca5b-20f2-48c9-9e1f-a03229bf2768" providerId="ADAL" clId="{09BDFF48-8C87-4FDB-9C34-5AD8A78DA551}" dt="2025-12-22T03:06:31.388" v="4068" actId="47"/>
        <pc:sldMkLst>
          <pc:docMk/>
          <pc:sldMk cId="284675383" sldId="951"/>
        </pc:sldMkLst>
        <pc:spChg chg="add mod">
          <ac:chgData name="최문영" userId="c9c2ca5b-20f2-48c9-9e1f-a03229bf2768" providerId="ADAL" clId="{09BDFF48-8C87-4FDB-9C34-5AD8A78DA551}" dt="2025-12-22T02:52:58.156" v="1327" actId="14100"/>
          <ac:spMkLst>
            <pc:docMk/>
            <pc:sldMk cId="284675383" sldId="951"/>
            <ac:spMk id="10" creationId="{F0A50BAC-722C-0D7A-92FD-2D7BA810E3E2}"/>
          </ac:spMkLst>
        </pc:spChg>
        <pc:spChg chg="add mod">
          <ac:chgData name="최문영" userId="c9c2ca5b-20f2-48c9-9e1f-a03229bf2768" providerId="ADAL" clId="{09BDFF48-8C87-4FDB-9C34-5AD8A78DA551}" dt="2025-12-22T02:53:08.796" v="1335" actId="1038"/>
          <ac:spMkLst>
            <pc:docMk/>
            <pc:sldMk cId="284675383" sldId="951"/>
            <ac:spMk id="11" creationId="{5CCE1E58-F1D8-65F2-8E57-059AF0BDD36E}"/>
          </ac:spMkLst>
        </pc:spChg>
        <pc:spChg chg="del">
          <ac:chgData name="최문영" userId="c9c2ca5b-20f2-48c9-9e1f-a03229bf2768" providerId="ADAL" clId="{09BDFF48-8C87-4FDB-9C34-5AD8A78DA551}" dt="2025-12-22T02:47:54.508" v="637" actId="478"/>
          <ac:spMkLst>
            <pc:docMk/>
            <pc:sldMk cId="284675383" sldId="951"/>
            <ac:spMk id="13" creationId="{D88E4DA9-478F-E320-B29E-0B4F9CDC250D}"/>
          </ac:spMkLst>
        </pc:spChg>
        <pc:spChg chg="del">
          <ac:chgData name="최문영" userId="c9c2ca5b-20f2-48c9-9e1f-a03229bf2768" providerId="ADAL" clId="{09BDFF48-8C87-4FDB-9C34-5AD8A78DA551}" dt="2025-12-22T02:47:54.508" v="637" actId="478"/>
          <ac:spMkLst>
            <pc:docMk/>
            <pc:sldMk cId="284675383" sldId="951"/>
            <ac:spMk id="30" creationId="{5A018C04-F462-500A-3BD4-57CBD1ADE71A}"/>
          </ac:spMkLst>
        </pc:spChg>
        <pc:spChg chg="mod">
          <ac:chgData name="최문영" userId="c9c2ca5b-20f2-48c9-9e1f-a03229bf2768" providerId="ADAL" clId="{09BDFF48-8C87-4FDB-9C34-5AD8A78DA551}" dt="2025-12-22T02:55:27.658" v="1501"/>
          <ac:spMkLst>
            <pc:docMk/>
            <pc:sldMk cId="284675383" sldId="951"/>
            <ac:spMk id="97" creationId="{1DFBBE3B-85AA-DD3A-5EBA-F389151DC5E0}"/>
          </ac:spMkLst>
        </pc:spChg>
        <pc:grpChg chg="del">
          <ac:chgData name="최문영" userId="c9c2ca5b-20f2-48c9-9e1f-a03229bf2768" providerId="ADAL" clId="{09BDFF48-8C87-4FDB-9C34-5AD8A78DA551}" dt="2025-12-22T02:47:54.508" v="637" actId="478"/>
          <ac:grpSpMkLst>
            <pc:docMk/>
            <pc:sldMk cId="284675383" sldId="951"/>
            <ac:grpSpMk id="2" creationId="{77E50D37-FAF7-8558-3CED-D37C09C6C0A0}"/>
          </ac:grpSpMkLst>
        </pc:grpChg>
        <pc:grpChg chg="del">
          <ac:chgData name="최문영" userId="c9c2ca5b-20f2-48c9-9e1f-a03229bf2768" providerId="ADAL" clId="{09BDFF48-8C87-4FDB-9C34-5AD8A78DA551}" dt="2025-12-22T02:47:54.508" v="637" actId="478"/>
          <ac:grpSpMkLst>
            <pc:docMk/>
            <pc:sldMk cId="284675383" sldId="951"/>
            <ac:grpSpMk id="6" creationId="{7AF7229D-E9D3-C804-DDCA-B6134608CC41}"/>
          </ac:grpSpMkLst>
        </pc:grpChg>
        <pc:picChg chg="del">
          <ac:chgData name="최문영" userId="c9c2ca5b-20f2-48c9-9e1f-a03229bf2768" providerId="ADAL" clId="{09BDFF48-8C87-4FDB-9C34-5AD8A78DA551}" dt="2025-12-22T02:47:54.508" v="637" actId="478"/>
          <ac:picMkLst>
            <pc:docMk/>
            <pc:sldMk cId="284675383" sldId="951"/>
            <ac:picMk id="12" creationId="{27983BCF-4597-F6D5-E8A1-C266E54FE78B}"/>
          </ac:picMkLst>
        </pc:picChg>
        <pc:cxnChg chg="del">
          <ac:chgData name="최문영" userId="c9c2ca5b-20f2-48c9-9e1f-a03229bf2768" providerId="ADAL" clId="{09BDFF48-8C87-4FDB-9C34-5AD8A78DA551}" dt="2025-12-22T02:47:54.508" v="637" actId="478"/>
          <ac:cxnSpMkLst>
            <pc:docMk/>
            <pc:sldMk cId="284675383" sldId="951"/>
            <ac:cxnSpMk id="15" creationId="{0165F0C4-24E4-1D37-2114-0EEA92D185B4}"/>
          </ac:cxnSpMkLst>
        </pc:cxnChg>
      </pc:sldChg>
      <pc:sldChg chg="addSp delSp modSp add mod ord modNotesTx">
        <pc:chgData name="최문영" userId="c9c2ca5b-20f2-48c9-9e1f-a03229bf2768" providerId="ADAL" clId="{09BDFF48-8C87-4FDB-9C34-5AD8A78DA551}" dt="2025-12-22T03:06:28.642" v="4067" actId="1076"/>
        <pc:sldMkLst>
          <pc:docMk/>
          <pc:sldMk cId="3475079994" sldId="952"/>
        </pc:sldMkLst>
        <pc:spChg chg="add 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2" creationId="{DEA563C4-EA14-C130-1B90-DB83CC9E29D6}"/>
          </ac:spMkLst>
        </pc:spChg>
        <pc:spChg chg="add 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3" creationId="{F800EE0A-B131-A60E-5699-F050CAA578E0}"/>
          </ac:spMkLst>
        </pc:spChg>
        <pc:spChg chg="add 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4" creationId="{D49B179C-4B86-FF79-0B6D-286CA37B9F7D}"/>
          </ac:spMkLst>
        </pc:spChg>
        <pc:spChg chg="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5" creationId="{F136A606-ADE6-8F4D-9ACB-1AE305A62CA9}"/>
          </ac:spMkLst>
        </pc:spChg>
        <pc:spChg chg="add 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6" creationId="{0BBE5376-275C-BE09-9A7A-F07D00F84160}"/>
          </ac:spMkLst>
        </pc:spChg>
        <pc:spChg chg="add 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7" creationId="{55824B0C-1871-CC75-D433-A515498C2F48}"/>
          </ac:spMkLst>
        </pc:spChg>
        <pc:spChg chg="add 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8" creationId="{D3556E7B-55F7-58CE-0AE6-21AD89EBD2B2}"/>
          </ac:spMkLst>
        </pc:spChg>
        <pc:spChg chg="add del mod">
          <ac:chgData name="최문영" userId="c9c2ca5b-20f2-48c9-9e1f-a03229bf2768" providerId="ADAL" clId="{09BDFF48-8C87-4FDB-9C34-5AD8A78DA551}" dt="2025-12-22T03:06:19.706" v="4065" actId="478"/>
          <ac:spMkLst>
            <pc:docMk/>
            <pc:sldMk cId="3475079994" sldId="952"/>
            <ac:spMk id="9" creationId="{9254CD51-4459-85D8-BE5F-201F421EF073}"/>
          </ac:spMkLst>
        </pc:spChg>
        <pc:spChg chg="add 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12" creationId="{8CC2A935-83A1-4487-6D0A-0EED027C3606}"/>
          </ac:spMkLst>
        </pc:spChg>
        <pc:spChg chg="add mod">
          <ac:chgData name="최문영" userId="c9c2ca5b-20f2-48c9-9e1f-a03229bf2768" providerId="ADAL" clId="{09BDFF48-8C87-4FDB-9C34-5AD8A78DA551}" dt="2025-12-22T03:06:28.642" v="4067" actId="1076"/>
          <ac:spMkLst>
            <pc:docMk/>
            <pc:sldMk cId="3475079994" sldId="952"/>
            <ac:spMk id="13" creationId="{D02DE79E-E601-3ADC-26A3-FEA868CDCAAC}"/>
          </ac:spMkLst>
        </pc:spChg>
        <pc:spChg chg="add del mod">
          <ac:chgData name="최문영" userId="c9c2ca5b-20f2-48c9-9e1f-a03229bf2768" providerId="ADAL" clId="{09BDFF48-8C87-4FDB-9C34-5AD8A78DA551}" dt="2025-12-22T03:06:18.887" v="4064" actId="478"/>
          <ac:spMkLst>
            <pc:docMk/>
            <pc:sldMk cId="3475079994" sldId="952"/>
            <ac:spMk id="14" creationId="{EF88E51C-1EC5-F279-66CA-B405A5056A6A}"/>
          </ac:spMkLst>
        </pc:spChg>
        <pc:spChg chg="del">
          <ac:chgData name="최문영" userId="c9c2ca5b-20f2-48c9-9e1f-a03229bf2768" providerId="ADAL" clId="{09BDFF48-8C87-4FDB-9C34-5AD8A78DA551}" dt="2025-12-22T02:54:55.388" v="1467" actId="478"/>
          <ac:spMkLst>
            <pc:docMk/>
            <pc:sldMk cId="3475079994" sldId="952"/>
            <ac:spMk id="31" creationId="{41ED1A60-1627-070B-ED74-128110354DC7}"/>
          </ac:spMkLst>
        </pc:spChg>
        <pc:spChg chg="del">
          <ac:chgData name="최문영" userId="c9c2ca5b-20f2-48c9-9e1f-a03229bf2768" providerId="ADAL" clId="{09BDFF48-8C87-4FDB-9C34-5AD8A78DA551}" dt="2025-12-22T02:54:55.388" v="1467" actId="478"/>
          <ac:spMkLst>
            <pc:docMk/>
            <pc:sldMk cId="3475079994" sldId="952"/>
            <ac:spMk id="32" creationId="{62B370CD-5CCE-3DB1-9D60-FC940A3CD958}"/>
          </ac:spMkLst>
        </pc:spChg>
        <pc:spChg chg="del">
          <ac:chgData name="최문영" userId="c9c2ca5b-20f2-48c9-9e1f-a03229bf2768" providerId="ADAL" clId="{09BDFF48-8C87-4FDB-9C34-5AD8A78DA551}" dt="2025-12-22T02:54:56.689" v="1468" actId="478"/>
          <ac:spMkLst>
            <pc:docMk/>
            <pc:sldMk cId="3475079994" sldId="952"/>
            <ac:spMk id="33" creationId="{F15B16EA-052F-DA10-44C0-D8B2F5EAA8D7}"/>
          </ac:spMkLst>
        </pc:spChg>
        <pc:spChg chg="del">
          <ac:chgData name="최문영" userId="c9c2ca5b-20f2-48c9-9e1f-a03229bf2768" providerId="ADAL" clId="{09BDFF48-8C87-4FDB-9C34-5AD8A78DA551}" dt="2025-12-22T02:54:56.689" v="1468" actId="478"/>
          <ac:spMkLst>
            <pc:docMk/>
            <pc:sldMk cId="3475079994" sldId="952"/>
            <ac:spMk id="34" creationId="{D4358C80-450D-4995-B9BB-0FDC79502A6C}"/>
          </ac:spMkLst>
        </pc:spChg>
        <pc:spChg chg="del">
          <ac:chgData name="최문영" userId="c9c2ca5b-20f2-48c9-9e1f-a03229bf2768" providerId="ADAL" clId="{09BDFF48-8C87-4FDB-9C34-5AD8A78DA551}" dt="2025-12-22T02:54:56.689" v="1468" actId="478"/>
          <ac:spMkLst>
            <pc:docMk/>
            <pc:sldMk cId="3475079994" sldId="952"/>
            <ac:spMk id="35" creationId="{2ADFCF77-B5E6-5E2D-635E-2F8F9EBD9303}"/>
          </ac:spMkLst>
        </pc:spChg>
        <pc:spChg chg="del">
          <ac:chgData name="최문영" userId="c9c2ca5b-20f2-48c9-9e1f-a03229bf2768" providerId="ADAL" clId="{09BDFF48-8C87-4FDB-9C34-5AD8A78DA551}" dt="2025-12-22T02:54:55.388" v="1467" actId="478"/>
          <ac:spMkLst>
            <pc:docMk/>
            <pc:sldMk cId="3475079994" sldId="952"/>
            <ac:spMk id="36" creationId="{24C66000-FA61-8B1B-3131-E09B3368C3F7}"/>
          </ac:spMkLst>
        </pc:spChg>
        <pc:spChg chg="del">
          <ac:chgData name="최문영" userId="c9c2ca5b-20f2-48c9-9e1f-a03229bf2768" providerId="ADAL" clId="{09BDFF48-8C87-4FDB-9C34-5AD8A78DA551}" dt="2025-12-22T02:54:55.388" v="1467" actId="478"/>
          <ac:spMkLst>
            <pc:docMk/>
            <pc:sldMk cId="3475079994" sldId="952"/>
            <ac:spMk id="37" creationId="{5C765621-F8CA-C62C-C9D2-ED7B9359E06E}"/>
          </ac:spMkLst>
        </pc:spChg>
        <pc:spChg chg="del">
          <ac:chgData name="최문영" userId="c9c2ca5b-20f2-48c9-9e1f-a03229bf2768" providerId="ADAL" clId="{09BDFF48-8C87-4FDB-9C34-5AD8A78DA551}" dt="2025-12-22T02:54:55.388" v="1467" actId="478"/>
          <ac:spMkLst>
            <pc:docMk/>
            <pc:sldMk cId="3475079994" sldId="952"/>
            <ac:spMk id="38" creationId="{9F4E8842-C6C4-6242-66EE-9003110FED95}"/>
          </ac:spMkLst>
        </pc:spChg>
        <pc:spChg chg="del">
          <ac:chgData name="최문영" userId="c9c2ca5b-20f2-48c9-9e1f-a03229bf2768" providerId="ADAL" clId="{09BDFF48-8C87-4FDB-9C34-5AD8A78DA551}" dt="2025-12-22T02:54:55.388" v="1467" actId="478"/>
          <ac:spMkLst>
            <pc:docMk/>
            <pc:sldMk cId="3475079994" sldId="952"/>
            <ac:spMk id="39" creationId="{F82CED3C-FFCD-B798-5840-C3760E0590FB}"/>
          </ac:spMkLst>
        </pc:spChg>
        <pc:spChg chg="del">
          <ac:chgData name="최문영" userId="c9c2ca5b-20f2-48c9-9e1f-a03229bf2768" providerId="ADAL" clId="{09BDFF48-8C87-4FDB-9C34-5AD8A78DA551}" dt="2025-12-22T02:54:55.388" v="1467" actId="478"/>
          <ac:spMkLst>
            <pc:docMk/>
            <pc:sldMk cId="3475079994" sldId="952"/>
            <ac:spMk id="40" creationId="{6F083A7E-FE03-7A1A-3712-93DB7D7617D0}"/>
          </ac:spMkLst>
        </pc:spChg>
        <pc:spChg chg="del">
          <ac:chgData name="최문영" userId="c9c2ca5b-20f2-48c9-9e1f-a03229bf2768" providerId="ADAL" clId="{09BDFF48-8C87-4FDB-9C34-5AD8A78DA551}" dt="2025-12-22T02:54:55.388" v="1467" actId="478"/>
          <ac:spMkLst>
            <pc:docMk/>
            <pc:sldMk cId="3475079994" sldId="952"/>
            <ac:spMk id="41" creationId="{3E935D84-BF3D-0FA5-A938-D51705D00613}"/>
          </ac:spMkLst>
        </pc:spChg>
        <pc:spChg chg="mod">
          <ac:chgData name="최문영" userId="c9c2ca5b-20f2-48c9-9e1f-a03229bf2768" providerId="ADAL" clId="{09BDFF48-8C87-4FDB-9C34-5AD8A78DA551}" dt="2025-12-22T02:58:06.098" v="1687" actId="207"/>
          <ac:spMkLst>
            <pc:docMk/>
            <pc:sldMk cId="3475079994" sldId="952"/>
            <ac:spMk id="97" creationId="{E506A116-7327-E96F-B5DF-48F315825C12}"/>
          </ac:spMkLst>
        </pc:spChg>
        <pc:cxnChg chg="mod">
          <ac:chgData name="최문영" userId="c9c2ca5b-20f2-48c9-9e1f-a03229bf2768" providerId="ADAL" clId="{09BDFF48-8C87-4FDB-9C34-5AD8A78DA551}" dt="2025-12-22T03:06:28.642" v="4067" actId="1076"/>
          <ac:cxnSpMkLst>
            <pc:docMk/>
            <pc:sldMk cId="3475079994" sldId="952"/>
            <ac:cxnSpMk id="15" creationId="{F1BB3DD4-C16F-2BA0-C3DE-FD245C9CC802}"/>
          </ac:cxnSpMkLst>
        </pc:cxnChg>
        <pc:cxnChg chg="del">
          <ac:chgData name="최문영" userId="c9c2ca5b-20f2-48c9-9e1f-a03229bf2768" providerId="ADAL" clId="{09BDFF48-8C87-4FDB-9C34-5AD8A78DA551}" dt="2025-12-22T02:54:56.689" v="1468" actId="478"/>
          <ac:cxnSpMkLst>
            <pc:docMk/>
            <pc:sldMk cId="3475079994" sldId="952"/>
            <ac:cxnSpMk id="42" creationId="{D0EE57EA-BB20-A684-084F-15E96579AA0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연구 주제</a:t>
            </a:r>
            <a:r>
              <a:rPr lang="en-US" altLang="ko-KR" dirty="0"/>
              <a:t>: MAVROS </a:t>
            </a:r>
            <a:r>
              <a:rPr lang="ko-KR" altLang="en-US" dirty="0"/>
              <a:t>통신 지연을 해결해보자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가지 관점에서 접근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관점 </a:t>
            </a:r>
            <a:r>
              <a:rPr lang="en-US" altLang="ko-KR" dirty="0"/>
              <a:t>1: MAVROS </a:t>
            </a:r>
            <a:r>
              <a:rPr lang="ko-KR" altLang="en-US" dirty="0"/>
              <a:t>내부 처리 과정이 복잡하여 지연이 발생한다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관점 </a:t>
            </a:r>
            <a:r>
              <a:rPr lang="en-US" altLang="ko-KR" dirty="0"/>
              <a:t>2: </a:t>
            </a:r>
            <a:r>
              <a:rPr lang="ko-KR" altLang="en-US" dirty="0"/>
              <a:t>명령의 </a:t>
            </a:r>
            <a:r>
              <a:rPr lang="en-US" altLang="ko-KR" dirty="0"/>
              <a:t>Priority</a:t>
            </a:r>
            <a:r>
              <a:rPr lang="ko-KR" altLang="en-US" dirty="0"/>
              <a:t>가 반영되지 않아</a:t>
            </a:r>
            <a:r>
              <a:rPr lang="en-US" altLang="ko-KR" dirty="0"/>
              <a:t>, Keepalive msg</a:t>
            </a:r>
            <a:r>
              <a:rPr lang="ko-KR" altLang="en-US" dirty="0"/>
              <a:t>로 인해 명령이 지연된다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관점 </a:t>
            </a:r>
            <a:r>
              <a:rPr lang="en-US" altLang="ko-KR" dirty="0"/>
              <a:t>3: MAVROS</a:t>
            </a:r>
            <a:r>
              <a:rPr lang="ko-KR" altLang="en-US" dirty="0"/>
              <a:t>가 단일 </a:t>
            </a:r>
            <a:r>
              <a:rPr lang="en-US" altLang="ko-KR" dirty="0"/>
              <a:t>node </a:t>
            </a:r>
            <a:r>
              <a:rPr lang="ko-KR" altLang="en-US" dirty="0"/>
              <a:t>구조이기 때문에</a:t>
            </a:r>
            <a:r>
              <a:rPr lang="en-US" altLang="ko-KR" dirty="0"/>
              <a:t>, subscribe Q</a:t>
            </a:r>
            <a:r>
              <a:rPr lang="ko-KR" altLang="en-US" dirty="0"/>
              <a:t>에서 병목현상이 발생한다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19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B1D1B-9F77-B05F-EB45-09BE60FD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9EC2F7-8A84-ECD8-6F0D-FF5BBDB31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0A2776-544E-488A-A853-6775A641B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관점 </a:t>
            </a:r>
            <a:r>
              <a:rPr lang="en-US" altLang="ko-KR" dirty="0"/>
              <a:t>1: MAVROS </a:t>
            </a:r>
            <a:r>
              <a:rPr lang="ko-KR" altLang="en-US" dirty="0"/>
              <a:t>내부 처리 로직이 복잡해서 지연이 발생한다</a:t>
            </a:r>
            <a:endParaRPr lang="en-US" altLang="ko-KR" dirty="0"/>
          </a:p>
          <a:p>
            <a:r>
              <a:rPr lang="en-US" altLang="ko-KR" dirty="0"/>
              <a:t>ros2</a:t>
            </a:r>
            <a:r>
              <a:rPr lang="ko-KR" altLang="en-US" dirty="0"/>
              <a:t>에서 </a:t>
            </a:r>
            <a:r>
              <a:rPr lang="en-US" altLang="ko-KR" dirty="0"/>
              <a:t>msg</a:t>
            </a:r>
            <a:r>
              <a:rPr lang="ko-KR" altLang="en-US" dirty="0"/>
              <a:t>가 발행되면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MAVROS</a:t>
            </a:r>
            <a:r>
              <a:rPr lang="ko-KR" altLang="en-US" dirty="0"/>
              <a:t>에서</a:t>
            </a:r>
            <a:r>
              <a:rPr lang="en-US" altLang="ko-KR" dirty="0"/>
              <a:t>, plugin layer, router layer, </a:t>
            </a:r>
            <a:r>
              <a:rPr lang="en-US" altLang="ko-KR" dirty="0" err="1"/>
              <a:t>libmavconn</a:t>
            </a:r>
            <a:r>
              <a:rPr lang="en-US" altLang="ko-KR" dirty="0"/>
              <a:t> layer, transport layer </a:t>
            </a:r>
            <a:r>
              <a:rPr lang="ko-KR" altLang="en-US" dirty="0"/>
              <a:t>를 거치면서 </a:t>
            </a:r>
            <a:r>
              <a:rPr lang="en-US" altLang="ko-KR" dirty="0"/>
              <a:t>ros2 msg</a:t>
            </a:r>
            <a:r>
              <a:rPr lang="ko-KR" altLang="en-US" dirty="0"/>
              <a:t>를 </a:t>
            </a:r>
            <a:r>
              <a:rPr lang="en-US" altLang="ko-KR" dirty="0" err="1"/>
              <a:t>mavlink</a:t>
            </a:r>
            <a:r>
              <a:rPr lang="en-US" altLang="ko-KR" dirty="0"/>
              <a:t> msg</a:t>
            </a:r>
            <a:r>
              <a:rPr lang="ko-KR" altLang="en-US" dirty="0"/>
              <a:t>로 변환하여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px4</a:t>
            </a:r>
            <a:r>
              <a:rPr lang="ko-KR" altLang="en-US" dirty="0"/>
              <a:t>로 전송한다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여러 과정을 </a:t>
            </a:r>
            <a:r>
              <a:rPr lang="ko-KR" altLang="en-US" dirty="0" err="1"/>
              <a:t>거치다보니</a:t>
            </a:r>
            <a:r>
              <a:rPr lang="en-US" altLang="ko-KR" dirty="0"/>
              <a:t>, latency</a:t>
            </a:r>
            <a:r>
              <a:rPr lang="ko-KR" altLang="en-US" dirty="0"/>
              <a:t>가 발생할 것이라고 생각하였지만</a:t>
            </a:r>
            <a:r>
              <a:rPr lang="en-US" altLang="ko-KR" dirty="0"/>
              <a:t>, </a:t>
            </a:r>
            <a:r>
              <a:rPr lang="ko-KR" altLang="en-US" dirty="0"/>
              <a:t>측정 결과 지연의 주 원인이 아니었다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관점</a:t>
            </a:r>
            <a:r>
              <a:rPr lang="en-US" altLang="ko-KR" dirty="0"/>
              <a:t> 2: </a:t>
            </a:r>
            <a:r>
              <a:rPr lang="ko-KR" altLang="en-US" dirty="0"/>
              <a:t>명령의 </a:t>
            </a:r>
            <a:r>
              <a:rPr lang="en-US" altLang="ko-KR" dirty="0" err="1"/>
              <a:t>priorit</a:t>
            </a:r>
            <a:r>
              <a:rPr lang="ko-KR" altLang="en-US" dirty="0"/>
              <a:t>를 처리할 수 없음</a:t>
            </a:r>
            <a:endParaRPr lang="en-US" altLang="ko-KR" dirty="0"/>
          </a:p>
          <a:p>
            <a:r>
              <a:rPr lang="en-US" altLang="ko-KR" dirty="0" err="1"/>
              <a:t>uav</a:t>
            </a:r>
            <a:r>
              <a:rPr lang="ko-KR" altLang="en-US" dirty="0"/>
              <a:t>와 </a:t>
            </a:r>
            <a:r>
              <a:rPr lang="en-US" altLang="ko-KR" dirty="0"/>
              <a:t>ros2</a:t>
            </a:r>
            <a:r>
              <a:rPr lang="ko-KR" altLang="en-US" dirty="0"/>
              <a:t>의 통신을 유지하기 위한 </a:t>
            </a:r>
            <a:r>
              <a:rPr lang="en-US" altLang="ko-KR" dirty="0"/>
              <a:t>keepalive msg</a:t>
            </a:r>
            <a:r>
              <a:rPr lang="ko-KR" altLang="en-US" dirty="0"/>
              <a:t>로 인해</a:t>
            </a:r>
            <a:r>
              <a:rPr lang="en-US" altLang="ko-KR" dirty="0"/>
              <a:t>, </a:t>
            </a:r>
            <a:r>
              <a:rPr lang="ko-KR" altLang="en-US" dirty="0"/>
              <a:t>중요한 명령이 지연되는 문제가 있다</a:t>
            </a:r>
            <a:r>
              <a:rPr lang="en-US" altLang="ko-KR" dirty="0"/>
              <a:t>. </a:t>
            </a:r>
            <a:r>
              <a:rPr lang="ko-KR" altLang="en-US" dirty="0"/>
              <a:t>통신 과정에 있는 </a:t>
            </a:r>
            <a:r>
              <a:rPr lang="en-US" altLang="ko-KR" dirty="0"/>
              <a:t>queue</a:t>
            </a:r>
            <a:r>
              <a:rPr lang="ko-KR" altLang="en-US" dirty="0"/>
              <a:t>들의 구조를 </a:t>
            </a:r>
            <a:r>
              <a:rPr lang="en-US" altLang="ko-KR" dirty="0"/>
              <a:t>priority queue</a:t>
            </a:r>
            <a:r>
              <a:rPr lang="ko-KR" altLang="en-US" dirty="0"/>
              <a:t>로 변경하여 해결하고자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관점 </a:t>
            </a:r>
            <a:r>
              <a:rPr lang="en-US" altLang="ko-KR" dirty="0"/>
              <a:t>3: </a:t>
            </a:r>
            <a:r>
              <a:rPr lang="en-US" altLang="ko-KR" dirty="0" err="1"/>
              <a:t>mavros</a:t>
            </a:r>
            <a:r>
              <a:rPr lang="ko-KR" altLang="en-US" dirty="0"/>
              <a:t>가 단일 </a:t>
            </a:r>
            <a:r>
              <a:rPr lang="en-US" altLang="ko-KR" dirty="0"/>
              <a:t>node</a:t>
            </a:r>
            <a:r>
              <a:rPr lang="ko-KR" altLang="en-US" dirty="0"/>
              <a:t>라서 병목현상이 발생한다</a:t>
            </a:r>
            <a:endParaRPr lang="en-US" altLang="ko-KR" dirty="0"/>
          </a:p>
          <a:p>
            <a:r>
              <a:rPr lang="ko-KR" altLang="en-US" dirty="0"/>
              <a:t>여러 </a:t>
            </a:r>
            <a:r>
              <a:rPr lang="en-US" altLang="ko-KR" dirty="0"/>
              <a:t>node, topic</a:t>
            </a:r>
            <a:r>
              <a:rPr lang="ko-KR" altLang="en-US" dirty="0"/>
              <a:t>에서 발행되는 많은 </a:t>
            </a:r>
            <a:r>
              <a:rPr lang="en-US" altLang="ko-KR" dirty="0"/>
              <a:t>msg</a:t>
            </a:r>
            <a:r>
              <a:rPr lang="ko-KR" altLang="en-US" dirty="0"/>
              <a:t>들이</a:t>
            </a:r>
            <a:endParaRPr lang="en-US" altLang="ko-KR" dirty="0"/>
          </a:p>
          <a:p>
            <a:r>
              <a:rPr lang="en-US" altLang="ko-KR" dirty="0" err="1"/>
              <a:t>mavros_node</a:t>
            </a:r>
            <a:r>
              <a:rPr lang="ko-KR" altLang="en-US" dirty="0"/>
              <a:t>라는 하나의 </a:t>
            </a:r>
            <a:r>
              <a:rPr lang="en-US" altLang="ko-KR" dirty="0"/>
              <a:t>node</a:t>
            </a:r>
            <a:r>
              <a:rPr lang="ko-KR" altLang="en-US" dirty="0"/>
              <a:t>에서 </a:t>
            </a:r>
            <a:r>
              <a:rPr lang="en-US" altLang="ko-KR" dirty="0" err="1"/>
              <a:t>subscrib</a:t>
            </a:r>
            <a:r>
              <a:rPr lang="ko-KR" altLang="en-US" dirty="0"/>
              <a:t>하게 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node</a:t>
            </a:r>
            <a:r>
              <a:rPr lang="ko-KR" altLang="en-US" dirty="0"/>
              <a:t>별</a:t>
            </a:r>
            <a:r>
              <a:rPr lang="en-US" altLang="ko-KR" dirty="0"/>
              <a:t>, topic</a:t>
            </a:r>
            <a:r>
              <a:rPr lang="ko-KR" altLang="en-US" dirty="0"/>
              <a:t>별 </a:t>
            </a:r>
            <a:r>
              <a:rPr lang="en-US" altLang="ko-KR" dirty="0"/>
              <a:t>subscribe queue</a:t>
            </a:r>
            <a:r>
              <a:rPr lang="ko-KR" altLang="en-US" dirty="0"/>
              <a:t>가 어떻게 </a:t>
            </a:r>
            <a:r>
              <a:rPr lang="ko-KR" altLang="en-US" dirty="0" err="1"/>
              <a:t>설계되어있는지</a:t>
            </a:r>
            <a:r>
              <a:rPr lang="ko-KR" altLang="en-US" dirty="0"/>
              <a:t> 파악하고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ko-KR" altLang="en-US" dirty="0"/>
              <a:t>다중 </a:t>
            </a:r>
            <a:r>
              <a:rPr lang="en-US" altLang="ko-KR" dirty="0"/>
              <a:t>topic</a:t>
            </a:r>
            <a:r>
              <a:rPr lang="ko-KR" altLang="en-US" dirty="0"/>
              <a:t>에서 </a:t>
            </a:r>
            <a:r>
              <a:rPr lang="en-US" altLang="ko-KR" dirty="0"/>
              <a:t>msg</a:t>
            </a:r>
            <a:r>
              <a:rPr lang="ko-KR" altLang="en-US" dirty="0"/>
              <a:t>가 발행되는 환경에서 병목현상을 해결하고자 한다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4FAF18-38CD-BAE9-BD02-E3CBEDBA4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920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25.11.17.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60371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UAV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통신을 위한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middleware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Problem: MAVROS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통신 지연 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관점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1. 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내부 처리 지연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관점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2.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명령의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Priority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처리할 수 없음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관점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3. 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단일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node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구조로 인한 병목현상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MA</a:t>
            </a: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VROS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최적화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9171E97-6762-AEC7-B169-C17A0AD899FB}"/>
              </a:ext>
            </a:extLst>
          </p:cNvPr>
          <p:cNvGrpSpPr/>
          <p:nvPr/>
        </p:nvGrpSpPr>
        <p:grpSpPr>
          <a:xfrm>
            <a:off x="1043505" y="2103620"/>
            <a:ext cx="1992689" cy="1147317"/>
            <a:chOff x="6073098" y="4814262"/>
            <a:chExt cx="1992689" cy="1147317"/>
          </a:xfrm>
        </p:grpSpPr>
        <p:pic>
          <p:nvPicPr>
            <p:cNvPr id="3" name="Picture 8" descr="ROS2 Part 1 - Create a ROS2 Python Package and Node">
              <a:extLst>
                <a:ext uri="{FF2B5EF4-FFF2-40B4-BE49-F238E27FC236}">
                  <a16:creationId xmlns:a16="http://schemas.microsoft.com/office/drawing/2014/main" id="{D00F8551-34F8-52E8-1015-967F987F80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1427" y="5014890"/>
              <a:ext cx="1476030" cy="4276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46D518A-A0DE-14F7-1DF8-97B19EF9F489}"/>
                </a:ext>
              </a:extLst>
            </p:cNvPr>
            <p:cNvSpPr/>
            <p:nvPr/>
          </p:nvSpPr>
          <p:spPr>
            <a:xfrm>
              <a:off x="6073098" y="4814262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548C0C-E630-D315-F4CF-18CEFB1E7F8E}"/>
                </a:ext>
              </a:extLst>
            </p:cNvPr>
            <p:cNvSpPr txBox="1"/>
            <p:nvPr/>
          </p:nvSpPr>
          <p:spPr>
            <a:xfrm>
              <a:off x="6242632" y="5541382"/>
              <a:ext cx="1653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Middleware</a:t>
              </a:r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F0C52A18-A073-F238-4519-A862360016D5}"/>
              </a:ext>
            </a:extLst>
          </p:cNvPr>
          <p:cNvGrpSpPr/>
          <p:nvPr/>
        </p:nvGrpSpPr>
        <p:grpSpPr>
          <a:xfrm>
            <a:off x="6095444" y="2044273"/>
            <a:ext cx="1992689" cy="1206664"/>
            <a:chOff x="421560" y="4754916"/>
            <a:chExt cx="1992689" cy="1206664"/>
          </a:xfrm>
        </p:grpSpPr>
        <p:pic>
          <p:nvPicPr>
            <p:cNvPr id="7" name="Picture 4" descr="PX4 Autopilot 사용자 안내서 | PX4 Guide (main)">
              <a:extLst>
                <a:ext uri="{FF2B5EF4-FFF2-40B4-BE49-F238E27FC236}">
                  <a16:creationId xmlns:a16="http://schemas.microsoft.com/office/drawing/2014/main" id="{AC43CB95-AF80-BCA2-C28C-6A85D38F07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5723" y="4754916"/>
              <a:ext cx="1216277" cy="9117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9674104-A60C-4A5A-CD28-AF6568FF7987}"/>
                </a:ext>
              </a:extLst>
            </p:cNvPr>
            <p:cNvSpPr/>
            <p:nvPr/>
          </p:nvSpPr>
          <p:spPr>
            <a:xfrm>
              <a:off x="421560" y="4814263"/>
              <a:ext cx="1992689" cy="1147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85A53D-E109-832F-A938-BAC518E0D213}"/>
                </a:ext>
              </a:extLst>
            </p:cNvPr>
            <p:cNvSpPr txBox="1"/>
            <p:nvPr/>
          </p:nvSpPr>
          <p:spPr>
            <a:xfrm>
              <a:off x="506326" y="5541382"/>
              <a:ext cx="18231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+mn-ea"/>
                </a:rPr>
                <a:t>Drone Software</a:t>
              </a:r>
              <a:endParaRPr lang="ko-KR" altLang="en-US" dirty="0">
                <a:latin typeface="+mn-ea"/>
              </a:endParaRPr>
            </a:p>
          </p:txBody>
        </p:sp>
      </p:grpSp>
      <p:pic>
        <p:nvPicPr>
          <p:cNvPr id="12" name="Picture 10">
            <a:extLst>
              <a:ext uri="{FF2B5EF4-FFF2-40B4-BE49-F238E27FC236}">
                <a16:creationId xmlns:a16="http://schemas.microsoft.com/office/drawing/2014/main" id="{3E0AAE55-68B4-CA9F-2246-5960EA856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026" y="2769965"/>
            <a:ext cx="1022667" cy="24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3762BC-01F9-AFB5-5683-43C1D742B5A5}"/>
              </a:ext>
            </a:extLst>
          </p:cNvPr>
          <p:cNvSpPr txBox="1"/>
          <p:nvPr/>
        </p:nvSpPr>
        <p:spPr>
          <a:xfrm>
            <a:off x="3957679" y="2400640"/>
            <a:ext cx="1216277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MAVROS</a:t>
            </a:r>
            <a:endParaRPr lang="ko-KR" altLang="en-US" b="1" dirty="0">
              <a:solidFill>
                <a:srgbClr val="0070C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B03FAE6-1815-81E1-B616-1B372182E7CB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036194" y="2677279"/>
            <a:ext cx="305925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7BD712C-E813-8EB6-4070-0E2412247F7B}"/>
              </a:ext>
            </a:extLst>
          </p:cNvPr>
          <p:cNvSpPr/>
          <p:nvPr/>
        </p:nvSpPr>
        <p:spPr>
          <a:xfrm>
            <a:off x="3957680" y="2400640"/>
            <a:ext cx="1204464" cy="338125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3188F-989B-BD98-0509-4C6BF5788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E506A116-7327-E96F-B5DF-48F315825C12}"/>
              </a:ext>
            </a:extLst>
          </p:cNvPr>
          <p:cNvSpPr/>
          <p:nvPr/>
        </p:nvSpPr>
        <p:spPr>
          <a:xfrm>
            <a:off x="203760" y="998280"/>
            <a:ext cx="8852760" cy="4652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내부 처리 지연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명령 처리 단계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 – plugin – router –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libmavconn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– transport – px4</a:t>
            </a: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명령의 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Priority</a:t>
            </a: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를 처리할 수 없음</a:t>
            </a:r>
            <a:endParaRPr lang="en-US" altLang="ko-KR" sz="2000" b="1" spc="-1" dirty="0">
              <a:solidFill>
                <a:srgbClr val="C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solution: FIFO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를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Priority Queue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변경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(subscribe Q, 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libmavconn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Q)</a:t>
            </a: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MAVROS </a:t>
            </a: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단일 </a:t>
            </a:r>
            <a:r>
              <a:rPr lang="en-US" altLang="ko-KR" sz="2000" b="1" spc="-1" dirty="0">
                <a:solidFill>
                  <a:srgbClr val="C00000"/>
                </a:solidFill>
                <a:latin typeface="Times New Roman"/>
              </a:rPr>
              <a:t>node </a:t>
            </a:r>
            <a:r>
              <a:rPr lang="ko-KR" altLang="en-US" sz="2000" b="1" spc="-1" dirty="0">
                <a:solidFill>
                  <a:srgbClr val="C00000"/>
                </a:solidFill>
                <a:latin typeface="Times New Roman"/>
              </a:rPr>
              <a:t>구조로 인한 병목현상</a:t>
            </a:r>
            <a:endParaRPr lang="en-US" altLang="ko-KR" sz="2000" b="1" spc="-1" dirty="0">
              <a:solidFill>
                <a:srgbClr val="C00000"/>
              </a:solidFill>
              <a:latin typeface="Times New Roman"/>
            </a:endParaRPr>
          </a:p>
          <a:p>
            <a:pPr marL="1257480" lvl="2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00A79CAC-65D4-3A22-4B04-21B7CE634639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C6862598-4DE7-D334-D67A-6A196324F3B7}"/>
              </a:ext>
            </a:extLst>
          </p:cNvPr>
          <p:cNvPicPr/>
          <p:nvPr/>
        </p:nvPicPr>
        <p:blipFill>
          <a:blip r:embed="rId3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4AE6B156-1CB6-9C0D-7FB9-B99DA1C9D0F7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MA</a:t>
            </a: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VROS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최적화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0FDB468D-2D8F-F170-BC4A-2C616D11705E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5AC2DF-50BE-C4E8-A499-CAA14352FB5F}"/>
              </a:ext>
            </a:extLst>
          </p:cNvPr>
          <p:cNvSpPr/>
          <p:nvPr/>
        </p:nvSpPr>
        <p:spPr>
          <a:xfrm>
            <a:off x="1439477" y="2009551"/>
            <a:ext cx="4509910" cy="884853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AD80A0-F6F7-BFF0-3BDA-9023E05FF1DD}"/>
              </a:ext>
            </a:extLst>
          </p:cNvPr>
          <p:cNvSpPr txBox="1"/>
          <p:nvPr/>
        </p:nvSpPr>
        <p:spPr>
          <a:xfrm>
            <a:off x="1474202" y="2047920"/>
            <a:ext cx="117063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A563C4-EA14-C130-1B90-DB83CC9E29D6}"/>
              </a:ext>
            </a:extLst>
          </p:cNvPr>
          <p:cNvSpPr/>
          <p:nvPr/>
        </p:nvSpPr>
        <p:spPr>
          <a:xfrm>
            <a:off x="1055080" y="5152398"/>
            <a:ext cx="3736839" cy="1473301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0EE0A-B131-A60E-5699-F050CAA578E0}"/>
              </a:ext>
            </a:extLst>
          </p:cNvPr>
          <p:cNvSpPr txBox="1"/>
          <p:nvPr/>
        </p:nvSpPr>
        <p:spPr>
          <a:xfrm>
            <a:off x="1078230" y="5172575"/>
            <a:ext cx="90079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9B179C-4B86-FF79-0B6D-286CA37B9F7D}"/>
              </a:ext>
            </a:extLst>
          </p:cNvPr>
          <p:cNvSpPr/>
          <p:nvPr/>
        </p:nvSpPr>
        <p:spPr>
          <a:xfrm>
            <a:off x="6283461" y="5152398"/>
            <a:ext cx="1992689" cy="1223326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6A606-ADE6-8F4D-9ACB-1AE305A62CA9}"/>
              </a:ext>
            </a:extLst>
          </p:cNvPr>
          <p:cNvSpPr txBox="1"/>
          <p:nvPr/>
        </p:nvSpPr>
        <p:spPr>
          <a:xfrm>
            <a:off x="6306611" y="5175548"/>
            <a:ext cx="117063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BBE5376-275C-BE09-9A7A-F07D00F84160}"/>
              </a:ext>
            </a:extLst>
          </p:cNvPr>
          <p:cNvSpPr/>
          <p:nvPr/>
        </p:nvSpPr>
        <p:spPr>
          <a:xfrm>
            <a:off x="6497284" y="5703497"/>
            <a:ext cx="1565041" cy="4827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5824B0C-1871-CC75-D433-A515498C2F48}"/>
              </a:ext>
            </a:extLst>
          </p:cNvPr>
          <p:cNvSpPr/>
          <p:nvPr/>
        </p:nvSpPr>
        <p:spPr>
          <a:xfrm>
            <a:off x="1138460" y="5616377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3556E7B-55F7-58CE-0AE6-21AD89EBD2B2}"/>
              </a:ext>
            </a:extLst>
          </p:cNvPr>
          <p:cNvSpPr/>
          <p:nvPr/>
        </p:nvSpPr>
        <p:spPr>
          <a:xfrm>
            <a:off x="1138460" y="5973499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2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CC2A935-83A1-4487-6D0A-0EED027C3606}"/>
              </a:ext>
            </a:extLst>
          </p:cNvPr>
          <p:cNvSpPr/>
          <p:nvPr/>
        </p:nvSpPr>
        <p:spPr>
          <a:xfrm>
            <a:off x="2961964" y="5616377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02DE79E-E601-3ADC-26A3-FEA868CDCAAC}"/>
              </a:ext>
            </a:extLst>
          </p:cNvPr>
          <p:cNvSpPr/>
          <p:nvPr/>
        </p:nvSpPr>
        <p:spPr>
          <a:xfrm>
            <a:off x="2961964" y="596218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1BB3DD4-C16F-2BA0-C3DE-FD245C9CC802}"/>
              </a:ext>
            </a:extLst>
          </p:cNvPr>
          <p:cNvCxnSpPr>
            <a:cxnSpLocks/>
          </p:cNvCxnSpPr>
          <p:nvPr/>
        </p:nvCxnSpPr>
        <p:spPr>
          <a:xfrm>
            <a:off x="4791919" y="5541907"/>
            <a:ext cx="1491542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079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77012</TotalTime>
  <Words>377</Words>
  <Application>Microsoft Office PowerPoint</Application>
  <PresentationFormat>화면 슬라이드 쇼(4:3)</PresentationFormat>
  <Paragraphs>68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MV Boli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1456</cp:revision>
  <cp:lastPrinted>2021-08-19T05:10:09Z</cp:lastPrinted>
  <dcterms:created xsi:type="dcterms:W3CDTF">2020-05-28T10:10:30Z</dcterms:created>
  <dcterms:modified xsi:type="dcterms:W3CDTF">2025-12-22T03:06:35Z</dcterms:modified>
</cp:coreProperties>
</file>