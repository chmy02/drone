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699" r:id="rId2"/>
    <p:sldId id="918" r:id="rId3"/>
    <p:sldId id="920" r:id="rId4"/>
    <p:sldId id="926" r:id="rId5"/>
    <p:sldId id="927" r:id="rId6"/>
    <p:sldId id="924" r:id="rId7"/>
    <p:sldId id="928" r:id="rId8"/>
    <p:sldId id="731" r:id="rId9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BD939F-0028-45EE-8B6A-5C3DF84E13E8}" v="2508" dt="2025-09-25T10:25:02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805" y="58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-61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custSel addSld delSld modSld sldOrd">
      <pc:chgData name="최문영" userId="c9c2ca5b-20f2-48c9-9e1f-a03229bf2768" providerId="ADAL" clId="{1AFE30CA-0473-46B3-B73A-3803F8D94D85}" dt="2025-09-25T10:56:33.802" v="5166" actId="20577"/>
      <pc:docMkLst>
        <pc:docMk/>
      </pc:docMkLst>
      <pc:sldChg chg="modSp mod">
        <pc:chgData name="최문영" userId="c9c2ca5b-20f2-48c9-9e1f-a03229bf2768" providerId="ADAL" clId="{1AFE30CA-0473-46B3-B73A-3803F8D94D85}" dt="2025-09-25T09:28:40.833" v="3575" actId="20577"/>
        <pc:sldMkLst>
          <pc:docMk/>
          <pc:sldMk cId="2886263250" sldId="699"/>
        </pc:sldMkLst>
        <pc:spChg chg="mod">
          <ac:chgData name="최문영" userId="c9c2ca5b-20f2-48c9-9e1f-a03229bf2768" providerId="ADAL" clId="{1AFE30CA-0473-46B3-B73A-3803F8D94D85}" dt="2025-09-25T09:28:40.833" v="3575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del">
        <pc:chgData name="최문영" userId="c9c2ca5b-20f2-48c9-9e1f-a03229bf2768" providerId="ADAL" clId="{1AFE30CA-0473-46B3-B73A-3803F8D94D85}" dt="2025-09-18T09:32:29.833" v="3568" actId="47"/>
        <pc:sldMkLst>
          <pc:docMk/>
          <pc:sldMk cId="3561262554" sldId="899"/>
        </pc:sldMkLst>
      </pc:sldChg>
      <pc:sldChg chg="modSp del mod">
        <pc:chgData name="최문영" userId="c9c2ca5b-20f2-48c9-9e1f-a03229bf2768" providerId="ADAL" clId="{1AFE30CA-0473-46B3-B73A-3803F8D94D85}" dt="2025-09-25T09:29:35.914" v="3652" actId="47"/>
        <pc:sldMkLst>
          <pc:docMk/>
          <pc:sldMk cId="2038203022" sldId="909"/>
        </pc:sldMkLst>
        <pc:spChg chg="mod">
          <ac:chgData name="최문영" userId="c9c2ca5b-20f2-48c9-9e1f-a03229bf2768" providerId="ADAL" clId="{1AFE30CA-0473-46B3-B73A-3803F8D94D85}" dt="2025-09-25T09:29:15.901" v="3649" actId="20577"/>
          <ac:spMkLst>
            <pc:docMk/>
            <pc:sldMk cId="2038203022" sldId="909"/>
            <ac:spMk id="10" creationId="{792729A2-41B3-6670-1CDE-87DB0BE37D09}"/>
          </ac:spMkLst>
        </pc:spChg>
        <pc:spChg chg="mod">
          <ac:chgData name="최문영" userId="c9c2ca5b-20f2-48c9-9e1f-a03229bf2768" providerId="ADAL" clId="{1AFE30CA-0473-46B3-B73A-3803F8D94D85}" dt="2025-09-25T09:29:10.832" v="3639" actId="20577"/>
          <ac:spMkLst>
            <pc:docMk/>
            <pc:sldMk cId="2038203022" sldId="909"/>
            <ac:spMk id="47" creationId="{B6809EDD-9A57-D591-02CF-65C7E31BEC71}"/>
          </ac:spMkLst>
        </pc:spChg>
      </pc:sldChg>
      <pc:sldChg chg="addSp delSp modSp del mod modAnim">
        <pc:chgData name="최문영" userId="c9c2ca5b-20f2-48c9-9e1f-a03229bf2768" providerId="ADAL" clId="{1AFE30CA-0473-46B3-B73A-3803F8D94D85}" dt="2025-09-25T09:38:22.682" v="3970" actId="47"/>
        <pc:sldMkLst>
          <pc:docMk/>
          <pc:sldMk cId="3186208179" sldId="913"/>
        </pc:sldMkLst>
      </pc:sldChg>
      <pc:sldChg chg="del">
        <pc:chgData name="최문영" userId="c9c2ca5b-20f2-48c9-9e1f-a03229bf2768" providerId="ADAL" clId="{1AFE30CA-0473-46B3-B73A-3803F8D94D85}" dt="2025-09-18T09:32:28.565" v="3566" actId="47"/>
        <pc:sldMkLst>
          <pc:docMk/>
          <pc:sldMk cId="3583341441" sldId="915"/>
        </pc:sldMkLst>
      </pc:sldChg>
      <pc:sldChg chg="del">
        <pc:chgData name="최문영" userId="c9c2ca5b-20f2-48c9-9e1f-a03229bf2768" providerId="ADAL" clId="{1AFE30CA-0473-46B3-B73A-3803F8D94D85}" dt="2025-09-18T09:32:29.359" v="3567" actId="47"/>
        <pc:sldMkLst>
          <pc:docMk/>
          <pc:sldMk cId="215167071" sldId="916"/>
        </pc:sldMkLst>
      </pc:sldChg>
      <pc:sldChg chg="del">
        <pc:chgData name="최문영" userId="c9c2ca5b-20f2-48c9-9e1f-a03229bf2768" providerId="ADAL" clId="{1AFE30CA-0473-46B3-B73A-3803F8D94D85}" dt="2025-09-18T09:32:30.494" v="3569" actId="47"/>
        <pc:sldMkLst>
          <pc:docMk/>
          <pc:sldMk cId="973256404" sldId="917"/>
        </pc:sldMkLst>
      </pc:sldChg>
      <pc:sldChg chg="addSp delSp modSp add mod ord addAnim delAnim modAnim">
        <pc:chgData name="최문영" userId="c9c2ca5b-20f2-48c9-9e1f-a03229bf2768" providerId="ADAL" clId="{1AFE30CA-0473-46B3-B73A-3803F8D94D85}" dt="2025-09-25T09:29:33.879" v="3651"/>
        <pc:sldMkLst>
          <pc:docMk/>
          <pc:sldMk cId="933180900" sldId="918"/>
        </pc:sldMkLst>
        <pc:spChg chg="add del mod">
          <ac:chgData name="최문영" userId="c9c2ca5b-20f2-48c9-9e1f-a03229bf2768" providerId="ADAL" clId="{1AFE30CA-0473-46B3-B73A-3803F8D94D85}" dt="2025-09-18T09:30:35.513" v="3535" actId="478"/>
          <ac:spMkLst>
            <pc:docMk/>
            <pc:sldMk cId="933180900" sldId="918"/>
            <ac:spMk id="12" creationId="{70456607-FA1A-1580-C85B-B6D7FEB5027B}"/>
          </ac:spMkLst>
        </pc:spChg>
        <pc:spChg chg="mod">
          <ac:chgData name="최문영" userId="c9c2ca5b-20f2-48c9-9e1f-a03229bf2768" providerId="ADAL" clId="{1AFE30CA-0473-46B3-B73A-3803F8D94D85}" dt="2025-09-18T09:23:12.805" v="2952" actId="20577"/>
          <ac:spMkLst>
            <pc:docMk/>
            <pc:sldMk cId="933180900" sldId="918"/>
            <ac:spMk id="47" creationId="{CFADC5C7-3A97-388A-C26C-D115391D7918}"/>
          </ac:spMkLst>
        </pc:spChg>
        <pc:graphicFrameChg chg="add mod modGraphic">
          <ac:chgData name="최문영" userId="c9c2ca5b-20f2-48c9-9e1f-a03229bf2768" providerId="ADAL" clId="{1AFE30CA-0473-46B3-B73A-3803F8D94D85}" dt="2025-09-18T09:02:56.731" v="998" actId="1076"/>
          <ac:graphicFrameMkLst>
            <pc:docMk/>
            <pc:sldMk cId="933180900" sldId="918"/>
            <ac:graphicFrameMk id="4" creationId="{EE2069A1-808D-4ECE-3B32-EBA3E16A74C0}"/>
          </ac:graphicFrameMkLst>
        </pc:graphicFrameChg>
        <pc:graphicFrameChg chg="add mod">
          <ac:chgData name="최문영" userId="c9c2ca5b-20f2-48c9-9e1f-a03229bf2768" providerId="ADAL" clId="{1AFE30CA-0473-46B3-B73A-3803F8D94D85}" dt="2025-09-18T09:27:12.748" v="3028" actId="1076"/>
          <ac:graphicFrameMkLst>
            <pc:docMk/>
            <pc:sldMk cId="933180900" sldId="918"/>
            <ac:graphicFrameMk id="11" creationId="{3577372D-F3C0-4A0F-0DFC-E990A83248D8}"/>
          </ac:graphicFrameMkLst>
        </pc:graphicFrameChg>
      </pc:sldChg>
      <pc:sldChg chg="addSp delSp modSp add del mod delAnim modAnim">
        <pc:chgData name="최문영" userId="c9c2ca5b-20f2-48c9-9e1f-a03229bf2768" providerId="ADAL" clId="{1AFE30CA-0473-46B3-B73A-3803F8D94D85}" dt="2025-09-25T09:38:21.043" v="3968" actId="47"/>
        <pc:sldMkLst>
          <pc:docMk/>
          <pc:sldMk cId="2021582692" sldId="919"/>
        </pc:sldMkLst>
      </pc:sldChg>
      <pc:sldChg chg="addSp delSp modSp add mod addAnim delAnim modAnim">
        <pc:chgData name="최문영" userId="c9c2ca5b-20f2-48c9-9e1f-a03229bf2768" providerId="ADAL" clId="{1AFE30CA-0473-46B3-B73A-3803F8D94D85}" dt="2025-09-25T09:36:48.508" v="3928" actId="1076"/>
        <pc:sldMkLst>
          <pc:docMk/>
          <pc:sldMk cId="455320898" sldId="920"/>
        </pc:sldMkLst>
        <pc:spChg chg="add del mod">
          <ac:chgData name="최문영" userId="c9c2ca5b-20f2-48c9-9e1f-a03229bf2768" providerId="ADAL" clId="{1AFE30CA-0473-46B3-B73A-3803F8D94D85}" dt="2025-09-25T09:31:09.961" v="3775" actId="20577"/>
          <ac:spMkLst>
            <pc:docMk/>
            <pc:sldMk cId="455320898" sldId="920"/>
            <ac:spMk id="2" creationId="{AFE79CDF-050F-228A-865C-573B53645438}"/>
          </ac:spMkLst>
        </pc:spChg>
        <pc:spChg chg="add del mod">
          <ac:chgData name="최문영" userId="c9c2ca5b-20f2-48c9-9e1f-a03229bf2768" providerId="ADAL" clId="{1AFE30CA-0473-46B3-B73A-3803F8D94D85}" dt="2025-09-25T09:34:39.295" v="3868" actId="478"/>
          <ac:spMkLst>
            <pc:docMk/>
            <pc:sldMk cId="455320898" sldId="920"/>
            <ac:spMk id="4" creationId="{6D51F734-34B2-7385-F943-50B439EF4B20}"/>
          </ac:spMkLst>
        </pc:spChg>
        <pc:spChg chg="add del mod">
          <ac:chgData name="최문영" userId="c9c2ca5b-20f2-48c9-9e1f-a03229bf2768" providerId="ADAL" clId="{1AFE30CA-0473-46B3-B73A-3803F8D94D85}" dt="2025-09-25T09:34:39.295" v="3868" actId="478"/>
          <ac:spMkLst>
            <pc:docMk/>
            <pc:sldMk cId="455320898" sldId="920"/>
            <ac:spMk id="5" creationId="{0AD03DD3-ACD5-D66A-8B4F-26DE6CAE82D8}"/>
          </ac:spMkLst>
        </pc:spChg>
        <pc:spChg chg="add del mod">
          <ac:chgData name="최문영" userId="c9c2ca5b-20f2-48c9-9e1f-a03229bf2768" providerId="ADAL" clId="{1AFE30CA-0473-46B3-B73A-3803F8D94D85}" dt="2025-09-25T09:34:39.295" v="3868" actId="478"/>
          <ac:spMkLst>
            <pc:docMk/>
            <pc:sldMk cId="455320898" sldId="920"/>
            <ac:spMk id="7" creationId="{0C591385-FB98-0BD2-9F66-73623E193269}"/>
          </ac:spMkLst>
        </pc:spChg>
        <pc:spChg chg="add del mod">
          <ac:chgData name="최문영" userId="c9c2ca5b-20f2-48c9-9e1f-a03229bf2768" providerId="ADAL" clId="{1AFE30CA-0473-46B3-B73A-3803F8D94D85}" dt="2025-09-25T09:34:39.295" v="3868" actId="478"/>
          <ac:spMkLst>
            <pc:docMk/>
            <pc:sldMk cId="455320898" sldId="920"/>
            <ac:spMk id="8" creationId="{119F8CB2-A69F-3BFC-2B9F-08D5FEB5BADD}"/>
          </ac:spMkLst>
        </pc:spChg>
        <pc:spChg chg="add del mod">
          <ac:chgData name="최문영" userId="c9c2ca5b-20f2-48c9-9e1f-a03229bf2768" providerId="ADAL" clId="{1AFE30CA-0473-46B3-B73A-3803F8D94D85}" dt="2025-09-25T09:34:39.295" v="3868" actId="478"/>
          <ac:spMkLst>
            <pc:docMk/>
            <pc:sldMk cId="455320898" sldId="920"/>
            <ac:spMk id="9" creationId="{BE5B4DDB-1D52-0717-4A85-530311959EE4}"/>
          </ac:spMkLst>
        </pc:spChg>
        <pc:spChg chg="mod">
          <ac:chgData name="최문영" userId="c9c2ca5b-20f2-48c9-9e1f-a03229bf2768" providerId="ADAL" clId="{1AFE30CA-0473-46B3-B73A-3803F8D94D85}" dt="2025-09-25T09:29:50.620" v="3685" actId="20577"/>
          <ac:spMkLst>
            <pc:docMk/>
            <pc:sldMk cId="455320898" sldId="920"/>
            <ac:spMk id="10" creationId="{648206C6-B076-1B85-BCD4-9CED232206A5}"/>
          </ac:spMkLst>
        </pc:spChg>
        <pc:spChg chg="add del mod">
          <ac:chgData name="최문영" userId="c9c2ca5b-20f2-48c9-9e1f-a03229bf2768" providerId="ADAL" clId="{1AFE30CA-0473-46B3-B73A-3803F8D94D85}" dt="2025-09-25T09:34:39.295" v="3868" actId="478"/>
          <ac:spMkLst>
            <pc:docMk/>
            <pc:sldMk cId="455320898" sldId="920"/>
            <ac:spMk id="11" creationId="{8F1F83C8-802C-13EC-5579-F606B60C8EB8}"/>
          </ac:spMkLst>
        </pc:spChg>
        <pc:spChg chg="add del mod">
          <ac:chgData name="최문영" userId="c9c2ca5b-20f2-48c9-9e1f-a03229bf2768" providerId="ADAL" clId="{1AFE30CA-0473-46B3-B73A-3803F8D94D85}" dt="2025-09-25T09:34:26.532" v="3851" actId="478"/>
          <ac:spMkLst>
            <pc:docMk/>
            <pc:sldMk cId="455320898" sldId="920"/>
            <ac:spMk id="13" creationId="{19CD4B3A-DD8C-7190-633B-CADDB9D724C1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14" creationId="{3254F3FC-7E03-7ACB-91B2-91AEF3495996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18" creationId="{12121578-AE6F-4F8B-8DEB-2FCC94306E7F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21" creationId="{8D8B9BDD-90B7-A1C7-D88B-9A464D339755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23" creationId="{CE55B35B-EDCD-04A8-6593-F8BBD4CE470E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28" creationId="{57301E7F-4F3C-B894-5D2C-C099CF848FD0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32" creationId="{0A3947E8-5C5E-9E28-33BA-AA9D25B09AE6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33" creationId="{6FAE2ECB-6B28-45D2-48DE-A5964E0594E8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35" creationId="{CF388E2D-CE7A-1CE0-509C-89493FC3AE7F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36" creationId="{518183C6-34DB-3C63-73E3-1A0D4E3F435D}"/>
          </ac:spMkLst>
        </pc:spChg>
        <pc:spChg chg="add mod">
          <ac:chgData name="최문영" userId="c9c2ca5b-20f2-48c9-9e1f-a03229bf2768" providerId="ADAL" clId="{1AFE30CA-0473-46B3-B73A-3803F8D94D85}" dt="2025-09-25T09:30:38.477" v="3696"/>
          <ac:spMkLst>
            <pc:docMk/>
            <pc:sldMk cId="455320898" sldId="920"/>
            <ac:spMk id="38" creationId="{33378835-C896-F70C-1021-47DD0A59048D}"/>
          </ac:spMkLst>
        </pc:spChg>
        <pc:spChg chg="mod">
          <ac:chgData name="최문영" userId="c9c2ca5b-20f2-48c9-9e1f-a03229bf2768" providerId="ADAL" clId="{1AFE30CA-0473-46B3-B73A-3803F8D94D85}" dt="2025-09-25T09:31:24.246" v="3778" actId="1076"/>
          <ac:spMkLst>
            <pc:docMk/>
            <pc:sldMk cId="455320898" sldId="920"/>
            <ac:spMk id="40" creationId="{44305D6B-63FC-8C30-48D2-3BE4C846BB0F}"/>
          </ac:spMkLst>
        </pc:spChg>
        <pc:spChg chg="del mod">
          <ac:chgData name="최문영" userId="c9c2ca5b-20f2-48c9-9e1f-a03229bf2768" providerId="ADAL" clId="{1AFE30CA-0473-46B3-B73A-3803F8D94D85}" dt="2025-09-25T09:33:05.521" v="3796" actId="478"/>
          <ac:spMkLst>
            <pc:docMk/>
            <pc:sldMk cId="455320898" sldId="920"/>
            <ac:spMk id="41" creationId="{CFA900E7-6EE0-A59C-A289-460FD7BD03AE}"/>
          </ac:spMkLst>
        </pc:spChg>
        <pc:spChg chg="del mod">
          <ac:chgData name="최문영" userId="c9c2ca5b-20f2-48c9-9e1f-a03229bf2768" providerId="ADAL" clId="{1AFE30CA-0473-46B3-B73A-3803F8D94D85}" dt="2025-09-25T09:33:15.007" v="3799" actId="478"/>
          <ac:spMkLst>
            <pc:docMk/>
            <pc:sldMk cId="455320898" sldId="920"/>
            <ac:spMk id="42" creationId="{9BD4D3A6-9A4D-48A6-1DB8-6B0FE18F6DD8}"/>
          </ac:spMkLst>
        </pc:spChg>
        <pc:spChg chg="add del mod">
          <ac:chgData name="최문영" userId="c9c2ca5b-20f2-48c9-9e1f-a03229bf2768" providerId="ADAL" clId="{1AFE30CA-0473-46B3-B73A-3803F8D94D85}" dt="2025-09-25T09:33:19.487" v="3804" actId="478"/>
          <ac:spMkLst>
            <pc:docMk/>
            <pc:sldMk cId="455320898" sldId="920"/>
            <ac:spMk id="43" creationId="{C3A4E51B-BADA-CE8F-D261-E7A50A963FC5}"/>
          </ac:spMkLst>
        </pc:spChg>
        <pc:spChg chg="add del mod">
          <ac:chgData name="최문영" userId="c9c2ca5b-20f2-48c9-9e1f-a03229bf2768" providerId="ADAL" clId="{1AFE30CA-0473-46B3-B73A-3803F8D94D85}" dt="2025-09-25T09:33:19.487" v="3804" actId="478"/>
          <ac:spMkLst>
            <pc:docMk/>
            <pc:sldMk cId="455320898" sldId="920"/>
            <ac:spMk id="44" creationId="{4213216A-9435-6D10-E1B5-5A56B08A9ADC}"/>
          </ac:spMkLst>
        </pc:spChg>
        <pc:spChg chg="add del mod">
          <ac:chgData name="최문영" userId="c9c2ca5b-20f2-48c9-9e1f-a03229bf2768" providerId="ADAL" clId="{1AFE30CA-0473-46B3-B73A-3803F8D94D85}" dt="2025-09-25T09:33:02.307" v="3795" actId="478"/>
          <ac:spMkLst>
            <pc:docMk/>
            <pc:sldMk cId="455320898" sldId="920"/>
            <ac:spMk id="45" creationId="{B2405C3E-B6A3-6463-803A-9E38CC3245E8}"/>
          </ac:spMkLst>
        </pc:spChg>
        <pc:spChg chg="add del mod">
          <ac:chgData name="최문영" userId="c9c2ca5b-20f2-48c9-9e1f-a03229bf2768" providerId="ADAL" clId="{1AFE30CA-0473-46B3-B73A-3803F8D94D85}" dt="2025-09-25T09:33:19.487" v="3804" actId="478"/>
          <ac:spMkLst>
            <pc:docMk/>
            <pc:sldMk cId="455320898" sldId="920"/>
            <ac:spMk id="46" creationId="{EC570A04-7282-5A55-FA00-7B220DEDE300}"/>
          </ac:spMkLst>
        </pc:spChg>
        <pc:spChg chg="add del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47" creationId="{E719802E-D429-5A7E-306E-D4C7B1A99857}"/>
          </ac:spMkLst>
        </pc:spChg>
        <pc:spChg chg="add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49" creationId="{2C5DAF6F-60FA-F73E-A59C-1A710A9D93F7}"/>
          </ac:spMkLst>
        </pc:spChg>
        <pc:spChg chg="add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54" creationId="{4B8A2703-6669-045C-D67C-2CF500CD4766}"/>
          </ac:spMkLst>
        </pc:spChg>
        <pc:spChg chg="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58" creationId="{0DB2F594-F8EF-5F9E-DC68-1BADE5D59770}"/>
          </ac:spMkLst>
        </pc:spChg>
        <pc:spChg chg="add del mod">
          <ac:chgData name="최문영" userId="c9c2ca5b-20f2-48c9-9e1f-a03229bf2768" providerId="ADAL" clId="{1AFE30CA-0473-46B3-B73A-3803F8D94D85}" dt="2025-09-25T09:33:17.134" v="3802" actId="478"/>
          <ac:spMkLst>
            <pc:docMk/>
            <pc:sldMk cId="455320898" sldId="920"/>
            <ac:spMk id="59" creationId="{FB209748-9FE0-0070-2857-0DFF604FB0AD}"/>
          </ac:spMkLst>
        </pc:spChg>
        <pc:spChg chg="del">
          <ac:chgData name="최문영" userId="c9c2ca5b-20f2-48c9-9e1f-a03229bf2768" providerId="ADAL" clId="{1AFE30CA-0473-46B3-B73A-3803F8D94D85}" dt="2025-09-25T09:33:16.681" v="3801" actId="478"/>
          <ac:spMkLst>
            <pc:docMk/>
            <pc:sldMk cId="455320898" sldId="920"/>
            <ac:spMk id="60" creationId="{48B74D51-BB4F-B31B-4F1C-FA3F6A483345}"/>
          </ac:spMkLst>
        </pc:spChg>
        <pc:spChg chg="add del mod">
          <ac:chgData name="최문영" userId="c9c2ca5b-20f2-48c9-9e1f-a03229bf2768" providerId="ADAL" clId="{1AFE30CA-0473-46B3-B73A-3803F8D94D85}" dt="2025-09-25T09:33:17.787" v="3803" actId="478"/>
          <ac:spMkLst>
            <pc:docMk/>
            <pc:sldMk cId="455320898" sldId="920"/>
            <ac:spMk id="61" creationId="{9DA65A67-D6D3-441A-4D39-D7DF21F9702F}"/>
          </ac:spMkLst>
        </pc:spChg>
        <pc:spChg chg="add del mod">
          <ac:chgData name="최문영" userId="c9c2ca5b-20f2-48c9-9e1f-a03229bf2768" providerId="ADAL" clId="{1AFE30CA-0473-46B3-B73A-3803F8D94D85}" dt="2025-09-25T09:33:16.122" v="3800" actId="478"/>
          <ac:spMkLst>
            <pc:docMk/>
            <pc:sldMk cId="455320898" sldId="920"/>
            <ac:spMk id="62" creationId="{2D483638-3AA8-4C48-DCB6-A658C176D8DC}"/>
          </ac:spMkLst>
        </pc:spChg>
        <pc:spChg chg="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63" creationId="{9DF33BA6-1680-E94D-A295-4B4263ECCCEA}"/>
          </ac:spMkLst>
        </pc:spChg>
        <pc:spChg chg="del">
          <ac:chgData name="최문영" userId="c9c2ca5b-20f2-48c9-9e1f-a03229bf2768" providerId="ADAL" clId="{1AFE30CA-0473-46B3-B73A-3803F8D94D85}" dt="2025-09-25T09:31:46.094" v="3783" actId="478"/>
          <ac:spMkLst>
            <pc:docMk/>
            <pc:sldMk cId="455320898" sldId="920"/>
            <ac:spMk id="64" creationId="{B1ED76D2-AA66-9109-9DE9-8AD38F9ADCFD}"/>
          </ac:spMkLst>
        </pc:spChg>
        <pc:spChg chg="add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82" creationId="{A4452A51-EF58-87DE-CC97-6D4E02C5CC9D}"/>
          </ac:spMkLst>
        </pc:spChg>
        <pc:spChg chg="add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83" creationId="{5A8FB73C-AF91-28B1-BE43-C1CC7357E772}"/>
          </ac:spMkLst>
        </pc:spChg>
        <pc:spChg chg="add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84" creationId="{F7FDD269-30F2-BF09-78BF-24F1DCFCD9C3}"/>
          </ac:spMkLst>
        </pc:spChg>
        <pc:spChg chg="add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85" creationId="{08FDC5B1-50D6-3D50-B58A-F56727D46CBE}"/>
          </ac:spMkLst>
        </pc:spChg>
        <pc:spChg chg="add mod">
          <ac:chgData name="최문영" userId="c9c2ca5b-20f2-48c9-9e1f-a03229bf2768" providerId="ADAL" clId="{1AFE30CA-0473-46B3-B73A-3803F8D94D85}" dt="2025-09-25T09:34:32.239" v="3867" actId="1035"/>
          <ac:spMkLst>
            <pc:docMk/>
            <pc:sldMk cId="455320898" sldId="920"/>
            <ac:spMk id="88" creationId="{49408232-2343-940C-944D-03E2CF484F11}"/>
          </ac:spMkLst>
        </pc:spChg>
        <pc:spChg chg="add mod">
          <ac:chgData name="최문영" userId="c9c2ca5b-20f2-48c9-9e1f-a03229bf2768" providerId="ADAL" clId="{1AFE30CA-0473-46B3-B73A-3803F8D94D85}" dt="2025-09-25T09:34:50.427" v="3870" actId="1076"/>
          <ac:spMkLst>
            <pc:docMk/>
            <pc:sldMk cId="455320898" sldId="920"/>
            <ac:spMk id="89" creationId="{6D4D5D75-3918-3685-2A01-B4764E6BB8D7}"/>
          </ac:spMkLst>
        </pc:spChg>
        <pc:spChg chg="add del mod">
          <ac:chgData name="최문영" userId="c9c2ca5b-20f2-48c9-9e1f-a03229bf2768" providerId="ADAL" clId="{1AFE30CA-0473-46B3-B73A-3803F8D94D85}" dt="2025-09-25T09:36:16.148" v="3882" actId="478"/>
          <ac:spMkLst>
            <pc:docMk/>
            <pc:sldMk cId="455320898" sldId="920"/>
            <ac:spMk id="90" creationId="{69FBF5E0-2DD5-0B2A-F5F0-CB5E496D0E4A}"/>
          </ac:spMkLst>
        </pc:spChg>
        <pc:spChg chg="add mod">
          <ac:chgData name="최문영" userId="c9c2ca5b-20f2-48c9-9e1f-a03229bf2768" providerId="ADAL" clId="{1AFE30CA-0473-46B3-B73A-3803F8D94D85}" dt="2025-09-25T09:36:31.604" v="3887" actId="14100"/>
          <ac:spMkLst>
            <pc:docMk/>
            <pc:sldMk cId="455320898" sldId="920"/>
            <ac:spMk id="91" creationId="{4D1FD3A0-E41F-2A84-8D2F-D406CF39456B}"/>
          </ac:spMkLst>
        </pc:spChg>
        <pc:spChg chg="add mod">
          <ac:chgData name="최문영" userId="c9c2ca5b-20f2-48c9-9e1f-a03229bf2768" providerId="ADAL" clId="{1AFE30CA-0473-46B3-B73A-3803F8D94D85}" dt="2025-09-25T09:36:48.508" v="3928" actId="1076"/>
          <ac:spMkLst>
            <pc:docMk/>
            <pc:sldMk cId="455320898" sldId="920"/>
            <ac:spMk id="92" creationId="{78A994E5-D269-649F-D712-D38A6B6D9DD8}"/>
          </ac:spMkLst>
        </pc:spChg>
        <pc:cxnChg chg="add del mod">
          <ac:chgData name="최문영" userId="c9c2ca5b-20f2-48c9-9e1f-a03229bf2768" providerId="ADAL" clId="{1AFE30CA-0473-46B3-B73A-3803F8D94D85}" dt="2025-09-25T09:34:39.295" v="3868" actId="478"/>
          <ac:cxnSpMkLst>
            <pc:docMk/>
            <pc:sldMk cId="455320898" sldId="920"/>
            <ac:cxnSpMk id="3" creationId="{27ABD7E4-F8B4-AE83-264F-25A8DC01E65E}"/>
          </ac:cxnSpMkLst>
        </pc:cxnChg>
        <pc:cxnChg chg="mod">
          <ac:chgData name="최문영" userId="c9c2ca5b-20f2-48c9-9e1f-a03229bf2768" providerId="ADAL" clId="{1AFE30CA-0473-46B3-B73A-3803F8D94D85}" dt="2025-09-25T09:31:32.923" v="3779" actId="1076"/>
          <ac:cxnSpMkLst>
            <pc:docMk/>
            <pc:sldMk cId="455320898" sldId="920"/>
            <ac:cxnSpMk id="48" creationId="{67A32514-896A-81EF-D5A4-3E9D0C291658}"/>
          </ac:cxnSpMkLst>
        </pc:cxnChg>
        <pc:cxnChg chg="mod">
          <ac:chgData name="최문영" userId="c9c2ca5b-20f2-48c9-9e1f-a03229bf2768" providerId="ADAL" clId="{1AFE30CA-0473-46B3-B73A-3803F8D94D85}" dt="2025-09-25T09:34:17.618" v="3847" actId="1036"/>
          <ac:cxnSpMkLst>
            <pc:docMk/>
            <pc:sldMk cId="455320898" sldId="920"/>
            <ac:cxnSpMk id="50" creationId="{59C22C3B-60ED-A197-8298-C419B2728748}"/>
          </ac:cxnSpMkLst>
        </pc:cxnChg>
        <pc:cxnChg chg="mod">
          <ac:chgData name="최문영" userId="c9c2ca5b-20f2-48c9-9e1f-a03229bf2768" providerId="ADAL" clId="{1AFE30CA-0473-46B3-B73A-3803F8D94D85}" dt="2025-09-25T09:34:17.618" v="3847" actId="1036"/>
          <ac:cxnSpMkLst>
            <pc:docMk/>
            <pc:sldMk cId="455320898" sldId="920"/>
            <ac:cxnSpMk id="51" creationId="{86C6C8E3-2DD0-C234-17E7-AD1ABB879C40}"/>
          </ac:cxnSpMkLst>
        </pc:cxnChg>
        <pc:cxnChg chg="del mod">
          <ac:chgData name="최문영" userId="c9c2ca5b-20f2-48c9-9e1f-a03229bf2768" providerId="ADAL" clId="{1AFE30CA-0473-46B3-B73A-3803F8D94D85}" dt="2025-09-25T09:31:41.550" v="3781" actId="478"/>
          <ac:cxnSpMkLst>
            <pc:docMk/>
            <pc:sldMk cId="455320898" sldId="920"/>
            <ac:cxnSpMk id="52" creationId="{77B1AAED-51F3-B889-E3E4-F445CA034201}"/>
          </ac:cxnSpMkLst>
        </pc:cxnChg>
        <pc:cxnChg chg="add del mod">
          <ac:chgData name="최문영" userId="c9c2ca5b-20f2-48c9-9e1f-a03229bf2768" providerId="ADAL" clId="{1AFE30CA-0473-46B3-B73A-3803F8D94D85}" dt="2025-09-25T09:33:13.901" v="3798" actId="478"/>
          <ac:cxnSpMkLst>
            <pc:docMk/>
            <pc:sldMk cId="455320898" sldId="920"/>
            <ac:cxnSpMk id="53" creationId="{8A10D16C-C7DE-0449-CC90-04C1680A954D}"/>
          </ac:cxnSpMkLst>
        </pc:cxnChg>
        <pc:cxnChg chg="mod">
          <ac:chgData name="최문영" userId="c9c2ca5b-20f2-48c9-9e1f-a03229bf2768" providerId="ADAL" clId="{1AFE30CA-0473-46B3-B73A-3803F8D94D85}" dt="2025-09-25T09:32:06.226" v="3787" actId="1076"/>
          <ac:cxnSpMkLst>
            <pc:docMk/>
            <pc:sldMk cId="455320898" sldId="920"/>
            <ac:cxnSpMk id="55" creationId="{58DF43FE-84D8-23D5-CFB8-072EC1D18694}"/>
          </ac:cxnSpMkLst>
        </pc:cxnChg>
        <pc:cxnChg chg="mod">
          <ac:chgData name="최문영" userId="c9c2ca5b-20f2-48c9-9e1f-a03229bf2768" providerId="ADAL" clId="{1AFE30CA-0473-46B3-B73A-3803F8D94D85}" dt="2025-09-25T09:32:06.226" v="3787" actId="1076"/>
          <ac:cxnSpMkLst>
            <pc:docMk/>
            <pc:sldMk cId="455320898" sldId="920"/>
            <ac:cxnSpMk id="56" creationId="{3F100D4A-C7C5-722B-44B6-998EB1784715}"/>
          </ac:cxnSpMkLst>
        </pc:cxnChg>
        <pc:cxnChg chg="del mod">
          <ac:chgData name="최문영" userId="c9c2ca5b-20f2-48c9-9e1f-a03229bf2768" providerId="ADAL" clId="{1AFE30CA-0473-46B3-B73A-3803F8D94D85}" dt="2025-09-25T09:31:44.268" v="3782" actId="478"/>
          <ac:cxnSpMkLst>
            <pc:docMk/>
            <pc:sldMk cId="455320898" sldId="920"/>
            <ac:cxnSpMk id="57" creationId="{68232914-CF63-3381-7911-97868726B292}"/>
          </ac:cxnSpMkLst>
        </pc:cxnChg>
        <pc:cxnChg chg="add mod">
          <ac:chgData name="최문영" userId="c9c2ca5b-20f2-48c9-9e1f-a03229bf2768" providerId="ADAL" clId="{1AFE30CA-0473-46B3-B73A-3803F8D94D85}" dt="2025-09-25T09:33:24.242" v="3805" actId="208"/>
          <ac:cxnSpMkLst>
            <pc:docMk/>
            <pc:sldMk cId="455320898" sldId="920"/>
            <ac:cxnSpMk id="78" creationId="{0DFBC4C3-CE31-6E6B-A561-17D839550D37}"/>
          </ac:cxnSpMkLst>
        </pc:cxnChg>
      </pc:sldChg>
      <pc:sldChg chg="addSp delSp modSp add del mod modTransition delAnim modAnim">
        <pc:chgData name="최문영" userId="c9c2ca5b-20f2-48c9-9e1f-a03229bf2768" providerId="ADAL" clId="{1AFE30CA-0473-46B3-B73A-3803F8D94D85}" dt="2025-09-25T09:38:21.727" v="3969" actId="47"/>
        <pc:sldMkLst>
          <pc:docMk/>
          <pc:sldMk cId="1777816670" sldId="921"/>
        </pc:sldMkLst>
      </pc:sldChg>
      <pc:sldChg chg="delSp modSp add del mod">
        <pc:chgData name="최문영" userId="c9c2ca5b-20f2-48c9-9e1f-a03229bf2768" providerId="ADAL" clId="{1AFE30CA-0473-46B3-B73A-3803F8D94D85}" dt="2025-09-18T09:32:27.796" v="3565" actId="47"/>
        <pc:sldMkLst>
          <pc:docMk/>
          <pc:sldMk cId="2010218646" sldId="922"/>
        </pc:sldMkLst>
      </pc:sldChg>
      <pc:sldChg chg="addSp delSp modSp add del mod modTransition modAnim">
        <pc:chgData name="최문영" userId="c9c2ca5b-20f2-48c9-9e1f-a03229bf2768" providerId="ADAL" clId="{1AFE30CA-0473-46B3-B73A-3803F8D94D85}" dt="2025-09-25T09:38:23.165" v="3971" actId="47"/>
        <pc:sldMkLst>
          <pc:docMk/>
          <pc:sldMk cId="1110758395" sldId="923"/>
        </pc:sldMkLst>
        <pc:spChg chg="add mod">
          <ac:chgData name="최문영" userId="c9c2ca5b-20f2-48c9-9e1f-a03229bf2768" providerId="ADAL" clId="{1AFE30CA-0473-46B3-B73A-3803F8D94D85}" dt="2025-09-25T09:35:58.048" v="3876" actId="1076"/>
          <ac:spMkLst>
            <pc:docMk/>
            <pc:sldMk cId="1110758395" sldId="923"/>
            <ac:spMk id="7" creationId="{3740C430-7598-67A4-D9EA-F9F0113F7D1A}"/>
          </ac:spMkLst>
        </pc:spChg>
        <pc:picChg chg="add mod ord">
          <ac:chgData name="최문영" userId="c9c2ca5b-20f2-48c9-9e1f-a03229bf2768" providerId="ADAL" clId="{1AFE30CA-0473-46B3-B73A-3803F8D94D85}" dt="2025-09-25T09:35:56.128" v="3875" actId="1076"/>
          <ac:picMkLst>
            <pc:docMk/>
            <pc:sldMk cId="1110758395" sldId="923"/>
            <ac:picMk id="2" creationId="{04BADD1D-AB80-3ACB-B5DA-719DE70DADEA}"/>
          </ac:picMkLst>
        </pc:picChg>
      </pc:sldChg>
      <pc:sldChg chg="addSp delSp modSp add mod delAnim modAnim">
        <pc:chgData name="최문영" userId="c9c2ca5b-20f2-48c9-9e1f-a03229bf2768" providerId="ADAL" clId="{1AFE30CA-0473-46B3-B73A-3803F8D94D85}" dt="2025-09-25T09:38:14.570" v="3967"/>
        <pc:sldMkLst>
          <pc:docMk/>
          <pc:sldMk cId="4031367324" sldId="924"/>
        </pc:sldMkLst>
        <pc:spChg chg="add mod">
          <ac:chgData name="최문영" userId="c9c2ca5b-20f2-48c9-9e1f-a03229bf2768" providerId="ADAL" clId="{1AFE30CA-0473-46B3-B73A-3803F8D94D85}" dt="2025-09-25T09:38:05.030" v="3964" actId="1076"/>
          <ac:spMkLst>
            <pc:docMk/>
            <pc:sldMk cId="4031367324" sldId="924"/>
            <ac:spMk id="3" creationId="{736C3471-2811-5C58-2D3B-8FFC666EBAEC}"/>
          </ac:spMkLst>
        </pc:spChg>
        <pc:spChg chg="add mod">
          <ac:chgData name="최문영" userId="c9c2ca5b-20f2-48c9-9e1f-a03229bf2768" providerId="ADAL" clId="{1AFE30CA-0473-46B3-B73A-3803F8D94D85}" dt="2025-09-25T09:38:02.090" v="3963" actId="1076"/>
          <ac:spMkLst>
            <pc:docMk/>
            <pc:sldMk cId="4031367324" sldId="924"/>
            <ac:spMk id="4" creationId="{817A3D76-BDAE-6180-3713-E61AE04BB736}"/>
          </ac:spMkLst>
        </pc:spChg>
        <pc:spChg chg="add mod">
          <ac:chgData name="최문영" userId="c9c2ca5b-20f2-48c9-9e1f-a03229bf2768" providerId="ADAL" clId="{1AFE30CA-0473-46B3-B73A-3803F8D94D85}" dt="2025-09-25T09:37:57.956" v="3962" actId="1076"/>
          <ac:spMkLst>
            <pc:docMk/>
            <pc:sldMk cId="4031367324" sldId="924"/>
            <ac:spMk id="5" creationId="{36E381AF-615A-2505-40A4-858CA1308923}"/>
          </ac:spMkLst>
        </pc:spChg>
        <pc:spChg chg="del">
          <ac:chgData name="최문영" userId="c9c2ca5b-20f2-48c9-9e1f-a03229bf2768" providerId="ADAL" clId="{1AFE30CA-0473-46B3-B73A-3803F8D94D85}" dt="2025-09-25T09:37:11.398" v="3932" actId="478"/>
          <ac:spMkLst>
            <pc:docMk/>
            <pc:sldMk cId="4031367324" sldId="924"/>
            <ac:spMk id="89" creationId="{6C28F128-1962-E960-08D0-D2AA42678732}"/>
          </ac:spMkLst>
        </pc:spChg>
        <pc:spChg chg="del">
          <ac:chgData name="최문영" userId="c9c2ca5b-20f2-48c9-9e1f-a03229bf2768" providerId="ADAL" clId="{1AFE30CA-0473-46B3-B73A-3803F8D94D85}" dt="2025-09-25T09:37:08.724" v="3930" actId="478"/>
          <ac:spMkLst>
            <pc:docMk/>
            <pc:sldMk cId="4031367324" sldId="924"/>
            <ac:spMk id="91" creationId="{CAFDA3FB-A085-1634-C08E-8618758901F2}"/>
          </ac:spMkLst>
        </pc:spChg>
        <pc:spChg chg="del">
          <ac:chgData name="최문영" userId="c9c2ca5b-20f2-48c9-9e1f-a03229bf2768" providerId="ADAL" clId="{1AFE30CA-0473-46B3-B73A-3803F8D94D85}" dt="2025-09-25T09:37:09.996" v="3931" actId="478"/>
          <ac:spMkLst>
            <pc:docMk/>
            <pc:sldMk cId="4031367324" sldId="924"/>
            <ac:spMk id="92" creationId="{AE861F90-0778-85B9-773E-43E18D448B97}"/>
          </ac:spMkLst>
        </pc:spChg>
      </pc:sldChg>
      <pc:sldChg chg="addSp delSp modSp add del mod delAnim modAnim">
        <pc:chgData name="최문영" userId="c9c2ca5b-20f2-48c9-9e1f-a03229bf2768" providerId="ADAL" clId="{1AFE30CA-0473-46B3-B73A-3803F8D94D85}" dt="2025-09-25T10:25:28.727" v="4473" actId="47"/>
        <pc:sldMkLst>
          <pc:docMk/>
          <pc:sldMk cId="2616230253" sldId="925"/>
        </pc:sldMkLst>
        <pc:spChg chg="add mod">
          <ac:chgData name="최문영" userId="c9c2ca5b-20f2-48c9-9e1f-a03229bf2768" providerId="ADAL" clId="{1AFE30CA-0473-46B3-B73A-3803F8D94D85}" dt="2025-09-25T10:23:54.533" v="4459"/>
          <ac:spMkLst>
            <pc:docMk/>
            <pc:sldMk cId="2616230253" sldId="925"/>
            <ac:spMk id="2" creationId="{985C96FD-F84C-076A-37E5-FFE416E9CEE1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2" creationId="{A579FBD5-6E8E-487E-4E61-7D874B28635E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3" creationId="{3D45C10A-2F69-BC8A-71CC-C2287C9B06FD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7" creationId="{B6E26FD4-51A0-D1C4-CB10-B295F74680CD}"/>
          </ac:spMkLst>
        </pc:spChg>
        <pc:spChg chg="mod">
          <ac:chgData name="최문영" userId="c9c2ca5b-20f2-48c9-9e1f-a03229bf2768" providerId="ADAL" clId="{1AFE30CA-0473-46B3-B73A-3803F8D94D85}" dt="2025-09-25T09:57:37.728" v="4036"/>
          <ac:spMkLst>
            <pc:docMk/>
            <pc:sldMk cId="2616230253" sldId="925"/>
            <ac:spMk id="10" creationId="{7579BD3D-B4AE-B8D3-984D-1189F424378C}"/>
          </ac:spMkLst>
        </pc:spChg>
        <pc:spChg chg="del mod">
          <ac:chgData name="최문영" userId="c9c2ca5b-20f2-48c9-9e1f-a03229bf2768" providerId="ADAL" clId="{1AFE30CA-0473-46B3-B73A-3803F8D94D85}" dt="2025-09-25T09:38:57.342" v="4007" actId="478"/>
          <ac:spMkLst>
            <pc:docMk/>
            <pc:sldMk cId="2616230253" sldId="925"/>
            <ac:spMk id="12" creationId="{E98BC186-DE61-FCD0-1BBF-B269D74CEBC8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13" creationId="{AA51E2F5-63DA-9F4A-B128-20AC3B9BD1FE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17" creationId="{5E5CAEAB-4D5F-1D0E-41F1-D8C3B6E5D3EE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20" creationId="{06A789E1-9BA1-561B-9673-811B4018F400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22" creationId="{A61CD679-0D42-B67D-5687-6B63DA552E2D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25" creationId="{758743D9-694F-069D-A41E-1C5BAB408BE8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26" creationId="{2FD721EF-40CE-E719-6C66-5D52CB5BCA6C}"/>
          </ac:spMkLst>
        </pc:spChg>
        <pc:spChg chg="add mod">
          <ac:chgData name="최문영" userId="c9c2ca5b-20f2-48c9-9e1f-a03229bf2768" providerId="ADAL" clId="{1AFE30CA-0473-46B3-B73A-3803F8D94D85}" dt="2025-09-25T09:57:53.942" v="4041"/>
          <ac:spMkLst>
            <pc:docMk/>
            <pc:sldMk cId="2616230253" sldId="925"/>
            <ac:spMk id="27" creationId="{EC1402D9-5DE4-212C-8829-2BB93DE91D72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28" creationId="{344420E8-AD0A-A867-46D8-BAFAEC3ACF9D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29" creationId="{6E085793-F8DA-A469-4227-9B2CD6BD4E71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35" creationId="{EBA8202A-1C8B-7341-5700-EF08A3AF0C3B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38" creationId="{00D4B116-E379-3FA9-D771-6B5A3F39EC22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41" creationId="{4EB76E9C-3707-B4DF-A66F-2F56F37DF900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42" creationId="{EF13655E-D161-EEF6-4854-40047820149F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43" creationId="{69516D5F-F036-1A99-7F13-5F16EBF6D4CE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45" creationId="{EF2E45D7-1BA7-D167-CF84-17AA133F567C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46" creationId="{B69464DE-28F3-9EF0-C1D2-ACDDE2FFAA1F}"/>
          </ac:spMkLst>
        </pc:spChg>
        <pc:spChg chg="mod">
          <ac:chgData name="최문영" userId="c9c2ca5b-20f2-48c9-9e1f-a03229bf2768" providerId="ADAL" clId="{1AFE30CA-0473-46B3-B73A-3803F8D94D85}" dt="2025-09-25T09:57:40.786" v="4039"/>
          <ac:spMkLst>
            <pc:docMk/>
            <pc:sldMk cId="2616230253" sldId="925"/>
            <ac:spMk id="47" creationId="{FEDE9F36-1DC9-0506-5383-F584312F491F}"/>
          </ac:spMkLst>
        </pc:spChg>
        <pc:spChg chg="add mod">
          <ac:chgData name="최문영" userId="c9c2ca5b-20f2-48c9-9e1f-a03229bf2768" providerId="ADAL" clId="{1AFE30CA-0473-46B3-B73A-3803F8D94D85}" dt="2025-09-25T09:57:57.333" v="4043"/>
          <ac:spMkLst>
            <pc:docMk/>
            <pc:sldMk cId="2616230253" sldId="925"/>
            <ac:spMk id="49" creationId="{61067CBB-1EF8-536A-C0D2-FAC0E34B0613}"/>
          </ac:spMkLst>
        </pc:spChg>
        <pc:spChg chg="add mod">
          <ac:chgData name="최문영" userId="c9c2ca5b-20f2-48c9-9e1f-a03229bf2768" providerId="ADAL" clId="{1AFE30CA-0473-46B3-B73A-3803F8D94D85}" dt="2025-09-25T09:58:33.481" v="4057" actId="14100"/>
          <ac:spMkLst>
            <pc:docMk/>
            <pc:sldMk cId="2616230253" sldId="925"/>
            <ac:spMk id="51" creationId="{59DAE084-2450-07A3-6A89-1C7D22307140}"/>
          </ac:spMkLst>
        </pc:spChg>
        <pc:spChg chg="add">
          <ac:chgData name="최문영" userId="c9c2ca5b-20f2-48c9-9e1f-a03229bf2768" providerId="ADAL" clId="{1AFE30CA-0473-46B3-B73A-3803F8D94D85}" dt="2025-09-25T09:59:07.846" v="4058"/>
          <ac:spMkLst>
            <pc:docMk/>
            <pc:sldMk cId="2616230253" sldId="925"/>
            <ac:spMk id="52" creationId="{4FA11A1C-5BA7-76D7-C6B4-661CBF74B063}"/>
          </ac:spMkLst>
        </pc:spChg>
        <pc:spChg chg="add mod">
          <ac:chgData name="최문영" userId="c9c2ca5b-20f2-48c9-9e1f-a03229bf2768" providerId="ADAL" clId="{1AFE30CA-0473-46B3-B73A-3803F8D94D85}" dt="2025-09-25T10:09:27.518" v="4456" actId="1076"/>
          <ac:spMkLst>
            <pc:docMk/>
            <pc:sldMk cId="2616230253" sldId="925"/>
            <ac:spMk id="53" creationId="{A35783EE-BDA5-5A4A-6051-22C213F993AA}"/>
          </ac:spMkLst>
        </pc:spChg>
        <pc:graphicFrameChg chg="mod modGraphic">
          <ac:chgData name="최문영" userId="c9c2ca5b-20f2-48c9-9e1f-a03229bf2768" providerId="ADAL" clId="{1AFE30CA-0473-46B3-B73A-3803F8D94D85}" dt="2025-09-25T10:11:52.075" v="4458" actId="20577"/>
          <ac:graphicFrameMkLst>
            <pc:docMk/>
            <pc:sldMk cId="2616230253" sldId="925"/>
            <ac:graphicFrameMk id="4" creationId="{4109178D-A43A-E51D-B242-FC7526317083}"/>
          </ac:graphicFrameMkLst>
        </pc:graphicFrameChg>
        <pc:graphicFrameChg chg="del">
          <ac:chgData name="최문영" userId="c9c2ca5b-20f2-48c9-9e1f-a03229bf2768" providerId="ADAL" clId="{1AFE30CA-0473-46B3-B73A-3803F8D94D85}" dt="2025-09-25T09:38:58.991" v="4008" actId="478"/>
          <ac:graphicFrameMkLst>
            <pc:docMk/>
            <pc:sldMk cId="2616230253" sldId="925"/>
            <ac:graphicFrameMk id="11" creationId="{F24F479E-580F-9359-D10C-3E86E1EC662E}"/>
          </ac:graphicFrameMkLst>
        </pc:graphicFrameChg>
        <pc:picChg chg="add mod">
          <ac:chgData name="최문영" userId="c9c2ca5b-20f2-48c9-9e1f-a03229bf2768" providerId="ADAL" clId="{1AFE30CA-0473-46B3-B73A-3803F8D94D85}" dt="2025-09-25T10:24:04.610" v="4462" actId="1076"/>
          <ac:picMkLst>
            <pc:docMk/>
            <pc:sldMk cId="2616230253" sldId="925"/>
            <ac:picMk id="3" creationId="{DD71B2CA-60F3-0186-C54E-5866B2D54544}"/>
          </ac:picMkLst>
        </pc:picChg>
        <pc:picChg chg="add mod">
          <ac:chgData name="최문영" userId="c9c2ca5b-20f2-48c9-9e1f-a03229bf2768" providerId="ADAL" clId="{1AFE30CA-0473-46B3-B73A-3803F8D94D85}" dt="2025-09-25T10:09:07.852" v="4376" actId="1076"/>
          <ac:picMkLst>
            <pc:docMk/>
            <pc:sldMk cId="2616230253" sldId="925"/>
            <ac:picMk id="50" creationId="{CB885C2B-E877-153F-8168-29B493B5D541}"/>
          </ac:picMkLst>
        </pc:picChg>
      </pc:sldChg>
      <pc:sldChg chg="addSp delSp modSp add mod ord modAnim">
        <pc:chgData name="최문영" userId="c9c2ca5b-20f2-48c9-9e1f-a03229bf2768" providerId="ADAL" clId="{1AFE30CA-0473-46B3-B73A-3803F8D94D85}" dt="2025-09-25T10:03:06.985" v="4166" actId="478"/>
        <pc:sldMkLst>
          <pc:docMk/>
          <pc:sldMk cId="1027829944" sldId="926"/>
        </pc:sldMkLst>
        <pc:spChg chg="add mod">
          <ac:chgData name="최문영" userId="c9c2ca5b-20f2-48c9-9e1f-a03229bf2768" providerId="ADAL" clId="{1AFE30CA-0473-46B3-B73A-3803F8D94D85}" dt="2025-09-25T10:00:46.158" v="4132" actId="1035"/>
          <ac:spMkLst>
            <pc:docMk/>
            <pc:sldMk cId="1027829944" sldId="926"/>
            <ac:spMk id="5" creationId="{A60ADAB7-0198-83EB-FB72-80DCA51640EE}"/>
          </ac:spMkLst>
        </pc:spChg>
        <pc:spChg chg="mod">
          <ac:chgData name="최문영" userId="c9c2ca5b-20f2-48c9-9e1f-a03229bf2768" providerId="ADAL" clId="{1AFE30CA-0473-46B3-B73A-3803F8D94D85}" dt="2025-09-25T09:57:25.957" v="4034" actId="20577"/>
          <ac:spMkLst>
            <pc:docMk/>
            <pc:sldMk cId="1027829944" sldId="926"/>
            <ac:spMk id="10" creationId="{3E7CC563-2DC5-BBD5-7798-0A1C43BA3BC8}"/>
          </ac:spMkLst>
        </pc:spChg>
        <pc:spChg chg="add mod">
          <ac:chgData name="최문영" userId="c9c2ca5b-20f2-48c9-9e1f-a03229bf2768" providerId="ADAL" clId="{1AFE30CA-0473-46B3-B73A-3803F8D94D85}" dt="2025-09-25T10:02:43.508" v="4163" actId="1076"/>
          <ac:spMkLst>
            <pc:docMk/>
            <pc:sldMk cId="1027829944" sldId="926"/>
            <ac:spMk id="16" creationId="{4EAB5FAD-0569-BF2F-9860-7DD33F2374D1}"/>
          </ac:spMkLst>
        </pc:spChg>
        <pc:spChg chg="mod">
          <ac:chgData name="최문영" userId="c9c2ca5b-20f2-48c9-9e1f-a03229bf2768" providerId="ADAL" clId="{1AFE30CA-0473-46B3-B73A-3803F8D94D85}" dt="2025-09-25T09:59:21.955" v="4100" actId="20577"/>
          <ac:spMkLst>
            <pc:docMk/>
            <pc:sldMk cId="1027829944" sldId="926"/>
            <ac:spMk id="47" creationId="{EC343B0E-AA46-B6EB-65BB-8105DAC22553}"/>
          </ac:spMkLst>
        </pc:spChg>
        <pc:graphicFrameChg chg="del">
          <ac:chgData name="최문영" userId="c9c2ca5b-20f2-48c9-9e1f-a03229bf2768" providerId="ADAL" clId="{1AFE30CA-0473-46B3-B73A-3803F8D94D85}" dt="2025-09-25T09:59:12.591" v="4059" actId="478"/>
          <ac:graphicFrameMkLst>
            <pc:docMk/>
            <pc:sldMk cId="1027829944" sldId="926"/>
            <ac:graphicFrameMk id="4" creationId="{71FBE3EF-A52F-463D-D842-14F66383FE4D}"/>
          </ac:graphicFrameMkLst>
        </pc:graphicFrameChg>
        <pc:picChg chg="add mod modCrop">
          <ac:chgData name="최문영" userId="c9c2ca5b-20f2-48c9-9e1f-a03229bf2768" providerId="ADAL" clId="{1AFE30CA-0473-46B3-B73A-3803F8D94D85}" dt="2025-09-25T10:01:14.805" v="4138" actId="1035"/>
          <ac:picMkLst>
            <pc:docMk/>
            <pc:sldMk cId="1027829944" sldId="926"/>
            <ac:picMk id="3" creationId="{9EDEBC0F-FAC8-71FF-CBED-EC751DA0FA74}"/>
          </ac:picMkLst>
        </pc:picChg>
        <pc:picChg chg="add del">
          <ac:chgData name="최문영" userId="c9c2ca5b-20f2-48c9-9e1f-a03229bf2768" providerId="ADAL" clId="{1AFE30CA-0473-46B3-B73A-3803F8D94D85}" dt="2025-09-25T10:03:06.985" v="4166" actId="478"/>
          <ac:picMkLst>
            <pc:docMk/>
            <pc:sldMk cId="1027829944" sldId="926"/>
            <ac:picMk id="18" creationId="{D3E7FE0E-FD1C-0C2E-3993-EEFE768515F1}"/>
          </ac:picMkLst>
        </pc:picChg>
        <pc:cxnChg chg="add mod">
          <ac:chgData name="최문영" userId="c9c2ca5b-20f2-48c9-9e1f-a03229bf2768" providerId="ADAL" clId="{1AFE30CA-0473-46B3-B73A-3803F8D94D85}" dt="2025-09-25T10:01:00.429" v="4136" actId="1582"/>
          <ac:cxnSpMkLst>
            <pc:docMk/>
            <pc:sldMk cId="1027829944" sldId="926"/>
            <ac:cxnSpMk id="8" creationId="{2EC8A402-A0BC-02D7-7E9D-FF8045EE7255}"/>
          </ac:cxnSpMkLst>
        </pc:cxnChg>
      </pc:sldChg>
      <pc:sldChg chg="addSp delSp modSp add mod delAnim modAnim">
        <pc:chgData name="최문영" userId="c9c2ca5b-20f2-48c9-9e1f-a03229bf2768" providerId="ADAL" clId="{1AFE30CA-0473-46B3-B73A-3803F8D94D85}" dt="2025-09-25T10:08:16.129" v="4373"/>
        <pc:sldMkLst>
          <pc:docMk/>
          <pc:sldMk cId="769745643" sldId="927"/>
        </pc:sldMkLst>
        <pc:spChg chg="del">
          <ac:chgData name="최문영" userId="c9c2ca5b-20f2-48c9-9e1f-a03229bf2768" providerId="ADAL" clId="{1AFE30CA-0473-46B3-B73A-3803F8D94D85}" dt="2025-09-25T10:03:16.871" v="4168" actId="478"/>
          <ac:spMkLst>
            <pc:docMk/>
            <pc:sldMk cId="769745643" sldId="927"/>
            <ac:spMk id="5" creationId="{60F3C07D-CF63-0F4A-B555-48BE45152A48}"/>
          </ac:spMkLst>
        </pc:spChg>
        <pc:spChg chg="add mod">
          <ac:chgData name="최문영" userId="c9c2ca5b-20f2-48c9-9e1f-a03229bf2768" providerId="ADAL" clId="{1AFE30CA-0473-46B3-B73A-3803F8D94D85}" dt="2025-09-25T10:05:13.237" v="4222" actId="14100"/>
          <ac:spMkLst>
            <pc:docMk/>
            <pc:sldMk cId="769745643" sldId="927"/>
            <ac:spMk id="9" creationId="{C6967126-D8F7-33D0-99D2-732E5DBBA0B1}"/>
          </ac:spMkLst>
        </pc:spChg>
        <pc:spChg chg="add mod">
          <ac:chgData name="최문영" userId="c9c2ca5b-20f2-48c9-9e1f-a03229bf2768" providerId="ADAL" clId="{1AFE30CA-0473-46B3-B73A-3803F8D94D85}" dt="2025-09-25T10:05:20.348" v="4229" actId="1036"/>
          <ac:spMkLst>
            <pc:docMk/>
            <pc:sldMk cId="769745643" sldId="927"/>
            <ac:spMk id="11" creationId="{DC5CD83C-9A13-99AA-4E5F-E541F2A4E272}"/>
          </ac:spMkLst>
        </pc:spChg>
        <pc:spChg chg="add mod">
          <ac:chgData name="최문영" userId="c9c2ca5b-20f2-48c9-9e1f-a03229bf2768" providerId="ADAL" clId="{1AFE30CA-0473-46B3-B73A-3803F8D94D85}" dt="2025-09-25T10:07:26.005" v="4362" actId="1076"/>
          <ac:spMkLst>
            <pc:docMk/>
            <pc:sldMk cId="769745643" sldId="927"/>
            <ac:spMk id="12" creationId="{6903E370-7341-9007-38BE-18D9D3850B50}"/>
          </ac:spMkLst>
        </pc:spChg>
        <pc:spChg chg="del">
          <ac:chgData name="최문영" userId="c9c2ca5b-20f2-48c9-9e1f-a03229bf2768" providerId="ADAL" clId="{1AFE30CA-0473-46B3-B73A-3803F8D94D85}" dt="2025-09-25T10:03:16.871" v="4168" actId="478"/>
          <ac:spMkLst>
            <pc:docMk/>
            <pc:sldMk cId="769745643" sldId="927"/>
            <ac:spMk id="16" creationId="{77D0EFDA-6F79-BC73-C469-7CC043BF0DEB}"/>
          </ac:spMkLst>
        </pc:spChg>
        <pc:spChg chg="mod">
          <ac:chgData name="최문영" userId="c9c2ca5b-20f2-48c9-9e1f-a03229bf2768" providerId="ADAL" clId="{1AFE30CA-0473-46B3-B73A-3803F8D94D85}" dt="2025-09-25T10:03:34.948" v="4198" actId="20577"/>
          <ac:spMkLst>
            <pc:docMk/>
            <pc:sldMk cId="769745643" sldId="927"/>
            <ac:spMk id="47" creationId="{3C95F15D-F2F7-9458-70A5-148361D17FB9}"/>
          </ac:spMkLst>
        </pc:spChg>
        <pc:graphicFrameChg chg="add mod modGraphic">
          <ac:chgData name="최문영" userId="c9c2ca5b-20f2-48c9-9e1f-a03229bf2768" providerId="ADAL" clId="{1AFE30CA-0473-46B3-B73A-3803F8D94D85}" dt="2025-09-25T10:03:52.305" v="4203" actId="1076"/>
          <ac:graphicFrameMkLst>
            <pc:docMk/>
            <pc:sldMk cId="769745643" sldId="927"/>
            <ac:graphicFrameMk id="2" creationId="{843A80B7-4845-1EFA-A18C-49F40C2CCA95}"/>
          </ac:graphicFrameMkLst>
        </pc:graphicFrameChg>
        <pc:picChg chg="del">
          <ac:chgData name="최문영" userId="c9c2ca5b-20f2-48c9-9e1f-a03229bf2768" providerId="ADAL" clId="{1AFE30CA-0473-46B3-B73A-3803F8D94D85}" dt="2025-09-25T10:03:18.735" v="4169" actId="478"/>
          <ac:picMkLst>
            <pc:docMk/>
            <pc:sldMk cId="769745643" sldId="927"/>
            <ac:picMk id="3" creationId="{4B0EE1B6-FB17-D816-9B25-0D343751C2A3}"/>
          </ac:picMkLst>
        </pc:picChg>
        <pc:picChg chg="add mod">
          <ac:chgData name="최문영" userId="c9c2ca5b-20f2-48c9-9e1f-a03229bf2768" providerId="ADAL" clId="{1AFE30CA-0473-46B3-B73A-3803F8D94D85}" dt="2025-09-25T10:04:20.018" v="4207" actId="1076"/>
          <ac:picMkLst>
            <pc:docMk/>
            <pc:sldMk cId="769745643" sldId="927"/>
            <ac:picMk id="7" creationId="{BEF9D2D0-6843-E117-0150-D23713998CE1}"/>
          </ac:picMkLst>
        </pc:picChg>
        <pc:picChg chg="mod">
          <ac:chgData name="최문영" userId="c9c2ca5b-20f2-48c9-9e1f-a03229bf2768" providerId="ADAL" clId="{1AFE30CA-0473-46B3-B73A-3803F8D94D85}" dt="2025-09-25T10:05:06.779" v="4219" actId="1076"/>
          <ac:picMkLst>
            <pc:docMk/>
            <pc:sldMk cId="769745643" sldId="927"/>
            <ac:picMk id="18" creationId="{72A0B7E2-71CD-8679-D627-2E0B74A2F143}"/>
          </ac:picMkLst>
        </pc:picChg>
        <pc:cxnChg chg="del mod">
          <ac:chgData name="최문영" userId="c9c2ca5b-20f2-48c9-9e1f-a03229bf2768" providerId="ADAL" clId="{1AFE30CA-0473-46B3-B73A-3803F8D94D85}" dt="2025-09-25T10:03:16.871" v="4168" actId="478"/>
          <ac:cxnSpMkLst>
            <pc:docMk/>
            <pc:sldMk cId="769745643" sldId="927"/>
            <ac:cxnSpMk id="8" creationId="{98F0058C-CAF3-C545-D36F-3814F59323D8}"/>
          </ac:cxnSpMkLst>
        </pc:cxnChg>
      </pc:sldChg>
      <pc:sldChg chg="modSp add mod modAnim modNotesTx">
        <pc:chgData name="최문영" userId="c9c2ca5b-20f2-48c9-9e1f-a03229bf2768" providerId="ADAL" clId="{1AFE30CA-0473-46B3-B73A-3803F8D94D85}" dt="2025-09-25T10:56:33.802" v="5166" actId="20577"/>
        <pc:sldMkLst>
          <pc:docMk/>
          <pc:sldMk cId="1172198874" sldId="928"/>
        </pc:sldMkLst>
        <pc:spChg chg="mod">
          <ac:chgData name="최문영" userId="c9c2ca5b-20f2-48c9-9e1f-a03229bf2768" providerId="ADAL" clId="{1AFE30CA-0473-46B3-B73A-3803F8D94D85}" dt="2025-09-25T10:25:02.032" v="4472" actId="1076"/>
          <ac:spMkLst>
            <pc:docMk/>
            <pc:sldMk cId="1172198874" sldId="928"/>
            <ac:spMk id="2" creationId="{141C51B9-EDB3-6C2A-C48D-C53BEF53D147}"/>
          </ac:spMkLst>
        </pc:spChg>
        <pc:spChg chg="mod">
          <ac:chgData name="최문영" userId="c9c2ca5b-20f2-48c9-9e1f-a03229bf2768" providerId="ADAL" clId="{1AFE30CA-0473-46B3-B73A-3803F8D94D85}" dt="2025-09-25T10:25:02.032" v="4472" actId="1076"/>
          <ac:spMkLst>
            <pc:docMk/>
            <pc:sldMk cId="1172198874" sldId="928"/>
            <ac:spMk id="51" creationId="{67F87F5A-9397-566D-7669-998292DD8250}"/>
          </ac:spMkLst>
        </pc:spChg>
        <pc:spChg chg="mod">
          <ac:chgData name="최문영" userId="c9c2ca5b-20f2-48c9-9e1f-a03229bf2768" providerId="ADAL" clId="{1AFE30CA-0473-46B3-B73A-3803F8D94D85}" dt="2025-09-25T10:25:02.032" v="4472" actId="1076"/>
          <ac:spMkLst>
            <pc:docMk/>
            <pc:sldMk cId="1172198874" sldId="928"/>
            <ac:spMk id="52" creationId="{85D358D5-AE1F-54E7-BD97-5F2138087606}"/>
          </ac:spMkLst>
        </pc:spChg>
        <pc:spChg chg="mod">
          <ac:chgData name="최문영" userId="c9c2ca5b-20f2-48c9-9e1f-a03229bf2768" providerId="ADAL" clId="{1AFE30CA-0473-46B3-B73A-3803F8D94D85}" dt="2025-09-25T10:25:02.032" v="4472" actId="1076"/>
          <ac:spMkLst>
            <pc:docMk/>
            <pc:sldMk cId="1172198874" sldId="928"/>
            <ac:spMk id="53" creationId="{35FE2287-4E45-BABE-A8F9-95D00EA45265}"/>
          </ac:spMkLst>
        </pc:spChg>
        <pc:graphicFrameChg chg="mod">
          <ac:chgData name="최문영" userId="c9c2ca5b-20f2-48c9-9e1f-a03229bf2768" providerId="ADAL" clId="{1AFE30CA-0473-46B3-B73A-3803F8D94D85}" dt="2025-09-25T10:24:25.173" v="4466" actId="1076"/>
          <ac:graphicFrameMkLst>
            <pc:docMk/>
            <pc:sldMk cId="1172198874" sldId="928"/>
            <ac:graphicFrameMk id="4" creationId="{C51B9315-88BB-11C5-FD4D-B350B64591DF}"/>
          </ac:graphicFrameMkLst>
        </pc:graphicFrameChg>
        <pc:picChg chg="mod">
          <ac:chgData name="최문영" userId="c9c2ca5b-20f2-48c9-9e1f-a03229bf2768" providerId="ADAL" clId="{1AFE30CA-0473-46B3-B73A-3803F8D94D85}" dt="2025-09-25T10:24:27.078" v="4467" actId="1076"/>
          <ac:picMkLst>
            <pc:docMk/>
            <pc:sldMk cId="1172198874" sldId="928"/>
            <ac:picMk id="3" creationId="{A9AAFEEB-710C-5377-503C-A5FB6AF22297}"/>
          </ac:picMkLst>
        </pc:picChg>
        <pc:picChg chg="mod">
          <ac:chgData name="최문영" userId="c9c2ca5b-20f2-48c9-9e1f-a03229bf2768" providerId="ADAL" clId="{1AFE30CA-0473-46B3-B73A-3803F8D94D85}" dt="2025-09-25T10:25:02.032" v="4472" actId="1076"/>
          <ac:picMkLst>
            <pc:docMk/>
            <pc:sldMk cId="1172198874" sldId="928"/>
            <ac:picMk id="50" creationId="{5CBB6A49-0D21-FF6A-3BAE-B4A4CF2B8EE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실행 중인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node </a:t>
            </a: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수에 따른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delay</a:t>
            </a:r>
            <a:endParaRPr lang="ko-KR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Sheet1!$H$5</c:f>
              <c:strCache>
                <c:ptCount val="1"/>
                <c:pt idx="0">
                  <c:v>평균 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Sheet1!$H$6:$H$10</c:f>
              <c:numCache>
                <c:formatCode>General</c:formatCode>
                <c:ptCount val="5"/>
                <c:pt idx="0">
                  <c:v>1750</c:v>
                </c:pt>
                <c:pt idx="1">
                  <c:v>2300</c:v>
                </c:pt>
                <c:pt idx="2">
                  <c:v>2700</c:v>
                </c:pt>
                <c:pt idx="3">
                  <c:v>3400</c:v>
                </c:pt>
                <c:pt idx="4">
                  <c:v>3900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F5-4ECB-8AC6-BF2C33A12630}"/>
            </c:ext>
          </c:extLst>
        </c:ser>
        <c:ser>
          <c:idx val="1"/>
          <c:order val="1"/>
          <c:tx>
            <c:strRef>
              <c:f>Sheet1!$I$5</c:f>
              <c:strCache>
                <c:ptCount val="1"/>
                <c:pt idx="0">
                  <c:v>최소 delay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Sheet1!$I$6:$I$10</c:f>
              <c:numCache>
                <c:formatCode>General</c:formatCode>
                <c:ptCount val="5"/>
                <c:pt idx="0">
                  <c:v>800</c:v>
                </c:pt>
                <c:pt idx="1">
                  <c:v>1200</c:v>
                </c:pt>
                <c:pt idx="2">
                  <c:v>1800</c:v>
                </c:pt>
                <c:pt idx="3">
                  <c:v>2400</c:v>
                </c:pt>
                <c:pt idx="4">
                  <c:v>3100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F5-4ECB-8AC6-BF2C33A12630}"/>
            </c:ext>
          </c:extLst>
        </c:ser>
        <c:ser>
          <c:idx val="2"/>
          <c:order val="2"/>
          <c:tx>
            <c:strRef>
              <c:f>Sheet1!$J$5</c:f>
              <c:strCache>
                <c:ptCount val="1"/>
                <c:pt idx="0">
                  <c:v>최대 delay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Sheet1!$J$6:$J$10</c:f>
              <c:numCache>
                <c:formatCode>General</c:formatCode>
                <c:ptCount val="5"/>
                <c:pt idx="0">
                  <c:v>2300</c:v>
                </c:pt>
                <c:pt idx="1">
                  <c:v>3200</c:v>
                </c:pt>
                <c:pt idx="2">
                  <c:v>4500</c:v>
                </c:pt>
                <c:pt idx="3">
                  <c:v>4900</c:v>
                </c:pt>
                <c:pt idx="4">
                  <c:v>6100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FF5-4ECB-8AC6-BF2C33A12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9635327"/>
        <c:axId val="1929628127"/>
      </c:scatterChart>
      <c:valAx>
        <c:axId val="19296353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28127"/>
        <c:crosses val="autoZero"/>
        <c:crossBetween val="midCat"/>
      </c:valAx>
      <c:valAx>
        <c:axId val="1929628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353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9508-5899-C33B-1D74-6C163A42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4EB70F-92F5-60E2-732D-E966C2D85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854DE8-357E-443B-16D5-E6C8B1902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2343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2BB4-E045-9BAB-B3F5-23AA44CB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C46C5-2AC9-D631-9C82-6FC061B1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ECFD7-7AA7-64AC-D1F2-AC1CCC16B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782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B7C7-257F-A1C2-F41E-02AB9FCB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767A96-A693-0752-A876-B939D74AF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AE7CA8-38BE-2FD5-6D99-A2EF5E0C5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2068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EC74-73DD-296E-A888-00230385F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AFE99-0607-AB4A-1C0B-FEF04378F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A89CA-652E-4306-6C92-09785319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2960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A676-DE36-847A-62E9-7A515B7B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C2F784-CA57-1E4D-3F1D-D12005790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EC89F7-9A73-6282-CAB8-1297175E8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8328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4EB9-EBBA-83F9-E005-81287616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24D420-2B5F-4012-5FE9-5F8B5ECBF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881649-AC5A-8A7E-DCBD-C81E2EE7D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 err="1">
                <a:latin typeface="+mn-lt"/>
              </a:rPr>
              <a:t>마브로</a:t>
            </a:r>
            <a:r>
              <a:rPr kumimoji="1" lang="ko-KR" altLang="en-US" sz="1200" b="0" dirty="0">
                <a:latin typeface="+mn-lt"/>
              </a:rPr>
              <a:t> 앞에 큐를 만들어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즉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로스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 노드가 </a:t>
            </a:r>
            <a:r>
              <a:rPr kumimoji="1" lang="ko-KR" altLang="en-US" sz="1200" b="0" dirty="0" err="1">
                <a:latin typeface="+mn-lt"/>
              </a:rPr>
              <a:t>마브로스로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넣기전에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큐를 만들어라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그 큐가 </a:t>
            </a:r>
            <a:r>
              <a:rPr kumimoji="1" lang="en-US" altLang="ko-KR" sz="1200" b="0" dirty="0" err="1">
                <a:latin typeface="+mn-lt"/>
              </a:rPr>
              <a:t>pqueue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>
                <a:latin typeface="+mn-lt"/>
              </a:rPr>
              <a:t>t1’~t2</a:t>
            </a:r>
            <a:r>
              <a:rPr kumimoji="1" lang="ko-KR" altLang="en-US" sz="1200" b="0" dirty="0">
                <a:latin typeface="+mn-lt"/>
              </a:rPr>
              <a:t> 까지가 </a:t>
            </a:r>
            <a:r>
              <a:rPr kumimoji="1" lang="ko-KR" altLang="en-US" sz="1200" b="0" dirty="0" err="1">
                <a:latin typeface="+mn-lt"/>
              </a:rPr>
              <a:t>문제일거다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마브로스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섭스크라이브</a:t>
            </a:r>
            <a:r>
              <a:rPr kumimoji="1" lang="ko-KR" altLang="en-US" sz="1200" b="0" dirty="0">
                <a:latin typeface="+mn-lt"/>
              </a:rPr>
              <a:t> 큐가 </a:t>
            </a:r>
            <a:r>
              <a:rPr kumimoji="1" lang="ko-KR" altLang="en-US" sz="1200" b="0" dirty="0" err="1">
                <a:latin typeface="+mn-lt"/>
              </a:rPr>
              <a:t>있는데거기서</a:t>
            </a:r>
            <a:r>
              <a:rPr kumimoji="1" lang="ko-KR" altLang="en-US" sz="1200" b="0" dirty="0">
                <a:latin typeface="+mn-lt"/>
              </a:rPr>
              <a:t> 드롭이 발생</a:t>
            </a:r>
            <a:br>
              <a:rPr kumimoji="1" lang="en-US" altLang="ko-KR" sz="1200" b="0" dirty="0">
                <a:latin typeface="+mn-lt"/>
              </a:rPr>
            </a:b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개의 로스 토픽 노드를 만들어서</a:t>
            </a:r>
            <a:r>
              <a:rPr kumimoji="1" lang="en-US" altLang="ko-KR" sz="1200" b="0" dirty="0">
                <a:latin typeface="+mn-lt"/>
              </a:rPr>
              <a:t>.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그걸 하나의 </a:t>
            </a:r>
            <a:r>
              <a:rPr kumimoji="1" lang="ko-KR" altLang="en-US" sz="1200" b="0" dirty="0" err="1">
                <a:latin typeface="+mn-lt"/>
              </a:rPr>
              <a:t>리스너</a:t>
            </a:r>
            <a:r>
              <a:rPr kumimoji="1" lang="ko-KR" altLang="en-US" sz="1200" b="0" dirty="0">
                <a:latin typeface="+mn-lt"/>
              </a:rPr>
              <a:t> 노드로 만들어서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해보면</a:t>
            </a:r>
            <a:r>
              <a:rPr kumimoji="1" lang="en-US" altLang="ko-KR" sz="1200" b="0" dirty="0">
                <a:latin typeface="+mn-lt"/>
              </a:rPr>
              <a:t>(</a:t>
            </a:r>
            <a:r>
              <a:rPr kumimoji="1" lang="ko-KR" altLang="en-US" sz="1200" b="0" dirty="0">
                <a:latin typeface="+mn-lt"/>
              </a:rPr>
              <a:t>왠지 똑같은 현상이 </a:t>
            </a:r>
            <a:r>
              <a:rPr kumimoji="1" lang="ko-KR" altLang="en-US" sz="1200" b="0" dirty="0" err="1">
                <a:latin typeface="+mn-lt"/>
              </a:rPr>
              <a:t>될듯</a:t>
            </a:r>
            <a:r>
              <a:rPr kumimoji="1" lang="en-US" altLang="ko-KR" sz="1200" b="0" dirty="0">
                <a:latin typeface="+mn-lt"/>
              </a:rPr>
              <a:t>)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토커는</a:t>
            </a:r>
            <a:r>
              <a:rPr kumimoji="1" lang="ko-KR" altLang="en-US" sz="1200" b="0" dirty="0">
                <a:latin typeface="+mn-lt"/>
              </a:rPr>
              <a:t> 안됨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 err="1">
                <a:latin typeface="+mn-lt"/>
              </a:rPr>
              <a:t>왠면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토커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개는 같은 토픽이니까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각각 다른 토픽으로 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</a:t>
            </a:r>
            <a:br>
              <a:rPr kumimoji="1" lang="en-US" altLang="ko-KR" sz="1200" b="0" dirty="0">
                <a:latin typeface="+mn-lt"/>
              </a:rPr>
            </a:b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알잘딱</a:t>
            </a:r>
            <a:r>
              <a:rPr kumimoji="1" lang="ko-KR" altLang="en-US" sz="1200" b="0" dirty="0">
                <a:latin typeface="+mn-lt"/>
              </a:rPr>
              <a:t> 잘 기억해봐라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익스큐션</a:t>
            </a:r>
            <a:r>
              <a:rPr kumimoji="1" lang="ko-KR" altLang="en-US" sz="1200" b="0" dirty="0">
                <a:latin typeface="+mn-lt"/>
              </a:rPr>
              <a:t> 타임 </a:t>
            </a:r>
            <a:r>
              <a:rPr kumimoji="1" lang="ko-KR" altLang="en-US" sz="1200" b="0" dirty="0" err="1">
                <a:latin typeface="+mn-lt"/>
              </a:rPr>
              <a:t>문제일거</a:t>
            </a:r>
            <a:r>
              <a:rPr kumimoji="1" lang="ko-KR" altLang="en-US" sz="1200" b="0" dirty="0">
                <a:latin typeface="+mn-lt"/>
              </a:rPr>
              <a:t> 같다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12806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25.09.25.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058A-A9E7-47B1-653A-FEE55AB3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FADC5C7-3A97-388A-C26C-D115391D791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과거의 실험을 다시 진행함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E3CE1B55-1106-1284-25D9-54AD1DD01E0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929DA97-6226-607B-7AA7-7B1D6B3F8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9AE4B24-66B5-52DE-6C4C-3EE16ABC00F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이전 실험과 다른 결과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2FEF548-46E8-A12A-641E-79B7181E8B0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2069A1-808D-4ECE-3B32-EBA3E16A7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19700"/>
              </p:ext>
            </p:extLst>
          </p:nvPr>
        </p:nvGraphicFramePr>
        <p:xfrm>
          <a:off x="1730123" y="1637837"/>
          <a:ext cx="51206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Node</a:t>
                      </a:r>
                      <a:r>
                        <a:rPr lang="ko-KR" altLang="en-US" dirty="0"/>
                        <a:t>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최소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40623"/>
                  </a:ext>
                </a:extLst>
              </a:tr>
            </a:tbl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3577372D-F3C0-4A0F-0DFC-E990A83248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122851"/>
              </p:ext>
            </p:extLst>
          </p:nvPr>
        </p:nvGraphicFramePr>
        <p:xfrm>
          <a:off x="2004443" y="379321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456607-FA1A-1580-C85B-B6D7FEB5027B}"/>
              </a:ext>
            </a:extLst>
          </p:cNvPr>
          <p:cNvSpPr txBox="1"/>
          <p:nvPr/>
        </p:nvSpPr>
        <p:spPr>
          <a:xfrm>
            <a:off x="861721" y="4703154"/>
            <a:ext cx="7136231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보다 다른 곳에서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원인이 있는가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실제로 명령이 몰리면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처리 시간이 지연되는가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Priority 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바꿨을 때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arm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줄어드는가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318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8CF5-CE32-A9B3-80BD-F0A93301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2F3904A-A8F0-3DDD-80C1-2F8364561C9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C6152C2-1C5F-0C04-70F6-B33C37BB97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648206C6-B076-1B85-BCD4-9CED232206A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A5DA03-50AC-7CB7-41A4-4472FFA68A3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79CDF-050F-228A-865C-573B5364543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이동 경로에서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발생 위치를 알아보자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4305D6B-63FC-8C30-48D2-3BE4C846BB0F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719802E-D429-5A7E-306E-D4C7B1A99857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67A32514-896A-81EF-D5A4-3E9D0C291658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261371" y="2456710"/>
            <a:ext cx="1100984" cy="83953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C5DAF6F-60FA-F73E-A59C-1A710A9D93F7}"/>
              </a:ext>
            </a:extLst>
          </p:cNvPr>
          <p:cNvSpPr/>
          <p:nvPr/>
        </p:nvSpPr>
        <p:spPr>
          <a:xfrm>
            <a:off x="3362355" y="29701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59C22C3B-60ED-A197-8298-C419B2728748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 flipV="1">
            <a:off x="2259890" y="3296243"/>
            <a:ext cx="1102465" cy="27672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86C6C8E3-2DD0-C234-17E7-AD1ABB879C40}"/>
              </a:ext>
            </a:extLst>
          </p:cNvPr>
          <p:cNvCxnSpPr>
            <a:cxnSpLocks/>
            <a:stCxn id="85" idx="3"/>
            <a:endCxn id="49" idx="1"/>
          </p:cNvCxnSpPr>
          <p:nvPr/>
        </p:nvCxnSpPr>
        <p:spPr>
          <a:xfrm flipV="1">
            <a:off x="2259890" y="3296243"/>
            <a:ext cx="1102465" cy="1659942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B8A2703-6669-045C-D67C-2CF500CD4766}"/>
              </a:ext>
            </a:extLst>
          </p:cNvPr>
          <p:cNvSpPr/>
          <p:nvPr/>
        </p:nvSpPr>
        <p:spPr>
          <a:xfrm>
            <a:off x="3563784" y="5237759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58DF43FE-84D8-23D5-CFB8-072EC1D18694}"/>
              </a:ext>
            </a:extLst>
          </p:cNvPr>
          <p:cNvCxnSpPr>
            <a:cxnSpLocks/>
            <a:stCxn id="49" idx="2"/>
            <a:endCxn id="54" idx="1"/>
          </p:cNvCxnSpPr>
          <p:nvPr/>
        </p:nvCxnSpPr>
        <p:spPr>
          <a:xfrm rot="5400000">
            <a:off x="2927256" y="4258872"/>
            <a:ext cx="1941516" cy="668459"/>
          </a:xfrm>
          <a:prstGeom prst="curvedConnector4">
            <a:avLst>
              <a:gd name="adj1" fmla="val 41602"/>
              <a:gd name="adj2" fmla="val 1341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3F100D4A-C7C5-722B-44B6-998EB1784715}"/>
              </a:ext>
            </a:extLst>
          </p:cNvPr>
          <p:cNvCxnSpPr>
            <a:cxnSpLocks/>
            <a:stCxn id="54" idx="3"/>
            <a:endCxn id="49" idx="2"/>
          </p:cNvCxnSpPr>
          <p:nvPr/>
        </p:nvCxnSpPr>
        <p:spPr>
          <a:xfrm flipH="1" flipV="1">
            <a:off x="4232243" y="3622343"/>
            <a:ext cx="668456" cy="1941516"/>
          </a:xfrm>
          <a:prstGeom prst="curvedConnector4">
            <a:avLst>
              <a:gd name="adj1" fmla="val -34198"/>
              <a:gd name="adj2" fmla="val 58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DB2F594-F8EF-5F9E-DC68-1BADE5D59770}"/>
              </a:ext>
            </a:extLst>
          </p:cNvPr>
          <p:cNvSpPr/>
          <p:nvPr/>
        </p:nvSpPr>
        <p:spPr>
          <a:xfrm>
            <a:off x="6052505" y="297014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F33BA6-1680-E94D-A295-4B4263ECCCEA}"/>
              </a:ext>
            </a:extLst>
          </p:cNvPr>
          <p:cNvSpPr txBox="1"/>
          <p:nvPr/>
        </p:nvSpPr>
        <p:spPr>
          <a:xfrm>
            <a:off x="532283" y="166368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DFBC4C3-CE31-6E6B-A561-17D839550D37}"/>
              </a:ext>
            </a:extLst>
          </p:cNvPr>
          <p:cNvCxnSpPr>
            <a:stCxn id="49" idx="3"/>
            <a:endCxn id="58" idx="1"/>
          </p:cNvCxnSpPr>
          <p:nvPr/>
        </p:nvCxnSpPr>
        <p:spPr>
          <a:xfrm>
            <a:off x="5102130" y="3296243"/>
            <a:ext cx="950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4452A51-EF58-87DE-CC97-6D4E02C5CC9D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A8FB73C-AF91-28B1-BE43-C1CC7357E772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F7FDD269-30F2-BF09-78BF-24F1DCFCD9C3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8FDC5B1-50D6-3D50-B58A-F56727D46CBE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408232-2343-940C-944D-03E2CF484F11}"/>
              </a:ext>
            </a:extLst>
          </p:cNvPr>
          <p:cNvSpPr txBox="1"/>
          <p:nvPr/>
        </p:nvSpPr>
        <p:spPr>
          <a:xfrm>
            <a:off x="6396734" y="251145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사각형: 잘린 한쪽 모서리 88">
            <a:extLst>
              <a:ext uri="{FF2B5EF4-FFF2-40B4-BE49-F238E27FC236}">
                <a16:creationId xmlns:a16="http://schemas.microsoft.com/office/drawing/2014/main" id="{6D4D5D75-3918-3685-2A01-B4764E6BB8D7}"/>
              </a:ext>
            </a:extLst>
          </p:cNvPr>
          <p:cNvSpPr/>
          <p:nvPr/>
        </p:nvSpPr>
        <p:spPr>
          <a:xfrm>
            <a:off x="830795" y="2267456"/>
            <a:ext cx="1121379" cy="402336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D1FD3A0-E41F-2A84-8D2F-D406CF39456B}"/>
              </a:ext>
            </a:extLst>
          </p:cNvPr>
          <p:cNvSpPr/>
          <p:nvPr/>
        </p:nvSpPr>
        <p:spPr>
          <a:xfrm>
            <a:off x="3210265" y="2861086"/>
            <a:ext cx="2084004" cy="948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A994E5-D269-649F-D712-D38A6B6D9DD8}"/>
              </a:ext>
            </a:extLst>
          </p:cNvPr>
          <p:cNvSpPr txBox="1"/>
          <p:nvPr/>
        </p:nvSpPr>
        <p:spPr>
          <a:xfrm>
            <a:off x="5590232" y="3927895"/>
            <a:ext cx="258775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원인이 아니다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32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0.00439 L 0.00122 -0.00439 C 0.08004 0.00116 0.04219 -0.00092 0.11441 0.00209 C 0.12275 0.0044 0.13143 0.00533 0.13941 0.0088 C 0.14601 0.01158 0.15643 0.01783 0.16111 0.02662 C 0.1625 0.0294 0.16355 0.03241 0.16441 0.03542 C 0.16563 0.03912 0.16684 0.04283 0.16789 0.04653 C 0.16893 0.05093 0.1698 0.05556 0.17118 0.05996 C 0.17188 0.06227 0.17344 0.06436 0.17448 0.06667 C 0.175 0.06945 0.17518 0.07269 0.17622 0.07547 C 0.17743 0.07871 0.17952 0.08125 0.18108 0.08426 C 0.1823 0.08658 0.18299 0.08912 0.18455 0.09098 C 0.18698 0.09445 0.18993 0.09723 0.19289 0.1 C 0.20139 0.10811 0.20434 0.11065 0.21441 0.11551 C 0.21823 0.11736 0.2224 0.11783 0.22622 0.11991 C 0.23021 0.12223 0.23368 0.12662 0.23785 0.12871 C 0.24098 0.13033 0.24462 0.12986 0.24775 0.13102 C 0.25122 0.13218 0.25452 0.13403 0.25782 0.13542 L 0.30122 0.13334 L 0.30955 0.17778 C 0.31198 0.19098 0.31702 0.21204 0.31615 0.22662 C 0.31476 0.25371 0.31736 0.26065 0.30608 0.27315 C 0.30122 0.27871 0.29723 0.28681 0.29115 0.28889 C 0.26598 0.29723 0.304 0.2838 0.27778 0.29537 C 0.27396 0.29723 0.26146 0.30093 0.25608 0.30209 C 0.25226 0.30301 0.24827 0.30324 0.24445 0.3044 C 0.24045 0.30556 0.23664 0.30718 0.23282 0.3088 C 0.22778 0.31088 0.21789 0.31551 0.21789 0.31551 C 0.21736 0.31621 0.21025 0.32871 0.20955 0.33102 C 0.20348 0.35116 0.20365 0.35255 0.20122 0.36875 C 0.20226 0.37986 0.20278 0.39121 0.20452 0.40209 C 0.20504 0.40533 0.20643 0.40811 0.20782 0.41111 C 0.21042 0.41667 0.21563 0.42454 0.21945 0.42871 C 0.22361 0.43311 0.229 0.43843 0.23455 0.43982 C 0.23889 0.44098 0.24341 0.4419 0.24775 0.44213 C 0.26563 0.44329 0.30122 0.44445 0.30122 0.44445 L 0.30452 0.44445 C 0.31285 0.44144 0.32101 0.43727 0.32952 0.43542 C 0.34375 0.43218 0.35886 0.4338 0.37275 0.42871 C 0.37622 0.42755 0.37691 0.42107 0.37952 0.4176 C 0.38091 0.41574 0.38282 0.41482 0.38455 0.4132 C 0.38559 0.41111 0.38716 0.40903 0.38785 0.40649 C 0.39045 0.39723 0.3915 0.38542 0.39289 0.37547 C 0.39219 0.36875 0.39236 0.36204 0.39115 0.35556 C 0.38802 0.33774 0.37379 0.30695 0.36789 0.29769 C 0.36389 0.29167 0.35955 0.28635 0.35608 0.27986 C 0.35278 0.27361 0.35087 0.26644 0.34775 0.25996 C 0.34202 0.24769 0.33507 0.23658 0.32952 0.22431 C 0.32622 0.2169 0.32257 0.20973 0.31945 0.20209 C 0.31702 0.1963 0.31528 0.19005 0.31285 0.18426 C 0.29792 0.15047 0.30643 0.17894 0.29775 0.14445 C 0.29948 0.12361 0.29445 0.12431 0.30122 0.12431 L 0.30122 0.12431 L 0.36111 0.11991 C 0.36736 0.11945 0.37344 0.11806 0.37952 0.1176 C 0.40452 0.11644 0.42952 0.11621 0.45452 0.11551 C 0.46007 0.11389 0.46563 0.11227 0.47118 0.11111 C 0.47552 0.10996 0.48004 0.10996 0.48455 0.1088 C 0.48629 0.10834 0.48785 0.10718 0.48941 0.10649 C 0.49219 0.10556 0.49497 0.1051 0.49775 0.1044 C 0.49844 0.1044 0.51268 0.10556 0.51615 0.1088 C 0.51806 0.11065 0.51962 0.11297 0.52118 0.11551 C 0.52188 0.11667 0.52223 0.11852 0.52292 0.11991 " pathEditMode="relative" ptsTypes="AAAAAAAAAAAAAAAAAAAAAAAAAAAAAAAAAAAAAAAAAAAAAAAAAAAAAAAAAAAAAAA">
                                      <p:cBhvr>
                                        <p:cTn id="11" dur="6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91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5BFC-7F49-02FD-9EED-D9D521FF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C343B0E-AA46-B6EB-65BB-8105DAC22553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85F9E36-88D4-38DB-DC24-3309C231629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B2ABA2-6F88-C95D-39CD-494B3CAED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E7CC563-2DC5-BBD5-7798-0A1C43BA3BC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px4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EBCD77-E0BA-3970-E5F8-0E5C1C05096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DEBC0F-FAC8-71FF-CBED-EC751DA0FA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304"/>
          <a:stretch>
            <a:fillRect/>
          </a:stretch>
        </p:blipFill>
        <p:spPr>
          <a:xfrm>
            <a:off x="1920615" y="1556833"/>
            <a:ext cx="5001823" cy="4561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ADAB7-0198-83EB-FB72-80DCA51640EE}"/>
              </a:ext>
            </a:extLst>
          </p:cNvPr>
          <p:cNvSpPr txBox="1"/>
          <p:nvPr/>
        </p:nvSpPr>
        <p:spPr>
          <a:xfrm>
            <a:off x="382386" y="3392276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EC8A402-A0BC-02D7-7E9D-FF8045EE725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433701" y="3576942"/>
            <a:ext cx="2200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AB5FAD-0569-BF2F-9860-7DD33F2374D1}"/>
              </a:ext>
            </a:extLst>
          </p:cNvPr>
          <p:cNvSpPr txBox="1"/>
          <p:nvPr/>
        </p:nvSpPr>
        <p:spPr>
          <a:xfrm>
            <a:off x="4930476" y="2520060"/>
            <a:ext cx="181912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길이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2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0DEB-1BD4-12DD-E366-ADCEF449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C95F15D-F2F7-9458-70A5-148361D17FB9}"/>
              </a:ext>
            </a:extLst>
          </p:cNvPr>
          <p:cNvSpPr txBox="1"/>
          <p:nvPr/>
        </p:nvSpPr>
        <p:spPr>
          <a:xfrm>
            <a:off x="203699" y="998257"/>
            <a:ext cx="8686301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250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B8AB1DA-19A8-5AC7-994D-88C182DBEF0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879C84B-9552-8FE7-3211-1209A2F468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072146B-892F-DCB3-D778-E663F6C1099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px4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A30EF9-F868-F104-5848-D72A95EE222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A0B7E2-71CD-8679-D627-2E0B74A2F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4" y="2042482"/>
            <a:ext cx="8324850" cy="231457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3A80B7-4845-1EFA-A18C-49F40C2CC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42282"/>
              </p:ext>
            </p:extLst>
          </p:nvPr>
        </p:nvGraphicFramePr>
        <p:xfrm>
          <a:off x="1523997" y="468332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477785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000893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3863058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76271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0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7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629781"/>
                  </a:ext>
                </a:extLst>
              </a:tr>
            </a:tbl>
          </a:graphicData>
        </a:graphic>
      </p:graphicFrame>
      <p:pic>
        <p:nvPicPr>
          <p:cNvPr id="7" name="그래픽 6" descr="쿼드콥터 단색으로 채워진">
            <a:extLst>
              <a:ext uri="{FF2B5EF4-FFF2-40B4-BE49-F238E27FC236}">
                <a16:creationId xmlns:a16="http://schemas.microsoft.com/office/drawing/2014/main" id="{BEF9D2D0-6843-E117-0150-D23713998C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797" y="5709488"/>
            <a:ext cx="914400" cy="9144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6967126-D8F7-33D0-99D2-732E5DBBA0B1}"/>
              </a:ext>
            </a:extLst>
          </p:cNvPr>
          <p:cNvSpPr/>
          <p:nvPr/>
        </p:nvSpPr>
        <p:spPr>
          <a:xfrm>
            <a:off x="434726" y="2101673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5CD83C-9A13-99AA-4E5F-E541F2A4E272}"/>
              </a:ext>
            </a:extLst>
          </p:cNvPr>
          <p:cNvSpPr/>
          <p:nvPr/>
        </p:nvSpPr>
        <p:spPr>
          <a:xfrm>
            <a:off x="7103674" y="2914795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6903E370-7341-9007-38BE-18D9D3850B50}"/>
              </a:ext>
            </a:extLst>
          </p:cNvPr>
          <p:cNvSpPr/>
          <p:nvPr/>
        </p:nvSpPr>
        <p:spPr>
          <a:xfrm>
            <a:off x="951261" y="4490866"/>
            <a:ext cx="2995706" cy="1084812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(0,0)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(4,4)</a:t>
            </a: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(1,1)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</a:t>
            </a:r>
          </a:p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…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74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66493 -0.20301 " pathEditMode="relative" rAng="0" ptsTypes="AA">
                                      <p:cBhvr>
                                        <p:cTn id="1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47" y="-1016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64114 -0.23033 " pathEditMode="relative" rAng="0" ptsTypes="AA">
                                      <p:cBhvr>
                                        <p:cTn id="1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49" y="-1152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0663-7769-4F07-3FC2-BB3E5852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80E7B33-4BDA-C7ED-2DE8-98ED580C6F5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E8CC242-5EB2-6743-73FE-FDAF8C0E87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6C02D9B-0581-F013-BBDF-CA6D7487416C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24D23C3-545C-1EAD-3CD8-167B59C0F1C8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5CCCA-3125-B96B-610F-E585452F9A6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이동 경로에서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발생 위치를 알아보자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EB793D2-3740-3EDC-947C-57077BA39545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BD4934A-CB30-62B1-09C0-07B14EB7EBA9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7C6E521F-0713-73DB-25F2-4A596A56949D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261371" y="2456710"/>
            <a:ext cx="1100984" cy="83953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D58EC1B-680C-0C6C-C00C-3321B6D3C058}"/>
              </a:ext>
            </a:extLst>
          </p:cNvPr>
          <p:cNvSpPr/>
          <p:nvPr/>
        </p:nvSpPr>
        <p:spPr>
          <a:xfrm>
            <a:off x="3362355" y="29701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2661E849-C8F4-828E-17B9-030C449D3E2C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 flipV="1">
            <a:off x="2259890" y="3296243"/>
            <a:ext cx="1102465" cy="27672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847A83A5-1B40-D080-ECA6-8E3BAD35B45A}"/>
              </a:ext>
            </a:extLst>
          </p:cNvPr>
          <p:cNvCxnSpPr>
            <a:cxnSpLocks/>
            <a:stCxn id="85" idx="3"/>
            <a:endCxn id="49" idx="1"/>
          </p:cNvCxnSpPr>
          <p:nvPr/>
        </p:nvCxnSpPr>
        <p:spPr>
          <a:xfrm flipV="1">
            <a:off x="2259890" y="3296243"/>
            <a:ext cx="1102465" cy="1659942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B7F56BC-412E-CB3F-4AF9-DA05316B6885}"/>
              </a:ext>
            </a:extLst>
          </p:cNvPr>
          <p:cNvSpPr/>
          <p:nvPr/>
        </p:nvSpPr>
        <p:spPr>
          <a:xfrm>
            <a:off x="3563784" y="5237759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0BC670C5-B69D-37A1-96E2-032FE6DE6D74}"/>
              </a:ext>
            </a:extLst>
          </p:cNvPr>
          <p:cNvCxnSpPr>
            <a:cxnSpLocks/>
            <a:stCxn id="49" idx="2"/>
            <a:endCxn id="54" idx="1"/>
          </p:cNvCxnSpPr>
          <p:nvPr/>
        </p:nvCxnSpPr>
        <p:spPr>
          <a:xfrm rot="5400000">
            <a:off x="2927256" y="4258872"/>
            <a:ext cx="1941516" cy="668459"/>
          </a:xfrm>
          <a:prstGeom prst="curvedConnector4">
            <a:avLst>
              <a:gd name="adj1" fmla="val 41602"/>
              <a:gd name="adj2" fmla="val 1341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904795A2-219D-CAA6-1A1A-2E8215F889EF}"/>
              </a:ext>
            </a:extLst>
          </p:cNvPr>
          <p:cNvCxnSpPr>
            <a:cxnSpLocks/>
            <a:stCxn id="54" idx="3"/>
            <a:endCxn id="49" idx="2"/>
          </p:cNvCxnSpPr>
          <p:nvPr/>
        </p:nvCxnSpPr>
        <p:spPr>
          <a:xfrm flipH="1" flipV="1">
            <a:off x="4232243" y="3622343"/>
            <a:ext cx="668456" cy="1941516"/>
          </a:xfrm>
          <a:prstGeom prst="curvedConnector4">
            <a:avLst>
              <a:gd name="adj1" fmla="val -34198"/>
              <a:gd name="adj2" fmla="val 58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837774B-7B00-2BF4-74DA-11976EA596F6}"/>
              </a:ext>
            </a:extLst>
          </p:cNvPr>
          <p:cNvSpPr/>
          <p:nvPr/>
        </p:nvSpPr>
        <p:spPr>
          <a:xfrm>
            <a:off x="6052505" y="297014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C6B6BF-5024-290E-2DAD-1C44C55E21EB}"/>
              </a:ext>
            </a:extLst>
          </p:cNvPr>
          <p:cNvSpPr txBox="1"/>
          <p:nvPr/>
        </p:nvSpPr>
        <p:spPr>
          <a:xfrm>
            <a:off x="532283" y="166368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83DA18A-B7B6-83A3-8C49-AD7F5C5487FD}"/>
              </a:ext>
            </a:extLst>
          </p:cNvPr>
          <p:cNvCxnSpPr>
            <a:stCxn id="49" idx="3"/>
            <a:endCxn id="58" idx="1"/>
          </p:cNvCxnSpPr>
          <p:nvPr/>
        </p:nvCxnSpPr>
        <p:spPr>
          <a:xfrm>
            <a:off x="5102130" y="3296243"/>
            <a:ext cx="950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7EB3611-C316-640C-0375-32FFEE947B23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BFAB2CAF-F0E2-1919-1396-492FC267282F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2848C7B6-FD3F-65E9-E6FF-28C7E7E5EEA9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82E192E-D271-C959-57FB-AFE36DDBEA89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28A386-1CB0-D3A9-3EDA-C637ECEE89E3}"/>
              </a:ext>
            </a:extLst>
          </p:cNvPr>
          <p:cNvSpPr txBox="1"/>
          <p:nvPr/>
        </p:nvSpPr>
        <p:spPr>
          <a:xfrm>
            <a:off x="6396734" y="251145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C3471-2811-5C58-2D3B-8FFC666EBAEC}"/>
              </a:ext>
            </a:extLst>
          </p:cNvPr>
          <p:cNvSpPr txBox="1"/>
          <p:nvPr/>
        </p:nvSpPr>
        <p:spPr>
          <a:xfrm>
            <a:off x="1868535" y="171248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A3D76-BDAE-6180-3713-E61AE04BB736}"/>
              </a:ext>
            </a:extLst>
          </p:cNvPr>
          <p:cNvSpPr txBox="1"/>
          <p:nvPr/>
        </p:nvSpPr>
        <p:spPr>
          <a:xfrm>
            <a:off x="3608310" y="3735266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381AF-615A-2505-40A4-858CA1308923}"/>
              </a:ext>
            </a:extLst>
          </p:cNvPr>
          <p:cNvSpPr txBox="1"/>
          <p:nvPr/>
        </p:nvSpPr>
        <p:spPr>
          <a:xfrm>
            <a:off x="5585969" y="271868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36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4149-9A28-4F94-2354-7E400F4F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1BED687-17C1-3093-5EA4-0353CEB6C88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point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확인하기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41CB759-A377-A3B4-AB3B-9889F061754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2AB8FCD-B3FC-C4C7-42C7-55406A9845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97BFEDB-9057-C745-CF74-72983B1DB24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D49B7E-82B1-0D34-57B9-236313E6F73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51B9315-88BB-11C5-FD4D-B350B6459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314835"/>
              </p:ext>
            </p:extLst>
          </p:nvPr>
        </p:nvGraphicFramePr>
        <p:xfrm>
          <a:off x="2200099" y="1695581"/>
          <a:ext cx="399482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707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t1~t2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t2~t3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5CBB6A49-0D21-FF6A-3BAE-B4A4CF2B8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496" y="2481653"/>
            <a:ext cx="5347821" cy="3119562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67F87F5A-9397-566D-7669-998292DD8250}"/>
              </a:ext>
            </a:extLst>
          </p:cNvPr>
          <p:cNvSpPr/>
          <p:nvPr/>
        </p:nvSpPr>
        <p:spPr>
          <a:xfrm>
            <a:off x="2387363" y="2973974"/>
            <a:ext cx="1006998" cy="914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AutoShape 2" descr="PX4 구조">
            <a:extLst>
              <a:ext uri="{FF2B5EF4-FFF2-40B4-BE49-F238E27FC236}">
                <a16:creationId xmlns:a16="http://schemas.microsoft.com/office/drawing/2014/main" id="{85D358D5-AE1F-54E7-BD97-5F21380876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2917" y="21299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FE2287-4E45-BABE-A8F9-95D00EA45265}"/>
              </a:ext>
            </a:extLst>
          </p:cNvPr>
          <p:cNvSpPr txBox="1"/>
          <p:nvPr/>
        </p:nvSpPr>
        <p:spPr>
          <a:xfrm>
            <a:off x="2779841" y="1910715"/>
            <a:ext cx="387220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전송하는 과정을 살펴보자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1C51B9-EDB3-6C2A-C48D-C53BEF53D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5317" y="2282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AAFEEB-710C-5377-503C-A5FB6AF22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980" y="3547520"/>
            <a:ext cx="4909066" cy="29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9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76011</TotalTime>
  <Words>473</Words>
  <Application>Microsoft Office PowerPoint</Application>
  <PresentationFormat>화면 슬라이드 쇼(4:3)</PresentationFormat>
  <Paragraphs>130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1452</cp:revision>
  <cp:lastPrinted>2021-08-19T05:10:09Z</cp:lastPrinted>
  <dcterms:created xsi:type="dcterms:W3CDTF">2020-05-28T10:10:30Z</dcterms:created>
  <dcterms:modified xsi:type="dcterms:W3CDTF">2025-09-25T10:56:40Z</dcterms:modified>
</cp:coreProperties>
</file>