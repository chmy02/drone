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699" r:id="rId2"/>
    <p:sldId id="257" r:id="rId3"/>
    <p:sldId id="838" r:id="rId4"/>
    <p:sldId id="731" r:id="rId5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FFFFFF"/>
    <a:srgbClr val="DAE3F3"/>
    <a:srgbClr val="404040"/>
    <a:srgbClr val="BDD7EE"/>
    <a:srgbClr val="002060"/>
    <a:srgbClr val="E6E6E6"/>
    <a:srgbClr val="ED7D31"/>
    <a:srgbClr val="DEEBF7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6933E1-20E2-4E19-B79F-9541DB01B348}" v="1" dt="2025-05-26T07:28:47.2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5" autoAdjust="0"/>
    <p:restoredTop sz="86353" autoAdjust="0"/>
  </p:normalViewPr>
  <p:slideViewPr>
    <p:cSldViewPr snapToGrid="0">
      <p:cViewPr varScale="1">
        <p:scale>
          <a:sx n="71" d="100"/>
          <a:sy n="71" d="100"/>
        </p:scale>
        <p:origin x="1877" y="4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646933E1-20E2-4E19-B79F-9541DB01B348}"/>
    <pc:docChg chg="undo custSel addSld delSld modSld">
      <pc:chgData name="최문영" userId="c9c2ca5b-20f2-48c9-9e1f-a03229bf2768" providerId="ADAL" clId="{646933E1-20E2-4E19-B79F-9541DB01B348}" dt="2025-05-26T08:05:11.727" v="827" actId="20577"/>
      <pc:docMkLst>
        <pc:docMk/>
      </pc:docMkLst>
      <pc:sldChg chg="modSp mod">
        <pc:chgData name="최문영" userId="c9c2ca5b-20f2-48c9-9e1f-a03229bf2768" providerId="ADAL" clId="{646933E1-20E2-4E19-B79F-9541DB01B348}" dt="2025-05-26T07:40:12.839" v="740" actId="20577"/>
        <pc:sldMkLst>
          <pc:docMk/>
          <pc:sldMk cId="0" sldId="257"/>
        </pc:sldMkLst>
        <pc:spChg chg="mod">
          <ac:chgData name="최문영" userId="c9c2ca5b-20f2-48c9-9e1f-a03229bf2768" providerId="ADAL" clId="{646933E1-20E2-4E19-B79F-9541DB01B348}" dt="2025-05-26T07:40:12.839" v="740" actId="20577"/>
          <ac:spMkLst>
            <pc:docMk/>
            <pc:sldMk cId="0" sldId="257"/>
            <ac:spMk id="97" creationId="{00000000-0000-0000-0000-000000000000}"/>
          </ac:spMkLst>
        </pc:spChg>
      </pc:sldChg>
      <pc:sldChg chg="addSp delSp modSp mod">
        <pc:chgData name="최문영" userId="c9c2ca5b-20f2-48c9-9e1f-a03229bf2768" providerId="ADAL" clId="{646933E1-20E2-4E19-B79F-9541DB01B348}" dt="2025-05-26T08:05:11.727" v="827" actId="20577"/>
        <pc:sldMkLst>
          <pc:docMk/>
          <pc:sldMk cId="262906306" sldId="838"/>
        </pc:sldMkLst>
        <pc:spChg chg="mod">
          <ac:chgData name="최문영" userId="c9c2ca5b-20f2-48c9-9e1f-a03229bf2768" providerId="ADAL" clId="{646933E1-20E2-4E19-B79F-9541DB01B348}" dt="2025-05-26T07:20:46.318" v="110" actId="20577"/>
          <ac:spMkLst>
            <pc:docMk/>
            <pc:sldMk cId="262906306" sldId="838"/>
            <ac:spMk id="10" creationId="{9A7C2494-BEFF-CA5D-00D5-360FE2CF82EF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14" creationId="{D9F4A699-B35A-5B6A-50BC-6245BE67F447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16" creationId="{01C6DE50-F58B-4C75-B688-93280EBCC05A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19" creationId="{993E46B6-84B4-BF25-94C1-04009347512F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21" creationId="{259D3B04-CACA-5C8E-0766-E6A6D670208B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22" creationId="{1BF1286A-52A4-8834-0148-5048E7797093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24" creationId="{56A6A04B-225C-D7FA-5ECA-CEE9768B77A3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25" creationId="{F6733F96-5949-56B2-94DD-D244B440D3A7}"/>
          </ac:spMkLst>
        </pc:spChg>
        <pc:spChg chg="del">
          <ac:chgData name="최문영" userId="c9c2ca5b-20f2-48c9-9e1f-a03229bf2768" providerId="ADAL" clId="{646933E1-20E2-4E19-B79F-9541DB01B348}" dt="2025-05-26T07:18:48.345" v="79" actId="478"/>
          <ac:spMkLst>
            <pc:docMk/>
            <pc:sldMk cId="262906306" sldId="838"/>
            <ac:spMk id="26" creationId="{167839D7-43E7-61FB-2A7D-38F09CE11F4C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27" creationId="{99C86CEC-DEBE-8F7B-61D3-81D4492B2C63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28" creationId="{5039DE7F-0266-44B3-03F5-D23C5029C9ED}"/>
          </ac:spMkLst>
        </pc:spChg>
        <pc:spChg chg="del">
          <ac:chgData name="최문영" userId="c9c2ca5b-20f2-48c9-9e1f-a03229bf2768" providerId="ADAL" clId="{646933E1-20E2-4E19-B79F-9541DB01B348}" dt="2025-05-26T07:18:51.535" v="80" actId="478"/>
          <ac:spMkLst>
            <pc:docMk/>
            <pc:sldMk cId="262906306" sldId="838"/>
            <ac:spMk id="29" creationId="{37483112-8354-18F3-33A4-8C713B368330}"/>
          </ac:spMkLst>
        </pc:spChg>
        <pc:spChg chg="mod">
          <ac:chgData name="최문영" userId="c9c2ca5b-20f2-48c9-9e1f-a03229bf2768" providerId="ADAL" clId="{646933E1-20E2-4E19-B79F-9541DB01B348}" dt="2025-05-26T08:05:11.727" v="827" actId="20577"/>
          <ac:spMkLst>
            <pc:docMk/>
            <pc:sldMk cId="262906306" sldId="838"/>
            <ac:spMk id="47" creationId="{ACBB9C4D-DB82-DDCA-C310-51E2AFFAB923}"/>
          </ac:spMkLst>
        </pc:spChg>
        <pc:picChg chg="add del mod">
          <ac:chgData name="최문영" userId="c9c2ca5b-20f2-48c9-9e1f-a03229bf2768" providerId="ADAL" clId="{646933E1-20E2-4E19-B79F-9541DB01B348}" dt="2025-05-26T07:21:44.261" v="116" actId="22"/>
          <ac:picMkLst>
            <pc:docMk/>
            <pc:sldMk cId="262906306" sldId="838"/>
            <ac:picMk id="3" creationId="{5437C131-8574-A9D5-419F-A68F3CF19869}"/>
          </ac:picMkLst>
        </pc:picChg>
        <pc:picChg chg="add mod">
          <ac:chgData name="최문영" userId="c9c2ca5b-20f2-48c9-9e1f-a03229bf2768" providerId="ADAL" clId="{646933E1-20E2-4E19-B79F-9541DB01B348}" dt="2025-05-26T07:28:40.667" v="267" actId="1036"/>
          <ac:picMkLst>
            <pc:docMk/>
            <pc:sldMk cId="262906306" sldId="838"/>
            <ac:picMk id="5" creationId="{55F958BC-0EAE-CEBB-23EA-896EE37164F4}"/>
          </ac:picMkLst>
        </pc:picChg>
      </pc:sldChg>
      <pc:sldChg chg="modSp add del mod">
        <pc:chgData name="최문영" userId="c9c2ca5b-20f2-48c9-9e1f-a03229bf2768" providerId="ADAL" clId="{646933E1-20E2-4E19-B79F-9541DB01B348}" dt="2025-05-26T07:40:07.027" v="738" actId="47"/>
        <pc:sldMkLst>
          <pc:docMk/>
          <pc:sldMk cId="786089977" sldId="839"/>
        </pc:sldMkLst>
        <pc:spChg chg="mod">
          <ac:chgData name="최문영" userId="c9c2ca5b-20f2-48c9-9e1f-a03229bf2768" providerId="ADAL" clId="{646933E1-20E2-4E19-B79F-9541DB01B348}" dt="2025-05-26T07:32:08.549" v="405" actId="20577"/>
          <ac:spMkLst>
            <pc:docMk/>
            <pc:sldMk cId="786089977" sldId="839"/>
            <ac:spMk id="47" creationId="{7D959BCE-C13E-A38B-2536-C3E133765617}"/>
          </ac:spMkLst>
        </pc:spChg>
      </pc:sldChg>
      <pc:sldChg chg="del">
        <pc:chgData name="최문영" userId="c9c2ca5b-20f2-48c9-9e1f-a03229bf2768" providerId="ADAL" clId="{646933E1-20E2-4E19-B79F-9541DB01B348}" dt="2025-05-26T07:23:46.980" v="139" actId="47"/>
        <pc:sldMkLst>
          <pc:docMk/>
          <pc:sldMk cId="3027613367" sldId="839"/>
        </pc:sldMkLst>
      </pc:sldChg>
      <pc:sldChg chg="del">
        <pc:chgData name="최문영" userId="c9c2ca5b-20f2-48c9-9e1f-a03229bf2768" providerId="ADAL" clId="{646933E1-20E2-4E19-B79F-9541DB01B348}" dt="2025-05-26T07:23:47.316" v="141" actId="47"/>
        <pc:sldMkLst>
          <pc:docMk/>
          <pc:sldMk cId="2531494557" sldId="840"/>
        </pc:sldMkLst>
      </pc:sldChg>
      <pc:sldChg chg="del">
        <pc:chgData name="최문영" userId="c9c2ca5b-20f2-48c9-9e1f-a03229bf2768" providerId="ADAL" clId="{646933E1-20E2-4E19-B79F-9541DB01B348}" dt="2025-05-26T07:23:47.155" v="140" actId="47"/>
        <pc:sldMkLst>
          <pc:docMk/>
          <pc:sldMk cId="3642616221" sldId="841"/>
        </pc:sldMkLst>
      </pc:sldChg>
      <pc:sldChg chg="del">
        <pc:chgData name="최문영" userId="c9c2ca5b-20f2-48c9-9e1f-a03229bf2768" providerId="ADAL" clId="{646933E1-20E2-4E19-B79F-9541DB01B348}" dt="2025-05-26T07:23:49.242" v="142" actId="47"/>
        <pc:sldMkLst>
          <pc:docMk/>
          <pc:sldMk cId="3102102845" sldId="842"/>
        </pc:sldMkLst>
      </pc:sldChg>
      <pc:sldChg chg="del">
        <pc:chgData name="최문영" userId="c9c2ca5b-20f2-48c9-9e1f-a03229bf2768" providerId="ADAL" clId="{646933E1-20E2-4E19-B79F-9541DB01B348}" dt="2025-05-26T07:23:50.035" v="143" actId="47"/>
        <pc:sldMkLst>
          <pc:docMk/>
          <pc:sldMk cId="3536909015" sldId="843"/>
        </pc:sldMkLst>
      </pc:sldChg>
      <pc:sldChg chg="del">
        <pc:chgData name="최문영" userId="c9c2ca5b-20f2-48c9-9e1f-a03229bf2768" providerId="ADAL" clId="{646933E1-20E2-4E19-B79F-9541DB01B348}" dt="2025-05-26T07:23:51.629" v="144" actId="47"/>
        <pc:sldMkLst>
          <pc:docMk/>
          <pc:sldMk cId="143265007" sldId="8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25.05.26.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 dirty="0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37271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trike="noStrike" spc="-1" dirty="0">
                <a:solidFill>
                  <a:srgbClr val="C00000"/>
                </a:solidFill>
                <a:latin typeface="Times New Roman"/>
              </a:rPr>
              <a:t>Analyzing Latency at Each Stage of the Process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  <a:endParaRPr lang="en-US" sz="2000" b="0" strike="noStrike" spc="-1" dirty="0">
              <a:latin typeface="Arial"/>
            </a:endParaRPr>
          </a:p>
          <a:p>
            <a:pPr marL="457200"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수정은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code(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수정 필요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code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에는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나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excutor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관련 코드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High/Low callback group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으로 나누고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별도의 </a:t>
            </a: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static single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threaded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excutor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code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F958BC-0EAE-CEBB-23EA-896EE3716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99" y="1471628"/>
            <a:ext cx="76581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6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74304</TotalTime>
  <Words>149</Words>
  <Application>Microsoft Office PowerPoint</Application>
  <PresentationFormat>화면 슬라이드 쇼(4:3)</PresentationFormat>
  <Paragraphs>33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1441</cp:revision>
  <cp:lastPrinted>2021-08-19T05:10:09Z</cp:lastPrinted>
  <dcterms:created xsi:type="dcterms:W3CDTF">2020-05-28T10:10:30Z</dcterms:created>
  <dcterms:modified xsi:type="dcterms:W3CDTF">2025-05-26T08:05:16Z</dcterms:modified>
</cp:coreProperties>
</file>