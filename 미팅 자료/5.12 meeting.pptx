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7" r:id="rId4"/>
    <p:sldId id="273" r:id="rId5"/>
    <p:sldId id="276" r:id="rId6"/>
    <p:sldId id="275" r:id="rId7"/>
    <p:sldId id="277" r:id="rId8"/>
    <p:sldId id="279" r:id="rId9"/>
    <p:sldId id="280" r:id="rId10"/>
    <p:sldId id="281" r:id="rId11"/>
    <p:sldId id="282" r:id="rId12"/>
    <p:sldId id="265" r:id="rId13"/>
  </p:sldIdLst>
  <p:sldSz cx="9144000" cy="6858000" type="screen4x3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2C12F-AA1F-4375-BA17-235F87B232E2}" v="21" dt="2025-05-12T11:06:38.0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8502C12F-AA1F-4375-BA17-235F87B232E2}"/>
    <pc:docChg chg="undo custSel addSld delSld modSld">
      <pc:chgData name="최문영" userId="c9c2ca5b-20f2-48c9-9e1f-a03229bf2768" providerId="ADAL" clId="{8502C12F-AA1F-4375-BA17-235F87B232E2}" dt="2025-05-15T21:45:51.678" v="845" actId="122"/>
      <pc:docMkLst>
        <pc:docMk/>
      </pc:docMkLst>
      <pc:sldChg chg="modSp mod">
        <pc:chgData name="최문영" userId="c9c2ca5b-20f2-48c9-9e1f-a03229bf2768" providerId="ADAL" clId="{8502C12F-AA1F-4375-BA17-235F87B232E2}" dt="2025-05-15T21:45:51.678" v="845" actId="122"/>
        <pc:sldMkLst>
          <pc:docMk/>
          <pc:sldMk cId="0" sldId="256"/>
        </pc:sldMkLst>
        <pc:spChg chg="mod">
          <ac:chgData name="최문영" userId="c9c2ca5b-20f2-48c9-9e1f-a03229bf2768" providerId="ADAL" clId="{8502C12F-AA1F-4375-BA17-235F87B232E2}" dt="2025-05-15T21:45:51.678" v="845" actId="122"/>
          <ac:spMkLst>
            <pc:docMk/>
            <pc:sldMk cId="0" sldId="256"/>
            <ac:spMk id="92" creationId="{00000000-0000-0000-0000-000000000000}"/>
          </ac:spMkLst>
        </pc:spChg>
        <pc:spChg chg="mod">
          <ac:chgData name="최문영" userId="c9c2ca5b-20f2-48c9-9e1f-a03229bf2768" providerId="ADAL" clId="{8502C12F-AA1F-4375-BA17-235F87B232E2}" dt="2025-05-12T10:37:22.246" v="719" actId="20577"/>
          <ac:spMkLst>
            <pc:docMk/>
            <pc:sldMk cId="0" sldId="256"/>
            <ac:spMk id="93" creationId="{00000000-0000-0000-0000-000000000000}"/>
          </ac:spMkLst>
        </pc:spChg>
      </pc:sldChg>
      <pc:sldChg chg="modSp mod">
        <pc:chgData name="최문영" userId="c9c2ca5b-20f2-48c9-9e1f-a03229bf2768" providerId="ADAL" clId="{8502C12F-AA1F-4375-BA17-235F87B232E2}" dt="2025-05-12T11:08:09.198" v="844" actId="400"/>
        <pc:sldMkLst>
          <pc:docMk/>
          <pc:sldMk cId="1478512985" sldId="275"/>
        </pc:sldMkLst>
        <pc:spChg chg="mod">
          <ac:chgData name="최문영" userId="c9c2ca5b-20f2-48c9-9e1f-a03229bf2768" providerId="ADAL" clId="{8502C12F-AA1F-4375-BA17-235F87B232E2}" dt="2025-05-12T11:08:09.198" v="844" actId="400"/>
          <ac:spMkLst>
            <pc:docMk/>
            <pc:sldMk cId="1478512985" sldId="275"/>
            <ac:spMk id="97" creationId="{15E7EA08-B5CE-4361-353C-C32F9904F518}"/>
          </ac:spMkLst>
        </pc:spChg>
      </pc:sldChg>
      <pc:sldChg chg="del">
        <pc:chgData name="최문영" userId="c9c2ca5b-20f2-48c9-9e1f-a03229bf2768" providerId="ADAL" clId="{8502C12F-AA1F-4375-BA17-235F87B232E2}" dt="2025-05-12T11:07:58.473" v="843" actId="47"/>
        <pc:sldMkLst>
          <pc:docMk/>
          <pc:sldMk cId="376055238" sldId="278"/>
        </pc:sldMkLst>
      </pc:sldChg>
      <pc:sldChg chg="addSp delSp modSp add mod modAnim">
        <pc:chgData name="최문영" userId="c9c2ca5b-20f2-48c9-9e1f-a03229bf2768" providerId="ADAL" clId="{8502C12F-AA1F-4375-BA17-235F87B232E2}" dt="2025-05-12T11:06:38.077" v="842"/>
        <pc:sldMkLst>
          <pc:docMk/>
          <pc:sldMk cId="1880687359" sldId="280"/>
        </pc:sldMkLst>
        <pc:spChg chg="add mod">
          <ac:chgData name="최문영" userId="c9c2ca5b-20f2-48c9-9e1f-a03229bf2768" providerId="ADAL" clId="{8502C12F-AA1F-4375-BA17-235F87B232E2}" dt="2025-05-12T11:03:36.913" v="785" actId="1076"/>
          <ac:spMkLst>
            <pc:docMk/>
            <pc:sldMk cId="1880687359" sldId="280"/>
            <ac:spMk id="7" creationId="{9625DA79-C69A-5971-32BD-CBABD256C6D3}"/>
          </ac:spMkLst>
        </pc:spChg>
        <pc:spChg chg="add mod">
          <ac:chgData name="최문영" userId="c9c2ca5b-20f2-48c9-9e1f-a03229bf2768" providerId="ADAL" clId="{8502C12F-AA1F-4375-BA17-235F87B232E2}" dt="2025-05-12T11:03:50.342" v="797" actId="1036"/>
          <ac:spMkLst>
            <pc:docMk/>
            <pc:sldMk cId="1880687359" sldId="280"/>
            <ac:spMk id="8" creationId="{10F0E1EC-0727-66D9-8F50-6E614306C2E1}"/>
          </ac:spMkLst>
        </pc:spChg>
        <pc:spChg chg="add mod">
          <ac:chgData name="최문영" userId="c9c2ca5b-20f2-48c9-9e1f-a03229bf2768" providerId="ADAL" clId="{8502C12F-AA1F-4375-BA17-235F87B232E2}" dt="2025-05-12T09:13:22.489" v="399"/>
          <ac:spMkLst>
            <pc:docMk/>
            <pc:sldMk cId="1880687359" sldId="280"/>
            <ac:spMk id="9" creationId="{35FB2CD9-CC70-A778-E209-0A0185F7126E}"/>
          </ac:spMkLst>
        </pc:spChg>
        <pc:spChg chg="add mod">
          <ac:chgData name="최문영" userId="c9c2ca5b-20f2-48c9-9e1f-a03229bf2768" providerId="ADAL" clId="{8502C12F-AA1F-4375-BA17-235F87B232E2}" dt="2025-05-12T09:56:29.462" v="492" actId="14100"/>
          <ac:spMkLst>
            <pc:docMk/>
            <pc:sldMk cId="1880687359" sldId="280"/>
            <ac:spMk id="10" creationId="{A691D2CE-74CF-04F1-5F3B-ABAAC2E969B4}"/>
          </ac:spMkLst>
        </pc:spChg>
        <pc:spChg chg="add mod">
          <ac:chgData name="최문영" userId="c9c2ca5b-20f2-48c9-9e1f-a03229bf2768" providerId="ADAL" clId="{8502C12F-AA1F-4375-BA17-235F87B232E2}" dt="2025-05-12T11:05:52.733" v="833" actId="14100"/>
          <ac:spMkLst>
            <pc:docMk/>
            <pc:sldMk cId="1880687359" sldId="280"/>
            <ac:spMk id="29" creationId="{16D4A2C6-4936-8593-2237-17AF17CA0EB7}"/>
          </ac:spMkLst>
        </pc:spChg>
        <pc:spChg chg="add mod">
          <ac:chgData name="최문영" userId="c9c2ca5b-20f2-48c9-9e1f-a03229bf2768" providerId="ADAL" clId="{8502C12F-AA1F-4375-BA17-235F87B232E2}" dt="2025-05-12T11:06:24.835" v="840" actId="1076"/>
          <ac:spMkLst>
            <pc:docMk/>
            <pc:sldMk cId="1880687359" sldId="280"/>
            <ac:spMk id="30" creationId="{74A19BED-167F-BA0D-BA04-8D8ECB3D74CB}"/>
          </ac:spMkLst>
        </pc:spChg>
        <pc:spChg chg="mod">
          <ac:chgData name="최문영" userId="c9c2ca5b-20f2-48c9-9e1f-a03229bf2768" providerId="ADAL" clId="{8502C12F-AA1F-4375-BA17-235F87B232E2}" dt="2025-05-12T11:03:18.592" v="779" actId="20577"/>
          <ac:spMkLst>
            <pc:docMk/>
            <pc:sldMk cId="1880687359" sldId="280"/>
            <ac:spMk id="97" creationId="{BF458B2E-F88E-A17C-2770-1CE9C5633C37}"/>
          </ac:spMkLst>
        </pc:spChg>
        <pc:spChg chg="mod">
          <ac:chgData name="최문영" userId="c9c2ca5b-20f2-48c9-9e1f-a03229bf2768" providerId="ADAL" clId="{8502C12F-AA1F-4375-BA17-235F87B232E2}" dt="2025-05-12T09:14:13.590" v="451" actId="20577"/>
          <ac:spMkLst>
            <pc:docMk/>
            <pc:sldMk cId="1880687359" sldId="280"/>
            <ac:spMk id="100" creationId="{0669B6E1-24D1-629F-89CC-C242913342AF}"/>
          </ac:spMkLst>
        </pc:spChg>
        <pc:graphicFrameChg chg="add mod modGraphic">
          <ac:chgData name="최문영" userId="c9c2ca5b-20f2-48c9-9e1f-a03229bf2768" providerId="ADAL" clId="{8502C12F-AA1F-4375-BA17-235F87B232E2}" dt="2025-05-12T11:03:30.133" v="782" actId="1076"/>
          <ac:graphicFrameMkLst>
            <pc:docMk/>
            <pc:sldMk cId="1880687359" sldId="280"/>
            <ac:graphicFrameMk id="5" creationId="{749407C4-1A80-9C37-3B02-755131D1026F}"/>
          </ac:graphicFrameMkLst>
        </pc:graphicFrameChg>
        <pc:graphicFrameChg chg="add mod modGraphic">
          <ac:chgData name="최문영" userId="c9c2ca5b-20f2-48c9-9e1f-a03229bf2768" providerId="ADAL" clId="{8502C12F-AA1F-4375-BA17-235F87B232E2}" dt="2025-05-12T11:06:05.411" v="835" actId="6549"/>
          <ac:graphicFrameMkLst>
            <pc:docMk/>
            <pc:sldMk cId="1880687359" sldId="280"/>
            <ac:graphicFrameMk id="6" creationId="{AE89EA3E-27AE-DBEE-ED80-B89BFE51B0EE}"/>
          </ac:graphicFrameMkLst>
        </pc:graphicFrameChg>
        <pc:picChg chg="add mod">
          <ac:chgData name="최문영" userId="c9c2ca5b-20f2-48c9-9e1f-a03229bf2768" providerId="ADAL" clId="{8502C12F-AA1F-4375-BA17-235F87B232E2}" dt="2025-05-12T11:03:21.166" v="780" actId="1076"/>
          <ac:picMkLst>
            <pc:docMk/>
            <pc:sldMk cId="1880687359" sldId="280"/>
            <ac:picMk id="12" creationId="{F4681189-79A0-F780-7419-216A20B50E04}"/>
          </ac:picMkLst>
        </pc:picChg>
      </pc:sldChg>
      <pc:sldChg chg="delSp modSp add del mod">
        <pc:chgData name="최문영" userId="c9c2ca5b-20f2-48c9-9e1f-a03229bf2768" providerId="ADAL" clId="{8502C12F-AA1F-4375-BA17-235F87B232E2}" dt="2025-05-12T09:56:54.720" v="502" actId="47"/>
        <pc:sldMkLst>
          <pc:docMk/>
          <pc:sldMk cId="729111543" sldId="281"/>
        </pc:sldMkLst>
      </pc:sldChg>
      <pc:sldChg chg="addSp delSp modSp add mod">
        <pc:chgData name="최문영" userId="c9c2ca5b-20f2-48c9-9e1f-a03229bf2768" providerId="ADAL" clId="{8502C12F-AA1F-4375-BA17-235F87B232E2}" dt="2025-05-12T10:29:07.279" v="706" actId="478"/>
        <pc:sldMkLst>
          <pc:docMk/>
          <pc:sldMk cId="1742665785" sldId="281"/>
        </pc:sldMkLst>
        <pc:spChg chg="add mod">
          <ac:chgData name="최문영" userId="c9c2ca5b-20f2-48c9-9e1f-a03229bf2768" providerId="ADAL" clId="{8502C12F-AA1F-4375-BA17-235F87B232E2}" dt="2025-05-12T10:13:49.786" v="694" actId="20577"/>
          <ac:spMkLst>
            <pc:docMk/>
            <pc:sldMk cId="1742665785" sldId="281"/>
            <ac:spMk id="4" creationId="{5FEF84BF-E23C-B14D-0987-F58A38B12CFE}"/>
          </ac:spMkLst>
        </pc:spChg>
        <pc:spChg chg="mod">
          <ac:chgData name="최문영" userId="c9c2ca5b-20f2-48c9-9e1f-a03229bf2768" providerId="ADAL" clId="{8502C12F-AA1F-4375-BA17-235F87B232E2}" dt="2025-05-12T09:57:32.361" v="554" actId="20577"/>
          <ac:spMkLst>
            <pc:docMk/>
            <pc:sldMk cId="1742665785" sldId="281"/>
            <ac:spMk id="100" creationId="{D97B2935-74F4-A0F1-B01D-6406CFDA7D5F}"/>
          </ac:spMkLst>
        </pc:spChg>
        <pc:graphicFrameChg chg="add mod">
          <ac:chgData name="최문영" userId="c9c2ca5b-20f2-48c9-9e1f-a03229bf2768" providerId="ADAL" clId="{8502C12F-AA1F-4375-BA17-235F87B232E2}" dt="2025-05-12T10:13:28.696" v="607" actId="1076"/>
          <ac:graphicFrameMkLst>
            <pc:docMk/>
            <pc:sldMk cId="1742665785" sldId="281"/>
            <ac:graphicFrameMk id="11" creationId="{E6B803BA-6C15-1A6A-4240-61F3F7D5C261}"/>
          </ac:graphicFrameMkLst>
        </pc:graphicFrameChg>
        <pc:graphicFrameChg chg="add mod">
          <ac:chgData name="최문영" userId="c9c2ca5b-20f2-48c9-9e1f-a03229bf2768" providerId="ADAL" clId="{8502C12F-AA1F-4375-BA17-235F87B232E2}" dt="2025-05-12T10:13:28.696" v="607" actId="1076"/>
          <ac:graphicFrameMkLst>
            <pc:docMk/>
            <pc:sldMk cId="1742665785" sldId="281"/>
            <ac:graphicFrameMk id="13" creationId="{F6D95683-8028-B90D-D398-35F7C6EEF365}"/>
          </ac:graphicFrameMkLst>
        </pc:graphicFrameChg>
      </pc:sldChg>
      <pc:sldChg chg="delSp modSp add mod">
        <pc:chgData name="최문영" userId="c9c2ca5b-20f2-48c9-9e1f-a03229bf2768" providerId="ADAL" clId="{8502C12F-AA1F-4375-BA17-235F87B232E2}" dt="2025-05-12T10:29:26.780" v="713" actId="1076"/>
        <pc:sldMkLst>
          <pc:docMk/>
          <pc:sldMk cId="3581057133" sldId="282"/>
        </pc:sldMkLst>
        <pc:graphicFrameChg chg="mod">
          <ac:chgData name="최문영" userId="c9c2ca5b-20f2-48c9-9e1f-a03229bf2768" providerId="ADAL" clId="{8502C12F-AA1F-4375-BA17-235F87B232E2}" dt="2025-05-12T10:29:26.780" v="713" actId="1076"/>
          <ac:graphicFrameMkLst>
            <pc:docMk/>
            <pc:sldMk cId="3581057133" sldId="282"/>
            <ac:graphicFrameMk id="14" creationId="{CA5C0F70-E20D-8C88-CE85-BA404B8527A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1/s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Sheet1!$B$2:$B$92</c:f>
              <c:numCache>
                <c:formatCode>General</c:formatCode>
                <c:ptCount val="91"/>
                <c:pt idx="0">
                  <c:v>1.5419</c:v>
                </c:pt>
                <c:pt idx="1">
                  <c:v>0.29920000000000002</c:v>
                </c:pt>
                <c:pt idx="2">
                  <c:v>1.2679</c:v>
                </c:pt>
                <c:pt idx="3">
                  <c:v>3.6999999999999998E-2</c:v>
                </c:pt>
                <c:pt idx="4">
                  <c:v>0.1187</c:v>
                </c:pt>
                <c:pt idx="5">
                  <c:v>0.89100000000000001</c:v>
                </c:pt>
                <c:pt idx="6">
                  <c:v>0.77380000000000004</c:v>
                </c:pt>
                <c:pt idx="7">
                  <c:v>0.69130000000000003</c:v>
                </c:pt>
                <c:pt idx="8">
                  <c:v>0.71450000000000002</c:v>
                </c:pt>
                <c:pt idx="9">
                  <c:v>0.6966</c:v>
                </c:pt>
                <c:pt idx="10">
                  <c:v>0.68899999999999995</c:v>
                </c:pt>
                <c:pt idx="11">
                  <c:v>0.66559999999999997</c:v>
                </c:pt>
                <c:pt idx="12">
                  <c:v>0.73729999999999996</c:v>
                </c:pt>
                <c:pt idx="13">
                  <c:v>0.85940000000000005</c:v>
                </c:pt>
                <c:pt idx="14">
                  <c:v>0.64</c:v>
                </c:pt>
                <c:pt idx="15">
                  <c:v>1.0210999999999999</c:v>
                </c:pt>
                <c:pt idx="16">
                  <c:v>1.0187999999999999</c:v>
                </c:pt>
                <c:pt idx="17">
                  <c:v>9.9599999999999994E-2</c:v>
                </c:pt>
                <c:pt idx="18">
                  <c:v>0.66559999999999997</c:v>
                </c:pt>
                <c:pt idx="19">
                  <c:v>0.61250000000000004</c:v>
                </c:pt>
                <c:pt idx="20">
                  <c:v>0.65029999999999999</c:v>
                </c:pt>
                <c:pt idx="21">
                  <c:v>0.69940000000000002</c:v>
                </c:pt>
                <c:pt idx="22">
                  <c:v>0.76359999999999995</c:v>
                </c:pt>
                <c:pt idx="23">
                  <c:v>0.79730000000000001</c:v>
                </c:pt>
                <c:pt idx="24">
                  <c:v>1.0466</c:v>
                </c:pt>
                <c:pt idx="25">
                  <c:v>5.9999999999999995E-4</c:v>
                </c:pt>
                <c:pt idx="26">
                  <c:v>1.8170999999999999</c:v>
                </c:pt>
                <c:pt idx="27">
                  <c:v>1.2241</c:v>
                </c:pt>
                <c:pt idx="28">
                  <c:v>1.0294000000000001</c:v>
                </c:pt>
                <c:pt idx="29">
                  <c:v>0.3745</c:v>
                </c:pt>
                <c:pt idx="30">
                  <c:v>0.18160000000000001</c:v>
                </c:pt>
                <c:pt idx="31">
                  <c:v>1.2562</c:v>
                </c:pt>
                <c:pt idx="32">
                  <c:v>0.16669999999999999</c:v>
                </c:pt>
                <c:pt idx="33">
                  <c:v>0.24</c:v>
                </c:pt>
                <c:pt idx="34">
                  <c:v>0.22589999999999999</c:v>
                </c:pt>
                <c:pt idx="35">
                  <c:v>0.19950000000000001</c:v>
                </c:pt>
                <c:pt idx="36">
                  <c:v>0.20799999999999999</c:v>
                </c:pt>
                <c:pt idx="37">
                  <c:v>5.9999999999999995E-4</c:v>
                </c:pt>
                <c:pt idx="38">
                  <c:v>6.4899999999999999E-2</c:v>
                </c:pt>
                <c:pt idx="39">
                  <c:v>0.2238</c:v>
                </c:pt>
                <c:pt idx="40">
                  <c:v>1.218</c:v>
                </c:pt>
                <c:pt idx="41">
                  <c:v>1.1897</c:v>
                </c:pt>
                <c:pt idx="42">
                  <c:v>0.20019999999999999</c:v>
                </c:pt>
                <c:pt idx="43">
                  <c:v>0.23860000000000001</c:v>
                </c:pt>
                <c:pt idx="44">
                  <c:v>0.16789999999999999</c:v>
                </c:pt>
                <c:pt idx="45">
                  <c:v>0.23019999999999999</c:v>
                </c:pt>
                <c:pt idx="46">
                  <c:v>0.17430000000000001</c:v>
                </c:pt>
                <c:pt idx="47">
                  <c:v>0.1731</c:v>
                </c:pt>
                <c:pt idx="48">
                  <c:v>0.18840000000000001</c:v>
                </c:pt>
                <c:pt idx="49">
                  <c:v>0.16139999999999999</c:v>
                </c:pt>
                <c:pt idx="50">
                  <c:v>0.25659999999999999</c:v>
                </c:pt>
                <c:pt idx="51">
                  <c:v>0.1414</c:v>
                </c:pt>
                <c:pt idx="52">
                  <c:v>0.128</c:v>
                </c:pt>
                <c:pt idx="53">
                  <c:v>0.19439999999999999</c:v>
                </c:pt>
                <c:pt idx="54">
                  <c:v>0.21959999999999999</c:v>
                </c:pt>
                <c:pt idx="55">
                  <c:v>0.22850000000000001</c:v>
                </c:pt>
                <c:pt idx="56">
                  <c:v>1.2665</c:v>
                </c:pt>
                <c:pt idx="57">
                  <c:v>0.1704</c:v>
                </c:pt>
                <c:pt idx="58">
                  <c:v>0.1832</c:v>
                </c:pt>
                <c:pt idx="59">
                  <c:v>0.2288</c:v>
                </c:pt>
                <c:pt idx="60">
                  <c:v>0.13250000000000001</c:v>
                </c:pt>
                <c:pt idx="61">
                  <c:v>0.1867</c:v>
                </c:pt>
                <c:pt idx="62">
                  <c:v>1.0154000000000001</c:v>
                </c:pt>
                <c:pt idx="63">
                  <c:v>0.39479999999999998</c:v>
                </c:pt>
                <c:pt idx="64">
                  <c:v>1.2283999999999999</c:v>
                </c:pt>
                <c:pt idx="65">
                  <c:v>0.16800000000000001</c:v>
                </c:pt>
                <c:pt idx="66">
                  <c:v>0.15939999999999999</c:v>
                </c:pt>
                <c:pt idx="67">
                  <c:v>1.2716000000000001</c:v>
                </c:pt>
                <c:pt idx="68">
                  <c:v>0.22450000000000001</c:v>
                </c:pt>
                <c:pt idx="69">
                  <c:v>0.2334</c:v>
                </c:pt>
                <c:pt idx="70">
                  <c:v>0.26190000000000002</c:v>
                </c:pt>
                <c:pt idx="71">
                  <c:v>0.15240000000000001</c:v>
                </c:pt>
                <c:pt idx="72">
                  <c:v>0.1295</c:v>
                </c:pt>
                <c:pt idx="73">
                  <c:v>0.21870000000000001</c:v>
                </c:pt>
                <c:pt idx="74">
                  <c:v>0.1852</c:v>
                </c:pt>
                <c:pt idx="75">
                  <c:v>0.95609999999999995</c:v>
                </c:pt>
                <c:pt idx="76">
                  <c:v>0.1993</c:v>
                </c:pt>
                <c:pt idx="77">
                  <c:v>1.0196000000000001</c:v>
                </c:pt>
                <c:pt idx="78">
                  <c:v>6.9999999999999999E-4</c:v>
                </c:pt>
                <c:pt idx="79">
                  <c:v>0.66900000000000004</c:v>
                </c:pt>
                <c:pt idx="80">
                  <c:v>1.2692000000000001</c:v>
                </c:pt>
                <c:pt idx="81">
                  <c:v>0.187</c:v>
                </c:pt>
                <c:pt idx="82">
                  <c:v>0.2261</c:v>
                </c:pt>
                <c:pt idx="83">
                  <c:v>0.1754</c:v>
                </c:pt>
                <c:pt idx="84">
                  <c:v>0.18590000000000001</c:v>
                </c:pt>
                <c:pt idx="85">
                  <c:v>0.26069999999999999</c:v>
                </c:pt>
                <c:pt idx="86">
                  <c:v>0.18029999999999999</c:v>
                </c:pt>
                <c:pt idx="87">
                  <c:v>1.2827999999999999</c:v>
                </c:pt>
                <c:pt idx="88">
                  <c:v>0.18540000000000001</c:v>
                </c:pt>
                <c:pt idx="89">
                  <c:v>0.1946</c:v>
                </c:pt>
                <c:pt idx="90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A62-4C65-BB45-9858453563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10/s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Sheet1!$C$2:$C$92</c:f>
              <c:numCache>
                <c:formatCode>General</c:formatCode>
                <c:ptCount val="91"/>
                <c:pt idx="0">
                  <c:v>5.0700000000000002E-2</c:v>
                </c:pt>
                <c:pt idx="1">
                  <c:v>0.94779999999999998</c:v>
                </c:pt>
                <c:pt idx="2">
                  <c:v>2.0848</c:v>
                </c:pt>
                <c:pt idx="3">
                  <c:v>0.82620000000000005</c:v>
                </c:pt>
                <c:pt idx="4">
                  <c:v>1.0195000000000001</c:v>
                </c:pt>
                <c:pt idx="5">
                  <c:v>0.77610000000000001</c:v>
                </c:pt>
                <c:pt idx="6">
                  <c:v>0.90769999999999995</c:v>
                </c:pt>
                <c:pt idx="7">
                  <c:v>0.93400000000000005</c:v>
                </c:pt>
                <c:pt idx="8">
                  <c:v>0.9748</c:v>
                </c:pt>
                <c:pt idx="9">
                  <c:v>0.96540000000000004</c:v>
                </c:pt>
                <c:pt idx="10">
                  <c:v>2.0129999999999999</c:v>
                </c:pt>
                <c:pt idx="11">
                  <c:v>0.24660000000000001</c:v>
                </c:pt>
                <c:pt idx="12">
                  <c:v>1.0064</c:v>
                </c:pt>
                <c:pt idx="13">
                  <c:v>0.9778</c:v>
                </c:pt>
                <c:pt idx="14">
                  <c:v>0.97419999999999995</c:v>
                </c:pt>
                <c:pt idx="15">
                  <c:v>0.87549999999999994</c:v>
                </c:pt>
                <c:pt idx="16">
                  <c:v>1.0650999999999999</c:v>
                </c:pt>
                <c:pt idx="17">
                  <c:v>0.93159999999999998</c:v>
                </c:pt>
                <c:pt idx="18">
                  <c:v>0.99560000000000004</c:v>
                </c:pt>
                <c:pt idx="19">
                  <c:v>0.97550000000000003</c:v>
                </c:pt>
                <c:pt idx="20">
                  <c:v>2.0055999999999998</c:v>
                </c:pt>
                <c:pt idx="21">
                  <c:v>0.98919999999999997</c:v>
                </c:pt>
                <c:pt idx="22">
                  <c:v>1.0118</c:v>
                </c:pt>
                <c:pt idx="23">
                  <c:v>0.94279999999999997</c:v>
                </c:pt>
                <c:pt idx="24">
                  <c:v>0.94230000000000003</c:v>
                </c:pt>
                <c:pt idx="25">
                  <c:v>0.96950000000000003</c:v>
                </c:pt>
                <c:pt idx="26">
                  <c:v>0.96779999999999999</c:v>
                </c:pt>
                <c:pt idx="27">
                  <c:v>1.0185999999999999</c:v>
                </c:pt>
                <c:pt idx="28">
                  <c:v>0.56940000000000002</c:v>
                </c:pt>
                <c:pt idx="29">
                  <c:v>0.93189999999999995</c:v>
                </c:pt>
                <c:pt idx="30">
                  <c:v>1.0130999999999999</c:v>
                </c:pt>
                <c:pt idx="31">
                  <c:v>0.92979999999999996</c:v>
                </c:pt>
                <c:pt idx="32">
                  <c:v>2.0381</c:v>
                </c:pt>
                <c:pt idx="33">
                  <c:v>0.89370000000000005</c:v>
                </c:pt>
                <c:pt idx="34">
                  <c:v>2.0217000000000001</c:v>
                </c:pt>
                <c:pt idx="35">
                  <c:v>0.875</c:v>
                </c:pt>
                <c:pt idx="36">
                  <c:v>2.0800999999999998</c:v>
                </c:pt>
                <c:pt idx="37">
                  <c:v>0.87419999999999998</c:v>
                </c:pt>
                <c:pt idx="38">
                  <c:v>0.90029999999999999</c:v>
                </c:pt>
                <c:pt idx="39">
                  <c:v>0.93189999999999995</c:v>
                </c:pt>
                <c:pt idx="40">
                  <c:v>1.0099</c:v>
                </c:pt>
                <c:pt idx="41">
                  <c:v>0.94699999999999995</c:v>
                </c:pt>
                <c:pt idx="42">
                  <c:v>1.0726</c:v>
                </c:pt>
                <c:pt idx="43">
                  <c:v>2.0421</c:v>
                </c:pt>
                <c:pt idx="44">
                  <c:v>0.77270000000000005</c:v>
                </c:pt>
                <c:pt idx="45">
                  <c:v>0.91169999999999995</c:v>
                </c:pt>
                <c:pt idx="46">
                  <c:v>0.92579999999999996</c:v>
                </c:pt>
                <c:pt idx="47">
                  <c:v>0.99709999999999999</c:v>
                </c:pt>
                <c:pt idx="48">
                  <c:v>2.0461999999999998</c:v>
                </c:pt>
                <c:pt idx="49">
                  <c:v>0.90200000000000002</c:v>
                </c:pt>
                <c:pt idx="50">
                  <c:v>1.0304</c:v>
                </c:pt>
                <c:pt idx="51">
                  <c:v>2.0573999999999999</c:v>
                </c:pt>
                <c:pt idx="52">
                  <c:v>0.91679999999999995</c:v>
                </c:pt>
                <c:pt idx="53">
                  <c:v>0.73109999999999997</c:v>
                </c:pt>
                <c:pt idx="54">
                  <c:v>0.91269999999999996</c:v>
                </c:pt>
                <c:pt idx="55">
                  <c:v>0.9637</c:v>
                </c:pt>
                <c:pt idx="56">
                  <c:v>0.93530000000000002</c:v>
                </c:pt>
                <c:pt idx="57">
                  <c:v>2.0672000000000001</c:v>
                </c:pt>
                <c:pt idx="58">
                  <c:v>1.0190999999999999</c:v>
                </c:pt>
                <c:pt idx="59">
                  <c:v>0.81210000000000004</c:v>
                </c:pt>
                <c:pt idx="60">
                  <c:v>0.96830000000000005</c:v>
                </c:pt>
                <c:pt idx="61">
                  <c:v>0.93300000000000005</c:v>
                </c:pt>
                <c:pt idx="62">
                  <c:v>0.94940000000000002</c:v>
                </c:pt>
                <c:pt idx="63">
                  <c:v>2.1480999999999999</c:v>
                </c:pt>
                <c:pt idx="64">
                  <c:v>2.0124</c:v>
                </c:pt>
                <c:pt idx="65">
                  <c:v>1.0379</c:v>
                </c:pt>
                <c:pt idx="66">
                  <c:v>0.58579999999999999</c:v>
                </c:pt>
                <c:pt idx="67">
                  <c:v>2.0682</c:v>
                </c:pt>
                <c:pt idx="68">
                  <c:v>2.0958999999999999</c:v>
                </c:pt>
                <c:pt idx="69">
                  <c:v>0.95369999999999999</c:v>
                </c:pt>
                <c:pt idx="70">
                  <c:v>0.90090000000000003</c:v>
                </c:pt>
                <c:pt idx="71">
                  <c:v>0.67879999999999996</c:v>
                </c:pt>
                <c:pt idx="72">
                  <c:v>0.92130000000000001</c:v>
                </c:pt>
                <c:pt idx="73">
                  <c:v>1.0115000000000001</c:v>
                </c:pt>
                <c:pt idx="74">
                  <c:v>1.0094000000000001</c:v>
                </c:pt>
                <c:pt idx="75">
                  <c:v>0.95960000000000001</c:v>
                </c:pt>
                <c:pt idx="76">
                  <c:v>0.9304</c:v>
                </c:pt>
                <c:pt idx="77">
                  <c:v>2.0247999999999999</c:v>
                </c:pt>
                <c:pt idx="78">
                  <c:v>2.0345</c:v>
                </c:pt>
                <c:pt idx="79">
                  <c:v>1.0286</c:v>
                </c:pt>
                <c:pt idx="80">
                  <c:v>0.95689999999999997</c:v>
                </c:pt>
                <c:pt idx="81">
                  <c:v>0.92449999999999999</c:v>
                </c:pt>
                <c:pt idx="82">
                  <c:v>1.0565</c:v>
                </c:pt>
                <c:pt idx="83">
                  <c:v>1.0264</c:v>
                </c:pt>
                <c:pt idx="84">
                  <c:v>0.9304</c:v>
                </c:pt>
                <c:pt idx="85">
                  <c:v>0.93730000000000002</c:v>
                </c:pt>
                <c:pt idx="86">
                  <c:v>2.0809000000000002</c:v>
                </c:pt>
                <c:pt idx="87">
                  <c:v>1.0304</c:v>
                </c:pt>
                <c:pt idx="88">
                  <c:v>1.0275000000000001</c:v>
                </c:pt>
                <c:pt idx="89">
                  <c:v>1.0242</c:v>
                </c:pt>
                <c:pt idx="90">
                  <c:v>0.93310000000000004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A62-4C65-BB45-9858453563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3418975"/>
        <c:axId val="2093421855"/>
      </c:lineChart>
      <c:catAx>
        <c:axId val="2093418975"/>
        <c:scaling>
          <c:orientation val="minMax"/>
        </c:scaling>
        <c:delete val="1"/>
        <c:axPos val="b"/>
        <c:majorTickMark val="none"/>
        <c:minorTickMark val="none"/>
        <c:tickLblPos val="nextTo"/>
        <c:crossAx val="2093421855"/>
        <c:crosses val="autoZero"/>
        <c:auto val="1"/>
        <c:lblAlgn val="ctr"/>
        <c:lblOffset val="100"/>
        <c:noMultiLvlLbl val="0"/>
      </c:catAx>
      <c:valAx>
        <c:axId val="20934218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93418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1/s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Sheet1!$B$2:$B$92</c:f>
              <c:numCache>
                <c:formatCode>General</c:formatCode>
                <c:ptCount val="91"/>
                <c:pt idx="0">
                  <c:v>1.5419</c:v>
                </c:pt>
                <c:pt idx="1">
                  <c:v>0.29920000000000002</c:v>
                </c:pt>
                <c:pt idx="2">
                  <c:v>1.2679</c:v>
                </c:pt>
                <c:pt idx="3">
                  <c:v>3.6999999999999998E-2</c:v>
                </c:pt>
                <c:pt idx="4">
                  <c:v>0.1187</c:v>
                </c:pt>
                <c:pt idx="5">
                  <c:v>0.89100000000000001</c:v>
                </c:pt>
                <c:pt idx="6">
                  <c:v>0.77380000000000004</c:v>
                </c:pt>
                <c:pt idx="7">
                  <c:v>0.69130000000000003</c:v>
                </c:pt>
                <c:pt idx="8">
                  <c:v>0.71450000000000002</c:v>
                </c:pt>
                <c:pt idx="9">
                  <c:v>0.6966</c:v>
                </c:pt>
                <c:pt idx="10">
                  <c:v>0.68899999999999995</c:v>
                </c:pt>
                <c:pt idx="11">
                  <c:v>0.66559999999999997</c:v>
                </c:pt>
                <c:pt idx="12">
                  <c:v>0.73729999999999996</c:v>
                </c:pt>
                <c:pt idx="13">
                  <c:v>0.85940000000000005</c:v>
                </c:pt>
                <c:pt idx="14">
                  <c:v>0.64</c:v>
                </c:pt>
                <c:pt idx="15">
                  <c:v>1.0210999999999999</c:v>
                </c:pt>
                <c:pt idx="16">
                  <c:v>1.0187999999999999</c:v>
                </c:pt>
                <c:pt idx="17">
                  <c:v>9.9599999999999994E-2</c:v>
                </c:pt>
                <c:pt idx="18">
                  <c:v>0.66559999999999997</c:v>
                </c:pt>
                <c:pt idx="19">
                  <c:v>0.61250000000000004</c:v>
                </c:pt>
                <c:pt idx="20">
                  <c:v>0.65029999999999999</c:v>
                </c:pt>
                <c:pt idx="21">
                  <c:v>0.69940000000000002</c:v>
                </c:pt>
                <c:pt idx="22">
                  <c:v>0.76359999999999995</c:v>
                </c:pt>
                <c:pt idx="23">
                  <c:v>0.79730000000000001</c:v>
                </c:pt>
                <c:pt idx="24">
                  <c:v>1.0466</c:v>
                </c:pt>
                <c:pt idx="25">
                  <c:v>5.9999999999999995E-4</c:v>
                </c:pt>
                <c:pt idx="26">
                  <c:v>1.8170999999999999</c:v>
                </c:pt>
                <c:pt idx="27">
                  <c:v>1.2241</c:v>
                </c:pt>
                <c:pt idx="28">
                  <c:v>1.0294000000000001</c:v>
                </c:pt>
                <c:pt idx="29">
                  <c:v>0.3745</c:v>
                </c:pt>
                <c:pt idx="30">
                  <c:v>0.18160000000000001</c:v>
                </c:pt>
                <c:pt idx="31">
                  <c:v>1.2562</c:v>
                </c:pt>
                <c:pt idx="32">
                  <c:v>0.16669999999999999</c:v>
                </c:pt>
                <c:pt idx="33">
                  <c:v>0.24</c:v>
                </c:pt>
                <c:pt idx="34">
                  <c:v>0.22589999999999999</c:v>
                </c:pt>
                <c:pt idx="35">
                  <c:v>0.19950000000000001</c:v>
                </c:pt>
                <c:pt idx="36">
                  <c:v>0.20799999999999999</c:v>
                </c:pt>
                <c:pt idx="37">
                  <c:v>5.9999999999999995E-4</c:v>
                </c:pt>
                <c:pt idx="38">
                  <c:v>6.4899999999999999E-2</c:v>
                </c:pt>
                <c:pt idx="39">
                  <c:v>0.2238</c:v>
                </c:pt>
                <c:pt idx="40">
                  <c:v>1.218</c:v>
                </c:pt>
                <c:pt idx="41">
                  <c:v>1.1897</c:v>
                </c:pt>
                <c:pt idx="42">
                  <c:v>0.20019999999999999</c:v>
                </c:pt>
                <c:pt idx="43">
                  <c:v>0.23860000000000001</c:v>
                </c:pt>
                <c:pt idx="44">
                  <c:v>0.16789999999999999</c:v>
                </c:pt>
                <c:pt idx="45">
                  <c:v>0.23019999999999999</c:v>
                </c:pt>
                <c:pt idx="46">
                  <c:v>0.17430000000000001</c:v>
                </c:pt>
                <c:pt idx="47">
                  <c:v>0.1731</c:v>
                </c:pt>
                <c:pt idx="48">
                  <c:v>0.18840000000000001</c:v>
                </c:pt>
                <c:pt idx="49">
                  <c:v>0.16139999999999999</c:v>
                </c:pt>
                <c:pt idx="50">
                  <c:v>0.25659999999999999</c:v>
                </c:pt>
                <c:pt idx="51">
                  <c:v>0.1414</c:v>
                </c:pt>
                <c:pt idx="52">
                  <c:v>0.128</c:v>
                </c:pt>
                <c:pt idx="53">
                  <c:v>0.19439999999999999</c:v>
                </c:pt>
                <c:pt idx="54">
                  <c:v>0.21959999999999999</c:v>
                </c:pt>
                <c:pt idx="55">
                  <c:v>0.22850000000000001</c:v>
                </c:pt>
                <c:pt idx="56">
                  <c:v>1.2665</c:v>
                </c:pt>
                <c:pt idx="57">
                  <c:v>0.1704</c:v>
                </c:pt>
                <c:pt idx="58">
                  <c:v>0.1832</c:v>
                </c:pt>
                <c:pt idx="59">
                  <c:v>0.2288</c:v>
                </c:pt>
                <c:pt idx="60">
                  <c:v>0.13250000000000001</c:v>
                </c:pt>
                <c:pt idx="61">
                  <c:v>0.1867</c:v>
                </c:pt>
                <c:pt idx="62">
                  <c:v>1.0154000000000001</c:v>
                </c:pt>
                <c:pt idx="63">
                  <c:v>0.39479999999999998</c:v>
                </c:pt>
                <c:pt idx="64">
                  <c:v>1.2283999999999999</c:v>
                </c:pt>
                <c:pt idx="65">
                  <c:v>0.16800000000000001</c:v>
                </c:pt>
                <c:pt idx="66">
                  <c:v>0.15939999999999999</c:v>
                </c:pt>
                <c:pt idx="67">
                  <c:v>1.2716000000000001</c:v>
                </c:pt>
                <c:pt idx="68">
                  <c:v>0.22450000000000001</c:v>
                </c:pt>
                <c:pt idx="69">
                  <c:v>0.2334</c:v>
                </c:pt>
                <c:pt idx="70">
                  <c:v>0.26190000000000002</c:v>
                </c:pt>
                <c:pt idx="71">
                  <c:v>0.15240000000000001</c:v>
                </c:pt>
                <c:pt idx="72">
                  <c:v>0.1295</c:v>
                </c:pt>
                <c:pt idx="73">
                  <c:v>0.21870000000000001</c:v>
                </c:pt>
                <c:pt idx="74">
                  <c:v>0.1852</c:v>
                </c:pt>
                <c:pt idx="75">
                  <c:v>0.95609999999999995</c:v>
                </c:pt>
                <c:pt idx="76">
                  <c:v>0.1993</c:v>
                </c:pt>
                <c:pt idx="77">
                  <c:v>1.0196000000000001</c:v>
                </c:pt>
                <c:pt idx="78">
                  <c:v>6.9999999999999999E-4</c:v>
                </c:pt>
                <c:pt idx="79">
                  <c:v>0.66900000000000004</c:v>
                </c:pt>
                <c:pt idx="80">
                  <c:v>1.2692000000000001</c:v>
                </c:pt>
                <c:pt idx="81">
                  <c:v>0.187</c:v>
                </c:pt>
                <c:pt idx="82">
                  <c:v>0.2261</c:v>
                </c:pt>
                <c:pt idx="83">
                  <c:v>0.1754</c:v>
                </c:pt>
                <c:pt idx="84">
                  <c:v>0.18590000000000001</c:v>
                </c:pt>
                <c:pt idx="85">
                  <c:v>0.26069999999999999</c:v>
                </c:pt>
                <c:pt idx="86">
                  <c:v>0.18029999999999999</c:v>
                </c:pt>
                <c:pt idx="87">
                  <c:v>1.2827999999999999</c:v>
                </c:pt>
                <c:pt idx="88">
                  <c:v>0.18540000000000001</c:v>
                </c:pt>
                <c:pt idx="89">
                  <c:v>0.1946</c:v>
                </c:pt>
                <c:pt idx="90">
                  <c:v>1.25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D2-4AAE-9E75-423B10486664}"/>
            </c:ext>
          </c:extLst>
        </c:ser>
        <c:ser>
          <c:idx val="1"/>
          <c:order val="1"/>
          <c:tx>
            <c:strRef>
              <c:f>Sheet1!$F$1</c:f>
              <c:strCache>
                <c:ptCount val="1"/>
                <c:pt idx="0">
                  <c:v>many plugin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Sheet1!$F$2:$F$92</c:f>
              <c:numCache>
                <c:formatCode>General</c:formatCode>
                <c:ptCount val="91"/>
                <c:pt idx="0">
                  <c:v>1.5197000000000001</c:v>
                </c:pt>
                <c:pt idx="1">
                  <c:v>1.4238999999999999</c:v>
                </c:pt>
                <c:pt idx="2">
                  <c:v>1.5367</c:v>
                </c:pt>
                <c:pt idx="3">
                  <c:v>1.5476000000000001</c:v>
                </c:pt>
                <c:pt idx="4">
                  <c:v>1.5273000000000001</c:v>
                </c:pt>
                <c:pt idx="5">
                  <c:v>1.5336000000000001</c:v>
                </c:pt>
                <c:pt idx="6">
                  <c:v>1.5502</c:v>
                </c:pt>
                <c:pt idx="7">
                  <c:v>1.5445</c:v>
                </c:pt>
                <c:pt idx="8">
                  <c:v>1.5363</c:v>
                </c:pt>
                <c:pt idx="9">
                  <c:v>1.5523</c:v>
                </c:pt>
                <c:pt idx="10">
                  <c:v>2.5512999999999999</c:v>
                </c:pt>
                <c:pt idx="11">
                  <c:v>1.5485</c:v>
                </c:pt>
                <c:pt idx="12">
                  <c:v>1.0747</c:v>
                </c:pt>
                <c:pt idx="13">
                  <c:v>1.5492999999999999</c:v>
                </c:pt>
                <c:pt idx="14">
                  <c:v>1.5472999999999999</c:v>
                </c:pt>
                <c:pt idx="15">
                  <c:v>1.5451999999999999</c:v>
                </c:pt>
                <c:pt idx="16">
                  <c:v>0.54600000000000004</c:v>
                </c:pt>
                <c:pt idx="17">
                  <c:v>1.0620000000000001</c:v>
                </c:pt>
                <c:pt idx="18">
                  <c:v>1.5488999999999999</c:v>
                </c:pt>
                <c:pt idx="19">
                  <c:v>0.47039999999999998</c:v>
                </c:pt>
                <c:pt idx="20">
                  <c:v>0.4607</c:v>
                </c:pt>
                <c:pt idx="21">
                  <c:v>1.5148999999999999</c:v>
                </c:pt>
                <c:pt idx="22">
                  <c:v>1.5508</c:v>
                </c:pt>
                <c:pt idx="23">
                  <c:v>2.5499999999999998</c:v>
                </c:pt>
                <c:pt idx="24">
                  <c:v>1.4886999999999999</c:v>
                </c:pt>
                <c:pt idx="25">
                  <c:v>0.77749999999999997</c:v>
                </c:pt>
                <c:pt idx="26">
                  <c:v>1.0434000000000001</c:v>
                </c:pt>
                <c:pt idx="27">
                  <c:v>0.47099999999999997</c:v>
                </c:pt>
                <c:pt idx="28">
                  <c:v>0.47620000000000001</c:v>
                </c:pt>
                <c:pt idx="29">
                  <c:v>0.46920000000000001</c:v>
                </c:pt>
                <c:pt idx="30">
                  <c:v>1.5235000000000001</c:v>
                </c:pt>
                <c:pt idx="31">
                  <c:v>3.8800000000000001E-2</c:v>
                </c:pt>
                <c:pt idx="32">
                  <c:v>1.0492999999999999</c:v>
                </c:pt>
                <c:pt idx="33">
                  <c:v>1.5487</c:v>
                </c:pt>
                <c:pt idx="34">
                  <c:v>1.5417000000000001</c:v>
                </c:pt>
                <c:pt idx="35">
                  <c:v>1.5497000000000001</c:v>
                </c:pt>
                <c:pt idx="36">
                  <c:v>1.3026</c:v>
                </c:pt>
                <c:pt idx="37">
                  <c:v>1.5519000000000001</c:v>
                </c:pt>
                <c:pt idx="38">
                  <c:v>1.5471999999999999</c:v>
                </c:pt>
                <c:pt idx="39">
                  <c:v>0.30230000000000001</c:v>
                </c:pt>
                <c:pt idx="40">
                  <c:v>1.5469999999999999</c:v>
                </c:pt>
                <c:pt idx="41">
                  <c:v>1.5456000000000001</c:v>
                </c:pt>
                <c:pt idx="42">
                  <c:v>2.5467</c:v>
                </c:pt>
                <c:pt idx="43">
                  <c:v>1.5595000000000001</c:v>
                </c:pt>
                <c:pt idx="44">
                  <c:v>1.5412999999999999</c:v>
                </c:pt>
                <c:pt idx="45">
                  <c:v>1.5351999999999999</c:v>
                </c:pt>
                <c:pt idx="46">
                  <c:v>1.5355000000000001</c:v>
                </c:pt>
                <c:pt idx="47">
                  <c:v>1.5371999999999999</c:v>
                </c:pt>
                <c:pt idx="48">
                  <c:v>1.5361</c:v>
                </c:pt>
                <c:pt idx="49">
                  <c:v>2.5394000000000001</c:v>
                </c:pt>
                <c:pt idx="50">
                  <c:v>0.25940000000000002</c:v>
                </c:pt>
                <c:pt idx="51">
                  <c:v>1.5287999999999999</c:v>
                </c:pt>
                <c:pt idx="52">
                  <c:v>1.5486</c:v>
                </c:pt>
                <c:pt idx="53">
                  <c:v>1.5461</c:v>
                </c:pt>
                <c:pt idx="54">
                  <c:v>0.47060000000000002</c:v>
                </c:pt>
                <c:pt idx="55">
                  <c:v>0.46829999999999999</c:v>
                </c:pt>
                <c:pt idx="56">
                  <c:v>1.0687</c:v>
                </c:pt>
                <c:pt idx="57">
                  <c:v>0.4657</c:v>
                </c:pt>
                <c:pt idx="58">
                  <c:v>5.9999999999999995E-4</c:v>
                </c:pt>
                <c:pt idx="59">
                  <c:v>1.7398</c:v>
                </c:pt>
                <c:pt idx="60">
                  <c:v>1.5452999999999999</c:v>
                </c:pt>
                <c:pt idx="61">
                  <c:v>1.5461</c:v>
                </c:pt>
                <c:pt idx="62">
                  <c:v>1.5529999999999999</c:v>
                </c:pt>
                <c:pt idx="63">
                  <c:v>1.5539000000000001</c:v>
                </c:pt>
                <c:pt idx="64">
                  <c:v>1.4154</c:v>
                </c:pt>
                <c:pt idx="65">
                  <c:v>0.30480000000000002</c:v>
                </c:pt>
                <c:pt idx="66">
                  <c:v>1.5487</c:v>
                </c:pt>
                <c:pt idx="67">
                  <c:v>1.5442</c:v>
                </c:pt>
                <c:pt idx="68">
                  <c:v>1.5485</c:v>
                </c:pt>
                <c:pt idx="69">
                  <c:v>1.5435000000000001</c:v>
                </c:pt>
                <c:pt idx="70">
                  <c:v>0.54410000000000003</c:v>
                </c:pt>
                <c:pt idx="71">
                  <c:v>0.30149999999999999</c:v>
                </c:pt>
                <c:pt idx="72">
                  <c:v>1.5575000000000001</c:v>
                </c:pt>
                <c:pt idx="73">
                  <c:v>1.5497000000000001</c:v>
                </c:pt>
                <c:pt idx="74">
                  <c:v>1.5467</c:v>
                </c:pt>
                <c:pt idx="75">
                  <c:v>1.5484</c:v>
                </c:pt>
                <c:pt idx="76">
                  <c:v>1.5443</c:v>
                </c:pt>
                <c:pt idx="77">
                  <c:v>1.5506</c:v>
                </c:pt>
                <c:pt idx="78">
                  <c:v>1.0664</c:v>
                </c:pt>
                <c:pt idx="79">
                  <c:v>1.5487</c:v>
                </c:pt>
                <c:pt idx="80">
                  <c:v>1.5488999999999999</c:v>
                </c:pt>
                <c:pt idx="81">
                  <c:v>1.5490999999999999</c:v>
                </c:pt>
                <c:pt idx="82">
                  <c:v>1.5559000000000001</c:v>
                </c:pt>
                <c:pt idx="83">
                  <c:v>1.5527</c:v>
                </c:pt>
                <c:pt idx="84">
                  <c:v>1.5503</c:v>
                </c:pt>
                <c:pt idx="85">
                  <c:v>1.5562</c:v>
                </c:pt>
                <c:pt idx="86">
                  <c:v>1.5411999999999999</c:v>
                </c:pt>
                <c:pt idx="87">
                  <c:v>2.5499999999999998</c:v>
                </c:pt>
                <c:pt idx="88">
                  <c:v>2.0766</c:v>
                </c:pt>
                <c:pt idx="89">
                  <c:v>1.5466</c:v>
                </c:pt>
                <c:pt idx="90">
                  <c:v>1.0649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D2-4AAE-9E75-423B104866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5136879"/>
        <c:axId val="2125134959"/>
      </c:lineChart>
      <c:catAx>
        <c:axId val="2125136879"/>
        <c:scaling>
          <c:orientation val="minMax"/>
        </c:scaling>
        <c:delete val="1"/>
        <c:axPos val="b"/>
        <c:majorTickMark val="none"/>
        <c:minorTickMark val="none"/>
        <c:tickLblPos val="nextTo"/>
        <c:crossAx val="2125134959"/>
        <c:crosses val="autoZero"/>
        <c:auto val="1"/>
        <c:lblAlgn val="ctr"/>
        <c:lblOffset val="100"/>
        <c:noMultiLvlLbl val="0"/>
      </c:catAx>
      <c:valAx>
        <c:axId val="212513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25136879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우선 순위에 따른 </a:t>
            </a:r>
            <a:r>
              <a:rPr lang="en-US" altLang="ko-KR" sz="14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Latency</a:t>
            </a:r>
            <a:endParaRPr lang="ko-KR" altLang="en-US" sz="1400" b="0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결과!$D$1</c:f>
              <c:strCache>
                <c:ptCount val="1"/>
                <c:pt idx="0">
                  <c:v>1HZ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결과!$D$2:$D$83</c:f>
              <c:numCache>
                <c:formatCode>General</c:formatCode>
                <c:ptCount val="8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194.89999999999998</c:v>
                </c:pt>
                <c:pt idx="8">
                  <c:v>197.8</c:v>
                </c:pt>
                <c:pt idx="9">
                  <c:v>243.60000000000002</c:v>
                </c:pt>
                <c:pt idx="10">
                  <c:v>443.6</c:v>
                </c:pt>
                <c:pt idx="11">
                  <c:v>482.4</c:v>
                </c:pt>
                <c:pt idx="12">
                  <c:v>483.4</c:v>
                </c:pt>
                <c:pt idx="13">
                  <c:v>483.5</c:v>
                </c:pt>
                <c:pt idx="14">
                  <c:v>485.3</c:v>
                </c:pt>
                <c:pt idx="15">
                  <c:v>485.5</c:v>
                </c:pt>
                <c:pt idx="16">
                  <c:v>486.8</c:v>
                </c:pt>
                <c:pt idx="17">
                  <c:v>489.8</c:v>
                </c:pt>
                <c:pt idx="18">
                  <c:v>490.20000000000005</c:v>
                </c:pt>
                <c:pt idx="19">
                  <c:v>495.90000000000003</c:v>
                </c:pt>
                <c:pt idx="20">
                  <c:v>496.2</c:v>
                </c:pt>
                <c:pt idx="21">
                  <c:v>496.8</c:v>
                </c:pt>
                <c:pt idx="22">
                  <c:v>497.09999999999997</c:v>
                </c:pt>
                <c:pt idx="23">
                  <c:v>497.5</c:v>
                </c:pt>
                <c:pt idx="24">
                  <c:v>497.7</c:v>
                </c:pt>
                <c:pt idx="25">
                  <c:v>498.5</c:v>
                </c:pt>
                <c:pt idx="26">
                  <c:v>499.3</c:v>
                </c:pt>
                <c:pt idx="27">
                  <c:v>500.70000000000005</c:v>
                </c:pt>
                <c:pt idx="28">
                  <c:v>500.8</c:v>
                </c:pt>
                <c:pt idx="29">
                  <c:v>501.6</c:v>
                </c:pt>
                <c:pt idx="30">
                  <c:v>501.8</c:v>
                </c:pt>
                <c:pt idx="31">
                  <c:v>503</c:v>
                </c:pt>
                <c:pt idx="32">
                  <c:v>503.09999999999997</c:v>
                </c:pt>
                <c:pt idx="33">
                  <c:v>503.49999999999994</c:v>
                </c:pt>
                <c:pt idx="34">
                  <c:v>503.6</c:v>
                </c:pt>
                <c:pt idx="35">
                  <c:v>503.90000000000003</c:v>
                </c:pt>
                <c:pt idx="36">
                  <c:v>504</c:v>
                </c:pt>
                <c:pt idx="37">
                  <c:v>504.90000000000003</c:v>
                </c:pt>
                <c:pt idx="38">
                  <c:v>504.90000000000003</c:v>
                </c:pt>
                <c:pt idx="39">
                  <c:v>505.2</c:v>
                </c:pt>
                <c:pt idx="40">
                  <c:v>505.6</c:v>
                </c:pt>
                <c:pt idx="41">
                  <c:v>505.6</c:v>
                </c:pt>
                <c:pt idx="42">
                  <c:v>505.70000000000005</c:v>
                </c:pt>
                <c:pt idx="43">
                  <c:v>506</c:v>
                </c:pt>
                <c:pt idx="44">
                  <c:v>506</c:v>
                </c:pt>
                <c:pt idx="45">
                  <c:v>506</c:v>
                </c:pt>
                <c:pt idx="46">
                  <c:v>506.6</c:v>
                </c:pt>
                <c:pt idx="47">
                  <c:v>507.1</c:v>
                </c:pt>
                <c:pt idx="48">
                  <c:v>507.8</c:v>
                </c:pt>
                <c:pt idx="49">
                  <c:v>508.4</c:v>
                </c:pt>
                <c:pt idx="50">
                  <c:v>508.4</c:v>
                </c:pt>
                <c:pt idx="51">
                  <c:v>510.60000000000008</c:v>
                </c:pt>
                <c:pt idx="52">
                  <c:v>515.29999999999995</c:v>
                </c:pt>
                <c:pt idx="53">
                  <c:v>706</c:v>
                </c:pt>
                <c:pt idx="54">
                  <c:v>871.9</c:v>
                </c:pt>
                <c:pt idx="55">
                  <c:v>917.3</c:v>
                </c:pt>
                <c:pt idx="56">
                  <c:v>920.5</c:v>
                </c:pt>
                <c:pt idx="57">
                  <c:v>928.5</c:v>
                </c:pt>
                <c:pt idx="58">
                  <c:v>936.4</c:v>
                </c:pt>
                <c:pt idx="59">
                  <c:v>972.40000000000009</c:v>
                </c:pt>
                <c:pt idx="60">
                  <c:v>984.3</c:v>
                </c:pt>
                <c:pt idx="61">
                  <c:v>985.1</c:v>
                </c:pt>
                <c:pt idx="62">
                  <c:v>1014.2</c:v>
                </c:pt>
                <c:pt idx="63">
                  <c:v>1014.5999999999999</c:v>
                </c:pt>
                <c:pt idx="64">
                  <c:v>1498</c:v>
                </c:pt>
                <c:pt idx="65">
                  <c:v>1498.5</c:v>
                </c:pt>
                <c:pt idx="66">
                  <c:v>1499</c:v>
                </c:pt>
                <c:pt idx="67">
                  <c:v>1500.8999999999999</c:v>
                </c:pt>
                <c:pt idx="68">
                  <c:v>1501.9</c:v>
                </c:pt>
                <c:pt idx="69">
                  <c:v>1504.8</c:v>
                </c:pt>
                <c:pt idx="70">
                  <c:v>1505.1000000000001</c:v>
                </c:pt>
                <c:pt idx="71">
                  <c:v>1505.8</c:v>
                </c:pt>
                <c:pt idx="72">
                  <c:v>1506.6</c:v>
                </c:pt>
                <c:pt idx="73">
                  <c:v>1507.2</c:v>
                </c:pt>
                <c:pt idx="74">
                  <c:v>1508.1</c:v>
                </c:pt>
                <c:pt idx="75">
                  <c:v>1508.6</c:v>
                </c:pt>
                <c:pt idx="76">
                  <c:v>1511.3000000000002</c:v>
                </c:pt>
                <c:pt idx="77">
                  <c:v>1513.9</c:v>
                </c:pt>
                <c:pt idx="78">
                  <c:v>1927.2</c:v>
                </c:pt>
                <c:pt idx="79">
                  <c:v>1933.8999999999999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C8-4C9C-AF5C-749770C3C800}"/>
            </c:ext>
          </c:extLst>
        </c:ser>
        <c:ser>
          <c:idx val="1"/>
          <c:order val="1"/>
          <c:tx>
            <c:strRef>
              <c:f>결과!$G$1</c:f>
              <c:strCache>
                <c:ptCount val="1"/>
                <c:pt idx="0">
                  <c:v>mavros priority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결과!$G$2:$G$83</c:f>
              <c:numCache>
                <c:formatCode>General</c:formatCode>
                <c:ptCount val="82"/>
                <c:pt idx="0">
                  <c:v>0.5</c:v>
                </c:pt>
                <c:pt idx="1">
                  <c:v>0.5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1</c:v>
                </c:pt>
                <c:pt idx="8">
                  <c:v>282.89999999999998</c:v>
                </c:pt>
                <c:pt idx="9">
                  <c:v>467.2</c:v>
                </c:pt>
                <c:pt idx="10">
                  <c:v>471.4</c:v>
                </c:pt>
                <c:pt idx="11">
                  <c:v>474.5</c:v>
                </c:pt>
                <c:pt idx="12">
                  <c:v>479</c:v>
                </c:pt>
                <c:pt idx="13">
                  <c:v>482.8</c:v>
                </c:pt>
                <c:pt idx="14">
                  <c:v>494.59999999999997</c:v>
                </c:pt>
                <c:pt idx="15">
                  <c:v>494.90000000000003</c:v>
                </c:pt>
                <c:pt idx="16">
                  <c:v>495.2</c:v>
                </c:pt>
                <c:pt idx="17">
                  <c:v>495.3</c:v>
                </c:pt>
                <c:pt idx="18">
                  <c:v>497.09999999999997</c:v>
                </c:pt>
                <c:pt idx="19">
                  <c:v>498.2</c:v>
                </c:pt>
                <c:pt idx="20">
                  <c:v>498.59999999999997</c:v>
                </c:pt>
                <c:pt idx="21">
                  <c:v>499</c:v>
                </c:pt>
                <c:pt idx="22">
                  <c:v>499.09999999999997</c:v>
                </c:pt>
                <c:pt idx="23">
                  <c:v>499.09999999999997</c:v>
                </c:pt>
                <c:pt idx="24">
                  <c:v>499.2</c:v>
                </c:pt>
                <c:pt idx="25">
                  <c:v>499.2</c:v>
                </c:pt>
                <c:pt idx="26">
                  <c:v>499.2</c:v>
                </c:pt>
                <c:pt idx="27">
                  <c:v>499.5</c:v>
                </c:pt>
                <c:pt idx="28">
                  <c:v>499.59999999999997</c:v>
                </c:pt>
                <c:pt idx="29">
                  <c:v>499.7</c:v>
                </c:pt>
                <c:pt idx="30">
                  <c:v>499.8</c:v>
                </c:pt>
                <c:pt idx="31">
                  <c:v>500.2</c:v>
                </c:pt>
                <c:pt idx="32">
                  <c:v>500.6</c:v>
                </c:pt>
                <c:pt idx="33">
                  <c:v>501.4</c:v>
                </c:pt>
                <c:pt idx="34">
                  <c:v>501.70000000000005</c:v>
                </c:pt>
                <c:pt idx="35">
                  <c:v>502.2</c:v>
                </c:pt>
                <c:pt idx="36">
                  <c:v>502.49999999999994</c:v>
                </c:pt>
                <c:pt idx="37">
                  <c:v>502.6</c:v>
                </c:pt>
                <c:pt idx="38">
                  <c:v>502.70000000000005</c:v>
                </c:pt>
                <c:pt idx="39">
                  <c:v>503</c:v>
                </c:pt>
                <c:pt idx="40">
                  <c:v>503.09999999999997</c:v>
                </c:pt>
                <c:pt idx="41">
                  <c:v>498.4</c:v>
                </c:pt>
                <c:pt idx="42">
                  <c:v>503.49999999999994</c:v>
                </c:pt>
                <c:pt idx="43">
                  <c:v>503.49999999999994</c:v>
                </c:pt>
                <c:pt idx="44">
                  <c:v>503.8</c:v>
                </c:pt>
                <c:pt idx="45">
                  <c:v>504.29999999999995</c:v>
                </c:pt>
                <c:pt idx="46">
                  <c:v>504.4</c:v>
                </c:pt>
                <c:pt idx="47">
                  <c:v>504.49999999999994</c:v>
                </c:pt>
                <c:pt idx="48">
                  <c:v>504.8</c:v>
                </c:pt>
                <c:pt idx="49">
                  <c:v>504.8</c:v>
                </c:pt>
                <c:pt idx="50">
                  <c:v>505.70000000000005</c:v>
                </c:pt>
                <c:pt idx="51">
                  <c:v>505.70000000000005</c:v>
                </c:pt>
                <c:pt idx="52">
                  <c:v>505.90000000000003</c:v>
                </c:pt>
                <c:pt idx="53">
                  <c:v>506.2</c:v>
                </c:pt>
                <c:pt idx="54">
                  <c:v>506.4</c:v>
                </c:pt>
                <c:pt idx="55">
                  <c:v>509.29999999999995</c:v>
                </c:pt>
                <c:pt idx="56">
                  <c:v>683.30000000000007</c:v>
                </c:pt>
                <c:pt idx="57">
                  <c:v>888.59999999999991</c:v>
                </c:pt>
                <c:pt idx="58">
                  <c:v>904.3</c:v>
                </c:pt>
                <c:pt idx="59">
                  <c:v>918.4</c:v>
                </c:pt>
                <c:pt idx="60">
                  <c:v>919.69999999999993</c:v>
                </c:pt>
                <c:pt idx="61">
                  <c:v>920.4</c:v>
                </c:pt>
                <c:pt idx="62">
                  <c:v>927</c:v>
                </c:pt>
                <c:pt idx="63">
                  <c:v>996</c:v>
                </c:pt>
                <c:pt idx="64">
                  <c:v>996.1</c:v>
                </c:pt>
                <c:pt idx="65">
                  <c:v>1013.2</c:v>
                </c:pt>
                <c:pt idx="66">
                  <c:v>1015.4000000000001</c:v>
                </c:pt>
                <c:pt idx="67">
                  <c:v>1015.5000000000001</c:v>
                </c:pt>
                <c:pt idx="68">
                  <c:v>1017.3000000000001</c:v>
                </c:pt>
                <c:pt idx="69">
                  <c:v>1471.9</c:v>
                </c:pt>
                <c:pt idx="70">
                  <c:v>1492.6</c:v>
                </c:pt>
                <c:pt idx="71">
                  <c:v>1498.8999999999999</c:v>
                </c:pt>
                <c:pt idx="72">
                  <c:v>1499.1000000000001</c:v>
                </c:pt>
                <c:pt idx="73">
                  <c:v>1502.1</c:v>
                </c:pt>
                <c:pt idx="74">
                  <c:v>1503.5</c:v>
                </c:pt>
                <c:pt idx="75">
                  <c:v>1504</c:v>
                </c:pt>
                <c:pt idx="76">
                  <c:v>1504</c:v>
                </c:pt>
                <c:pt idx="77">
                  <c:v>1504.8</c:v>
                </c:pt>
                <c:pt idx="78">
                  <c:v>1506.1</c:v>
                </c:pt>
                <c:pt idx="79">
                  <c:v>1506.5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C8-4C9C-AF5C-749770C3C8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7158543"/>
        <c:axId val="2117159023"/>
      </c:lineChart>
      <c:catAx>
        <c:axId val="2117158543"/>
        <c:scaling>
          <c:orientation val="minMax"/>
        </c:scaling>
        <c:delete val="1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majorTickMark val="none"/>
        <c:minorTickMark val="none"/>
        <c:tickLblPos val="nextTo"/>
        <c:crossAx val="2117159023"/>
        <c:crosses val="autoZero"/>
        <c:auto val="1"/>
        <c:lblAlgn val="ctr"/>
        <c:lblOffset val="100"/>
        <c:noMultiLvlLbl val="0"/>
      </c:catAx>
      <c:valAx>
        <c:axId val="2117159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latency(ms)</a:t>
                </a:r>
                <a:endParaRPr lang="ko-KR" altLang="en-US"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7158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명령 주기에 따른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Latency</a:t>
            </a:r>
            <a:endParaRPr lang="ko-KR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결과!$D$1</c:f>
              <c:strCache>
                <c:ptCount val="1"/>
                <c:pt idx="0">
                  <c:v>1HZ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결과!$D$2:$D$83</c:f>
              <c:numCache>
                <c:formatCode>General</c:formatCode>
                <c:ptCount val="8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194.89999999999998</c:v>
                </c:pt>
                <c:pt idx="8">
                  <c:v>197.8</c:v>
                </c:pt>
                <c:pt idx="9">
                  <c:v>243.60000000000002</c:v>
                </c:pt>
                <c:pt idx="10">
                  <c:v>443.6</c:v>
                </c:pt>
                <c:pt idx="11">
                  <c:v>482.4</c:v>
                </c:pt>
                <c:pt idx="12">
                  <c:v>483.4</c:v>
                </c:pt>
                <c:pt idx="13">
                  <c:v>483.5</c:v>
                </c:pt>
                <c:pt idx="14">
                  <c:v>485.3</c:v>
                </c:pt>
                <c:pt idx="15">
                  <c:v>485.5</c:v>
                </c:pt>
                <c:pt idx="16">
                  <c:v>486.8</c:v>
                </c:pt>
                <c:pt idx="17">
                  <c:v>489.8</c:v>
                </c:pt>
                <c:pt idx="18">
                  <c:v>490.20000000000005</c:v>
                </c:pt>
                <c:pt idx="19">
                  <c:v>495.90000000000003</c:v>
                </c:pt>
                <c:pt idx="20">
                  <c:v>496.2</c:v>
                </c:pt>
                <c:pt idx="21">
                  <c:v>496.8</c:v>
                </c:pt>
                <c:pt idx="22">
                  <c:v>497.09999999999997</c:v>
                </c:pt>
                <c:pt idx="23">
                  <c:v>497.5</c:v>
                </c:pt>
                <c:pt idx="24">
                  <c:v>497.7</c:v>
                </c:pt>
                <c:pt idx="25">
                  <c:v>498.5</c:v>
                </c:pt>
                <c:pt idx="26">
                  <c:v>499.3</c:v>
                </c:pt>
                <c:pt idx="27">
                  <c:v>500.70000000000005</c:v>
                </c:pt>
                <c:pt idx="28">
                  <c:v>500.8</c:v>
                </c:pt>
                <c:pt idx="29">
                  <c:v>501.6</c:v>
                </c:pt>
                <c:pt idx="30">
                  <c:v>501.8</c:v>
                </c:pt>
                <c:pt idx="31">
                  <c:v>503</c:v>
                </c:pt>
                <c:pt idx="32">
                  <c:v>503.09999999999997</c:v>
                </c:pt>
                <c:pt idx="33">
                  <c:v>503.49999999999994</c:v>
                </c:pt>
                <c:pt idx="34">
                  <c:v>503.6</c:v>
                </c:pt>
                <c:pt idx="35">
                  <c:v>503.90000000000003</c:v>
                </c:pt>
                <c:pt idx="36">
                  <c:v>504</c:v>
                </c:pt>
                <c:pt idx="37">
                  <c:v>504.90000000000003</c:v>
                </c:pt>
                <c:pt idx="38">
                  <c:v>504.90000000000003</c:v>
                </c:pt>
                <c:pt idx="39">
                  <c:v>505.2</c:v>
                </c:pt>
                <c:pt idx="40">
                  <c:v>505.6</c:v>
                </c:pt>
                <c:pt idx="41">
                  <c:v>505.6</c:v>
                </c:pt>
                <c:pt idx="42">
                  <c:v>505.70000000000005</c:v>
                </c:pt>
                <c:pt idx="43">
                  <c:v>506</c:v>
                </c:pt>
                <c:pt idx="44">
                  <c:v>506</c:v>
                </c:pt>
                <c:pt idx="45">
                  <c:v>506</c:v>
                </c:pt>
                <c:pt idx="46">
                  <c:v>506.6</c:v>
                </c:pt>
                <c:pt idx="47">
                  <c:v>507.1</c:v>
                </c:pt>
                <c:pt idx="48">
                  <c:v>507.8</c:v>
                </c:pt>
                <c:pt idx="49">
                  <c:v>508.4</c:v>
                </c:pt>
                <c:pt idx="50">
                  <c:v>508.4</c:v>
                </c:pt>
                <c:pt idx="51">
                  <c:v>510.60000000000008</c:v>
                </c:pt>
                <c:pt idx="52">
                  <c:v>515.29999999999995</c:v>
                </c:pt>
                <c:pt idx="53">
                  <c:v>706</c:v>
                </c:pt>
                <c:pt idx="54">
                  <c:v>871.9</c:v>
                </c:pt>
                <c:pt idx="55">
                  <c:v>917.3</c:v>
                </c:pt>
                <c:pt idx="56">
                  <c:v>920.5</c:v>
                </c:pt>
                <c:pt idx="57">
                  <c:v>928.5</c:v>
                </c:pt>
                <c:pt idx="58">
                  <c:v>936.4</c:v>
                </c:pt>
                <c:pt idx="59">
                  <c:v>972.40000000000009</c:v>
                </c:pt>
                <c:pt idx="60">
                  <c:v>984.3</c:v>
                </c:pt>
                <c:pt idx="61">
                  <c:v>985.1</c:v>
                </c:pt>
                <c:pt idx="62">
                  <c:v>1014.2</c:v>
                </c:pt>
                <c:pt idx="63">
                  <c:v>1014.5999999999999</c:v>
                </c:pt>
                <c:pt idx="64">
                  <c:v>1498</c:v>
                </c:pt>
                <c:pt idx="65">
                  <c:v>1498.5</c:v>
                </c:pt>
                <c:pt idx="66">
                  <c:v>1499</c:v>
                </c:pt>
                <c:pt idx="67">
                  <c:v>1500.8999999999999</c:v>
                </c:pt>
                <c:pt idx="68">
                  <c:v>1501.9</c:v>
                </c:pt>
                <c:pt idx="69">
                  <c:v>1504.8</c:v>
                </c:pt>
                <c:pt idx="70">
                  <c:v>1505.1000000000001</c:v>
                </c:pt>
                <c:pt idx="71">
                  <c:v>1505.8</c:v>
                </c:pt>
                <c:pt idx="72">
                  <c:v>1506.6</c:v>
                </c:pt>
                <c:pt idx="73">
                  <c:v>1507.2</c:v>
                </c:pt>
                <c:pt idx="74">
                  <c:v>1508.1</c:v>
                </c:pt>
                <c:pt idx="75">
                  <c:v>1508.6</c:v>
                </c:pt>
                <c:pt idx="76">
                  <c:v>1511.3000000000002</c:v>
                </c:pt>
                <c:pt idx="77">
                  <c:v>1513.9</c:v>
                </c:pt>
                <c:pt idx="78">
                  <c:v>1927.2</c:v>
                </c:pt>
                <c:pt idx="79">
                  <c:v>1933.8999999999999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46-46C3-B0B6-06E5C6A2AC70}"/>
            </c:ext>
          </c:extLst>
        </c:ser>
        <c:ser>
          <c:idx val="1"/>
          <c:order val="1"/>
          <c:tx>
            <c:strRef>
              <c:f>결과!$E$1</c:f>
              <c:strCache>
                <c:ptCount val="1"/>
                <c:pt idx="0">
                  <c:v>100HZ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결과!$E$2:$E$83</c:f>
              <c:numCache>
                <c:formatCode>General</c:formatCode>
                <c:ptCount val="82"/>
                <c:pt idx="0">
                  <c:v>391.6</c:v>
                </c:pt>
                <c:pt idx="1">
                  <c:v>415.7</c:v>
                </c:pt>
                <c:pt idx="2">
                  <c:v>424.59999999999997</c:v>
                </c:pt>
                <c:pt idx="3">
                  <c:v>425.20000000000005</c:v>
                </c:pt>
                <c:pt idx="4">
                  <c:v>430.20000000000005</c:v>
                </c:pt>
                <c:pt idx="5">
                  <c:v>431</c:v>
                </c:pt>
                <c:pt idx="6">
                  <c:v>431.59999999999997</c:v>
                </c:pt>
                <c:pt idx="7">
                  <c:v>434.3</c:v>
                </c:pt>
                <c:pt idx="8">
                  <c:v>435.3</c:v>
                </c:pt>
                <c:pt idx="9">
                  <c:v>757.5</c:v>
                </c:pt>
                <c:pt idx="10">
                  <c:v>968.8</c:v>
                </c:pt>
                <c:pt idx="11">
                  <c:v>1064.3</c:v>
                </c:pt>
                <c:pt idx="12">
                  <c:v>1443.5</c:v>
                </c:pt>
                <c:pt idx="13">
                  <c:v>1466.2</c:v>
                </c:pt>
                <c:pt idx="14">
                  <c:v>1467.9</c:v>
                </c:pt>
                <c:pt idx="15">
                  <c:v>1470.1</c:v>
                </c:pt>
                <c:pt idx="16">
                  <c:v>1480</c:v>
                </c:pt>
                <c:pt idx="17">
                  <c:v>1481.7</c:v>
                </c:pt>
                <c:pt idx="18">
                  <c:v>1481.9</c:v>
                </c:pt>
                <c:pt idx="19">
                  <c:v>1484.2</c:v>
                </c:pt>
                <c:pt idx="20">
                  <c:v>1485.3</c:v>
                </c:pt>
                <c:pt idx="21">
                  <c:v>1486.5</c:v>
                </c:pt>
                <c:pt idx="22">
                  <c:v>1487.5</c:v>
                </c:pt>
                <c:pt idx="23">
                  <c:v>1487.8</c:v>
                </c:pt>
                <c:pt idx="24">
                  <c:v>1488</c:v>
                </c:pt>
                <c:pt idx="25">
                  <c:v>1489.2</c:v>
                </c:pt>
                <c:pt idx="26">
                  <c:v>1494.1</c:v>
                </c:pt>
                <c:pt idx="27">
                  <c:v>1494.6</c:v>
                </c:pt>
                <c:pt idx="28">
                  <c:v>1494.8999999999999</c:v>
                </c:pt>
                <c:pt idx="29">
                  <c:v>1495.9</c:v>
                </c:pt>
                <c:pt idx="30">
                  <c:v>1496</c:v>
                </c:pt>
                <c:pt idx="31">
                  <c:v>1496.8</c:v>
                </c:pt>
                <c:pt idx="32">
                  <c:v>1496.8999999999999</c:v>
                </c:pt>
                <c:pt idx="33">
                  <c:v>1497.6000000000001</c:v>
                </c:pt>
                <c:pt idx="34">
                  <c:v>1497.9</c:v>
                </c:pt>
                <c:pt idx="35">
                  <c:v>1498.3</c:v>
                </c:pt>
                <c:pt idx="36">
                  <c:v>1498.5</c:v>
                </c:pt>
                <c:pt idx="37">
                  <c:v>1499.4</c:v>
                </c:pt>
                <c:pt idx="38">
                  <c:v>1500.3</c:v>
                </c:pt>
                <c:pt idx="39">
                  <c:v>1500.3999999999999</c:v>
                </c:pt>
                <c:pt idx="40">
                  <c:v>1500.5</c:v>
                </c:pt>
                <c:pt idx="41">
                  <c:v>1500.6999999999998</c:v>
                </c:pt>
                <c:pt idx="42">
                  <c:v>1500.8</c:v>
                </c:pt>
                <c:pt idx="43">
                  <c:v>1500.8</c:v>
                </c:pt>
                <c:pt idx="44">
                  <c:v>1500.8999999999999</c:v>
                </c:pt>
                <c:pt idx="45">
                  <c:v>1501.3000000000002</c:v>
                </c:pt>
                <c:pt idx="46">
                  <c:v>1502</c:v>
                </c:pt>
                <c:pt idx="47">
                  <c:v>1502.3</c:v>
                </c:pt>
                <c:pt idx="48">
                  <c:v>1503</c:v>
                </c:pt>
                <c:pt idx="49">
                  <c:v>1503</c:v>
                </c:pt>
                <c:pt idx="50">
                  <c:v>1503.5</c:v>
                </c:pt>
                <c:pt idx="51">
                  <c:v>1503.5</c:v>
                </c:pt>
                <c:pt idx="52">
                  <c:v>1503.6000000000001</c:v>
                </c:pt>
                <c:pt idx="53">
                  <c:v>1504.2</c:v>
                </c:pt>
                <c:pt idx="54">
                  <c:v>1504.3999999999999</c:v>
                </c:pt>
                <c:pt idx="55">
                  <c:v>1504.3999999999999</c:v>
                </c:pt>
                <c:pt idx="56">
                  <c:v>1504.5</c:v>
                </c:pt>
                <c:pt idx="57">
                  <c:v>1505</c:v>
                </c:pt>
                <c:pt idx="58">
                  <c:v>1505.1000000000001</c:v>
                </c:pt>
                <c:pt idx="59">
                  <c:v>1505.3000000000002</c:v>
                </c:pt>
                <c:pt idx="60">
                  <c:v>1505.9</c:v>
                </c:pt>
                <c:pt idx="61">
                  <c:v>1506.2</c:v>
                </c:pt>
                <c:pt idx="62">
                  <c:v>1506.3</c:v>
                </c:pt>
                <c:pt idx="63">
                  <c:v>1506.8999999999999</c:v>
                </c:pt>
                <c:pt idx="64">
                  <c:v>1507.1000000000001</c:v>
                </c:pt>
                <c:pt idx="65">
                  <c:v>1507.4</c:v>
                </c:pt>
                <c:pt idx="66">
                  <c:v>1507.6000000000001</c:v>
                </c:pt>
                <c:pt idx="67">
                  <c:v>1507.6000000000001</c:v>
                </c:pt>
                <c:pt idx="68">
                  <c:v>1507.8</c:v>
                </c:pt>
                <c:pt idx="69">
                  <c:v>1508</c:v>
                </c:pt>
                <c:pt idx="70">
                  <c:v>1508</c:v>
                </c:pt>
                <c:pt idx="71">
                  <c:v>1508.3999999999999</c:v>
                </c:pt>
                <c:pt idx="72">
                  <c:v>1509.8</c:v>
                </c:pt>
                <c:pt idx="73">
                  <c:v>1514.7</c:v>
                </c:pt>
                <c:pt idx="74">
                  <c:v>1515.2</c:v>
                </c:pt>
                <c:pt idx="75">
                  <c:v>1515.4</c:v>
                </c:pt>
                <c:pt idx="76">
                  <c:v>1519.7</c:v>
                </c:pt>
                <c:pt idx="77">
                  <c:v>2504.7999999999997</c:v>
                </c:pt>
                <c:pt idx="78">
                  <c:v>2508.1000000000004</c:v>
                </c:pt>
                <c:pt idx="79">
                  <c:v>2511.1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46-46C3-B0B6-06E5C6A2AC70}"/>
            </c:ext>
          </c:extLst>
        </c:ser>
        <c:ser>
          <c:idx val="2"/>
          <c:order val="2"/>
          <c:tx>
            <c:strRef>
              <c:f>결과!$F$1</c:f>
              <c:strCache>
                <c:ptCount val="1"/>
                <c:pt idx="0">
                  <c:v>10000HZ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결과!$F$2:$F$83</c:f>
              <c:numCache>
                <c:formatCode>General</c:formatCode>
                <c:ptCount val="82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0.7</c:v>
                </c:pt>
                <c:pt idx="4">
                  <c:v>0.8</c:v>
                </c:pt>
                <c:pt idx="5">
                  <c:v>349.4</c:v>
                </c:pt>
                <c:pt idx="6">
                  <c:v>362.59999999999997</c:v>
                </c:pt>
                <c:pt idx="7">
                  <c:v>405.6</c:v>
                </c:pt>
                <c:pt idx="8">
                  <c:v>431.4</c:v>
                </c:pt>
                <c:pt idx="9">
                  <c:v>441.40000000000003</c:v>
                </c:pt>
                <c:pt idx="10">
                  <c:v>445.40000000000003</c:v>
                </c:pt>
                <c:pt idx="11">
                  <c:v>445.5</c:v>
                </c:pt>
                <c:pt idx="12">
                  <c:v>447.6</c:v>
                </c:pt>
                <c:pt idx="13">
                  <c:v>448</c:v>
                </c:pt>
                <c:pt idx="14">
                  <c:v>448.2</c:v>
                </c:pt>
                <c:pt idx="15">
                  <c:v>450.1</c:v>
                </c:pt>
                <c:pt idx="16">
                  <c:v>450.40000000000003</c:v>
                </c:pt>
                <c:pt idx="17">
                  <c:v>452.2</c:v>
                </c:pt>
                <c:pt idx="18">
                  <c:v>453.1</c:v>
                </c:pt>
                <c:pt idx="19">
                  <c:v>453.79999999999995</c:v>
                </c:pt>
                <c:pt idx="20">
                  <c:v>455.90000000000003</c:v>
                </c:pt>
                <c:pt idx="21">
                  <c:v>456.2</c:v>
                </c:pt>
                <c:pt idx="22">
                  <c:v>457.8</c:v>
                </c:pt>
                <c:pt idx="23">
                  <c:v>458.9</c:v>
                </c:pt>
                <c:pt idx="24">
                  <c:v>461.6</c:v>
                </c:pt>
                <c:pt idx="25">
                  <c:v>461.8</c:v>
                </c:pt>
                <c:pt idx="26">
                  <c:v>461.9</c:v>
                </c:pt>
                <c:pt idx="27">
                  <c:v>463</c:v>
                </c:pt>
                <c:pt idx="28">
                  <c:v>467.5</c:v>
                </c:pt>
                <c:pt idx="29">
                  <c:v>467.5</c:v>
                </c:pt>
                <c:pt idx="30">
                  <c:v>467.7</c:v>
                </c:pt>
                <c:pt idx="31">
                  <c:v>468.2</c:v>
                </c:pt>
                <c:pt idx="32">
                  <c:v>468.6</c:v>
                </c:pt>
                <c:pt idx="33">
                  <c:v>469.1</c:v>
                </c:pt>
                <c:pt idx="34">
                  <c:v>469.5</c:v>
                </c:pt>
                <c:pt idx="35">
                  <c:v>469.9</c:v>
                </c:pt>
                <c:pt idx="36">
                  <c:v>471</c:v>
                </c:pt>
                <c:pt idx="37">
                  <c:v>471.2</c:v>
                </c:pt>
                <c:pt idx="38">
                  <c:v>471.7</c:v>
                </c:pt>
                <c:pt idx="39">
                  <c:v>473.5</c:v>
                </c:pt>
                <c:pt idx="40">
                  <c:v>473.8</c:v>
                </c:pt>
                <c:pt idx="41">
                  <c:v>474.1</c:v>
                </c:pt>
                <c:pt idx="42">
                  <c:v>475.4</c:v>
                </c:pt>
                <c:pt idx="43">
                  <c:v>475.4</c:v>
                </c:pt>
                <c:pt idx="44">
                  <c:v>475.5</c:v>
                </c:pt>
                <c:pt idx="45">
                  <c:v>475.7</c:v>
                </c:pt>
                <c:pt idx="46">
                  <c:v>837.6</c:v>
                </c:pt>
                <c:pt idx="47">
                  <c:v>839.7</c:v>
                </c:pt>
                <c:pt idx="48">
                  <c:v>851.5</c:v>
                </c:pt>
                <c:pt idx="49">
                  <c:v>853.1</c:v>
                </c:pt>
                <c:pt idx="50">
                  <c:v>889.1</c:v>
                </c:pt>
                <c:pt idx="51">
                  <c:v>913.2</c:v>
                </c:pt>
                <c:pt idx="52">
                  <c:v>926.2</c:v>
                </c:pt>
                <c:pt idx="53">
                  <c:v>926.8</c:v>
                </c:pt>
                <c:pt idx="54">
                  <c:v>1009.4000000000001</c:v>
                </c:pt>
                <c:pt idx="55">
                  <c:v>1012.2</c:v>
                </c:pt>
                <c:pt idx="56">
                  <c:v>1446.5</c:v>
                </c:pt>
                <c:pt idx="57">
                  <c:v>1447.7</c:v>
                </c:pt>
                <c:pt idx="58">
                  <c:v>1448.1</c:v>
                </c:pt>
                <c:pt idx="59">
                  <c:v>1448.5</c:v>
                </c:pt>
                <c:pt idx="60">
                  <c:v>1449.8999999999999</c:v>
                </c:pt>
                <c:pt idx="61">
                  <c:v>1450.6</c:v>
                </c:pt>
                <c:pt idx="62">
                  <c:v>1451.8</c:v>
                </c:pt>
                <c:pt idx="63">
                  <c:v>1452.8000000000002</c:v>
                </c:pt>
                <c:pt idx="64">
                  <c:v>1457.7</c:v>
                </c:pt>
                <c:pt idx="65">
                  <c:v>1458.2</c:v>
                </c:pt>
                <c:pt idx="66">
                  <c:v>1468.5</c:v>
                </c:pt>
                <c:pt idx="67">
                  <c:v>1468.8000000000002</c:v>
                </c:pt>
                <c:pt idx="68">
                  <c:v>1468.9</c:v>
                </c:pt>
                <c:pt idx="69">
                  <c:v>1469</c:v>
                </c:pt>
                <c:pt idx="70">
                  <c:v>1469.6</c:v>
                </c:pt>
                <c:pt idx="71">
                  <c:v>1471</c:v>
                </c:pt>
                <c:pt idx="72">
                  <c:v>1471.2</c:v>
                </c:pt>
                <c:pt idx="73">
                  <c:v>1471.7</c:v>
                </c:pt>
                <c:pt idx="74">
                  <c:v>1471.7</c:v>
                </c:pt>
                <c:pt idx="75">
                  <c:v>1472.2</c:v>
                </c:pt>
                <c:pt idx="76">
                  <c:v>1472.6</c:v>
                </c:pt>
                <c:pt idx="77">
                  <c:v>1476.9</c:v>
                </c:pt>
                <c:pt idx="78">
                  <c:v>1853.8</c:v>
                </c:pt>
                <c:pt idx="79">
                  <c:v>1920.4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646-46C3-B0B6-06E5C6A2A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7168143"/>
        <c:axId val="2117173423"/>
      </c:lineChart>
      <c:catAx>
        <c:axId val="2117168143"/>
        <c:scaling>
          <c:orientation val="minMax"/>
        </c:scaling>
        <c:delete val="1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/>
            </a:p>
          </c:txPr>
        </c:title>
        <c:majorTickMark val="none"/>
        <c:minorTickMark val="none"/>
        <c:tickLblPos val="nextTo"/>
        <c:crossAx val="2117173423"/>
        <c:crosses val="autoZero"/>
        <c:auto val="1"/>
        <c:lblAlgn val="ctr"/>
        <c:lblOffset val="100"/>
        <c:noMultiLvlLbl val="0"/>
      </c:catAx>
      <c:valAx>
        <c:axId val="2117173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ko-KR"/>
                  <a:t>latency(ms)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17168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결과!$J$1</c:f>
              <c:strCache>
                <c:ptCount val="1"/>
                <c:pt idx="0">
                  <c:v>1HZ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결과!$J$2:$J$83</c:f>
              <c:numCache>
                <c:formatCode>General</c:formatCode>
                <c:ptCount val="8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194.89999999999998</c:v>
                </c:pt>
                <c:pt idx="8">
                  <c:v>197.8</c:v>
                </c:pt>
                <c:pt idx="9">
                  <c:v>243.60000000000002</c:v>
                </c:pt>
                <c:pt idx="10">
                  <c:v>443.6</c:v>
                </c:pt>
                <c:pt idx="11">
                  <c:v>482.4</c:v>
                </c:pt>
                <c:pt idx="12">
                  <c:v>483.4</c:v>
                </c:pt>
                <c:pt idx="13">
                  <c:v>483.5</c:v>
                </c:pt>
                <c:pt idx="14">
                  <c:v>485.3</c:v>
                </c:pt>
                <c:pt idx="15">
                  <c:v>485.5</c:v>
                </c:pt>
                <c:pt idx="16">
                  <c:v>486.8</c:v>
                </c:pt>
                <c:pt idx="17">
                  <c:v>489.8</c:v>
                </c:pt>
                <c:pt idx="18">
                  <c:v>490.20000000000005</c:v>
                </c:pt>
                <c:pt idx="19">
                  <c:v>495.90000000000003</c:v>
                </c:pt>
                <c:pt idx="20">
                  <c:v>496.2</c:v>
                </c:pt>
                <c:pt idx="21">
                  <c:v>496.8</c:v>
                </c:pt>
                <c:pt idx="22">
                  <c:v>497.09999999999997</c:v>
                </c:pt>
                <c:pt idx="23">
                  <c:v>497.5</c:v>
                </c:pt>
                <c:pt idx="24">
                  <c:v>497.7</c:v>
                </c:pt>
                <c:pt idx="25">
                  <c:v>498.5</c:v>
                </c:pt>
                <c:pt idx="26">
                  <c:v>499.3</c:v>
                </c:pt>
                <c:pt idx="27">
                  <c:v>500.70000000000005</c:v>
                </c:pt>
                <c:pt idx="28">
                  <c:v>500.8</c:v>
                </c:pt>
                <c:pt idx="29">
                  <c:v>501.6</c:v>
                </c:pt>
                <c:pt idx="30">
                  <c:v>501.8</c:v>
                </c:pt>
                <c:pt idx="31">
                  <c:v>503</c:v>
                </c:pt>
                <c:pt idx="32">
                  <c:v>503.09999999999997</c:v>
                </c:pt>
                <c:pt idx="33">
                  <c:v>503.49999999999994</c:v>
                </c:pt>
                <c:pt idx="34">
                  <c:v>503.6</c:v>
                </c:pt>
                <c:pt idx="35">
                  <c:v>503.90000000000003</c:v>
                </c:pt>
                <c:pt idx="36">
                  <c:v>504</c:v>
                </c:pt>
                <c:pt idx="37">
                  <c:v>504.90000000000003</c:v>
                </c:pt>
                <c:pt idx="38">
                  <c:v>504.90000000000003</c:v>
                </c:pt>
                <c:pt idx="39">
                  <c:v>505.2</c:v>
                </c:pt>
                <c:pt idx="40">
                  <c:v>505.6</c:v>
                </c:pt>
                <c:pt idx="41">
                  <c:v>505.6</c:v>
                </c:pt>
                <c:pt idx="42">
                  <c:v>505.70000000000005</c:v>
                </c:pt>
                <c:pt idx="43">
                  <c:v>506</c:v>
                </c:pt>
                <c:pt idx="44">
                  <c:v>506</c:v>
                </c:pt>
                <c:pt idx="45">
                  <c:v>506</c:v>
                </c:pt>
                <c:pt idx="46">
                  <c:v>506.6</c:v>
                </c:pt>
                <c:pt idx="47">
                  <c:v>507.1</c:v>
                </c:pt>
                <c:pt idx="48">
                  <c:v>507.8</c:v>
                </c:pt>
                <c:pt idx="49">
                  <c:v>508.4</c:v>
                </c:pt>
                <c:pt idx="50">
                  <c:v>508.4</c:v>
                </c:pt>
                <c:pt idx="51">
                  <c:v>510.60000000000008</c:v>
                </c:pt>
                <c:pt idx="52">
                  <c:v>515.29999999999995</c:v>
                </c:pt>
                <c:pt idx="53">
                  <c:v>706</c:v>
                </c:pt>
                <c:pt idx="54">
                  <c:v>871.9</c:v>
                </c:pt>
                <c:pt idx="55">
                  <c:v>917.3</c:v>
                </c:pt>
                <c:pt idx="56">
                  <c:v>920.5</c:v>
                </c:pt>
                <c:pt idx="57">
                  <c:v>928.5</c:v>
                </c:pt>
                <c:pt idx="58">
                  <c:v>936.4</c:v>
                </c:pt>
                <c:pt idx="59">
                  <c:v>972.40000000000009</c:v>
                </c:pt>
                <c:pt idx="60">
                  <c:v>984.3</c:v>
                </c:pt>
                <c:pt idx="61">
                  <c:v>985.1</c:v>
                </c:pt>
                <c:pt idx="62">
                  <c:v>1014.2</c:v>
                </c:pt>
                <c:pt idx="63">
                  <c:v>1014.5999999999999</c:v>
                </c:pt>
                <c:pt idx="64">
                  <c:v>1498</c:v>
                </c:pt>
                <c:pt idx="65">
                  <c:v>1498.5</c:v>
                </c:pt>
                <c:pt idx="66">
                  <c:v>1499</c:v>
                </c:pt>
                <c:pt idx="67">
                  <c:v>1500.8999999999999</c:v>
                </c:pt>
                <c:pt idx="68">
                  <c:v>1501.9</c:v>
                </c:pt>
                <c:pt idx="69">
                  <c:v>1504.8</c:v>
                </c:pt>
                <c:pt idx="70">
                  <c:v>1505.1000000000001</c:v>
                </c:pt>
                <c:pt idx="71">
                  <c:v>1505.8</c:v>
                </c:pt>
                <c:pt idx="72">
                  <c:v>1506.6</c:v>
                </c:pt>
                <c:pt idx="73">
                  <c:v>1507.2</c:v>
                </c:pt>
                <c:pt idx="74">
                  <c:v>1508.1</c:v>
                </c:pt>
                <c:pt idx="75">
                  <c:v>1508.6</c:v>
                </c:pt>
                <c:pt idx="76">
                  <c:v>1511.3000000000002</c:v>
                </c:pt>
                <c:pt idx="77">
                  <c:v>1513.9</c:v>
                </c:pt>
                <c:pt idx="78">
                  <c:v>1927.2</c:v>
                </c:pt>
                <c:pt idx="79">
                  <c:v>1933.8999999999999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F3-4E4C-BA6B-D388F4E28FC2}"/>
            </c:ext>
          </c:extLst>
        </c:ser>
        <c:ser>
          <c:idx val="1"/>
          <c:order val="1"/>
          <c:tx>
            <c:strRef>
              <c:f>결과!$K$1</c:f>
              <c:strCache>
                <c:ptCount val="1"/>
                <c:pt idx="0">
                  <c:v>10HZ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결과!$K$2:$K$83</c:f>
              <c:numCache>
                <c:formatCode>General</c:formatCode>
                <c:ptCount val="8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0.6</c:v>
                </c:pt>
                <c:pt idx="4">
                  <c:v>0.6</c:v>
                </c:pt>
                <c:pt idx="5">
                  <c:v>0.8</c:v>
                </c:pt>
                <c:pt idx="6">
                  <c:v>178.2</c:v>
                </c:pt>
                <c:pt idx="7">
                  <c:v>238.7</c:v>
                </c:pt>
                <c:pt idx="8">
                  <c:v>402.6</c:v>
                </c:pt>
                <c:pt idx="9">
                  <c:v>468.6</c:v>
                </c:pt>
                <c:pt idx="10">
                  <c:v>485.70000000000005</c:v>
                </c:pt>
                <c:pt idx="11">
                  <c:v>487.09999999999997</c:v>
                </c:pt>
                <c:pt idx="12">
                  <c:v>489.20000000000005</c:v>
                </c:pt>
                <c:pt idx="13">
                  <c:v>492.5</c:v>
                </c:pt>
                <c:pt idx="14">
                  <c:v>496.5</c:v>
                </c:pt>
                <c:pt idx="15">
                  <c:v>497.59999999999997</c:v>
                </c:pt>
                <c:pt idx="16">
                  <c:v>497.59999999999997</c:v>
                </c:pt>
                <c:pt idx="17">
                  <c:v>497.90000000000003</c:v>
                </c:pt>
                <c:pt idx="18">
                  <c:v>498.40000000000003</c:v>
                </c:pt>
                <c:pt idx="19">
                  <c:v>499.3</c:v>
                </c:pt>
                <c:pt idx="20">
                  <c:v>499.5</c:v>
                </c:pt>
                <c:pt idx="21">
                  <c:v>500.2</c:v>
                </c:pt>
                <c:pt idx="22">
                  <c:v>500.8</c:v>
                </c:pt>
                <c:pt idx="23">
                  <c:v>501.09999999999997</c:v>
                </c:pt>
                <c:pt idx="24">
                  <c:v>501.2</c:v>
                </c:pt>
                <c:pt idx="25">
                  <c:v>501.29999999999995</c:v>
                </c:pt>
                <c:pt idx="26">
                  <c:v>501.49999999999994</c:v>
                </c:pt>
                <c:pt idx="27">
                  <c:v>501.8</c:v>
                </c:pt>
                <c:pt idx="28">
                  <c:v>501.8</c:v>
                </c:pt>
                <c:pt idx="29">
                  <c:v>501.8</c:v>
                </c:pt>
                <c:pt idx="30">
                  <c:v>501.90000000000003</c:v>
                </c:pt>
                <c:pt idx="31">
                  <c:v>501.90000000000003</c:v>
                </c:pt>
                <c:pt idx="32">
                  <c:v>501.90000000000003</c:v>
                </c:pt>
                <c:pt idx="33">
                  <c:v>502.09999999999997</c:v>
                </c:pt>
                <c:pt idx="34">
                  <c:v>502.09999999999997</c:v>
                </c:pt>
                <c:pt idx="35">
                  <c:v>502.29999999999995</c:v>
                </c:pt>
                <c:pt idx="36">
                  <c:v>502.70000000000005</c:v>
                </c:pt>
                <c:pt idx="37">
                  <c:v>503.2</c:v>
                </c:pt>
                <c:pt idx="38">
                  <c:v>503.29999999999995</c:v>
                </c:pt>
                <c:pt idx="39">
                  <c:v>503.90000000000003</c:v>
                </c:pt>
                <c:pt idx="40">
                  <c:v>503.90000000000003</c:v>
                </c:pt>
                <c:pt idx="41">
                  <c:v>504</c:v>
                </c:pt>
                <c:pt idx="42">
                  <c:v>504.09999999999997</c:v>
                </c:pt>
                <c:pt idx="43">
                  <c:v>504.29999999999995</c:v>
                </c:pt>
                <c:pt idx="44">
                  <c:v>504.29999999999995</c:v>
                </c:pt>
                <c:pt idx="45">
                  <c:v>504.70000000000005</c:v>
                </c:pt>
                <c:pt idx="46">
                  <c:v>505</c:v>
                </c:pt>
                <c:pt idx="47">
                  <c:v>505.09999999999997</c:v>
                </c:pt>
                <c:pt idx="48">
                  <c:v>505.09999999999997</c:v>
                </c:pt>
                <c:pt idx="49">
                  <c:v>505.29999999999995</c:v>
                </c:pt>
                <c:pt idx="50">
                  <c:v>505.4</c:v>
                </c:pt>
                <c:pt idx="51">
                  <c:v>505.8</c:v>
                </c:pt>
                <c:pt idx="52">
                  <c:v>505.8</c:v>
                </c:pt>
                <c:pt idx="53">
                  <c:v>506.2</c:v>
                </c:pt>
                <c:pt idx="54">
                  <c:v>506.2</c:v>
                </c:pt>
                <c:pt idx="55">
                  <c:v>507.1</c:v>
                </c:pt>
                <c:pt idx="56">
                  <c:v>507.2</c:v>
                </c:pt>
                <c:pt idx="57">
                  <c:v>508.49999999999994</c:v>
                </c:pt>
                <c:pt idx="58">
                  <c:v>509</c:v>
                </c:pt>
                <c:pt idx="59">
                  <c:v>864.7</c:v>
                </c:pt>
                <c:pt idx="60">
                  <c:v>869</c:v>
                </c:pt>
                <c:pt idx="61">
                  <c:v>906</c:v>
                </c:pt>
                <c:pt idx="62">
                  <c:v>920.1</c:v>
                </c:pt>
                <c:pt idx="63">
                  <c:v>989.3</c:v>
                </c:pt>
                <c:pt idx="64">
                  <c:v>1011.3000000000001</c:v>
                </c:pt>
                <c:pt idx="65">
                  <c:v>1013.0999999999999</c:v>
                </c:pt>
                <c:pt idx="66">
                  <c:v>1015.4000000000001</c:v>
                </c:pt>
                <c:pt idx="67">
                  <c:v>1016.8999999999999</c:v>
                </c:pt>
                <c:pt idx="68">
                  <c:v>1481.4</c:v>
                </c:pt>
                <c:pt idx="69">
                  <c:v>1487.7</c:v>
                </c:pt>
                <c:pt idx="70">
                  <c:v>1494.1</c:v>
                </c:pt>
                <c:pt idx="71">
                  <c:v>1500.3999999999999</c:v>
                </c:pt>
                <c:pt idx="72">
                  <c:v>1501.9</c:v>
                </c:pt>
                <c:pt idx="73">
                  <c:v>1503.5</c:v>
                </c:pt>
                <c:pt idx="74">
                  <c:v>1505.4</c:v>
                </c:pt>
                <c:pt idx="75">
                  <c:v>1506.5</c:v>
                </c:pt>
                <c:pt idx="76">
                  <c:v>1506.6999999999998</c:v>
                </c:pt>
                <c:pt idx="77">
                  <c:v>1509</c:v>
                </c:pt>
                <c:pt idx="78">
                  <c:v>1514</c:v>
                </c:pt>
                <c:pt idx="79">
                  <c:v>1919.5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F3-4E4C-BA6B-D388F4E28FC2}"/>
            </c:ext>
          </c:extLst>
        </c:ser>
        <c:ser>
          <c:idx val="2"/>
          <c:order val="2"/>
          <c:tx>
            <c:strRef>
              <c:f>결과!$L$1</c:f>
              <c:strCache>
                <c:ptCount val="1"/>
                <c:pt idx="0">
                  <c:v>100HZ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결과!$L$2:$L$83</c:f>
              <c:numCache>
                <c:formatCode>General</c:formatCode>
                <c:ptCount val="82"/>
                <c:pt idx="0">
                  <c:v>391.6</c:v>
                </c:pt>
                <c:pt idx="1">
                  <c:v>415.7</c:v>
                </c:pt>
                <c:pt idx="2">
                  <c:v>424.59999999999997</c:v>
                </c:pt>
                <c:pt idx="3">
                  <c:v>425.20000000000005</c:v>
                </c:pt>
                <c:pt idx="4">
                  <c:v>430.20000000000005</c:v>
                </c:pt>
                <c:pt idx="5">
                  <c:v>431</c:v>
                </c:pt>
                <c:pt idx="6">
                  <c:v>431.59999999999997</c:v>
                </c:pt>
                <c:pt idx="7">
                  <c:v>434.3</c:v>
                </c:pt>
                <c:pt idx="8">
                  <c:v>435.3</c:v>
                </c:pt>
                <c:pt idx="9">
                  <c:v>757.5</c:v>
                </c:pt>
                <c:pt idx="10">
                  <c:v>968.8</c:v>
                </c:pt>
                <c:pt idx="11">
                  <c:v>1064.3</c:v>
                </c:pt>
                <c:pt idx="12">
                  <c:v>1443.5</c:v>
                </c:pt>
                <c:pt idx="13">
                  <c:v>1466.2</c:v>
                </c:pt>
                <c:pt idx="14">
                  <c:v>1467.9</c:v>
                </c:pt>
                <c:pt idx="15">
                  <c:v>1470.1</c:v>
                </c:pt>
                <c:pt idx="16">
                  <c:v>1480</c:v>
                </c:pt>
                <c:pt idx="17">
                  <c:v>1481.7</c:v>
                </c:pt>
                <c:pt idx="18">
                  <c:v>1481.9</c:v>
                </c:pt>
                <c:pt idx="19">
                  <c:v>1484.2</c:v>
                </c:pt>
                <c:pt idx="20">
                  <c:v>1485.3</c:v>
                </c:pt>
                <c:pt idx="21">
                  <c:v>1486.5</c:v>
                </c:pt>
                <c:pt idx="22">
                  <c:v>1487.5</c:v>
                </c:pt>
                <c:pt idx="23">
                  <c:v>1487.8</c:v>
                </c:pt>
                <c:pt idx="24">
                  <c:v>1488</c:v>
                </c:pt>
                <c:pt idx="25">
                  <c:v>1489.2</c:v>
                </c:pt>
                <c:pt idx="26">
                  <c:v>1494.1</c:v>
                </c:pt>
                <c:pt idx="27">
                  <c:v>1494.6</c:v>
                </c:pt>
                <c:pt idx="28">
                  <c:v>1494.8999999999999</c:v>
                </c:pt>
                <c:pt idx="29">
                  <c:v>1495.9</c:v>
                </c:pt>
                <c:pt idx="30">
                  <c:v>1496</c:v>
                </c:pt>
                <c:pt idx="31">
                  <c:v>1496.8</c:v>
                </c:pt>
                <c:pt idx="32">
                  <c:v>1496.8999999999999</c:v>
                </c:pt>
                <c:pt idx="33">
                  <c:v>1497.6000000000001</c:v>
                </c:pt>
                <c:pt idx="34">
                  <c:v>1497.9</c:v>
                </c:pt>
                <c:pt idx="35">
                  <c:v>1498.3</c:v>
                </c:pt>
                <c:pt idx="36">
                  <c:v>1498.5</c:v>
                </c:pt>
                <c:pt idx="37">
                  <c:v>1499.4</c:v>
                </c:pt>
                <c:pt idx="38">
                  <c:v>1500.3</c:v>
                </c:pt>
                <c:pt idx="39">
                  <c:v>1500.3999999999999</c:v>
                </c:pt>
                <c:pt idx="40">
                  <c:v>1500.5</c:v>
                </c:pt>
                <c:pt idx="41">
                  <c:v>1500.6999999999998</c:v>
                </c:pt>
                <c:pt idx="42">
                  <c:v>1500.8</c:v>
                </c:pt>
                <c:pt idx="43">
                  <c:v>1500.8</c:v>
                </c:pt>
                <c:pt idx="44">
                  <c:v>1500.8999999999999</c:v>
                </c:pt>
                <c:pt idx="45">
                  <c:v>1501.3000000000002</c:v>
                </c:pt>
                <c:pt idx="46">
                  <c:v>1502</c:v>
                </c:pt>
                <c:pt idx="47">
                  <c:v>1502.3</c:v>
                </c:pt>
                <c:pt idx="48">
                  <c:v>1503</c:v>
                </c:pt>
                <c:pt idx="49">
                  <c:v>1503</c:v>
                </c:pt>
                <c:pt idx="50">
                  <c:v>1503.5</c:v>
                </c:pt>
                <c:pt idx="51">
                  <c:v>1503.5</c:v>
                </c:pt>
                <c:pt idx="52">
                  <c:v>1503.6000000000001</c:v>
                </c:pt>
                <c:pt idx="53">
                  <c:v>1504.2</c:v>
                </c:pt>
                <c:pt idx="54">
                  <c:v>1504.3999999999999</c:v>
                </c:pt>
                <c:pt idx="55">
                  <c:v>1504.3999999999999</c:v>
                </c:pt>
                <c:pt idx="56">
                  <c:v>1504.5</c:v>
                </c:pt>
                <c:pt idx="57">
                  <c:v>1505</c:v>
                </c:pt>
                <c:pt idx="58">
                  <c:v>1505.1000000000001</c:v>
                </c:pt>
                <c:pt idx="59">
                  <c:v>1505.3000000000002</c:v>
                </c:pt>
                <c:pt idx="60">
                  <c:v>1505.9</c:v>
                </c:pt>
                <c:pt idx="61">
                  <c:v>1506.2</c:v>
                </c:pt>
                <c:pt idx="62">
                  <c:v>1506.3</c:v>
                </c:pt>
                <c:pt idx="63">
                  <c:v>1506.8999999999999</c:v>
                </c:pt>
                <c:pt idx="64">
                  <c:v>1507.1000000000001</c:v>
                </c:pt>
                <c:pt idx="65">
                  <c:v>1507.4</c:v>
                </c:pt>
                <c:pt idx="66">
                  <c:v>1507.6000000000001</c:v>
                </c:pt>
                <c:pt idx="67">
                  <c:v>1507.6000000000001</c:v>
                </c:pt>
                <c:pt idx="68">
                  <c:v>1507.8</c:v>
                </c:pt>
                <c:pt idx="69">
                  <c:v>1508</c:v>
                </c:pt>
                <c:pt idx="70">
                  <c:v>1508</c:v>
                </c:pt>
                <c:pt idx="71">
                  <c:v>1508.3999999999999</c:v>
                </c:pt>
                <c:pt idx="72">
                  <c:v>1509.8</c:v>
                </c:pt>
                <c:pt idx="73">
                  <c:v>1514.7</c:v>
                </c:pt>
                <c:pt idx="74">
                  <c:v>1515.2</c:v>
                </c:pt>
                <c:pt idx="75">
                  <c:v>1515.4</c:v>
                </c:pt>
                <c:pt idx="76">
                  <c:v>1519.7</c:v>
                </c:pt>
                <c:pt idx="77">
                  <c:v>2504.7999999999997</c:v>
                </c:pt>
                <c:pt idx="78">
                  <c:v>2508.1000000000004</c:v>
                </c:pt>
                <c:pt idx="79">
                  <c:v>2511.1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F3-4E4C-BA6B-D388F4E28FC2}"/>
            </c:ext>
          </c:extLst>
        </c:ser>
        <c:ser>
          <c:idx val="3"/>
          <c:order val="3"/>
          <c:tx>
            <c:strRef>
              <c:f>결과!$M$1</c:f>
              <c:strCache>
                <c:ptCount val="1"/>
                <c:pt idx="0">
                  <c:v>1000HZ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결과!$M$2:$M$83</c:f>
              <c:numCache>
                <c:formatCode>General</c:formatCode>
                <c:ptCount val="82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0.7</c:v>
                </c:pt>
                <c:pt idx="7">
                  <c:v>0.8</c:v>
                </c:pt>
                <c:pt idx="8">
                  <c:v>220.79999999999998</c:v>
                </c:pt>
                <c:pt idx="9">
                  <c:v>310.2</c:v>
                </c:pt>
                <c:pt idx="10">
                  <c:v>324.2</c:v>
                </c:pt>
                <c:pt idx="11">
                  <c:v>351</c:v>
                </c:pt>
                <c:pt idx="12">
                  <c:v>452.79999999999995</c:v>
                </c:pt>
                <c:pt idx="13">
                  <c:v>453.7</c:v>
                </c:pt>
                <c:pt idx="14">
                  <c:v>454.5</c:v>
                </c:pt>
                <c:pt idx="15">
                  <c:v>461.5</c:v>
                </c:pt>
                <c:pt idx="16">
                  <c:v>462</c:v>
                </c:pt>
                <c:pt idx="17">
                  <c:v>466.2</c:v>
                </c:pt>
                <c:pt idx="18">
                  <c:v>466.5</c:v>
                </c:pt>
                <c:pt idx="19">
                  <c:v>466.8</c:v>
                </c:pt>
                <c:pt idx="20">
                  <c:v>467.9</c:v>
                </c:pt>
                <c:pt idx="21">
                  <c:v>469.3</c:v>
                </c:pt>
                <c:pt idx="22">
                  <c:v>470.8</c:v>
                </c:pt>
                <c:pt idx="23">
                  <c:v>471.3</c:v>
                </c:pt>
                <c:pt idx="24">
                  <c:v>471.7</c:v>
                </c:pt>
                <c:pt idx="25">
                  <c:v>472.1</c:v>
                </c:pt>
                <c:pt idx="26">
                  <c:v>472.8</c:v>
                </c:pt>
                <c:pt idx="27">
                  <c:v>474.5</c:v>
                </c:pt>
                <c:pt idx="28">
                  <c:v>474.6</c:v>
                </c:pt>
                <c:pt idx="29">
                  <c:v>475.7</c:v>
                </c:pt>
                <c:pt idx="30">
                  <c:v>475.9</c:v>
                </c:pt>
                <c:pt idx="31">
                  <c:v>476.6</c:v>
                </c:pt>
                <c:pt idx="32">
                  <c:v>476.8</c:v>
                </c:pt>
                <c:pt idx="33">
                  <c:v>477.2</c:v>
                </c:pt>
                <c:pt idx="34">
                  <c:v>477.6</c:v>
                </c:pt>
                <c:pt idx="35">
                  <c:v>477.9</c:v>
                </c:pt>
                <c:pt idx="36">
                  <c:v>478.1</c:v>
                </c:pt>
                <c:pt idx="37">
                  <c:v>478.3</c:v>
                </c:pt>
                <c:pt idx="38">
                  <c:v>480.1</c:v>
                </c:pt>
                <c:pt idx="39">
                  <c:v>480.2</c:v>
                </c:pt>
                <c:pt idx="40">
                  <c:v>480.3</c:v>
                </c:pt>
                <c:pt idx="41">
                  <c:v>481.2</c:v>
                </c:pt>
                <c:pt idx="42">
                  <c:v>483.70000000000005</c:v>
                </c:pt>
                <c:pt idx="43">
                  <c:v>729.40000000000009</c:v>
                </c:pt>
                <c:pt idx="44">
                  <c:v>829.2</c:v>
                </c:pt>
                <c:pt idx="45">
                  <c:v>853.8</c:v>
                </c:pt>
                <c:pt idx="46">
                  <c:v>854.40000000000009</c:v>
                </c:pt>
                <c:pt idx="47">
                  <c:v>866</c:v>
                </c:pt>
                <c:pt idx="48">
                  <c:v>867.19999999999993</c:v>
                </c:pt>
                <c:pt idx="49">
                  <c:v>892.80000000000007</c:v>
                </c:pt>
                <c:pt idx="50">
                  <c:v>906.5</c:v>
                </c:pt>
                <c:pt idx="51">
                  <c:v>920.3</c:v>
                </c:pt>
                <c:pt idx="52">
                  <c:v>937.5</c:v>
                </c:pt>
                <c:pt idx="53">
                  <c:v>995.9</c:v>
                </c:pt>
                <c:pt idx="54">
                  <c:v>1004.3</c:v>
                </c:pt>
                <c:pt idx="55">
                  <c:v>1008.9999999999999</c:v>
                </c:pt>
                <c:pt idx="56">
                  <c:v>1455.8</c:v>
                </c:pt>
                <c:pt idx="57">
                  <c:v>1456.5</c:v>
                </c:pt>
                <c:pt idx="58">
                  <c:v>1461.7</c:v>
                </c:pt>
                <c:pt idx="59">
                  <c:v>1462.1</c:v>
                </c:pt>
                <c:pt idx="60">
                  <c:v>1462.9</c:v>
                </c:pt>
                <c:pt idx="61">
                  <c:v>1463.4</c:v>
                </c:pt>
                <c:pt idx="62">
                  <c:v>1469.6</c:v>
                </c:pt>
                <c:pt idx="63">
                  <c:v>1469.7</c:v>
                </c:pt>
                <c:pt idx="64">
                  <c:v>1471.9</c:v>
                </c:pt>
                <c:pt idx="65">
                  <c:v>1472.8000000000002</c:v>
                </c:pt>
                <c:pt idx="66">
                  <c:v>1473.3</c:v>
                </c:pt>
                <c:pt idx="67">
                  <c:v>1473.7</c:v>
                </c:pt>
                <c:pt idx="68">
                  <c:v>1475.1000000000001</c:v>
                </c:pt>
                <c:pt idx="69">
                  <c:v>1475.9</c:v>
                </c:pt>
                <c:pt idx="70">
                  <c:v>1476.2</c:v>
                </c:pt>
                <c:pt idx="71">
                  <c:v>1476.6999999999998</c:v>
                </c:pt>
                <c:pt idx="72">
                  <c:v>1477.2</c:v>
                </c:pt>
                <c:pt idx="73">
                  <c:v>1477.4</c:v>
                </c:pt>
                <c:pt idx="74">
                  <c:v>1481</c:v>
                </c:pt>
                <c:pt idx="75">
                  <c:v>1481.4</c:v>
                </c:pt>
                <c:pt idx="76">
                  <c:v>1481.9</c:v>
                </c:pt>
                <c:pt idx="77">
                  <c:v>1484.5</c:v>
                </c:pt>
                <c:pt idx="78">
                  <c:v>1486.6999999999998</c:v>
                </c:pt>
                <c:pt idx="79">
                  <c:v>1867.6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3F3-4E4C-BA6B-D388F4E28FC2}"/>
            </c:ext>
          </c:extLst>
        </c:ser>
        <c:ser>
          <c:idx val="4"/>
          <c:order val="4"/>
          <c:tx>
            <c:strRef>
              <c:f>결과!$N$1</c:f>
              <c:strCache>
                <c:ptCount val="1"/>
                <c:pt idx="0">
                  <c:v>10000HZ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결과!$N$2:$N$83</c:f>
              <c:numCache>
                <c:formatCode>General</c:formatCode>
                <c:ptCount val="82"/>
                <c:pt idx="0">
                  <c:v>0.6</c:v>
                </c:pt>
                <c:pt idx="1">
                  <c:v>0.6</c:v>
                </c:pt>
                <c:pt idx="2">
                  <c:v>0.6</c:v>
                </c:pt>
                <c:pt idx="3">
                  <c:v>0.7</c:v>
                </c:pt>
                <c:pt idx="4">
                  <c:v>0.8</c:v>
                </c:pt>
                <c:pt idx="5">
                  <c:v>349.4</c:v>
                </c:pt>
                <c:pt idx="6">
                  <c:v>362.59999999999997</c:v>
                </c:pt>
                <c:pt idx="7">
                  <c:v>405.6</c:v>
                </c:pt>
                <c:pt idx="8">
                  <c:v>431.4</c:v>
                </c:pt>
                <c:pt idx="9">
                  <c:v>441.40000000000003</c:v>
                </c:pt>
                <c:pt idx="10">
                  <c:v>445.40000000000003</c:v>
                </c:pt>
                <c:pt idx="11">
                  <c:v>445.5</c:v>
                </c:pt>
                <c:pt idx="12">
                  <c:v>447.6</c:v>
                </c:pt>
                <c:pt idx="13">
                  <c:v>448</c:v>
                </c:pt>
                <c:pt idx="14">
                  <c:v>448.2</c:v>
                </c:pt>
                <c:pt idx="15">
                  <c:v>450.1</c:v>
                </c:pt>
                <c:pt idx="16">
                  <c:v>450.40000000000003</c:v>
                </c:pt>
                <c:pt idx="17">
                  <c:v>452.2</c:v>
                </c:pt>
                <c:pt idx="18">
                  <c:v>453.1</c:v>
                </c:pt>
                <c:pt idx="19">
                  <c:v>453.79999999999995</c:v>
                </c:pt>
                <c:pt idx="20">
                  <c:v>455.90000000000003</c:v>
                </c:pt>
                <c:pt idx="21">
                  <c:v>456.2</c:v>
                </c:pt>
                <c:pt idx="22">
                  <c:v>457.8</c:v>
                </c:pt>
                <c:pt idx="23">
                  <c:v>458.9</c:v>
                </c:pt>
                <c:pt idx="24">
                  <c:v>461.6</c:v>
                </c:pt>
                <c:pt idx="25">
                  <c:v>461.8</c:v>
                </c:pt>
                <c:pt idx="26">
                  <c:v>461.9</c:v>
                </c:pt>
                <c:pt idx="27">
                  <c:v>463</c:v>
                </c:pt>
                <c:pt idx="28">
                  <c:v>467.5</c:v>
                </c:pt>
                <c:pt idx="29">
                  <c:v>467.5</c:v>
                </c:pt>
                <c:pt idx="30">
                  <c:v>467.7</c:v>
                </c:pt>
                <c:pt idx="31">
                  <c:v>468.2</c:v>
                </c:pt>
                <c:pt idx="32">
                  <c:v>468.6</c:v>
                </c:pt>
                <c:pt idx="33">
                  <c:v>469.1</c:v>
                </c:pt>
                <c:pt idx="34">
                  <c:v>469.5</c:v>
                </c:pt>
                <c:pt idx="35">
                  <c:v>469.9</c:v>
                </c:pt>
                <c:pt idx="36">
                  <c:v>471</c:v>
                </c:pt>
                <c:pt idx="37">
                  <c:v>471.2</c:v>
                </c:pt>
                <c:pt idx="38">
                  <c:v>471.7</c:v>
                </c:pt>
                <c:pt idx="39">
                  <c:v>473.5</c:v>
                </c:pt>
                <c:pt idx="40">
                  <c:v>473.8</c:v>
                </c:pt>
                <c:pt idx="41">
                  <c:v>474.1</c:v>
                </c:pt>
                <c:pt idx="42">
                  <c:v>475.4</c:v>
                </c:pt>
                <c:pt idx="43">
                  <c:v>475.4</c:v>
                </c:pt>
                <c:pt idx="44">
                  <c:v>475.5</c:v>
                </c:pt>
                <c:pt idx="45">
                  <c:v>475.7</c:v>
                </c:pt>
                <c:pt idx="46">
                  <c:v>837.6</c:v>
                </c:pt>
                <c:pt idx="47">
                  <c:v>839.7</c:v>
                </c:pt>
                <c:pt idx="48">
                  <c:v>851.5</c:v>
                </c:pt>
                <c:pt idx="49">
                  <c:v>853.1</c:v>
                </c:pt>
                <c:pt idx="50">
                  <c:v>889.1</c:v>
                </c:pt>
                <c:pt idx="51">
                  <c:v>913.2</c:v>
                </c:pt>
                <c:pt idx="52">
                  <c:v>926.2</c:v>
                </c:pt>
                <c:pt idx="53">
                  <c:v>926.8</c:v>
                </c:pt>
                <c:pt idx="54">
                  <c:v>1009.4000000000001</c:v>
                </c:pt>
                <c:pt idx="55">
                  <c:v>1012.2</c:v>
                </c:pt>
                <c:pt idx="56">
                  <c:v>1446.5</c:v>
                </c:pt>
                <c:pt idx="57">
                  <c:v>1447.7</c:v>
                </c:pt>
                <c:pt idx="58">
                  <c:v>1448.1</c:v>
                </c:pt>
                <c:pt idx="59">
                  <c:v>1448.5</c:v>
                </c:pt>
                <c:pt idx="60">
                  <c:v>1449.8999999999999</c:v>
                </c:pt>
                <c:pt idx="61">
                  <c:v>1450.6</c:v>
                </c:pt>
                <c:pt idx="62">
                  <c:v>1451.8</c:v>
                </c:pt>
                <c:pt idx="63">
                  <c:v>1452.8000000000002</c:v>
                </c:pt>
                <c:pt idx="64">
                  <c:v>1457.7</c:v>
                </c:pt>
                <c:pt idx="65">
                  <c:v>1458.2</c:v>
                </c:pt>
                <c:pt idx="66">
                  <c:v>1468.5</c:v>
                </c:pt>
                <c:pt idx="67">
                  <c:v>1468.8000000000002</c:v>
                </c:pt>
                <c:pt idx="68">
                  <c:v>1468.9</c:v>
                </c:pt>
                <c:pt idx="69">
                  <c:v>1469</c:v>
                </c:pt>
                <c:pt idx="70">
                  <c:v>1469.6</c:v>
                </c:pt>
                <c:pt idx="71">
                  <c:v>1471</c:v>
                </c:pt>
                <c:pt idx="72">
                  <c:v>1471.2</c:v>
                </c:pt>
                <c:pt idx="73">
                  <c:v>1471.7</c:v>
                </c:pt>
                <c:pt idx="74">
                  <c:v>1471.7</c:v>
                </c:pt>
                <c:pt idx="75">
                  <c:v>1472.2</c:v>
                </c:pt>
                <c:pt idx="76">
                  <c:v>1472.6</c:v>
                </c:pt>
                <c:pt idx="77">
                  <c:v>1476.9</c:v>
                </c:pt>
                <c:pt idx="78">
                  <c:v>1853.8</c:v>
                </c:pt>
                <c:pt idx="79">
                  <c:v>1920.4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3F3-4E4C-BA6B-D388F4E28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6620991"/>
        <c:axId val="1276622431"/>
      </c:lineChart>
      <c:catAx>
        <c:axId val="1276620991"/>
        <c:scaling>
          <c:orientation val="minMax"/>
        </c:scaling>
        <c:delete val="1"/>
        <c:axPos val="b"/>
        <c:majorTickMark val="none"/>
        <c:minorTickMark val="none"/>
        <c:tickLblPos val="nextTo"/>
        <c:crossAx val="1276622431"/>
        <c:crosses val="autoZero"/>
        <c:auto val="1"/>
        <c:lblAlgn val="ctr"/>
        <c:lblOffset val="100"/>
        <c:noMultiLvlLbl val="0"/>
      </c:catAx>
      <c:valAx>
        <c:axId val="1276622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76620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A7B160D6-F245-489A-9451-B5C7428688BA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4350" cy="2290762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992880" y="3271320"/>
            <a:ext cx="7939440" cy="267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latin typeface="Arial"/>
              </a:rPr>
              <a:t>Weekly meeting </a:t>
            </a:r>
            <a:r>
              <a:rPr lang="ko-KR" sz="1100" b="0" strike="noStrike" spc="-1">
                <a:latin typeface="Arial"/>
              </a:rPr>
              <a:t>표지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0"/>
          </p:nvPr>
        </p:nvSpPr>
        <p:spPr>
          <a:xfrm>
            <a:off x="5623560" y="6456600"/>
            <a:ext cx="4299120" cy="33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8D26BE-142F-432C-B1C3-9B6C92E993F4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435350" y="849313"/>
            <a:ext cx="3054350" cy="2290762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992880" y="3271320"/>
            <a:ext cx="7939440" cy="267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1"/>
          </p:nvPr>
        </p:nvSpPr>
        <p:spPr>
          <a:xfrm>
            <a:off x="5623560" y="6456600"/>
            <a:ext cx="4299120" cy="337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38828E-5846-4A20-8863-9CBC78F4312B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1F39277-E6E0-4147-8710-0B6F115E830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A21F660-397C-4601-9D50-0783EAB02F10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059E174-A7E6-4200-8984-705213D1D03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567E076-FF62-4E42-9BFE-D58F82DA9D2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A66B7E31-BD9C-4C82-A261-87ED52969E5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84804AB-3CDA-4794-9687-C6562F4E508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C45CC3B-1F0F-4491-BE37-7ACEEE4B3F1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EC7D61B-2620-4E4C-AD83-0BC22FFD63B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578CE67-F29B-412F-A83C-2B2020E9DD5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2A80478-89B5-4ADE-B83E-45DB4FC7D83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B032329-3A53-4019-8B79-A823FD8370C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B47C0D4-FD16-4DE7-8CA0-EE9ED0630ED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1875567-0244-478A-A5EA-CBA59DCB569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4E7A957-4BDE-4C39-8D7E-C7F937F45DC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1756632-A3D5-416F-B0CC-0B68B6C32D9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4503DB3-1061-4E01-B7C4-50C59C86E984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638BF1E-AF1D-4147-BFCB-0C5E99EBBFB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A98040E-814A-4B18-840B-0D70EEBF79EC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3B8BC0B2-BEC8-4E9B-8395-37B40165705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6B3E3606-8E8A-4C41-BB48-39AF43BC7A5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83E7FA5-6294-4526-8C77-82328E79BA0A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020B662-2E2F-4E91-85D9-7BC7215B66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ACE48D18-E05E-496D-9B33-6EF173972694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F7A82CF9-DD28-46CE-B819-3EE4E520E12D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029040" y="6356520"/>
            <a:ext cx="308304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A74D07-2FD9-4D9F-9090-857C21FD58E5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62856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029040" y="6356520"/>
            <a:ext cx="308304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45804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D33CAD-5CFA-4CC7-A7BD-C1279FC5649E}" type="slidenum">
              <a:rPr lang="en-US" sz="1200" b="0" strike="noStrike" spc="-1">
                <a:solidFill>
                  <a:srgbClr val="8B8B8B"/>
                </a:solidFill>
                <a:latin typeface="Calibri"/>
                <a:ea typeface="DejaVu Sans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628560" y="6356520"/>
            <a:ext cx="2054160" cy="36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그림 12"/>
          <p:cNvPicPr/>
          <p:nvPr/>
        </p:nvPicPr>
        <p:blipFill>
          <a:blip r:embed="rId3"/>
          <a:srcRect r="48421"/>
          <a:stretch/>
        </p:blipFill>
        <p:spPr>
          <a:xfrm>
            <a:off x="3922920" y="5087520"/>
            <a:ext cx="1295280" cy="425880"/>
          </a:xfrm>
          <a:prstGeom prst="rect">
            <a:avLst/>
          </a:prstGeom>
          <a:ln w="0">
            <a:noFill/>
          </a:ln>
        </p:spPr>
      </p:pic>
      <p:grpSp>
        <p:nvGrpSpPr>
          <p:cNvPr id="89" name="그룹 1"/>
          <p:cNvGrpSpPr/>
          <p:nvPr/>
        </p:nvGrpSpPr>
        <p:grpSpPr>
          <a:xfrm>
            <a:off x="0" y="1744200"/>
            <a:ext cx="9140760" cy="2828160"/>
            <a:chOff x="0" y="1744200"/>
            <a:chExt cx="9140760" cy="2828160"/>
          </a:xfrm>
        </p:grpSpPr>
        <p:sp>
          <p:nvSpPr>
            <p:cNvPr id="90" name="직사각형 8"/>
            <p:cNvSpPr/>
            <p:nvPr/>
          </p:nvSpPr>
          <p:spPr>
            <a:xfrm>
              <a:off x="0" y="4431240"/>
              <a:ext cx="9140760" cy="141120"/>
            </a:xfrm>
            <a:prstGeom prst="rect">
              <a:avLst/>
            </a:prstGeom>
            <a:gradFill rotWithShape="0">
              <a:gsLst>
                <a:gs pos="61000">
                  <a:srgbClr val="002060"/>
                </a:gs>
                <a:gs pos="100000">
                  <a:srgbClr val="C7D5ED"/>
                </a:gs>
              </a:gsLst>
              <a:lin ang="0"/>
            </a:gra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91" name="직사각형 6"/>
            <p:cNvSpPr/>
            <p:nvPr/>
          </p:nvSpPr>
          <p:spPr>
            <a:xfrm>
              <a:off x="0" y="1744200"/>
              <a:ext cx="9140760" cy="141120"/>
            </a:xfrm>
            <a:prstGeom prst="rect">
              <a:avLst/>
            </a:prstGeom>
            <a:gradFill rotWithShape="0">
              <a:gsLst>
                <a:gs pos="61000">
                  <a:srgbClr val="002060"/>
                </a:gs>
                <a:gs pos="100000">
                  <a:srgbClr val="C7D5ED"/>
                </a:gs>
              </a:gsLst>
              <a:lin ang="0"/>
            </a:gra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2" name="직사각형 11"/>
          <p:cNvSpPr/>
          <p:nvPr/>
        </p:nvSpPr>
        <p:spPr>
          <a:xfrm>
            <a:off x="1113840" y="2202120"/>
            <a:ext cx="6975720" cy="14307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6600" b="0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Weekly Meeting</a:t>
            </a:r>
            <a:endParaRPr lang="en-US" sz="6600" b="0" strike="noStrike" spc="-1" dirty="0">
              <a:latin typeface="Arial"/>
            </a:endParaRPr>
          </a:p>
        </p:txBody>
      </p:sp>
      <p:sp>
        <p:nvSpPr>
          <p:cNvPr id="93" name="TextBox 13"/>
          <p:cNvSpPr/>
          <p:nvPr/>
        </p:nvSpPr>
        <p:spPr>
          <a:xfrm>
            <a:off x="2286000" y="3628800"/>
            <a:ext cx="4568760" cy="4968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2000" b="0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25.05.12.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94" name="그림 14"/>
          <p:cNvPicPr/>
          <p:nvPr/>
        </p:nvPicPr>
        <p:blipFill>
          <a:blip r:embed="rId4"/>
          <a:stretch/>
        </p:blipFill>
        <p:spPr>
          <a:xfrm>
            <a:off x="126720" y="143640"/>
            <a:ext cx="1225080" cy="251280"/>
          </a:xfrm>
          <a:prstGeom prst="rect">
            <a:avLst/>
          </a:prstGeom>
          <a:ln w="0">
            <a:noFill/>
          </a:ln>
        </p:spPr>
      </p:pic>
      <p:sp>
        <p:nvSpPr>
          <p:cNvPr id="95" name="TextBox 15"/>
          <p:cNvSpPr/>
          <p:nvPr/>
        </p:nvSpPr>
        <p:spPr>
          <a:xfrm>
            <a:off x="4508640" y="68040"/>
            <a:ext cx="45687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Advisor : Hoon Sung Chwa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1691280" y="5711400"/>
            <a:ext cx="5758560" cy="89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Dept of Electronic Engineering &amp; Computer Science, DGIST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Real-Time Computing Lab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46505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Goal: Analyzing Latency in Autonomous Drone Navigation via Offboarding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Requirement: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Understanding the Logic of Autonomous Drone Navigation via Offboarding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Analyzing Latency at Each Stage of the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strike="noStrike" spc="-1" dirty="0">
                <a:solidFill>
                  <a:srgbClr val="000000"/>
                </a:solidFill>
                <a:latin typeface="Times New Roman"/>
              </a:rPr>
              <a:t>Testing ROS Topics Required for Latency Measurement and Autonomous Navigation</a:t>
            </a: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31402-2CB5-562E-62A7-596E42531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4F1D27FC-AB26-6F74-8012-9204AED2476E}"/>
              </a:ext>
            </a:extLst>
          </p:cNvPr>
          <p:cNvSpPr/>
          <p:nvPr/>
        </p:nvSpPr>
        <p:spPr>
          <a:xfrm>
            <a:off x="203760" y="998280"/>
            <a:ext cx="8852760" cy="465219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Onboarding: PX4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내부에서 직접 실행</a:t>
            </a: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Offboarding: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외부 터미널</a:t>
            </a: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475A9139-3CE1-53E7-D21F-44A2151E68E7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04EF92C4-6AEE-EE1F-63D2-8AB18E6F0C2B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C57ACDF4-31B5-F2D0-29A2-803D272A816B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Onboarding &amp; Offboarding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53711EAA-6D59-2265-91FD-4781AD1E579F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F5D5A0-052C-AF8C-378C-70A15C91E7C0}"/>
              </a:ext>
            </a:extLst>
          </p:cNvPr>
          <p:cNvSpPr/>
          <p:nvPr/>
        </p:nvSpPr>
        <p:spPr>
          <a:xfrm>
            <a:off x="363633" y="4928156"/>
            <a:ext cx="1714063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DDS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8F36508-05BB-E7AE-670B-EEF1F9EB37A4}"/>
              </a:ext>
            </a:extLst>
          </p:cNvPr>
          <p:cNvSpPr/>
          <p:nvPr/>
        </p:nvSpPr>
        <p:spPr>
          <a:xfrm>
            <a:off x="4499068" y="4928156"/>
            <a:ext cx="2136079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3320B55-FD3B-A815-DE3A-9FBE3978C12C}"/>
              </a:ext>
            </a:extLst>
          </p:cNvPr>
          <p:cNvSpPr/>
          <p:nvPr/>
        </p:nvSpPr>
        <p:spPr>
          <a:xfrm>
            <a:off x="7483600" y="4901772"/>
            <a:ext cx="1224115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9B5144-9361-983D-09C6-7320BB2B63F5}"/>
              </a:ext>
            </a:extLst>
          </p:cNvPr>
          <p:cNvSpPr/>
          <p:nvPr/>
        </p:nvSpPr>
        <p:spPr>
          <a:xfrm>
            <a:off x="2619798" y="4999440"/>
            <a:ext cx="1224115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9D291-7C68-ECE6-F106-8C8487E00115}"/>
              </a:ext>
            </a:extLst>
          </p:cNvPr>
          <p:cNvSpPr/>
          <p:nvPr/>
        </p:nvSpPr>
        <p:spPr>
          <a:xfrm>
            <a:off x="363634" y="2215317"/>
            <a:ext cx="2136079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CDCDC9-A6CF-764B-0FD7-4FA7E0BD4540}"/>
              </a:ext>
            </a:extLst>
          </p:cNvPr>
          <p:cNvSpPr/>
          <p:nvPr/>
        </p:nvSpPr>
        <p:spPr>
          <a:xfrm>
            <a:off x="3625745" y="2215317"/>
            <a:ext cx="1224115" cy="106188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Gazebo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simulator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0926AED-9A0C-D0C6-9B97-A7CA5033DAFD}"/>
              </a:ext>
            </a:extLst>
          </p:cNvPr>
          <p:cNvSpPr/>
          <p:nvPr/>
        </p:nvSpPr>
        <p:spPr>
          <a:xfrm>
            <a:off x="2802174" y="2710491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F38C5D7-DD87-47B6-0CC1-2CD3A698FF0D}"/>
              </a:ext>
            </a:extLst>
          </p:cNvPr>
          <p:cNvSpPr/>
          <p:nvPr/>
        </p:nvSpPr>
        <p:spPr>
          <a:xfrm>
            <a:off x="6807198" y="5370688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8B7FD40-C70B-61A7-7855-59FBB53FAD8C}"/>
              </a:ext>
            </a:extLst>
          </p:cNvPr>
          <p:cNvSpPr/>
          <p:nvPr/>
        </p:nvSpPr>
        <p:spPr>
          <a:xfrm>
            <a:off x="2234338" y="5169258"/>
            <a:ext cx="2136079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659B9-D927-A96C-FBC6-7C90E334FEA4}"/>
              </a:ext>
            </a:extLst>
          </p:cNvPr>
          <p:cNvSpPr txBox="1"/>
          <p:nvPr/>
        </p:nvSpPr>
        <p:spPr>
          <a:xfrm>
            <a:off x="363635" y="1557487"/>
            <a:ext cx="150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&lt;PX4 shell&gt;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EBE84C-BD50-49D1-3703-1BF520C735F7}"/>
              </a:ext>
            </a:extLst>
          </p:cNvPr>
          <p:cNvSpPr txBox="1"/>
          <p:nvPr/>
        </p:nvSpPr>
        <p:spPr>
          <a:xfrm>
            <a:off x="363633" y="4211113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&lt;Terminal&gt;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run node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C6B2D-4190-AADE-5642-035871C07A1F}"/>
              </a:ext>
            </a:extLst>
          </p:cNvPr>
          <p:cNvSpPr txBox="1"/>
          <p:nvPr/>
        </p:nvSpPr>
        <p:spPr>
          <a:xfrm>
            <a:off x="5421128" y="2211362"/>
            <a:ext cx="306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PX4: </a:t>
            </a:r>
            <a:r>
              <a:rPr lang="ko-KR" alt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드론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제어 펌웨어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UAV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통신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protocl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DDS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MAVLink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2499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9AC1-5300-ECE1-1CCB-0B8406A1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6DE6E13-C9AF-3C91-FF34-D62CCAA76758}"/>
              </a:ext>
            </a:extLst>
          </p:cNvPr>
          <p:cNvSpPr/>
          <p:nvPr/>
        </p:nvSpPr>
        <p:spPr>
          <a:xfrm>
            <a:off x="203760" y="998280"/>
            <a:ext cx="8852760" cy="3728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Onboarding: 4ms~8ms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50000"/>
              </a:lnSpc>
              <a:buClr>
                <a:srgbClr val="000000"/>
              </a:buClr>
            </a:pP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Offboarding: 100ms~2000ms</a:t>
            </a:r>
          </a:p>
          <a:p>
            <a:pPr>
              <a:lnSpc>
                <a:spcPct val="150000"/>
              </a:lnSpc>
              <a:buClr>
                <a:srgbClr val="000000"/>
              </a:buClr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ROS2→MAVROS→PX4→MAVROS→ROS2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A997037F-8D34-6185-A9E9-670B195F4F88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EB68D2FA-B16B-BA60-1BC5-B4434770D57E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3328AEC8-B8B8-31D2-F06C-DCEBBFCE11E5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Latency: Onboarding vs Offboarding</a:t>
            </a: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9135C708-E403-7BF4-A95C-4F7C48B1AB06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9D35CA9-D2C3-A128-568F-FF033452A9A6}"/>
              </a:ext>
            </a:extLst>
          </p:cNvPr>
          <p:cNvSpPr/>
          <p:nvPr/>
        </p:nvSpPr>
        <p:spPr>
          <a:xfrm>
            <a:off x="1951622" y="3573540"/>
            <a:ext cx="917651" cy="64633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2223D5-69E1-6D37-7871-6F5A27264872}"/>
              </a:ext>
            </a:extLst>
          </p:cNvPr>
          <p:cNvSpPr/>
          <p:nvPr/>
        </p:nvSpPr>
        <p:spPr>
          <a:xfrm>
            <a:off x="4397861" y="3401405"/>
            <a:ext cx="1224115" cy="990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6953B8A-EBA8-8E7D-5E5B-5A9F78A187E3}"/>
              </a:ext>
            </a:extLst>
          </p:cNvPr>
          <p:cNvSpPr/>
          <p:nvPr/>
        </p:nvSpPr>
        <p:spPr>
          <a:xfrm>
            <a:off x="2231725" y="1501686"/>
            <a:ext cx="831004" cy="7579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46AECBAF-3C9A-8570-D469-2C676D4B4414}"/>
              </a:ext>
            </a:extLst>
          </p:cNvPr>
          <p:cNvSpPr/>
          <p:nvPr/>
        </p:nvSpPr>
        <p:spPr>
          <a:xfrm>
            <a:off x="1633195" y="1818626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53AAC-EB73-3A9E-CF1D-BA7461953021}"/>
              </a:ext>
            </a:extLst>
          </p:cNvPr>
          <p:cNvSpPr txBox="1"/>
          <p:nvPr/>
        </p:nvSpPr>
        <p:spPr>
          <a:xfrm>
            <a:off x="363635" y="1557487"/>
            <a:ext cx="1504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&lt;PX4 shell&gt;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670915-D2B2-33B9-C377-C53E15618812}"/>
              </a:ext>
            </a:extLst>
          </p:cNvPr>
          <p:cNvSpPr txBox="1"/>
          <p:nvPr/>
        </p:nvSpPr>
        <p:spPr>
          <a:xfrm>
            <a:off x="363635" y="3573540"/>
            <a:ext cx="1587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&lt;Terminal&gt;</a:t>
            </a:r>
          </a:p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run node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42662AB-9BC7-BAED-DA9D-1249E23B0E52}"/>
              </a:ext>
            </a:extLst>
          </p:cNvPr>
          <p:cNvSpPr/>
          <p:nvPr/>
        </p:nvSpPr>
        <p:spPr>
          <a:xfrm>
            <a:off x="6657599" y="3477920"/>
            <a:ext cx="831004" cy="75793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0C4E448-55F4-8F08-3867-33AA9072F702}"/>
              </a:ext>
            </a:extLst>
          </p:cNvPr>
          <p:cNvSpPr/>
          <p:nvPr/>
        </p:nvSpPr>
        <p:spPr>
          <a:xfrm>
            <a:off x="3095403" y="3656679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B42215F-1C3D-4E03-4A39-E5D1BB1F5994}"/>
              </a:ext>
            </a:extLst>
          </p:cNvPr>
          <p:cNvSpPr/>
          <p:nvPr/>
        </p:nvSpPr>
        <p:spPr>
          <a:xfrm>
            <a:off x="5918342" y="3616860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250454B0-74C1-BD7D-CB7F-FDF40D31F5F4}"/>
              </a:ext>
            </a:extLst>
          </p:cNvPr>
          <p:cNvSpPr/>
          <p:nvPr/>
        </p:nvSpPr>
        <p:spPr>
          <a:xfrm rot="10800000">
            <a:off x="5918342" y="4056000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95659CF-6BEF-8434-6202-45ACA3392ED9}"/>
              </a:ext>
            </a:extLst>
          </p:cNvPr>
          <p:cNvSpPr/>
          <p:nvPr/>
        </p:nvSpPr>
        <p:spPr>
          <a:xfrm rot="10800000">
            <a:off x="3095403" y="4092203"/>
            <a:ext cx="521110" cy="12405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10C9A-2EBD-08FE-FE02-425C4CBB1B38}"/>
              </a:ext>
            </a:extLst>
          </p:cNvPr>
          <p:cNvSpPr txBox="1"/>
          <p:nvPr/>
        </p:nvSpPr>
        <p:spPr>
          <a:xfrm>
            <a:off x="2951959" y="4149613"/>
            <a:ext cx="150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B486EF-807D-3FEF-862B-82E3CB39B4F8}"/>
              </a:ext>
            </a:extLst>
          </p:cNvPr>
          <p:cNvSpPr txBox="1"/>
          <p:nvPr/>
        </p:nvSpPr>
        <p:spPr>
          <a:xfrm>
            <a:off x="2913880" y="3294129"/>
            <a:ext cx="213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35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F826-627E-6F0A-5134-F951C57C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5E7EA08-B5CE-4361-353C-C32F9904F518}"/>
              </a:ext>
            </a:extLst>
          </p:cNvPr>
          <p:cNvSpPr/>
          <p:nvPr/>
        </p:nvSpPr>
        <p:spPr>
          <a:xfrm>
            <a:off x="203760" y="998280"/>
            <a:ext cx="8852760" cy="55738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MAVROS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Single node(/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sz="2000" b="1" spc="-1" dirty="0" err="1">
                <a:solidFill>
                  <a:srgbClr val="000000"/>
                </a:solidFill>
                <a:latin typeface="Times New Roman"/>
              </a:rPr>
              <a:t>mavros_node</a:t>
            </a: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기반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(/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/setpoint,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localposition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, /</a:t>
            </a:r>
            <a:r>
              <a:rPr lang="en-US" altLang="ko-KR" sz="2000" b="1" spc="-1" dirty="0" err="1">
                <a:solidFill>
                  <a:srgbClr val="000000"/>
                </a:solidFill>
                <a:latin typeface="Times New Roman"/>
              </a:rPr>
              <a:t>mavros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/velocity…)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 </a:t>
            </a:r>
          </a:p>
          <a:p>
            <a:pPr lvl="2">
              <a:lnSpc>
                <a:spcPct val="150000"/>
              </a:lnSpc>
              <a:buClr>
                <a:srgbClr val="000000"/>
              </a:buClr>
            </a:pPr>
            <a:endParaRPr lang="en-US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원인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명령이 밀림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최적화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사용하지 않는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종료</a:t>
            </a:r>
            <a:endParaRPr lang="en-US" altLang="ko-KR" sz="2000" b="1" strike="noStrike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trike="sngStrike" spc="-1" dirty="0">
                <a:solidFill>
                  <a:srgbClr val="000000"/>
                </a:solidFill>
                <a:latin typeface="Times New Roman"/>
              </a:rPr>
              <a:t>QoS </a:t>
            </a:r>
            <a:r>
              <a:rPr lang="ko-KR" altLang="en-US" sz="2000" b="1" strike="sngStrike" spc="-1" dirty="0">
                <a:solidFill>
                  <a:srgbClr val="000000"/>
                </a:solidFill>
                <a:latin typeface="Times New Roman"/>
              </a:rPr>
              <a:t>조정</a:t>
            </a:r>
            <a:r>
              <a:rPr lang="en-US" altLang="ko-KR" sz="2000" b="1" strike="sngStrike" spc="-1" dirty="0">
                <a:solidFill>
                  <a:srgbClr val="000000"/>
                </a:solidFill>
                <a:latin typeface="Times New Roman"/>
              </a:rPr>
              <a:t>: reliable → </a:t>
            </a:r>
            <a:r>
              <a:rPr lang="en-US" altLang="ko-KR" sz="2000" b="1" strike="sngStrike" spc="-1" dirty="0" err="1">
                <a:solidFill>
                  <a:srgbClr val="000000"/>
                </a:solidFill>
                <a:latin typeface="Times New Roman"/>
              </a:rPr>
              <a:t>besteffort</a:t>
            </a:r>
            <a:r>
              <a:rPr lang="en-US" altLang="ko-KR" sz="2000" b="1" strike="sngStrike" spc="-1" dirty="0">
                <a:solidFill>
                  <a:srgbClr val="000000"/>
                </a:solidFill>
                <a:latin typeface="Times New Roman"/>
              </a:rPr>
              <a:t>(reliable</a:t>
            </a:r>
            <a:r>
              <a:rPr lang="ko-KR" altLang="en-US" sz="2000" b="1" strike="sngStrike" spc="-1" dirty="0">
                <a:solidFill>
                  <a:srgbClr val="000000"/>
                </a:solidFill>
                <a:latin typeface="Times New Roman"/>
              </a:rPr>
              <a:t>의 경우 손실 시 명령 재전송</a:t>
            </a:r>
            <a:r>
              <a:rPr lang="en-US" altLang="ko-KR" sz="2000" b="1" strike="sngStrike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주기 조정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0.01s → 0.1s(PX4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처리 시간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457200">
              <a:lnSpc>
                <a:spcPct val="150000"/>
              </a:lnSpc>
              <a:buNone/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11488A4-BB69-D744-BEB6-41187210C15E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9370FEC5-BCEA-184B-C8F2-4B6A9A249874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0DA3A5A-EFCF-5D1F-1A2B-59B48BC568A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MAVROS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1BCBF2D8-5F64-7EA9-D757-45E266B5516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5FB4575-2D98-EEDB-4AAB-A81EF9023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10662"/>
              </p:ext>
            </p:extLst>
          </p:nvPr>
        </p:nvGraphicFramePr>
        <p:xfrm>
          <a:off x="1150374" y="2901335"/>
          <a:ext cx="7572070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2899373491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5191015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383583039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5552834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44102700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9650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10477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19018365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2586900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668262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takeoff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state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714034A-AAE7-08B7-11CB-285FB09DFE62}"/>
              </a:ext>
            </a:extLst>
          </p:cNvPr>
          <p:cNvSpPr txBox="1"/>
          <p:nvPr/>
        </p:nvSpPr>
        <p:spPr>
          <a:xfrm>
            <a:off x="1150374" y="3354508"/>
            <a:ext cx="3716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Offboard mode: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takeoff(0.01s)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/state(0.1s)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/position (0.1s)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226A3-ED99-0455-9D88-461AF49303DC}"/>
              </a:ext>
            </a:extLst>
          </p:cNvPr>
          <p:cNvSpPr txBox="1"/>
          <p:nvPr/>
        </p:nvSpPr>
        <p:spPr>
          <a:xfrm>
            <a:off x="6318663" y="3317602"/>
            <a:ext cx="2403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기본으로 실행되는 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plugin</a:t>
            </a:r>
          </a:p>
        </p:txBody>
      </p:sp>
    </p:spTree>
    <p:extLst>
      <p:ext uri="{BB962C8B-B14F-4D97-AF65-F5344CB8AC3E}">
        <p14:creationId xmlns:p14="http://schemas.microsoft.com/office/powerpoint/2010/main" val="147851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E9C3-216B-1C18-54E5-8596AED1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85192574-B2D3-414C-E88D-A958A7232D1F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Offboard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명령 주기 조정에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따른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1/s: 509.6ms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10/s: 1128.6ms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D6531D60-902C-7A66-0237-C05AB537C3F6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6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A9AAAE27-81C3-0071-B148-04A54208B8FF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9D6E1FCF-5CBB-1C92-19C5-7405C95F05C3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명령 주기 조정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21ABEB5A-B3AE-7760-AF70-1B335C07D460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31AF954E-1D33-4A2E-AD18-F7F04A722D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521115"/>
              </p:ext>
            </p:extLst>
          </p:nvPr>
        </p:nvGraphicFramePr>
        <p:xfrm>
          <a:off x="948239" y="2432486"/>
          <a:ext cx="6642263" cy="384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86116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2A515-59CB-48CA-799B-13183090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1826135B-B0A2-41C7-AE58-10CBF1619C55}"/>
              </a:ext>
            </a:extLst>
          </p:cNvPr>
          <p:cNvSpPr/>
          <p:nvPr/>
        </p:nvSpPr>
        <p:spPr>
          <a:xfrm>
            <a:off x="203760" y="998280"/>
            <a:ext cx="8852760" cy="1882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실행중인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plugin</a:t>
            </a:r>
            <a:r>
              <a:rPr lang="ko-KR" altLang="en-US" sz="2000" b="1" strike="noStrike" spc="-1" dirty="0">
                <a:solidFill>
                  <a:srgbClr val="000000"/>
                </a:solidFill>
                <a:latin typeface="Times New Roman"/>
              </a:rPr>
              <a:t>에 따른 </a:t>
            </a:r>
            <a:r>
              <a:rPr lang="en-US" altLang="ko-KR" sz="2000" b="1" strike="noStrike" spc="-1" dirty="0">
                <a:solidFill>
                  <a:srgbClr val="000000"/>
                </a:solidFill>
                <a:latin typeface="Times New Roman"/>
              </a:rPr>
              <a:t>latency(rate: 1/s)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1/s: 509.6ms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Many plugin: 1351.1ms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BB54507-AFD8-6831-3692-976698980B1F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D8D75965-E945-463D-B3E3-75CA7CA9B236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5B4B5807-C5AA-EDDB-1189-77BDC6B25788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test: Plugin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최적화</a:t>
            </a:r>
            <a:endParaRPr lang="en-US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101" name="직사각형 33">
            <a:extLst>
              <a:ext uri="{FF2B5EF4-FFF2-40B4-BE49-F238E27FC236}">
                <a16:creationId xmlns:a16="http://schemas.microsoft.com/office/drawing/2014/main" id="{3FE67928-03C0-71A8-7E24-C861A105C837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DA5C22B6-9CF8-BC69-AFF0-5C82EB0B81F1}"/>
              </a:ext>
            </a:extLst>
          </p:cNvPr>
          <p:cNvGraphicFramePr>
            <a:graphicFrameLocks/>
          </p:cNvGraphicFramePr>
          <p:nvPr/>
        </p:nvGraphicFramePr>
        <p:xfrm>
          <a:off x="1018578" y="2422127"/>
          <a:ext cx="6748676" cy="3437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0EDF6842-27CD-A287-74EA-A7161F639AA1}"/>
              </a:ext>
            </a:extLst>
          </p:cNvPr>
          <p:cNvSpPr/>
          <p:nvPr/>
        </p:nvSpPr>
        <p:spPr>
          <a:xfrm>
            <a:off x="1018578" y="2864233"/>
            <a:ext cx="6748676" cy="20673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231434-4C44-FB18-0042-25C7F5119B43}"/>
              </a:ext>
            </a:extLst>
          </p:cNvPr>
          <p:cNvSpPr/>
          <p:nvPr/>
        </p:nvSpPr>
        <p:spPr>
          <a:xfrm>
            <a:off x="1018578" y="3862898"/>
            <a:ext cx="6748676" cy="2067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64965A-3A59-D0B1-AABF-418E8E824E33}"/>
              </a:ext>
            </a:extLst>
          </p:cNvPr>
          <p:cNvSpPr/>
          <p:nvPr/>
        </p:nvSpPr>
        <p:spPr>
          <a:xfrm>
            <a:off x="1018578" y="5283097"/>
            <a:ext cx="6748676" cy="20674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96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B9D9-3B12-94D3-2B35-F8B6CEA3C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>
            <a:extLst>
              <a:ext uri="{FF2B5EF4-FFF2-40B4-BE49-F238E27FC236}">
                <a16:creationId xmlns:a16="http://schemas.microsoft.com/office/drawing/2014/main" id="{BF458B2E-F88E-A17C-2770-1CE9C5633C37}"/>
              </a:ext>
            </a:extLst>
          </p:cNvPr>
          <p:cNvSpPr/>
          <p:nvPr/>
        </p:nvSpPr>
        <p:spPr>
          <a:xfrm>
            <a:off x="203760" y="998280"/>
            <a:ext cx="8852760" cy="55755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Latency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원인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중앙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queue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명령이 밀림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strike="sng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strike="sngStrike" spc="-1" dirty="0">
                <a:solidFill>
                  <a:srgbClr val="000000"/>
                </a:solidFill>
                <a:latin typeface="Times New Roman"/>
              </a:rPr>
              <a:t>최적화</a:t>
            </a:r>
            <a:r>
              <a:rPr lang="en-US" altLang="ko-KR" sz="2000" strike="sng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ko-KR" altLang="en-US" sz="2000" strike="sngStrike" spc="-1" dirty="0">
                <a:solidFill>
                  <a:srgbClr val="000000"/>
                </a:solidFill>
                <a:latin typeface="Times New Roman"/>
              </a:rPr>
              <a:t>사용하지 않는 </a:t>
            </a:r>
            <a:r>
              <a:rPr lang="en-US" altLang="ko-KR" sz="2000" strike="sngStrike" spc="-1" dirty="0">
                <a:solidFill>
                  <a:srgbClr val="000000"/>
                </a:solidFill>
                <a:latin typeface="Times New Roman"/>
              </a:rPr>
              <a:t>plugin </a:t>
            </a:r>
            <a:r>
              <a:rPr lang="ko-KR" altLang="en-US" sz="2000" strike="sngStrike" spc="-1" dirty="0">
                <a:solidFill>
                  <a:srgbClr val="000000"/>
                </a:solidFill>
                <a:latin typeface="Times New Roman"/>
              </a:rPr>
              <a:t>종료</a:t>
            </a:r>
            <a:endParaRPr lang="en-US" altLang="ko-KR" sz="2000" strike="sngStrike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strike="sngStrike" spc="-1" dirty="0">
                <a:solidFill>
                  <a:srgbClr val="000000"/>
                </a:solidFill>
                <a:latin typeface="Times New Roman"/>
              </a:rPr>
              <a:t>QoS </a:t>
            </a:r>
            <a:r>
              <a:rPr lang="ko-KR" altLang="en-US" sz="2000" strike="sngStrike" spc="-1" dirty="0">
                <a:solidFill>
                  <a:srgbClr val="000000"/>
                </a:solidFill>
                <a:latin typeface="Times New Roman"/>
              </a:rPr>
              <a:t>조정</a:t>
            </a:r>
            <a:r>
              <a:rPr lang="en-US" altLang="ko-KR" sz="2000" strike="sngStrike" spc="-1" dirty="0">
                <a:solidFill>
                  <a:srgbClr val="000000"/>
                </a:solidFill>
                <a:latin typeface="Times New Roman"/>
              </a:rPr>
              <a:t>: reliable → </a:t>
            </a:r>
            <a:r>
              <a:rPr lang="en-US" altLang="ko-KR" sz="2000" strike="sngStrike" spc="-1" dirty="0" err="1">
                <a:solidFill>
                  <a:srgbClr val="000000"/>
                </a:solidFill>
                <a:latin typeface="Times New Roman"/>
              </a:rPr>
              <a:t>besteffort</a:t>
            </a:r>
            <a:r>
              <a:rPr lang="en-US" altLang="ko-KR" sz="2000" strike="sngStrike" spc="-1" dirty="0">
                <a:solidFill>
                  <a:srgbClr val="000000"/>
                </a:solidFill>
                <a:latin typeface="Times New Roman"/>
              </a:rPr>
              <a:t>(reliable</a:t>
            </a:r>
            <a:r>
              <a:rPr lang="ko-KR" altLang="en-US" sz="2000" strike="sngStrike" spc="-1" dirty="0">
                <a:solidFill>
                  <a:srgbClr val="000000"/>
                </a:solidFill>
                <a:latin typeface="Times New Roman"/>
              </a:rPr>
              <a:t>의 경우 손실 시 명령 재전송</a:t>
            </a:r>
            <a:r>
              <a:rPr lang="en-US" altLang="ko-KR" sz="2000" strike="sngStrike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주기 조정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: 0.01s → 0.1s(PX4 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처리 시간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lvl="1">
              <a:lnSpc>
                <a:spcPct val="150000"/>
              </a:lnSpc>
              <a:buClr>
                <a:srgbClr val="000000"/>
              </a:buClr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 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Priority: MAVROS process</a:t>
            </a: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Muti-thread: Callback group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altLang="ko-KR" sz="2000" b="1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FE93FEF0-8DA4-B6C3-5A6C-DAC418AFBA2D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8826A500-DD98-D616-6B4C-83D22D8627A2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0669B6E1-24D1-629F-89CC-C242913342A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improvement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49407C4-1A80-9C37-3B02-755131D102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878268"/>
              </p:ext>
            </p:extLst>
          </p:nvPr>
        </p:nvGraphicFramePr>
        <p:xfrm>
          <a:off x="2016147" y="2903234"/>
          <a:ext cx="3786035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2899373491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45191015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3835830397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5552834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2441027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dds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dds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dds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dds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dds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E89EA3E-27AE-DBEE-ED80-B89BFE51B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81871"/>
              </p:ext>
            </p:extLst>
          </p:nvPr>
        </p:nvGraphicFramePr>
        <p:xfrm>
          <a:off x="2016147" y="3864218"/>
          <a:ext cx="3786035" cy="370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57207">
                  <a:extLst>
                    <a:ext uri="{9D8B030D-6E8A-4147-A177-3AD203B41FA5}">
                      <a16:colId xmlns:a16="http://schemas.microsoft.com/office/drawing/2014/main" val="1049650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01047796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190183653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12586900"/>
                    </a:ext>
                  </a:extLst>
                </a:gridCol>
                <a:gridCol w="757207">
                  <a:extLst>
                    <a:ext uri="{9D8B030D-6E8A-4147-A177-3AD203B41FA5}">
                      <a16:colId xmlns:a16="http://schemas.microsoft.com/office/drawing/2014/main" val="6682628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mavlink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mavlink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mavlink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7463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625DA79-C69A-5971-32BD-CBABD256C6D3}"/>
              </a:ext>
            </a:extLst>
          </p:cNvPr>
          <p:cNvSpPr txBox="1"/>
          <p:nvPr/>
        </p:nvSpPr>
        <p:spPr>
          <a:xfrm>
            <a:off x="875605" y="2934765"/>
            <a:ext cx="114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0E1EC-0727-66D9-8F50-6E614306C2E1}"/>
              </a:ext>
            </a:extLst>
          </p:cNvPr>
          <p:cNvSpPr txBox="1"/>
          <p:nvPr/>
        </p:nvSpPr>
        <p:spPr>
          <a:xfrm>
            <a:off x="875605" y="3923277"/>
            <a:ext cx="1140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MAVROS</a:t>
            </a:r>
          </a:p>
        </p:txBody>
      </p:sp>
      <p:sp>
        <p:nvSpPr>
          <p:cNvPr id="9" name="직사각형 33">
            <a:extLst>
              <a:ext uri="{FF2B5EF4-FFF2-40B4-BE49-F238E27FC236}">
                <a16:creationId xmlns:a16="http://schemas.microsoft.com/office/drawing/2014/main" id="{35FB2CD9-CC70-A778-E209-0A0185F7126E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91D2CE-74CF-04F1-5F3B-ABAAC2E969B4}"/>
              </a:ext>
            </a:extLst>
          </p:cNvPr>
          <p:cNvSpPr txBox="1"/>
          <p:nvPr/>
        </p:nvSpPr>
        <p:spPr>
          <a:xfrm>
            <a:off x="948240" y="6330171"/>
            <a:ext cx="7938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0" i="0" dirty="0">
                <a:solidFill>
                  <a:srgbClr val="333333"/>
                </a:solidFill>
                <a:effectLst/>
                <a:latin typeface="HelveticaNeue Regular"/>
              </a:rPr>
              <a:t>Y. Yang and T. Azumi, "Exploring Real-Time Executor on ROS 2," </a:t>
            </a:r>
            <a:r>
              <a:rPr lang="en-US" altLang="ko-KR" sz="1400" b="0" i="1" dirty="0">
                <a:solidFill>
                  <a:srgbClr val="333333"/>
                </a:solidFill>
                <a:effectLst/>
                <a:latin typeface="HelveticaNeue Regular"/>
              </a:rPr>
              <a:t>2020 IEEE International Conference on Embedded Software and Systems (ICESS)</a:t>
            </a:r>
            <a:r>
              <a:rPr lang="en-US" altLang="ko-KR" sz="1400" b="0" i="0" dirty="0">
                <a:solidFill>
                  <a:srgbClr val="333333"/>
                </a:solidFill>
                <a:effectLst/>
                <a:latin typeface="HelveticaNeue Regular"/>
              </a:rPr>
              <a:t>, Shanghai, China, 2020, pp. 1-8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4681189-79A0-F780-7419-216A20B50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55" y="4262659"/>
            <a:ext cx="4206174" cy="962051"/>
          </a:xfrm>
          <a:prstGeom prst="rect">
            <a:avLst/>
          </a:prstGeom>
        </p:spPr>
      </p:pic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16D4A2C6-4936-8593-2237-17AF17CA0EB7}"/>
              </a:ext>
            </a:extLst>
          </p:cNvPr>
          <p:cNvSpPr/>
          <p:nvPr/>
        </p:nvSpPr>
        <p:spPr>
          <a:xfrm rot="17617521">
            <a:off x="3096524" y="2776582"/>
            <a:ext cx="214000" cy="1597504"/>
          </a:xfrm>
          <a:prstGeom prst="downArrow">
            <a:avLst>
              <a:gd name="adj1" fmla="val 30219"/>
              <a:gd name="adj2" fmla="val 5866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74A19BED-167F-BA0D-BA04-8D8ECB3D74CB}"/>
              </a:ext>
            </a:extLst>
          </p:cNvPr>
          <p:cNvSpPr/>
          <p:nvPr/>
        </p:nvSpPr>
        <p:spPr>
          <a:xfrm rot="5400000">
            <a:off x="1682952" y="3643856"/>
            <a:ext cx="147569" cy="621721"/>
          </a:xfrm>
          <a:prstGeom prst="downArrow">
            <a:avLst>
              <a:gd name="adj1" fmla="val 30219"/>
              <a:gd name="adj2" fmla="val 5866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68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F5D2-D5C3-5A32-8DBB-C9AA0018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131D0115-4BC6-4FC6-945D-78D5BA7991A1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B60D647E-BA45-583F-3920-E5AA2CE37241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D97B2935-74F4-A0F1-B01D-6406CFDA7D5F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</a:t>
            </a:r>
          </a:p>
        </p:txBody>
      </p:sp>
      <p:sp>
        <p:nvSpPr>
          <p:cNvPr id="9" name="직사각형 33">
            <a:extLst>
              <a:ext uri="{FF2B5EF4-FFF2-40B4-BE49-F238E27FC236}">
                <a16:creationId xmlns:a16="http://schemas.microsoft.com/office/drawing/2014/main" id="{ECA9E494-3C0E-1B1C-2046-DFDFF176C1D8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" name="TextBox 46">
            <a:extLst>
              <a:ext uri="{FF2B5EF4-FFF2-40B4-BE49-F238E27FC236}">
                <a16:creationId xmlns:a16="http://schemas.microsoft.com/office/drawing/2014/main" id="{5FEF84BF-E23C-B14D-0987-F58A38B12CFE}"/>
              </a:ext>
            </a:extLst>
          </p:cNvPr>
          <p:cNvSpPr/>
          <p:nvPr/>
        </p:nvSpPr>
        <p:spPr>
          <a:xfrm>
            <a:off x="203760" y="998280"/>
            <a:ext cx="8852760" cy="1420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우선순위에 따른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주기에 따른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E6B803BA-6C15-1A6A-4240-61F3F7D5C2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8803994"/>
              </p:ext>
            </p:extLst>
          </p:nvPr>
        </p:nvGraphicFramePr>
        <p:xfrm>
          <a:off x="-39600" y="296760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F6D95683-8028-B90D-D398-35F7C6EEF3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7700989"/>
              </p:ext>
            </p:extLst>
          </p:nvPr>
        </p:nvGraphicFramePr>
        <p:xfrm>
          <a:off x="4532400" y="29700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4266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01E5-C551-BA31-99BB-8E02EA6F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슬라이드 번호 개체 틀 1">
            <a:extLst>
              <a:ext uri="{FF2B5EF4-FFF2-40B4-BE49-F238E27FC236}">
                <a16:creationId xmlns:a16="http://schemas.microsoft.com/office/drawing/2014/main" id="{7D299C56-0D00-66E6-6690-04366784E505}"/>
              </a:ext>
            </a:extLst>
          </p:cNvPr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>
            <a:extLst>
              <a:ext uri="{FF2B5EF4-FFF2-40B4-BE49-F238E27FC236}">
                <a16:creationId xmlns:a16="http://schemas.microsoft.com/office/drawing/2014/main" id="{13F9E32A-DE10-F4D0-B8F3-F566085E3791}"/>
              </a:ext>
            </a:extLst>
          </p:cNvPr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>
            <a:extLst>
              <a:ext uri="{FF2B5EF4-FFF2-40B4-BE49-F238E27FC236}">
                <a16:creationId xmlns:a16="http://schemas.microsoft.com/office/drawing/2014/main" id="{6B02328E-E39C-0E46-325D-397FE7986422}"/>
              </a:ext>
            </a:extLst>
          </p:cNvPr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Latency test</a:t>
            </a:r>
          </a:p>
        </p:txBody>
      </p:sp>
      <p:sp>
        <p:nvSpPr>
          <p:cNvPr id="9" name="직사각형 33">
            <a:extLst>
              <a:ext uri="{FF2B5EF4-FFF2-40B4-BE49-F238E27FC236}">
                <a16:creationId xmlns:a16="http://schemas.microsoft.com/office/drawing/2014/main" id="{6A787498-87DB-9FB6-8D24-1968F161B8AD}"/>
              </a:ext>
            </a:extLst>
          </p:cNvPr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4" name="TextBox 46">
            <a:extLst>
              <a:ext uri="{FF2B5EF4-FFF2-40B4-BE49-F238E27FC236}">
                <a16:creationId xmlns:a16="http://schemas.microsoft.com/office/drawing/2014/main" id="{A9F8DF83-D6B3-3DBD-4592-11F42951DF71}"/>
              </a:ext>
            </a:extLst>
          </p:cNvPr>
          <p:cNvSpPr/>
          <p:nvPr/>
        </p:nvSpPr>
        <p:spPr>
          <a:xfrm>
            <a:off x="203760" y="998280"/>
            <a:ext cx="8852760" cy="14205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우선순위에 따른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명령 주기에 따른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Latency</a:t>
            </a: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  <a:p>
            <a:pPr marL="800280" lvl="1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endParaRPr lang="en-US" sz="2000" b="1" spc="-1" dirty="0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CA5C0F70-E20D-8C88-CE85-BA404B8527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043660"/>
              </p:ext>
            </p:extLst>
          </p:nvPr>
        </p:nvGraphicFramePr>
        <p:xfrm>
          <a:off x="383820" y="2323036"/>
          <a:ext cx="8492640" cy="374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81057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그림 4"/>
          <p:cNvPicPr/>
          <p:nvPr/>
        </p:nvPicPr>
        <p:blipFill>
          <a:blip r:embed="rId3"/>
          <a:stretch/>
        </p:blipFill>
        <p:spPr>
          <a:xfrm>
            <a:off x="4005000" y="2738520"/>
            <a:ext cx="1131120" cy="1131120"/>
          </a:xfrm>
          <a:prstGeom prst="rect">
            <a:avLst/>
          </a:prstGeom>
          <a:ln w="0">
            <a:noFill/>
          </a:ln>
        </p:spPr>
      </p:pic>
      <p:sp>
        <p:nvSpPr>
          <p:cNvPr id="151" name="직사각형 9"/>
          <p:cNvSpPr/>
          <p:nvPr/>
        </p:nvSpPr>
        <p:spPr>
          <a:xfrm>
            <a:off x="0" y="4390560"/>
            <a:ext cx="9140760" cy="14112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  <p:sp>
        <p:nvSpPr>
          <p:cNvPr id="152" name="직사각형 10"/>
          <p:cNvSpPr/>
          <p:nvPr/>
        </p:nvSpPr>
        <p:spPr>
          <a:xfrm>
            <a:off x="3265920" y="1940760"/>
            <a:ext cx="260856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000000"/>
                </a:solidFill>
                <a:latin typeface="Times New Roman"/>
                <a:ea typeface="DejaVu Sans"/>
              </a:rPr>
              <a:t>Thank you</a:t>
            </a:r>
            <a:endParaRPr lang="en-US" sz="3200" b="0" strike="noStrike" spc="-1">
              <a:latin typeface="Arial"/>
            </a:endParaRPr>
          </a:p>
        </p:txBody>
      </p:sp>
      <p:pic>
        <p:nvPicPr>
          <p:cNvPr id="153" name="그림 7"/>
          <p:cNvPicPr/>
          <p:nvPr/>
        </p:nvPicPr>
        <p:blipFill>
          <a:blip r:embed="rId4"/>
          <a:srcRect r="48421"/>
          <a:stretch/>
        </p:blipFill>
        <p:spPr>
          <a:xfrm>
            <a:off x="3922920" y="5087520"/>
            <a:ext cx="1295280" cy="425880"/>
          </a:xfrm>
          <a:prstGeom prst="rect">
            <a:avLst/>
          </a:prstGeom>
          <a:ln w="0">
            <a:noFill/>
          </a:ln>
        </p:spPr>
      </p:pic>
      <p:pic>
        <p:nvPicPr>
          <p:cNvPr id="154" name="그림 12"/>
          <p:cNvPicPr/>
          <p:nvPr/>
        </p:nvPicPr>
        <p:blipFill>
          <a:blip r:embed="rId5"/>
          <a:stretch/>
        </p:blipFill>
        <p:spPr>
          <a:xfrm>
            <a:off x="126720" y="143640"/>
            <a:ext cx="1225080" cy="251280"/>
          </a:xfrm>
          <a:prstGeom prst="rect">
            <a:avLst/>
          </a:prstGeom>
          <a:ln w="0">
            <a:noFill/>
          </a:ln>
        </p:spPr>
      </p:pic>
      <p:sp>
        <p:nvSpPr>
          <p:cNvPr id="155" name="TextBox 13"/>
          <p:cNvSpPr/>
          <p:nvPr/>
        </p:nvSpPr>
        <p:spPr>
          <a:xfrm>
            <a:off x="4508640" y="68040"/>
            <a:ext cx="45687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Advisor : Hoon Sung Chwa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1691280" y="5711400"/>
            <a:ext cx="5758560" cy="89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Dept of Electronic Engineering &amp; Computer Science, DGIST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Real-Time Computing Lab </a:t>
            </a:r>
            <a:endParaRPr lang="en-US" sz="1600" b="0" strike="noStrike" spc="-1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lang="en-US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75280</TotalTime>
  <Words>525</Words>
  <Application>Microsoft Office PowerPoint</Application>
  <PresentationFormat>화면 슬라이드 쇼(4:3)</PresentationFormat>
  <Paragraphs>148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HelveticaNeue Regular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RTCL403</dc:creator>
  <dc:description/>
  <cp:lastModifiedBy>최문영</cp:lastModifiedBy>
  <cp:revision>1477</cp:revision>
  <cp:lastPrinted>2021-08-19T05:10:09Z</cp:lastPrinted>
  <dcterms:created xsi:type="dcterms:W3CDTF">2020-05-28T10:10:30Z</dcterms:created>
  <dcterms:modified xsi:type="dcterms:W3CDTF">2025-05-15T21:45:54Z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화면 슬라이드 쇼(4:3)</vt:lpwstr>
  </property>
  <property fmtid="{D5CDD505-2E9C-101B-9397-08002B2CF9AE}" pid="4" name="Slides">
    <vt:i4>12</vt:i4>
  </property>
</Properties>
</file>