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699" r:id="rId2"/>
    <p:sldId id="257" r:id="rId3"/>
    <p:sldId id="951" r:id="rId4"/>
    <p:sldId id="941" r:id="rId5"/>
    <p:sldId id="960" r:id="rId6"/>
    <p:sldId id="953" r:id="rId7"/>
    <p:sldId id="959" r:id="rId8"/>
    <p:sldId id="956" r:id="rId9"/>
    <p:sldId id="957" r:id="rId10"/>
    <p:sldId id="958" r:id="rId11"/>
    <p:sldId id="961" r:id="rId12"/>
    <p:sldId id="731" r:id="rId13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F0D706-0907-473C-A9AD-24B71E93A2C4}" v="946" dt="2026-01-30T03:05:32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282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-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redo custSel addSld delSld modSld sldOrd">
      <pc:chgData name="최문영" userId="c9c2ca5b-20f2-48c9-9e1f-a03229bf2768" providerId="ADAL" clId="{1AFE30CA-0473-46B3-B73A-3803F8D94D85}" dt="2026-01-30T03:08:11.990" v="5457" actId="20577"/>
      <pc:docMkLst>
        <pc:docMk/>
      </pc:docMkLst>
      <pc:sldChg chg="modSp mod">
        <pc:chgData name="최문영" userId="c9c2ca5b-20f2-48c9-9e1f-a03229bf2768" providerId="ADAL" clId="{1AFE30CA-0473-46B3-B73A-3803F8D94D85}" dt="2026-01-30T01:39:34.094" v="13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6-01-30T01:39:34.094" v="13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delSp modSp add del mod addAnim delAnim modAnim modNotesTx">
        <pc:chgData name="최문영" userId="c9c2ca5b-20f2-48c9-9e1f-a03229bf2768" providerId="ADAL" clId="{1AFE30CA-0473-46B3-B73A-3803F8D94D85}" dt="2026-01-30T03:08:11.990" v="5457" actId="20577"/>
        <pc:sldMkLst>
          <pc:docMk/>
          <pc:sldMk cId="1047534280" sldId="941"/>
        </pc:sldMkLst>
        <pc:spChg chg="add mod">
          <ac:chgData name="최문영" userId="c9c2ca5b-20f2-48c9-9e1f-a03229bf2768" providerId="ADAL" clId="{1AFE30CA-0473-46B3-B73A-3803F8D94D85}" dt="2026-01-30T02:42:57.351" v="2813"/>
          <ac:spMkLst>
            <pc:docMk/>
            <pc:sldMk cId="1047534280" sldId="941"/>
            <ac:spMk id="7" creationId="{A5C45C59-0837-77E8-0492-1F92C6B0D798}"/>
          </ac:spMkLst>
        </pc:spChg>
        <pc:spChg chg="add mod">
          <ac:chgData name="최문영" userId="c9c2ca5b-20f2-48c9-9e1f-a03229bf2768" providerId="ADAL" clId="{1AFE30CA-0473-46B3-B73A-3803F8D94D85}" dt="2026-01-30T02:42:57.351" v="2813"/>
          <ac:spMkLst>
            <pc:docMk/>
            <pc:sldMk cId="1047534280" sldId="941"/>
            <ac:spMk id="9" creationId="{D2E61E7C-DFD2-6F26-4654-01B77AA5D753}"/>
          </ac:spMkLst>
        </pc:spChg>
        <pc:spChg chg="add mod">
          <ac:chgData name="최문영" userId="c9c2ca5b-20f2-48c9-9e1f-a03229bf2768" providerId="ADAL" clId="{1AFE30CA-0473-46B3-B73A-3803F8D94D85}" dt="2026-01-30T02:42:57.351" v="2813"/>
          <ac:spMkLst>
            <pc:docMk/>
            <pc:sldMk cId="1047534280" sldId="941"/>
            <ac:spMk id="10" creationId="{9FCDA254-3294-EB81-8B81-87137B47EF76}"/>
          </ac:spMkLst>
        </pc:spChg>
        <pc:spChg chg="add mod">
          <ac:chgData name="최문영" userId="c9c2ca5b-20f2-48c9-9e1f-a03229bf2768" providerId="ADAL" clId="{1AFE30CA-0473-46B3-B73A-3803F8D94D85}" dt="2026-01-30T02:42:57.351" v="2813"/>
          <ac:spMkLst>
            <pc:docMk/>
            <pc:sldMk cId="1047534280" sldId="941"/>
            <ac:spMk id="11" creationId="{27564C30-AED8-64E7-0D13-75EF17FC6B1F}"/>
          </ac:spMkLst>
        </pc:spChg>
        <pc:spChg chg="add mod">
          <ac:chgData name="최문영" userId="c9c2ca5b-20f2-48c9-9e1f-a03229bf2768" providerId="ADAL" clId="{1AFE30CA-0473-46B3-B73A-3803F8D94D85}" dt="2026-01-30T02:43:39.397" v="2825"/>
          <ac:spMkLst>
            <pc:docMk/>
            <pc:sldMk cId="1047534280" sldId="941"/>
            <ac:spMk id="16" creationId="{B93F7555-0C51-5892-CAA0-D85F9B52001F}"/>
          </ac:spMkLst>
        </pc:spChg>
        <pc:spChg chg="add mod">
          <ac:chgData name="최문영" userId="c9c2ca5b-20f2-48c9-9e1f-a03229bf2768" providerId="ADAL" clId="{1AFE30CA-0473-46B3-B73A-3803F8D94D85}" dt="2026-01-30T02:43:39.397" v="2825"/>
          <ac:spMkLst>
            <pc:docMk/>
            <pc:sldMk cId="1047534280" sldId="941"/>
            <ac:spMk id="17" creationId="{CF67C775-C39E-A0F9-E00E-06AB44E20DCE}"/>
          </ac:spMkLst>
        </pc:spChg>
        <pc:spChg chg="add mod">
          <ac:chgData name="최문영" userId="c9c2ca5b-20f2-48c9-9e1f-a03229bf2768" providerId="ADAL" clId="{1AFE30CA-0473-46B3-B73A-3803F8D94D85}" dt="2026-01-30T02:43:46.957" v="2826"/>
          <ac:spMkLst>
            <pc:docMk/>
            <pc:sldMk cId="1047534280" sldId="941"/>
            <ac:spMk id="21" creationId="{D92819B5-A770-A4F4-CB43-DC1FBDB05702}"/>
          </ac:spMkLst>
        </pc:spChg>
        <pc:spChg chg="add mod">
          <ac:chgData name="최문영" userId="c9c2ca5b-20f2-48c9-9e1f-a03229bf2768" providerId="ADAL" clId="{1AFE30CA-0473-46B3-B73A-3803F8D94D85}" dt="2026-01-30T02:43:46.957" v="2826"/>
          <ac:spMkLst>
            <pc:docMk/>
            <pc:sldMk cId="1047534280" sldId="941"/>
            <ac:spMk id="25" creationId="{81CAFFD3-3C93-2F9D-5F0D-22986C032AFC}"/>
          </ac:spMkLst>
        </pc:spChg>
        <pc:spChg chg="del">
          <ac:chgData name="최문영" userId="c9c2ca5b-20f2-48c9-9e1f-a03229bf2768" providerId="ADAL" clId="{1AFE30CA-0473-46B3-B73A-3803F8D94D85}" dt="2026-01-30T02:42:29.168" v="2756" actId="478"/>
          <ac:spMkLst>
            <pc:docMk/>
            <pc:sldMk cId="1047534280" sldId="941"/>
            <ac:spMk id="38" creationId="{E58E82EF-C14C-70AA-0F18-183DB980A658}"/>
          </ac:spMkLst>
        </pc:spChg>
        <pc:spChg chg="del">
          <ac:chgData name="최문영" userId="c9c2ca5b-20f2-48c9-9e1f-a03229bf2768" providerId="ADAL" clId="{1AFE30CA-0473-46B3-B73A-3803F8D94D85}" dt="2026-01-30T02:42:26.648" v="2755" actId="478"/>
          <ac:spMkLst>
            <pc:docMk/>
            <pc:sldMk cId="1047534280" sldId="941"/>
            <ac:spMk id="39" creationId="{B1BD1A0C-A14C-AE65-F536-B67B89604D99}"/>
          </ac:spMkLst>
        </pc:spChg>
        <pc:spChg chg="add mod">
          <ac:chgData name="최문영" userId="c9c2ca5b-20f2-48c9-9e1f-a03229bf2768" providerId="ADAL" clId="{1AFE30CA-0473-46B3-B73A-3803F8D94D85}" dt="2026-01-30T02:44:17.387" v="2835"/>
          <ac:spMkLst>
            <pc:docMk/>
            <pc:sldMk cId="1047534280" sldId="941"/>
            <ac:spMk id="40" creationId="{BDB97BCF-C8E8-1226-3E61-BD970A5C2ACD}"/>
          </ac:spMkLst>
        </pc:spChg>
        <pc:spChg chg="add mod">
          <ac:chgData name="최문영" userId="c9c2ca5b-20f2-48c9-9e1f-a03229bf2768" providerId="ADAL" clId="{1AFE30CA-0473-46B3-B73A-3803F8D94D85}" dt="2026-01-30T02:44:32.651" v="2841"/>
          <ac:spMkLst>
            <pc:docMk/>
            <pc:sldMk cId="1047534280" sldId="941"/>
            <ac:spMk id="42" creationId="{E00C01DB-1127-E8D4-C522-A01E41C8C5A3}"/>
          </ac:spMkLst>
        </pc:spChg>
        <pc:spChg chg="add mod">
          <ac:chgData name="최문영" userId="c9c2ca5b-20f2-48c9-9e1f-a03229bf2768" providerId="ADAL" clId="{1AFE30CA-0473-46B3-B73A-3803F8D94D85}" dt="2026-01-30T02:44:45.880" v="2844" actId="14100"/>
          <ac:spMkLst>
            <pc:docMk/>
            <pc:sldMk cId="1047534280" sldId="941"/>
            <ac:spMk id="44" creationId="{91B7A7BC-6129-2064-40BF-A1708BABCCF3}"/>
          </ac:spMkLst>
        </pc:spChg>
        <pc:spChg chg="add mod">
          <ac:chgData name="최문영" userId="c9c2ca5b-20f2-48c9-9e1f-a03229bf2768" providerId="ADAL" clId="{1AFE30CA-0473-46B3-B73A-3803F8D94D85}" dt="2026-01-30T02:44:47.711" v="2845"/>
          <ac:spMkLst>
            <pc:docMk/>
            <pc:sldMk cId="1047534280" sldId="941"/>
            <ac:spMk id="46" creationId="{9282C1B4-086E-7DEF-375D-9CF29153064A}"/>
          </ac:spMkLst>
        </pc:spChg>
        <pc:spChg chg="add mod">
          <ac:chgData name="최문영" userId="c9c2ca5b-20f2-48c9-9e1f-a03229bf2768" providerId="ADAL" clId="{1AFE30CA-0473-46B3-B73A-3803F8D94D85}" dt="2026-01-30T02:47:33.325" v="2912" actId="20577"/>
          <ac:spMkLst>
            <pc:docMk/>
            <pc:sldMk cId="1047534280" sldId="941"/>
            <ac:spMk id="48" creationId="{58EE73D7-7727-9E3D-BA4B-31E555458939}"/>
          </ac:spMkLst>
        </pc:spChg>
        <pc:spChg chg="del">
          <ac:chgData name="최문영" userId="c9c2ca5b-20f2-48c9-9e1f-a03229bf2768" providerId="ADAL" clId="{1AFE30CA-0473-46B3-B73A-3803F8D94D85}" dt="2026-01-30T02:43:09.471" v="2819" actId="478"/>
          <ac:spMkLst>
            <pc:docMk/>
            <pc:sldMk cId="1047534280" sldId="941"/>
            <ac:spMk id="60" creationId="{1ABEFA1E-F21D-7456-1B8E-F6309A9FFFAE}"/>
          </ac:spMkLst>
        </pc:spChg>
        <pc:spChg chg="del">
          <ac:chgData name="최문영" userId="c9c2ca5b-20f2-48c9-9e1f-a03229bf2768" providerId="ADAL" clId="{1AFE30CA-0473-46B3-B73A-3803F8D94D85}" dt="2026-01-30T02:43:09.471" v="2819" actId="478"/>
          <ac:spMkLst>
            <pc:docMk/>
            <pc:sldMk cId="1047534280" sldId="941"/>
            <ac:spMk id="64" creationId="{F7EDCE59-4BB4-0874-0CFF-89557E30FFF6}"/>
          </ac:spMkLst>
        </pc:spChg>
        <pc:spChg chg="del">
          <ac:chgData name="최문영" userId="c9c2ca5b-20f2-48c9-9e1f-a03229bf2768" providerId="ADAL" clId="{1AFE30CA-0473-46B3-B73A-3803F8D94D85}" dt="2026-01-30T02:42:30.907" v="2757" actId="478"/>
          <ac:spMkLst>
            <pc:docMk/>
            <pc:sldMk cId="1047534280" sldId="941"/>
            <ac:spMk id="65" creationId="{0285C392-5E22-305E-5AB6-CBEAFBC0697C}"/>
          </ac:spMkLst>
        </pc:spChg>
        <pc:spChg chg="del">
          <ac:chgData name="최문영" userId="c9c2ca5b-20f2-48c9-9e1f-a03229bf2768" providerId="ADAL" clId="{1AFE30CA-0473-46B3-B73A-3803F8D94D85}" dt="2026-01-30T02:43:09.471" v="2819" actId="478"/>
          <ac:spMkLst>
            <pc:docMk/>
            <pc:sldMk cId="1047534280" sldId="941"/>
            <ac:spMk id="66" creationId="{29DA393A-DF42-CAF9-096D-11ADADD452F6}"/>
          </ac:spMkLst>
        </pc:spChg>
        <pc:spChg chg="del">
          <ac:chgData name="최문영" userId="c9c2ca5b-20f2-48c9-9e1f-a03229bf2768" providerId="ADAL" clId="{1AFE30CA-0473-46B3-B73A-3803F8D94D85}" dt="2026-01-30T02:43:09.471" v="2819" actId="478"/>
          <ac:spMkLst>
            <pc:docMk/>
            <pc:sldMk cId="1047534280" sldId="941"/>
            <ac:spMk id="67" creationId="{0547E941-DFD6-7A55-28A1-7DFB2593B749}"/>
          </ac:spMkLst>
        </pc:spChg>
        <pc:spChg chg="del">
          <ac:chgData name="최문영" userId="c9c2ca5b-20f2-48c9-9e1f-a03229bf2768" providerId="ADAL" clId="{1AFE30CA-0473-46B3-B73A-3803F8D94D85}" dt="2026-01-30T02:42:17.627" v="2754" actId="478"/>
          <ac:spMkLst>
            <pc:docMk/>
            <pc:sldMk cId="1047534280" sldId="941"/>
            <ac:spMk id="68" creationId="{E27FD10E-9DB7-05FD-81A3-35226D036049}"/>
          </ac:spMkLst>
        </pc:spChg>
        <pc:spChg chg="mod">
          <ac:chgData name="최문영" userId="c9c2ca5b-20f2-48c9-9e1f-a03229bf2768" providerId="ADAL" clId="{1AFE30CA-0473-46B3-B73A-3803F8D94D85}" dt="2026-01-30T02:43:11.612" v="2820" actId="20577"/>
          <ac:spMkLst>
            <pc:docMk/>
            <pc:sldMk cId="1047534280" sldId="941"/>
            <ac:spMk id="97" creationId="{674BABB2-E66A-20DC-B119-0715A05B4761}"/>
          </ac:spMkLst>
        </pc:spChg>
        <pc:spChg chg="mod">
          <ac:chgData name="최문영" userId="c9c2ca5b-20f2-48c9-9e1f-a03229bf2768" providerId="ADAL" clId="{1AFE30CA-0473-46B3-B73A-3803F8D94D85}" dt="2026-01-30T02:41:47.710" v="2707" actId="20577"/>
          <ac:spMkLst>
            <pc:docMk/>
            <pc:sldMk cId="1047534280" sldId="941"/>
            <ac:spMk id="100" creationId="{1AF787A6-69CC-851E-19A1-A7C92DEB6723}"/>
          </ac:spMkLst>
        </pc:spChg>
        <pc:graphicFrameChg chg="add mod">
          <ac:chgData name="최문영" userId="c9c2ca5b-20f2-48c9-9e1f-a03229bf2768" providerId="ADAL" clId="{1AFE30CA-0473-46B3-B73A-3803F8D94D85}" dt="2026-01-30T02:42:57.351" v="2813"/>
          <ac:graphicFrameMkLst>
            <pc:docMk/>
            <pc:sldMk cId="1047534280" sldId="941"/>
            <ac:graphicFrameMk id="6" creationId="{CAE0D1CF-E7F2-DA29-317F-B5320A531FB7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39.397" v="2825"/>
          <ac:graphicFrameMkLst>
            <pc:docMk/>
            <pc:sldMk cId="1047534280" sldId="941"/>
            <ac:graphicFrameMk id="13" creationId="{98ADD8C6-A34D-69FB-51B6-F2868DF74DB1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39.397" v="2825"/>
          <ac:graphicFrameMkLst>
            <pc:docMk/>
            <pc:sldMk cId="1047534280" sldId="941"/>
            <ac:graphicFrameMk id="14" creationId="{2A014D2F-AFD1-4DA4-8B69-24AFC752D4DA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39.397" v="2825"/>
          <ac:graphicFrameMkLst>
            <pc:docMk/>
            <pc:sldMk cId="1047534280" sldId="941"/>
            <ac:graphicFrameMk id="15" creationId="{F295ADCC-9BE1-C7AE-ADA3-35AB6063AEF5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46.957" v="2826"/>
          <ac:graphicFrameMkLst>
            <pc:docMk/>
            <pc:sldMk cId="1047534280" sldId="941"/>
            <ac:graphicFrameMk id="18" creationId="{CC0D86B1-1AC4-44F5-A3EC-B744EF726B66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46.957" v="2826"/>
          <ac:graphicFrameMkLst>
            <pc:docMk/>
            <pc:sldMk cId="1047534280" sldId="941"/>
            <ac:graphicFrameMk id="19" creationId="{401DAC31-C3E5-A63E-A6A9-EEB252DE5FD8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3:46.957" v="2826"/>
          <ac:graphicFrameMkLst>
            <pc:docMk/>
            <pc:sldMk cId="1047534280" sldId="941"/>
            <ac:graphicFrameMk id="20" creationId="{5D2CC8B0-9231-404E-1695-080F1AAA0D7F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17.387" v="2835"/>
          <ac:graphicFrameMkLst>
            <pc:docMk/>
            <pc:sldMk cId="1047534280" sldId="941"/>
            <ac:graphicFrameMk id="26" creationId="{DCD01E70-BEBB-C8A0-B5ED-44D8055484C6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17.387" v="2835"/>
          <ac:graphicFrameMkLst>
            <pc:docMk/>
            <pc:sldMk cId="1047534280" sldId="941"/>
            <ac:graphicFrameMk id="35" creationId="{EF2F49EB-6749-D2E0-AD4B-83AD1D6E2A79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45.880" v="2844" actId="14100"/>
          <ac:graphicFrameMkLst>
            <pc:docMk/>
            <pc:sldMk cId="1047534280" sldId="941"/>
            <ac:graphicFrameMk id="43" creationId="{14B81445-D3E0-530C-2481-22FCA589D825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47.711" v="2845"/>
          <ac:graphicFrameMkLst>
            <pc:docMk/>
            <pc:sldMk cId="1047534280" sldId="941"/>
            <ac:graphicFrameMk id="45" creationId="{FCF6CAB4-9C23-4307-87B1-D4109C7CE993}"/>
          </ac:graphicFrameMkLst>
        </pc:graphicFrameChg>
        <pc:graphicFrameChg chg="del">
          <ac:chgData name="최문영" userId="c9c2ca5b-20f2-48c9-9e1f-a03229bf2768" providerId="ADAL" clId="{1AFE30CA-0473-46B3-B73A-3803F8D94D85}" dt="2026-01-30T02:43:09.471" v="2819" actId="478"/>
          <ac:graphicFrameMkLst>
            <pc:docMk/>
            <pc:sldMk cId="1047534280" sldId="941"/>
            <ac:graphicFrameMk id="59" creationId="{181A9EB5-7587-AEB0-AA29-C9ABE7E978B9}"/>
          </ac:graphicFrameMkLst>
        </pc:graphicFrameChg>
        <pc:picChg chg="add mod">
          <ac:chgData name="최문영" userId="c9c2ca5b-20f2-48c9-9e1f-a03229bf2768" providerId="ADAL" clId="{1AFE30CA-0473-46B3-B73A-3803F8D94D85}" dt="2026-01-30T02:42:57.351" v="2813"/>
          <ac:picMkLst>
            <pc:docMk/>
            <pc:sldMk cId="1047534280" sldId="941"/>
            <ac:picMk id="5" creationId="{20E6F490-E306-FF76-408C-DE995ECC5E0E}"/>
          </ac:picMkLst>
        </pc:picChg>
        <pc:picChg chg="add mod">
          <ac:chgData name="최문영" userId="c9c2ca5b-20f2-48c9-9e1f-a03229bf2768" providerId="ADAL" clId="{1AFE30CA-0473-46B3-B73A-3803F8D94D85}" dt="2026-01-30T02:43:19.539" v="2823" actId="1076"/>
          <ac:picMkLst>
            <pc:docMk/>
            <pc:sldMk cId="1047534280" sldId="941"/>
            <ac:picMk id="12" creationId="{DEADAE3F-7227-7887-BAB6-9416F9355000}"/>
          </ac:picMkLst>
        </pc:picChg>
        <pc:picChg chg="add mod">
          <ac:chgData name="최문영" userId="c9c2ca5b-20f2-48c9-9e1f-a03229bf2768" providerId="ADAL" clId="{1AFE30CA-0473-46B3-B73A-3803F8D94D85}" dt="2026-01-30T02:45:05.033" v="2864" actId="1038"/>
          <ac:picMkLst>
            <pc:docMk/>
            <pc:sldMk cId="1047534280" sldId="941"/>
            <ac:picMk id="41" creationId="{685BCFE0-228C-109F-3051-B3C6634BA01A}"/>
          </ac:picMkLst>
        </pc:picChg>
        <pc:picChg chg="add mod">
          <ac:chgData name="최문영" userId="c9c2ca5b-20f2-48c9-9e1f-a03229bf2768" providerId="ADAL" clId="{1AFE30CA-0473-46B3-B73A-3803F8D94D85}" dt="2026-01-30T02:45:05.033" v="2864" actId="1038"/>
          <ac:picMkLst>
            <pc:docMk/>
            <pc:sldMk cId="1047534280" sldId="941"/>
            <ac:picMk id="47" creationId="{CE0DB8C4-72A2-7535-DE3C-15EE50090F2C}"/>
          </ac:picMkLst>
        </pc:picChg>
        <pc:picChg chg="del">
          <ac:chgData name="최문영" userId="c9c2ca5b-20f2-48c9-9e1f-a03229bf2768" providerId="ADAL" clId="{1AFE30CA-0473-46B3-B73A-3803F8D94D85}" dt="2026-01-30T02:43:09.471" v="2819" actId="478"/>
          <ac:picMkLst>
            <pc:docMk/>
            <pc:sldMk cId="1047534280" sldId="941"/>
            <ac:picMk id="58" creationId="{F581835D-0BEB-29BE-93A1-8E58ACD7CC1B}"/>
          </ac:picMkLst>
        </pc:picChg>
        <pc:cxnChg chg="add mod">
          <ac:chgData name="최문영" userId="c9c2ca5b-20f2-48c9-9e1f-a03229bf2768" providerId="ADAL" clId="{1AFE30CA-0473-46B3-B73A-3803F8D94D85}" dt="2026-01-30T02:42:57.351" v="2813"/>
          <ac:cxnSpMkLst>
            <pc:docMk/>
            <pc:sldMk cId="1047534280" sldId="941"/>
            <ac:cxnSpMk id="8" creationId="{E1C3F22C-F47D-A4A8-012B-2866231CECD2}"/>
          </ac:cxnSpMkLst>
        </pc:cxnChg>
        <pc:cxnChg chg="del mod">
          <ac:chgData name="최문영" userId="c9c2ca5b-20f2-48c9-9e1f-a03229bf2768" providerId="ADAL" clId="{1AFE30CA-0473-46B3-B73A-3803F8D94D85}" dt="2026-01-30T02:43:09.471" v="2819" actId="478"/>
          <ac:cxnSpMkLst>
            <pc:docMk/>
            <pc:sldMk cId="1047534280" sldId="941"/>
            <ac:cxnSpMk id="61" creationId="{11D5E682-AE86-3A0B-DC16-6DBD62A75E55}"/>
          </ac:cxnSpMkLst>
        </pc:cxnChg>
      </pc:sldChg>
      <pc:sldChg chg="modNotesTx">
        <pc:chgData name="최문영" userId="c9c2ca5b-20f2-48c9-9e1f-a03229bf2768" providerId="ADAL" clId="{1AFE30CA-0473-46B3-B73A-3803F8D94D85}" dt="2026-01-30T03:06:40.069" v="4971" actId="20577"/>
        <pc:sldMkLst>
          <pc:docMk/>
          <pc:sldMk cId="978233220" sldId="951"/>
        </pc:sldMkLst>
      </pc:sldChg>
      <pc:sldChg chg="addSp delSp modSp mod modTransition delAnim modAnim modNotesTx">
        <pc:chgData name="최문영" userId="c9c2ca5b-20f2-48c9-9e1f-a03229bf2768" providerId="ADAL" clId="{1AFE30CA-0473-46B3-B73A-3803F8D94D85}" dt="2026-01-30T03:04:08.283" v="4648" actId="20577"/>
        <pc:sldMkLst>
          <pc:docMk/>
          <pc:sldMk cId="445711750" sldId="953"/>
        </pc:sldMkLst>
        <pc:spChg chg="mod">
          <ac:chgData name="최문영" userId="c9c2ca5b-20f2-48c9-9e1f-a03229bf2768" providerId="ADAL" clId="{1AFE30CA-0473-46B3-B73A-3803F8D94D85}" dt="2026-01-30T02:00:31.450" v="298" actId="1076"/>
          <ac:spMkLst>
            <pc:docMk/>
            <pc:sldMk cId="445711750" sldId="953"/>
            <ac:spMk id="3" creationId="{6C3F3F58-FDA2-3017-88A5-77DC20B8BA7E}"/>
          </ac:spMkLst>
        </pc:spChg>
        <pc:spChg chg="del mod">
          <ac:chgData name="최문영" userId="c9c2ca5b-20f2-48c9-9e1f-a03229bf2768" providerId="ADAL" clId="{1AFE30CA-0473-46B3-B73A-3803F8D94D85}" dt="2026-01-30T02:00:15.178" v="296" actId="478"/>
          <ac:spMkLst>
            <pc:docMk/>
            <pc:sldMk cId="445711750" sldId="953"/>
            <ac:spMk id="5" creationId="{82C0B9AC-6EAC-2615-FCB7-9C135CD705DE}"/>
          </ac:spMkLst>
        </pc:spChg>
        <pc:spChg chg="add mod">
          <ac:chgData name="최문영" userId="c9c2ca5b-20f2-48c9-9e1f-a03229bf2768" providerId="ADAL" clId="{1AFE30CA-0473-46B3-B73A-3803F8D94D85}" dt="2026-01-30T02:00:34.377" v="299" actId="1076"/>
          <ac:spMkLst>
            <pc:docMk/>
            <pc:sldMk cId="445711750" sldId="953"/>
            <ac:spMk id="6" creationId="{7B6995BF-ED17-2170-8D22-EB55031AA4BD}"/>
          </ac:spMkLst>
        </pc:spChg>
        <pc:spChg chg="mod">
          <ac:chgData name="최문영" userId="c9c2ca5b-20f2-48c9-9e1f-a03229bf2768" providerId="ADAL" clId="{1AFE30CA-0473-46B3-B73A-3803F8D94D85}" dt="2026-01-30T02:02:06.337" v="320" actId="1037"/>
          <ac:spMkLst>
            <pc:docMk/>
            <pc:sldMk cId="445711750" sldId="953"/>
            <ac:spMk id="10" creationId="{73A62D5D-1251-6BA1-1910-890D861658D2}"/>
          </ac:spMkLst>
        </pc:spChg>
        <pc:spChg chg="del mod">
          <ac:chgData name="최문영" userId="c9c2ca5b-20f2-48c9-9e1f-a03229bf2768" providerId="ADAL" clId="{1AFE30CA-0473-46B3-B73A-3803F8D94D85}" dt="2026-01-30T01:59:50.268" v="272" actId="478"/>
          <ac:spMkLst>
            <pc:docMk/>
            <pc:sldMk cId="445711750" sldId="953"/>
            <ac:spMk id="11" creationId="{445A4060-03C2-A991-DBF3-2746BB561C3F}"/>
          </ac:spMkLst>
        </pc:spChg>
        <pc:spChg chg="mod">
          <ac:chgData name="최문영" userId="c9c2ca5b-20f2-48c9-9e1f-a03229bf2768" providerId="ADAL" clId="{1AFE30CA-0473-46B3-B73A-3803F8D94D85}" dt="2026-01-30T02:15:14.099" v="702" actId="1035"/>
          <ac:spMkLst>
            <pc:docMk/>
            <pc:sldMk cId="445711750" sldId="953"/>
            <ac:spMk id="14" creationId="{C69857DA-99F6-54EE-4BAC-7229AE02D543}"/>
          </ac:spMkLst>
        </pc:spChg>
        <pc:spChg chg="mod">
          <ac:chgData name="최문영" userId="c9c2ca5b-20f2-48c9-9e1f-a03229bf2768" providerId="ADAL" clId="{1AFE30CA-0473-46B3-B73A-3803F8D94D85}" dt="2026-01-30T02:15:14.099" v="702" actId="1035"/>
          <ac:spMkLst>
            <pc:docMk/>
            <pc:sldMk cId="445711750" sldId="953"/>
            <ac:spMk id="15" creationId="{BD1184AE-7994-7A3E-DCB6-DACC2C63083D}"/>
          </ac:spMkLst>
        </pc:spChg>
        <pc:spChg chg="add mod">
          <ac:chgData name="최문영" userId="c9c2ca5b-20f2-48c9-9e1f-a03229bf2768" providerId="ADAL" clId="{1AFE30CA-0473-46B3-B73A-3803F8D94D85}" dt="2026-01-30T02:02:57.255" v="341" actId="1076"/>
          <ac:spMkLst>
            <pc:docMk/>
            <pc:sldMk cId="445711750" sldId="953"/>
            <ac:spMk id="16" creationId="{23FE63C1-5706-F2F8-BC51-5866E32B13BE}"/>
          </ac:spMkLst>
        </pc:spChg>
        <pc:spChg chg="add mod">
          <ac:chgData name="최문영" userId="c9c2ca5b-20f2-48c9-9e1f-a03229bf2768" providerId="ADAL" clId="{1AFE30CA-0473-46B3-B73A-3803F8D94D85}" dt="2026-01-30T02:03:02.115" v="342" actId="1076"/>
          <ac:spMkLst>
            <pc:docMk/>
            <pc:sldMk cId="445711750" sldId="953"/>
            <ac:spMk id="23" creationId="{3E269C63-0F25-4AE2-F170-88D0494D82D8}"/>
          </ac:spMkLst>
        </pc:spChg>
        <pc:spChg chg="add mod">
          <ac:chgData name="최문영" userId="c9c2ca5b-20f2-48c9-9e1f-a03229bf2768" providerId="ADAL" clId="{1AFE30CA-0473-46B3-B73A-3803F8D94D85}" dt="2026-01-30T02:15:25.288" v="716" actId="1036"/>
          <ac:spMkLst>
            <pc:docMk/>
            <pc:sldMk cId="445711750" sldId="953"/>
            <ac:spMk id="24" creationId="{EAE831C5-6834-884D-F290-D462252D49F7}"/>
          </ac:spMkLst>
        </pc:spChg>
        <pc:spChg chg="add mod">
          <ac:chgData name="최문영" userId="c9c2ca5b-20f2-48c9-9e1f-a03229bf2768" providerId="ADAL" clId="{1AFE30CA-0473-46B3-B73A-3803F8D94D85}" dt="2026-01-30T02:02:06.337" v="320" actId="1037"/>
          <ac:spMkLst>
            <pc:docMk/>
            <pc:sldMk cId="445711750" sldId="953"/>
            <ac:spMk id="25" creationId="{C60E9D7A-4592-023E-D022-47EDE1B40E21}"/>
          </ac:spMkLst>
        </pc:spChg>
        <pc:spChg chg="mod">
          <ac:chgData name="최문영" userId="c9c2ca5b-20f2-48c9-9e1f-a03229bf2768" providerId="ADAL" clId="{1AFE30CA-0473-46B3-B73A-3803F8D94D85}" dt="2026-01-30T02:02:06.337" v="320" actId="1037"/>
          <ac:spMkLst>
            <pc:docMk/>
            <pc:sldMk cId="445711750" sldId="953"/>
            <ac:spMk id="30" creationId="{E6096022-3C13-BE80-26B0-0762C77EFC3C}"/>
          </ac:spMkLst>
        </pc:spChg>
        <pc:spChg chg="add mod">
          <ac:chgData name="최문영" userId="c9c2ca5b-20f2-48c9-9e1f-a03229bf2768" providerId="ADAL" clId="{1AFE30CA-0473-46B3-B73A-3803F8D94D85}" dt="2026-01-30T02:23:25.721" v="1198" actId="1036"/>
          <ac:spMkLst>
            <pc:docMk/>
            <pc:sldMk cId="445711750" sldId="953"/>
            <ac:spMk id="36" creationId="{D6E2872C-3A55-F670-9089-A991DFEE00A6}"/>
          </ac:spMkLst>
        </pc:spChg>
        <pc:spChg chg="add mod">
          <ac:chgData name="최문영" userId="c9c2ca5b-20f2-48c9-9e1f-a03229bf2768" providerId="ADAL" clId="{1AFE30CA-0473-46B3-B73A-3803F8D94D85}" dt="2026-01-30T02:15:17.813" v="703" actId="14100"/>
          <ac:spMkLst>
            <pc:docMk/>
            <pc:sldMk cId="445711750" sldId="953"/>
            <ac:spMk id="37" creationId="{E46FBB8F-B43D-0402-5E5A-EDAAEF22EC57}"/>
          </ac:spMkLst>
        </pc:spChg>
        <pc:spChg chg="add del mod">
          <ac:chgData name="최문영" userId="c9c2ca5b-20f2-48c9-9e1f-a03229bf2768" providerId="ADAL" clId="{1AFE30CA-0473-46B3-B73A-3803F8D94D85}" dt="2026-01-30T02:15:01.253" v="695" actId="478"/>
          <ac:spMkLst>
            <pc:docMk/>
            <pc:sldMk cId="445711750" sldId="953"/>
            <ac:spMk id="38" creationId="{0172D387-7018-9EDE-1CA3-951817513500}"/>
          </ac:spMkLst>
        </pc:spChg>
        <pc:spChg chg="add mod">
          <ac:chgData name="최문영" userId="c9c2ca5b-20f2-48c9-9e1f-a03229bf2768" providerId="ADAL" clId="{1AFE30CA-0473-46B3-B73A-3803F8D94D85}" dt="2026-01-30T02:15:54.949" v="762" actId="1076"/>
          <ac:spMkLst>
            <pc:docMk/>
            <pc:sldMk cId="445711750" sldId="953"/>
            <ac:spMk id="39" creationId="{FEC97A20-8567-84B5-F35D-76D262CA6288}"/>
          </ac:spMkLst>
        </pc:spChg>
        <pc:spChg chg="add del mod">
          <ac:chgData name="최문영" userId="c9c2ca5b-20f2-48c9-9e1f-a03229bf2768" providerId="ADAL" clId="{1AFE30CA-0473-46B3-B73A-3803F8D94D85}" dt="2026-01-30T02:19:05.817" v="895" actId="478"/>
          <ac:spMkLst>
            <pc:docMk/>
            <pc:sldMk cId="445711750" sldId="953"/>
            <ac:spMk id="40" creationId="{EEEB30A7-A7DA-EEA4-531C-9C1CF33ABA57}"/>
          </ac:spMkLst>
        </pc:spChg>
        <pc:spChg chg="del">
          <ac:chgData name="최문영" userId="c9c2ca5b-20f2-48c9-9e1f-a03229bf2768" providerId="ADAL" clId="{1AFE30CA-0473-46B3-B73A-3803F8D94D85}" dt="2026-01-30T01:53:13.862" v="51" actId="478"/>
          <ac:spMkLst>
            <pc:docMk/>
            <pc:sldMk cId="445711750" sldId="953"/>
            <ac:spMk id="96" creationId="{D73C5E65-32A3-9678-B730-0F666C156CA2}"/>
          </ac:spMkLst>
        </pc:spChg>
        <pc:spChg chg="mod">
          <ac:chgData name="최문영" userId="c9c2ca5b-20f2-48c9-9e1f-a03229bf2768" providerId="ADAL" clId="{1AFE30CA-0473-46B3-B73A-3803F8D94D85}" dt="2026-01-30T01:53:39.443" v="80" actId="20577"/>
          <ac:spMkLst>
            <pc:docMk/>
            <pc:sldMk cId="445711750" sldId="953"/>
            <ac:spMk id="97" creationId="{6CEA6122-10AF-F59A-DDED-AAEF30ECB069}"/>
          </ac:spMkLst>
        </pc:spChg>
        <pc:spChg chg="mod">
          <ac:chgData name="최문영" userId="c9c2ca5b-20f2-48c9-9e1f-a03229bf2768" providerId="ADAL" clId="{1AFE30CA-0473-46B3-B73A-3803F8D94D85}" dt="2026-01-30T01:52:01.862" v="50" actId="20577"/>
          <ac:spMkLst>
            <pc:docMk/>
            <pc:sldMk cId="445711750" sldId="953"/>
            <ac:spMk id="100" creationId="{70BC8B68-33D5-D750-CFDB-81511D551D1F}"/>
          </ac:spMkLst>
        </pc:spChg>
        <pc:spChg chg="del">
          <ac:chgData name="최문영" userId="c9c2ca5b-20f2-48c9-9e1f-a03229bf2768" providerId="ADAL" clId="{1AFE30CA-0473-46B3-B73A-3803F8D94D85}" dt="2026-01-30T01:53:16.850" v="52" actId="478"/>
          <ac:spMkLst>
            <pc:docMk/>
            <pc:sldMk cId="445711750" sldId="953"/>
            <ac:spMk id="102" creationId="{BD19F952-7ED6-A021-8AC2-AADA3B41A27C}"/>
          </ac:spMkLst>
        </pc:spChg>
        <pc:spChg chg="del">
          <ac:chgData name="최문영" userId="c9c2ca5b-20f2-48c9-9e1f-a03229bf2768" providerId="ADAL" clId="{1AFE30CA-0473-46B3-B73A-3803F8D94D85}" dt="2026-01-30T01:53:28.114" v="57" actId="478"/>
          <ac:spMkLst>
            <pc:docMk/>
            <pc:sldMk cId="445711750" sldId="953"/>
            <ac:spMk id="103" creationId="{1C2BE92C-580E-B882-AE84-032DFA9DDB04}"/>
          </ac:spMkLst>
        </pc:spChg>
        <pc:spChg chg="del mod">
          <ac:chgData name="최문영" userId="c9c2ca5b-20f2-48c9-9e1f-a03229bf2768" providerId="ADAL" clId="{1AFE30CA-0473-46B3-B73A-3803F8D94D85}" dt="2026-01-30T01:53:25.734" v="56" actId="478"/>
          <ac:spMkLst>
            <pc:docMk/>
            <pc:sldMk cId="445711750" sldId="953"/>
            <ac:spMk id="105" creationId="{FC2DC95F-B101-6DCD-93AD-1758C5601C51}"/>
          </ac:spMkLst>
        </pc:spChg>
        <pc:grpChg chg="add mod">
          <ac:chgData name="최문영" userId="c9c2ca5b-20f2-48c9-9e1f-a03229bf2768" providerId="ADAL" clId="{1AFE30CA-0473-46B3-B73A-3803F8D94D85}" dt="2026-01-30T02:00:31.450" v="298" actId="1076"/>
          <ac:grpSpMkLst>
            <pc:docMk/>
            <pc:sldMk cId="445711750" sldId="953"/>
            <ac:grpSpMk id="2" creationId="{FFFEA2A3-0960-93E1-17E0-D09CBDB4E510}"/>
          </ac:grpSpMkLst>
        </pc:grpChg>
        <pc:grpChg chg="add mod">
          <ac:chgData name="최문영" userId="c9c2ca5b-20f2-48c9-9e1f-a03229bf2768" providerId="ADAL" clId="{1AFE30CA-0473-46B3-B73A-3803F8D94D85}" dt="2026-01-30T02:00:34.377" v="299" actId="1076"/>
          <ac:grpSpMkLst>
            <pc:docMk/>
            <pc:sldMk cId="445711750" sldId="953"/>
            <ac:grpSpMk id="7" creationId="{E43C0E29-73EE-78C2-E858-82F8D278B621}"/>
          </ac:grpSpMkLst>
        </pc:grpChg>
        <pc:grpChg chg="add mod">
          <ac:chgData name="최문영" userId="c9c2ca5b-20f2-48c9-9e1f-a03229bf2768" providerId="ADAL" clId="{1AFE30CA-0473-46B3-B73A-3803F8D94D85}" dt="2026-01-30T02:02:06.337" v="320" actId="1037"/>
          <ac:grpSpMkLst>
            <pc:docMk/>
            <pc:sldMk cId="445711750" sldId="953"/>
            <ac:grpSpMk id="8" creationId="{0680901D-AE68-D9E0-E09F-981892F40610}"/>
          </ac:grpSpMkLst>
        </pc:grpChg>
        <pc:grpChg chg="add mod">
          <ac:chgData name="최문영" userId="c9c2ca5b-20f2-48c9-9e1f-a03229bf2768" providerId="ADAL" clId="{1AFE30CA-0473-46B3-B73A-3803F8D94D85}" dt="2026-01-30T02:15:14.099" v="702" actId="1035"/>
          <ac:grpSpMkLst>
            <pc:docMk/>
            <pc:sldMk cId="445711750" sldId="953"/>
            <ac:grpSpMk id="12" creationId="{403D747D-6E3B-A589-146D-6853C8EEAD07}"/>
          </ac:grpSpMkLst>
        </pc:grpChg>
        <pc:grpChg chg="add del mod">
          <ac:chgData name="최문영" userId="c9c2ca5b-20f2-48c9-9e1f-a03229bf2768" providerId="ADAL" clId="{1AFE30CA-0473-46B3-B73A-3803F8D94D85}" dt="2026-01-30T02:00:48.637" v="302" actId="478"/>
          <ac:grpSpMkLst>
            <pc:docMk/>
            <pc:sldMk cId="445711750" sldId="953"/>
            <ac:grpSpMk id="28" creationId="{E02515FA-0833-B409-214C-DBFCAA5E5898}"/>
          </ac:grpSpMkLst>
        </pc:grpChg>
        <pc:graphicFrameChg chg="del">
          <ac:chgData name="최문영" userId="c9c2ca5b-20f2-48c9-9e1f-a03229bf2768" providerId="ADAL" clId="{1AFE30CA-0473-46B3-B73A-3803F8D94D85}" dt="2026-01-30T01:53:29.729" v="58" actId="478"/>
          <ac:graphicFrameMkLst>
            <pc:docMk/>
            <pc:sldMk cId="445711750" sldId="953"/>
            <ac:graphicFrameMk id="104" creationId="{876C2F73-293A-E773-5E53-36121BD088A8}"/>
          </ac:graphicFrameMkLst>
        </pc:graphicFrameChg>
        <pc:picChg chg="mod">
          <ac:chgData name="최문영" userId="c9c2ca5b-20f2-48c9-9e1f-a03229bf2768" providerId="ADAL" clId="{1AFE30CA-0473-46B3-B73A-3803F8D94D85}" dt="2026-01-30T02:00:31.450" v="298" actId="1076"/>
          <ac:picMkLst>
            <pc:docMk/>
            <pc:sldMk cId="445711750" sldId="953"/>
            <ac:picMk id="4" creationId="{AB2A5FE2-EEC2-71BB-C0AE-B7991829894B}"/>
          </ac:picMkLst>
        </pc:picChg>
        <pc:picChg chg="mod">
          <ac:chgData name="최문영" userId="c9c2ca5b-20f2-48c9-9e1f-a03229bf2768" providerId="ADAL" clId="{1AFE30CA-0473-46B3-B73A-3803F8D94D85}" dt="2026-01-30T02:02:06.337" v="320" actId="1037"/>
          <ac:picMkLst>
            <pc:docMk/>
            <pc:sldMk cId="445711750" sldId="953"/>
            <ac:picMk id="9" creationId="{2DBC4DFE-73D1-7DCC-AFFC-91BEF9B5EB73}"/>
          </ac:picMkLst>
        </pc:picChg>
        <pc:picChg chg="mod">
          <ac:chgData name="최문영" userId="c9c2ca5b-20f2-48c9-9e1f-a03229bf2768" providerId="ADAL" clId="{1AFE30CA-0473-46B3-B73A-3803F8D94D85}" dt="2026-01-30T02:15:14.099" v="702" actId="1035"/>
          <ac:picMkLst>
            <pc:docMk/>
            <pc:sldMk cId="445711750" sldId="953"/>
            <ac:picMk id="13" creationId="{A4EC5384-2AE1-7851-2B5B-88DD26F23AFD}"/>
          </ac:picMkLst>
        </pc:picChg>
        <pc:picChg chg="del mod">
          <ac:chgData name="최문영" userId="c9c2ca5b-20f2-48c9-9e1f-a03229bf2768" providerId="ADAL" clId="{1AFE30CA-0473-46B3-B73A-3803F8D94D85}" dt="2026-01-30T02:00:48.637" v="302" actId="478"/>
          <ac:picMkLst>
            <pc:docMk/>
            <pc:sldMk cId="445711750" sldId="953"/>
            <ac:picMk id="29" creationId="{FB83CCC2-011F-5EB5-0706-9ACB516D5F53}"/>
          </ac:picMkLst>
        </pc:picChg>
        <pc:picChg chg="add mod">
          <ac:chgData name="최문영" userId="c9c2ca5b-20f2-48c9-9e1f-a03229bf2768" providerId="ADAL" clId="{1AFE30CA-0473-46B3-B73A-3803F8D94D85}" dt="2026-01-30T02:00:34.377" v="299" actId="1076"/>
          <ac:picMkLst>
            <pc:docMk/>
            <pc:sldMk cId="445711750" sldId="953"/>
            <ac:picMk id="1026" creationId="{8234F353-94E3-229B-F364-0BF09848E71C}"/>
          </ac:picMkLst>
        </pc:picChg>
        <pc:cxnChg chg="add mod">
          <ac:chgData name="최문영" userId="c9c2ca5b-20f2-48c9-9e1f-a03229bf2768" providerId="ADAL" clId="{1AFE30CA-0473-46B3-B73A-3803F8D94D85}" dt="2026-01-30T02:02:51.278" v="340" actId="14100"/>
          <ac:cxnSpMkLst>
            <pc:docMk/>
            <pc:sldMk cId="445711750" sldId="953"/>
            <ac:cxnSpMk id="17" creationId="{ACB83EA9-22D5-CFE1-5AA8-232DDB048618}"/>
          </ac:cxnSpMkLst>
        </pc:cxnChg>
        <pc:cxnChg chg="add mod">
          <ac:chgData name="최문영" userId="c9c2ca5b-20f2-48c9-9e1f-a03229bf2768" providerId="ADAL" clId="{1AFE30CA-0473-46B3-B73A-3803F8D94D85}" dt="2026-01-30T02:02:17.237" v="334" actId="14100"/>
          <ac:cxnSpMkLst>
            <pc:docMk/>
            <pc:sldMk cId="445711750" sldId="953"/>
            <ac:cxnSpMk id="20" creationId="{809218E8-7DDC-6E9C-A6F2-2923054D286C}"/>
          </ac:cxnSpMkLst>
        </pc:cxnChg>
      </pc:sldChg>
      <pc:sldChg chg="addSp modSp add del modAnim">
        <pc:chgData name="최문영" userId="c9c2ca5b-20f2-48c9-9e1f-a03229bf2768" providerId="ADAL" clId="{1AFE30CA-0473-46B3-B73A-3803F8D94D85}" dt="2026-01-30T02:46:59.044" v="2866" actId="47"/>
        <pc:sldMkLst>
          <pc:docMk/>
          <pc:sldMk cId="1958625582" sldId="954"/>
        </pc:sldMkLst>
        <pc:spChg chg="add mod">
          <ac:chgData name="최문영" userId="c9c2ca5b-20f2-48c9-9e1f-a03229bf2768" providerId="ADAL" clId="{1AFE30CA-0473-46B3-B73A-3803F8D94D85}" dt="2026-01-30T01:58:15.897" v="170"/>
          <ac:spMkLst>
            <pc:docMk/>
            <pc:sldMk cId="1958625582" sldId="954"/>
            <ac:spMk id="3" creationId="{7B1F7B2D-DBDA-D128-FAB5-A87018860CED}"/>
          </ac:spMkLst>
        </pc:spChg>
      </pc:sldChg>
      <pc:sldChg chg="delSp add del mod delAnim">
        <pc:chgData name="최문영" userId="c9c2ca5b-20f2-48c9-9e1f-a03229bf2768" providerId="ADAL" clId="{1AFE30CA-0473-46B3-B73A-3803F8D94D85}" dt="2026-01-30T02:47:00.571" v="2867" actId="47"/>
        <pc:sldMkLst>
          <pc:docMk/>
          <pc:sldMk cId="2090590566" sldId="955"/>
        </pc:sldMkLst>
        <pc:spChg chg="del">
          <ac:chgData name="최문영" userId="c9c2ca5b-20f2-48c9-9e1f-a03229bf2768" providerId="ADAL" clId="{1AFE30CA-0473-46B3-B73A-3803F8D94D85}" dt="2026-01-30T02:43:27.788" v="2824" actId="478"/>
          <ac:spMkLst>
            <pc:docMk/>
            <pc:sldMk cId="2090590566" sldId="955"/>
            <ac:spMk id="11" creationId="{9F2F3895-FE2D-B0B6-C536-ED85E2701ADF}"/>
          </ac:spMkLst>
        </pc:spChg>
      </pc:sldChg>
      <pc:sldChg chg="addSp delSp modSp add mod modTransition delAnim modNotesTx">
        <pc:chgData name="최문영" userId="c9c2ca5b-20f2-48c9-9e1f-a03229bf2768" providerId="ADAL" clId="{1AFE30CA-0473-46B3-B73A-3803F8D94D85}" dt="2026-01-30T02:29:02.278" v="1825" actId="14100"/>
        <pc:sldMkLst>
          <pc:docMk/>
          <pc:sldMk cId="2436232532" sldId="956"/>
        </pc:sldMkLst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3" creationId="{EB778AA4-4C68-8C40-8C31-8481C9CB850C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10" creationId="{52AC30E7-B75F-CF35-03D6-501D238C1D30}"/>
          </ac:spMkLst>
        </pc:spChg>
        <pc:spChg chg="mod">
          <ac:chgData name="최문영" userId="c9c2ca5b-20f2-48c9-9e1f-a03229bf2768" providerId="ADAL" clId="{1AFE30CA-0473-46B3-B73A-3803F8D94D85}" dt="2026-01-30T02:28:51.024" v="1821" actId="1076"/>
          <ac:spMkLst>
            <pc:docMk/>
            <pc:sldMk cId="2436232532" sldId="956"/>
            <ac:spMk id="14" creationId="{3E854DC4-7DEA-0914-C319-A4C71714532D}"/>
          </ac:spMkLst>
        </pc:spChg>
        <pc:spChg chg="mod">
          <ac:chgData name="최문영" userId="c9c2ca5b-20f2-48c9-9e1f-a03229bf2768" providerId="ADAL" clId="{1AFE30CA-0473-46B3-B73A-3803F8D94D85}" dt="2026-01-30T02:28:51.024" v="1821" actId="1076"/>
          <ac:spMkLst>
            <pc:docMk/>
            <pc:sldMk cId="2436232532" sldId="956"/>
            <ac:spMk id="15" creationId="{3F91D759-1F8A-D35A-9AE1-F9E7A55E1311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16" creationId="{BC024E4F-23CA-26A0-4218-BA8B806D21FD}"/>
          </ac:spMkLst>
        </pc:spChg>
        <pc:spChg chg="add mod">
          <ac:chgData name="최문영" userId="c9c2ca5b-20f2-48c9-9e1f-a03229bf2768" providerId="ADAL" clId="{1AFE30CA-0473-46B3-B73A-3803F8D94D85}" dt="2026-01-30T02:21:16.589" v="982" actId="1076"/>
          <ac:spMkLst>
            <pc:docMk/>
            <pc:sldMk cId="2436232532" sldId="956"/>
            <ac:spMk id="18" creationId="{2DF91016-1FA3-4035-AFA4-C4F1CB2DA0B1}"/>
          </ac:spMkLst>
        </pc:spChg>
        <pc:spChg chg="add mod">
          <ac:chgData name="최문영" userId="c9c2ca5b-20f2-48c9-9e1f-a03229bf2768" providerId="ADAL" clId="{1AFE30CA-0473-46B3-B73A-3803F8D94D85}" dt="2026-01-30T02:24:07.640" v="1261" actId="1037"/>
          <ac:spMkLst>
            <pc:docMk/>
            <pc:sldMk cId="2436232532" sldId="956"/>
            <ac:spMk id="19" creationId="{55339CF8-8802-BD56-0194-D3073B61AB61}"/>
          </ac:spMkLst>
        </pc:spChg>
        <pc:spChg chg="add mod">
          <ac:chgData name="최문영" userId="c9c2ca5b-20f2-48c9-9e1f-a03229bf2768" providerId="ADAL" clId="{1AFE30CA-0473-46B3-B73A-3803F8D94D85}" dt="2026-01-30T02:24:07.640" v="1261" actId="1037"/>
          <ac:spMkLst>
            <pc:docMk/>
            <pc:sldMk cId="2436232532" sldId="956"/>
            <ac:spMk id="21" creationId="{FC365266-0C56-89A0-1A56-911D9DB8C2A9}"/>
          </ac:spMkLst>
        </pc:spChg>
        <pc:spChg chg="add mod">
          <ac:chgData name="최문영" userId="c9c2ca5b-20f2-48c9-9e1f-a03229bf2768" providerId="ADAL" clId="{1AFE30CA-0473-46B3-B73A-3803F8D94D85}" dt="2026-01-30T02:27:38.331" v="1764" actId="14100"/>
          <ac:spMkLst>
            <pc:docMk/>
            <pc:sldMk cId="2436232532" sldId="956"/>
            <ac:spMk id="22" creationId="{1241B929-B9A4-FDC0-F61A-3BA44E27EC49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23" creationId="{718CABB7-93CE-67A0-00DC-4A7B6F5283E2}"/>
          </ac:spMkLst>
        </pc:spChg>
        <pc:spChg chg="del mod">
          <ac:chgData name="최문영" userId="c9c2ca5b-20f2-48c9-9e1f-a03229bf2768" providerId="ADAL" clId="{1AFE30CA-0473-46B3-B73A-3803F8D94D85}" dt="2026-01-30T02:19:03.353" v="893" actId="478"/>
          <ac:spMkLst>
            <pc:docMk/>
            <pc:sldMk cId="2436232532" sldId="956"/>
            <ac:spMk id="24" creationId="{D93F797B-115C-EA87-1007-7933450A433E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25" creationId="{7281C275-039A-DDC8-98BF-4A8D15A9D492}"/>
          </ac:spMkLst>
        </pc:spChg>
        <pc:spChg chg="add mod">
          <ac:chgData name="최문영" userId="c9c2ca5b-20f2-48c9-9e1f-a03229bf2768" providerId="ADAL" clId="{1AFE30CA-0473-46B3-B73A-3803F8D94D85}" dt="2026-01-30T02:27:08.568" v="1720"/>
          <ac:spMkLst>
            <pc:docMk/>
            <pc:sldMk cId="2436232532" sldId="956"/>
            <ac:spMk id="26" creationId="{2E19C3A2-5DD0-B1CC-745F-9FDA1AA96CA9}"/>
          </ac:spMkLst>
        </pc:spChg>
        <pc:spChg chg="add del mod">
          <ac:chgData name="최문영" userId="c9c2ca5b-20f2-48c9-9e1f-a03229bf2768" providerId="ADAL" clId="{1AFE30CA-0473-46B3-B73A-3803F8D94D85}" dt="2026-01-30T02:28:41.821" v="1818" actId="478"/>
          <ac:spMkLst>
            <pc:docMk/>
            <pc:sldMk cId="2436232532" sldId="956"/>
            <ac:spMk id="27" creationId="{C1943244-C066-91FC-242E-7A57293A76CC}"/>
          </ac:spMkLst>
        </pc:spChg>
        <pc:spChg chg="add mod">
          <ac:chgData name="최문영" userId="c9c2ca5b-20f2-48c9-9e1f-a03229bf2768" providerId="ADAL" clId="{1AFE30CA-0473-46B3-B73A-3803F8D94D85}" dt="2026-01-30T02:29:02.278" v="1825" actId="14100"/>
          <ac:spMkLst>
            <pc:docMk/>
            <pc:sldMk cId="2436232532" sldId="956"/>
            <ac:spMk id="28" creationId="{304E7295-8208-CBE0-DA98-E04E4BC24F43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30" creationId="{F955D326-8105-A973-D3FF-59ADA0C56729}"/>
          </ac:spMkLst>
        </pc:spChg>
        <pc:spChg chg="del mod">
          <ac:chgData name="최문영" userId="c9c2ca5b-20f2-48c9-9e1f-a03229bf2768" providerId="ADAL" clId="{1AFE30CA-0473-46B3-B73A-3803F8D94D85}" dt="2026-01-30T02:19:03.353" v="893" actId="478"/>
          <ac:spMkLst>
            <pc:docMk/>
            <pc:sldMk cId="2436232532" sldId="956"/>
            <ac:spMk id="36" creationId="{0EFB34FA-7D68-2D7E-0EE8-49F7EAAC7664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37" creationId="{001BAE09-78F4-0829-9CBB-A756E7DDD2DC}"/>
          </ac:spMkLst>
        </pc:spChg>
        <pc:spChg chg="mod">
          <ac:chgData name="최문영" userId="c9c2ca5b-20f2-48c9-9e1f-a03229bf2768" providerId="ADAL" clId="{1AFE30CA-0473-46B3-B73A-3803F8D94D85}" dt="2026-01-30T02:18:58.898" v="891" actId="1035"/>
          <ac:spMkLst>
            <pc:docMk/>
            <pc:sldMk cId="2436232532" sldId="956"/>
            <ac:spMk id="39" creationId="{2D45617C-DB01-7003-E093-6140A4BE5FD3}"/>
          </ac:spMkLst>
        </pc:spChg>
        <pc:spChg chg="del">
          <ac:chgData name="최문영" userId="c9c2ca5b-20f2-48c9-9e1f-a03229bf2768" providerId="ADAL" clId="{1AFE30CA-0473-46B3-B73A-3803F8D94D85}" dt="2026-01-30T02:19:04.211" v="894" actId="478"/>
          <ac:spMkLst>
            <pc:docMk/>
            <pc:sldMk cId="2436232532" sldId="956"/>
            <ac:spMk id="40" creationId="{67659B49-7AD2-4C76-BB61-5E5710FA9D92}"/>
          </ac:spMkLst>
        </pc:spChg>
        <pc:spChg chg="mod">
          <ac:chgData name="최문영" userId="c9c2ca5b-20f2-48c9-9e1f-a03229bf2768" providerId="ADAL" clId="{1AFE30CA-0473-46B3-B73A-3803F8D94D85}" dt="2026-01-30T02:18:49.937" v="863" actId="20577"/>
          <ac:spMkLst>
            <pc:docMk/>
            <pc:sldMk cId="2436232532" sldId="956"/>
            <ac:spMk id="97" creationId="{8CE6867F-11FD-930A-49E6-94AB86F66364}"/>
          </ac:spMkLst>
        </pc:spChg>
        <pc:spChg chg="mod">
          <ac:chgData name="최문영" userId="c9c2ca5b-20f2-48c9-9e1f-a03229bf2768" providerId="ADAL" clId="{1AFE30CA-0473-46B3-B73A-3803F8D94D85}" dt="2026-01-30T02:18:08.837" v="827" actId="6549"/>
          <ac:spMkLst>
            <pc:docMk/>
            <pc:sldMk cId="2436232532" sldId="956"/>
            <ac:spMk id="100" creationId="{28209F10-95F9-0313-063C-DDADFAC41D15}"/>
          </ac:spMkLst>
        </pc:spChg>
        <pc:grpChg chg="mod">
          <ac:chgData name="최문영" userId="c9c2ca5b-20f2-48c9-9e1f-a03229bf2768" providerId="ADAL" clId="{1AFE30CA-0473-46B3-B73A-3803F8D94D85}" dt="2026-01-30T02:28:51.024" v="1821" actId="1076"/>
          <ac:grpSpMkLst>
            <pc:docMk/>
            <pc:sldMk cId="2436232532" sldId="956"/>
            <ac:grpSpMk id="12" creationId="{01AD5E77-2B3D-7C0C-7EE8-C6E17755783C}"/>
          </ac:grpSpMkLst>
        </pc:grpChg>
        <pc:picChg chg="mod">
          <ac:chgData name="최문영" userId="c9c2ca5b-20f2-48c9-9e1f-a03229bf2768" providerId="ADAL" clId="{1AFE30CA-0473-46B3-B73A-3803F8D94D85}" dt="2026-01-30T02:28:51.024" v="1821" actId="1076"/>
          <ac:picMkLst>
            <pc:docMk/>
            <pc:sldMk cId="2436232532" sldId="956"/>
            <ac:picMk id="13" creationId="{269EFEEA-EC35-6244-7EB2-78765AA84315}"/>
          </ac:picMkLst>
        </pc:picChg>
        <pc:cxnChg chg="add mod">
          <ac:chgData name="최문영" userId="c9c2ca5b-20f2-48c9-9e1f-a03229bf2768" providerId="ADAL" clId="{1AFE30CA-0473-46B3-B73A-3803F8D94D85}" dt="2026-01-30T02:19:55.869" v="907" actId="1036"/>
          <ac:cxnSpMkLst>
            <pc:docMk/>
            <pc:sldMk cId="2436232532" sldId="956"/>
            <ac:cxnSpMk id="11" creationId="{11945ACB-9B2C-58FE-D9D7-7BEAFA6F9256}"/>
          </ac:cxnSpMkLst>
        </pc:cxnChg>
      </pc:sldChg>
      <pc:sldChg chg="addSp delSp modSp add del mod">
        <pc:chgData name="최문영" userId="c9c2ca5b-20f2-48c9-9e1f-a03229bf2768" providerId="ADAL" clId="{1AFE30CA-0473-46B3-B73A-3803F8D94D85}" dt="2026-01-30T02:28:39.300" v="1817"/>
        <pc:sldMkLst>
          <pc:docMk/>
          <pc:sldMk cId="61721892" sldId="957"/>
        </pc:sldMkLst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16" creationId="{5D0FF829-5944-645C-DEEE-18F11D6D7D89}"/>
          </ac:spMkLst>
        </pc:spChg>
        <pc:spChg chg="mod">
          <ac:chgData name="최문영" userId="c9c2ca5b-20f2-48c9-9e1f-a03229bf2768" providerId="ADAL" clId="{1AFE30CA-0473-46B3-B73A-3803F8D94D85}" dt="2026-01-30T02:28:37.960" v="1815" actId="1035"/>
          <ac:spMkLst>
            <pc:docMk/>
            <pc:sldMk cId="61721892" sldId="957"/>
            <ac:spMk id="18" creationId="{9177939C-E31E-AF9B-E0F8-C701BBC00A2B}"/>
          </ac:spMkLst>
        </pc:spChg>
        <pc:spChg chg="mod">
          <ac:chgData name="최문영" userId="c9c2ca5b-20f2-48c9-9e1f-a03229bf2768" providerId="ADAL" clId="{1AFE30CA-0473-46B3-B73A-3803F8D94D85}" dt="2026-01-30T02:28:37.960" v="1815" actId="1035"/>
          <ac:spMkLst>
            <pc:docMk/>
            <pc:sldMk cId="61721892" sldId="957"/>
            <ac:spMk id="19" creationId="{A3C90228-6130-4A24-C124-BDC94A401ED6}"/>
          </ac:spMkLst>
        </pc:spChg>
        <pc:spChg chg="mod">
          <ac:chgData name="최문영" userId="c9c2ca5b-20f2-48c9-9e1f-a03229bf2768" providerId="ADAL" clId="{1AFE30CA-0473-46B3-B73A-3803F8D94D85}" dt="2026-01-30T02:28:37.960" v="1815" actId="1035"/>
          <ac:spMkLst>
            <pc:docMk/>
            <pc:sldMk cId="61721892" sldId="957"/>
            <ac:spMk id="21" creationId="{17813F95-86EC-126B-3CDE-1F06776FFE11}"/>
          </ac:spMkLst>
        </pc:spChg>
        <pc:spChg chg="mod">
          <ac:chgData name="최문영" userId="c9c2ca5b-20f2-48c9-9e1f-a03229bf2768" providerId="ADAL" clId="{1AFE30CA-0473-46B3-B73A-3803F8D94D85}" dt="2026-01-30T02:28:37.960" v="1815" actId="1035"/>
          <ac:spMkLst>
            <pc:docMk/>
            <pc:sldMk cId="61721892" sldId="957"/>
            <ac:spMk id="22" creationId="{6260F461-2C9E-9B14-3D58-0A035FE59294}"/>
          </ac:spMkLst>
        </pc:spChg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23" creationId="{1E3B03F2-D738-0398-8050-7741CFB12D6F}"/>
          </ac:spMkLst>
        </pc:spChg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25" creationId="{827661AE-D8B4-EBFD-1B86-0F41223DE624}"/>
          </ac:spMkLst>
        </pc:spChg>
        <pc:spChg chg="mod">
          <ac:chgData name="최문영" userId="c9c2ca5b-20f2-48c9-9e1f-a03229bf2768" providerId="ADAL" clId="{1AFE30CA-0473-46B3-B73A-3803F8D94D85}" dt="2026-01-30T02:28:37.960" v="1815" actId="1035"/>
          <ac:spMkLst>
            <pc:docMk/>
            <pc:sldMk cId="61721892" sldId="957"/>
            <ac:spMk id="27" creationId="{372C7E87-0968-1FDC-5132-BA88A76005E2}"/>
          </ac:spMkLst>
        </pc:spChg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30" creationId="{87068E3B-BA5B-0D8A-6E32-2291B910232C}"/>
          </ac:spMkLst>
        </pc:spChg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37" creationId="{2DE746A3-D2CF-C080-BC7F-AFD2584FDD9E}"/>
          </ac:spMkLst>
        </pc:spChg>
        <pc:spChg chg="add del">
          <ac:chgData name="최문영" userId="c9c2ca5b-20f2-48c9-9e1f-a03229bf2768" providerId="ADAL" clId="{1AFE30CA-0473-46B3-B73A-3803F8D94D85}" dt="2026-01-30T02:28:38.764" v="1816" actId="478"/>
          <ac:spMkLst>
            <pc:docMk/>
            <pc:sldMk cId="61721892" sldId="957"/>
            <ac:spMk id="39" creationId="{7E5539AD-E9C4-909D-F7CA-83ABD2677E4A}"/>
          </ac:spMkLst>
        </pc:spChg>
        <pc:grpChg chg="add del">
          <ac:chgData name="최문영" userId="c9c2ca5b-20f2-48c9-9e1f-a03229bf2768" providerId="ADAL" clId="{1AFE30CA-0473-46B3-B73A-3803F8D94D85}" dt="2026-01-30T02:28:38.764" v="1816" actId="478"/>
          <ac:grpSpMkLst>
            <pc:docMk/>
            <pc:sldMk cId="61721892" sldId="957"/>
            <ac:grpSpMk id="2" creationId="{2F5F051C-F4DD-42B5-76BE-E6A3FAD8BF51}"/>
          </ac:grpSpMkLst>
        </pc:grpChg>
        <pc:grpChg chg="add del">
          <ac:chgData name="최문영" userId="c9c2ca5b-20f2-48c9-9e1f-a03229bf2768" providerId="ADAL" clId="{1AFE30CA-0473-46B3-B73A-3803F8D94D85}" dt="2026-01-30T02:28:38.764" v="1816" actId="478"/>
          <ac:grpSpMkLst>
            <pc:docMk/>
            <pc:sldMk cId="61721892" sldId="957"/>
            <ac:grpSpMk id="7" creationId="{571A0AAF-D6CA-F9A4-53B6-1BA3AE3A434F}"/>
          </ac:grpSpMkLst>
        </pc:grpChg>
        <pc:grpChg chg="add del">
          <ac:chgData name="최문영" userId="c9c2ca5b-20f2-48c9-9e1f-a03229bf2768" providerId="ADAL" clId="{1AFE30CA-0473-46B3-B73A-3803F8D94D85}" dt="2026-01-30T02:28:38.764" v="1816" actId="478"/>
          <ac:grpSpMkLst>
            <pc:docMk/>
            <pc:sldMk cId="61721892" sldId="957"/>
            <ac:grpSpMk id="8" creationId="{A45A7711-0804-7BC3-E352-26062A8A22FE}"/>
          </ac:grpSpMkLst>
        </pc:grpChg>
        <pc:grpChg chg="add del">
          <ac:chgData name="최문영" userId="c9c2ca5b-20f2-48c9-9e1f-a03229bf2768" providerId="ADAL" clId="{1AFE30CA-0473-46B3-B73A-3803F8D94D85}" dt="2026-01-30T02:28:38.764" v="1816" actId="478"/>
          <ac:grpSpMkLst>
            <pc:docMk/>
            <pc:sldMk cId="61721892" sldId="957"/>
            <ac:grpSpMk id="12" creationId="{E7F5990F-CCAA-5A6E-AE8F-99B1FE247DB8}"/>
          </ac:grpSpMkLst>
        </pc:grpChg>
        <pc:cxnChg chg="mod">
          <ac:chgData name="최문영" userId="c9c2ca5b-20f2-48c9-9e1f-a03229bf2768" providerId="ADAL" clId="{1AFE30CA-0473-46B3-B73A-3803F8D94D85}" dt="2026-01-30T02:28:37.960" v="1815" actId="1035"/>
          <ac:cxnSpMkLst>
            <pc:docMk/>
            <pc:sldMk cId="61721892" sldId="957"/>
            <ac:cxnSpMk id="11" creationId="{9F07381B-A77B-8E0A-58E2-16B915DC2A34}"/>
          </ac:cxnSpMkLst>
        </pc:cxnChg>
      </pc:sldChg>
      <pc:sldChg chg="addSp delSp modSp add mod modAnim modNotesTx">
        <pc:chgData name="최문영" userId="c9c2ca5b-20f2-48c9-9e1f-a03229bf2768" providerId="ADAL" clId="{1AFE30CA-0473-46B3-B73A-3803F8D94D85}" dt="2026-01-30T02:54:17.625" v="3055" actId="20577"/>
        <pc:sldMkLst>
          <pc:docMk/>
          <pc:sldMk cId="2532463077" sldId="957"/>
        </pc:sldMkLst>
        <pc:spChg chg="mod">
          <ac:chgData name="최문영" userId="c9c2ca5b-20f2-48c9-9e1f-a03229bf2768" providerId="ADAL" clId="{1AFE30CA-0473-46B3-B73A-3803F8D94D85}" dt="2026-01-30T02:29:09.952" v="1827" actId="1035"/>
          <ac:spMkLst>
            <pc:docMk/>
            <pc:sldMk cId="2532463077" sldId="957"/>
            <ac:spMk id="3" creationId="{03AA5102-1411-B256-07A0-8790028CD0B9}"/>
          </ac:spMkLst>
        </pc:spChg>
        <pc:spChg chg="add mod">
          <ac:chgData name="최문영" userId="c9c2ca5b-20f2-48c9-9e1f-a03229bf2768" providerId="ADAL" clId="{1AFE30CA-0473-46B3-B73A-3803F8D94D85}" dt="2026-01-30T02:30:06.056" v="1920" actId="1036"/>
          <ac:spMkLst>
            <pc:docMk/>
            <pc:sldMk cId="2532463077" sldId="957"/>
            <ac:spMk id="5" creationId="{0500AF3E-99D9-7B8E-65B1-75282A6BFC9F}"/>
          </ac:spMkLst>
        </pc:spChg>
        <pc:spChg chg="mod">
          <ac:chgData name="최문영" userId="c9c2ca5b-20f2-48c9-9e1f-a03229bf2768" providerId="ADAL" clId="{1AFE30CA-0473-46B3-B73A-3803F8D94D85}" dt="2026-01-30T02:29:09.952" v="1827" actId="1035"/>
          <ac:spMkLst>
            <pc:docMk/>
            <pc:sldMk cId="2532463077" sldId="957"/>
            <ac:spMk id="6" creationId="{A30B8CF3-8B6D-3AEE-C3E2-555ACBCC5F2D}"/>
          </ac:spMkLst>
        </pc:spChg>
        <pc:spChg chg="mod">
          <ac:chgData name="최문영" userId="c9c2ca5b-20f2-48c9-9e1f-a03229bf2768" providerId="ADAL" clId="{1AFE30CA-0473-46B3-B73A-3803F8D94D85}" dt="2026-01-30T02:29:09.952" v="1827" actId="1035"/>
          <ac:spMkLst>
            <pc:docMk/>
            <pc:sldMk cId="2532463077" sldId="957"/>
            <ac:spMk id="10" creationId="{D6FEF382-F5E9-53CE-1A24-48B570D51193}"/>
          </ac:spMkLst>
        </pc:spChg>
        <pc:spChg chg="mod">
          <ac:chgData name="최문영" userId="c9c2ca5b-20f2-48c9-9e1f-a03229bf2768" providerId="ADAL" clId="{1AFE30CA-0473-46B3-B73A-3803F8D94D85}" dt="2026-01-30T02:29:09.952" v="1827" actId="1035"/>
          <ac:spMkLst>
            <pc:docMk/>
            <pc:sldMk cId="2532463077" sldId="957"/>
            <ac:spMk id="14" creationId="{2F4E7A99-0E3A-B310-D3E7-C93BF89A8D8D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16" creationId="{C96158F4-05B3-3470-70C0-E68F3AF5952A}"/>
          </ac:spMkLst>
        </pc:spChg>
        <pc:spChg chg="mod">
          <ac:chgData name="최문영" userId="c9c2ca5b-20f2-48c9-9e1f-a03229bf2768" providerId="ADAL" clId="{1AFE30CA-0473-46B3-B73A-3803F8D94D85}" dt="2026-01-30T02:29:15.142" v="1867" actId="1035"/>
          <ac:spMkLst>
            <pc:docMk/>
            <pc:sldMk cId="2532463077" sldId="957"/>
            <ac:spMk id="18" creationId="{441170A8-CABD-6971-DD1B-6808B263B0B3}"/>
          </ac:spMkLst>
        </pc:spChg>
        <pc:spChg chg="mod">
          <ac:chgData name="최문영" userId="c9c2ca5b-20f2-48c9-9e1f-a03229bf2768" providerId="ADAL" clId="{1AFE30CA-0473-46B3-B73A-3803F8D94D85}" dt="2026-01-30T02:29:15.142" v="1867" actId="1035"/>
          <ac:spMkLst>
            <pc:docMk/>
            <pc:sldMk cId="2532463077" sldId="957"/>
            <ac:spMk id="19" creationId="{348D4CEA-7731-B1C4-B172-C2A624BA5A18}"/>
          </ac:spMkLst>
        </pc:spChg>
        <pc:spChg chg="mod">
          <ac:chgData name="최문영" userId="c9c2ca5b-20f2-48c9-9e1f-a03229bf2768" providerId="ADAL" clId="{1AFE30CA-0473-46B3-B73A-3803F8D94D85}" dt="2026-01-30T02:29:15.142" v="1867" actId="1035"/>
          <ac:spMkLst>
            <pc:docMk/>
            <pc:sldMk cId="2532463077" sldId="957"/>
            <ac:spMk id="21" creationId="{08E1A32F-B4C5-31FC-DAF1-6F53AD230E7E}"/>
          </ac:spMkLst>
        </pc:spChg>
        <pc:spChg chg="mod">
          <ac:chgData name="최문영" userId="c9c2ca5b-20f2-48c9-9e1f-a03229bf2768" providerId="ADAL" clId="{1AFE30CA-0473-46B3-B73A-3803F8D94D85}" dt="2026-01-30T02:29:15.142" v="1867" actId="1035"/>
          <ac:spMkLst>
            <pc:docMk/>
            <pc:sldMk cId="2532463077" sldId="957"/>
            <ac:spMk id="22" creationId="{30EDBA21-3444-6B6C-3F71-CA5A1535E337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23" creationId="{5CBFEF4A-8AC9-EA93-DFF0-DFFC4517B8DA}"/>
          </ac:spMkLst>
        </pc:spChg>
        <pc:spChg chg="add mod">
          <ac:chgData name="최문영" userId="c9c2ca5b-20f2-48c9-9e1f-a03229bf2768" providerId="ADAL" clId="{1AFE30CA-0473-46B3-B73A-3803F8D94D85}" dt="2026-01-30T02:32:56.059" v="2168" actId="1076"/>
          <ac:spMkLst>
            <pc:docMk/>
            <pc:sldMk cId="2532463077" sldId="957"/>
            <ac:spMk id="24" creationId="{12A0BEB2-C65D-5927-C84B-051D101D964D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25" creationId="{DA33C6F7-68D2-F212-B931-3453FD0A4E72}"/>
          </ac:spMkLst>
        </pc:spChg>
        <pc:spChg chg="del mod">
          <ac:chgData name="최문영" userId="c9c2ca5b-20f2-48c9-9e1f-a03229bf2768" providerId="ADAL" clId="{1AFE30CA-0473-46B3-B73A-3803F8D94D85}" dt="2026-01-30T02:29:50.375" v="1870" actId="478"/>
          <ac:spMkLst>
            <pc:docMk/>
            <pc:sldMk cId="2532463077" sldId="957"/>
            <ac:spMk id="28" creationId="{FED3506B-03B2-9794-5EB2-0DC5B9765482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30" creationId="{BDDB2273-7B62-44BD-6C53-604114223C28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37" creationId="{229A192F-5509-DECB-999C-99B78D52D7EC}"/>
          </ac:spMkLst>
        </pc:spChg>
        <pc:spChg chg="del mod">
          <ac:chgData name="최문영" userId="c9c2ca5b-20f2-48c9-9e1f-a03229bf2768" providerId="ADAL" clId="{1AFE30CA-0473-46B3-B73A-3803F8D94D85}" dt="2026-01-30T02:29:11.186" v="1828" actId="478"/>
          <ac:spMkLst>
            <pc:docMk/>
            <pc:sldMk cId="2532463077" sldId="957"/>
            <ac:spMk id="39" creationId="{6A0255A7-3668-1F90-4774-AC728C5BE10B}"/>
          </ac:spMkLst>
        </pc:spChg>
        <pc:spChg chg="mod">
          <ac:chgData name="최문영" userId="c9c2ca5b-20f2-48c9-9e1f-a03229bf2768" providerId="ADAL" clId="{1AFE30CA-0473-46B3-B73A-3803F8D94D85}" dt="2026-01-30T02:30:52.108" v="2098" actId="20577"/>
          <ac:spMkLst>
            <pc:docMk/>
            <pc:sldMk cId="2532463077" sldId="957"/>
            <ac:spMk id="97" creationId="{DE504254-2D3C-35D5-0A3F-8E4A574E940F}"/>
          </ac:spMkLst>
        </pc:spChg>
        <pc:grpChg chg="del">
          <ac:chgData name="최문영" userId="c9c2ca5b-20f2-48c9-9e1f-a03229bf2768" providerId="ADAL" clId="{1AFE30CA-0473-46B3-B73A-3803F8D94D85}" dt="2026-01-30T02:29:11.186" v="1828" actId="478"/>
          <ac:grpSpMkLst>
            <pc:docMk/>
            <pc:sldMk cId="2532463077" sldId="957"/>
            <ac:grpSpMk id="2" creationId="{5643F052-5E9F-C61C-8884-659473F50609}"/>
          </ac:grpSpMkLst>
        </pc:grpChg>
        <pc:grpChg chg="del">
          <ac:chgData name="최문영" userId="c9c2ca5b-20f2-48c9-9e1f-a03229bf2768" providerId="ADAL" clId="{1AFE30CA-0473-46B3-B73A-3803F8D94D85}" dt="2026-01-30T02:29:11.186" v="1828" actId="478"/>
          <ac:grpSpMkLst>
            <pc:docMk/>
            <pc:sldMk cId="2532463077" sldId="957"/>
            <ac:grpSpMk id="7" creationId="{1DF03F9A-FEE2-F64A-21A6-A1CFA74540E4}"/>
          </ac:grpSpMkLst>
        </pc:grpChg>
        <pc:grpChg chg="del">
          <ac:chgData name="최문영" userId="c9c2ca5b-20f2-48c9-9e1f-a03229bf2768" providerId="ADAL" clId="{1AFE30CA-0473-46B3-B73A-3803F8D94D85}" dt="2026-01-30T02:29:11.186" v="1828" actId="478"/>
          <ac:grpSpMkLst>
            <pc:docMk/>
            <pc:sldMk cId="2532463077" sldId="957"/>
            <ac:grpSpMk id="8" creationId="{0622A8C2-AEE8-29E9-6F0E-23F50BDC2FBD}"/>
          </ac:grpSpMkLst>
        </pc:grpChg>
        <pc:grpChg chg="del">
          <ac:chgData name="최문영" userId="c9c2ca5b-20f2-48c9-9e1f-a03229bf2768" providerId="ADAL" clId="{1AFE30CA-0473-46B3-B73A-3803F8D94D85}" dt="2026-01-30T02:29:11.186" v="1828" actId="478"/>
          <ac:grpSpMkLst>
            <pc:docMk/>
            <pc:sldMk cId="2532463077" sldId="957"/>
            <ac:grpSpMk id="12" creationId="{7BAB100D-64DA-EA3C-888A-6D238537DE32}"/>
          </ac:grpSpMkLst>
        </pc:grpChg>
        <pc:cxnChg chg="mod">
          <ac:chgData name="최문영" userId="c9c2ca5b-20f2-48c9-9e1f-a03229bf2768" providerId="ADAL" clId="{1AFE30CA-0473-46B3-B73A-3803F8D94D85}" dt="2026-01-30T02:29:15.142" v="1867" actId="1035"/>
          <ac:cxnSpMkLst>
            <pc:docMk/>
            <pc:sldMk cId="2532463077" sldId="957"/>
            <ac:cxnSpMk id="11" creationId="{DC0AD18E-99A4-AF57-1282-153D4FD1C9D7}"/>
          </ac:cxnSpMkLst>
        </pc:cxnChg>
        <pc:cxnChg chg="add mod">
          <ac:chgData name="최문영" userId="c9c2ca5b-20f2-48c9-9e1f-a03229bf2768" providerId="ADAL" clId="{1AFE30CA-0473-46B3-B73A-3803F8D94D85}" dt="2026-01-30T02:34:16.276" v="2171" actId="1076"/>
          <ac:cxnSpMkLst>
            <pc:docMk/>
            <pc:sldMk cId="2532463077" sldId="957"/>
            <ac:cxnSpMk id="26" creationId="{6111203C-711D-F16A-113B-B43C94080667}"/>
          </ac:cxnSpMkLst>
        </pc:cxnChg>
      </pc:sldChg>
      <pc:sldChg chg="addSp delSp modSp add mod delAnim modNotesTx">
        <pc:chgData name="최문영" userId="c9c2ca5b-20f2-48c9-9e1f-a03229bf2768" providerId="ADAL" clId="{1AFE30CA-0473-46B3-B73A-3803F8D94D85}" dt="2026-01-30T02:56:02.510" v="3232" actId="20577"/>
        <pc:sldMkLst>
          <pc:docMk/>
          <pc:sldMk cId="2185984659" sldId="958"/>
        </pc:sldMkLst>
        <pc:spChg chg="add mod">
          <ac:chgData name="최문영" userId="c9c2ca5b-20f2-48c9-9e1f-a03229bf2768" providerId="ADAL" clId="{1AFE30CA-0473-46B3-B73A-3803F8D94D85}" dt="2026-01-30T02:36:58.447" v="2386" actId="1037"/>
          <ac:spMkLst>
            <pc:docMk/>
            <pc:sldMk cId="2185984659" sldId="958"/>
            <ac:spMk id="2" creationId="{FB5CA8E2-3498-D1ED-FA4D-66F4C4A5B4AE}"/>
          </ac:spMkLst>
        </pc:spChg>
        <pc:spChg chg="add mod">
          <ac:chgData name="최문영" userId="c9c2ca5b-20f2-48c9-9e1f-a03229bf2768" providerId="ADAL" clId="{1AFE30CA-0473-46B3-B73A-3803F8D94D85}" dt="2026-01-30T02:37:00.236" v="2388" actId="20577"/>
          <ac:spMkLst>
            <pc:docMk/>
            <pc:sldMk cId="2185984659" sldId="958"/>
            <ac:spMk id="3" creationId="{0F812BD2-7342-EF34-3EA2-057E1B2623BB}"/>
          </ac:spMkLst>
        </pc:spChg>
        <pc:spChg chg="del">
          <ac:chgData name="최문영" userId="c9c2ca5b-20f2-48c9-9e1f-a03229bf2768" providerId="ADAL" clId="{1AFE30CA-0473-46B3-B73A-3803F8D94D85}" dt="2026-01-30T02:34:30.039" v="2175" actId="478"/>
          <ac:spMkLst>
            <pc:docMk/>
            <pc:sldMk cId="2185984659" sldId="958"/>
            <ac:spMk id="5" creationId="{B7D11274-3C1B-57CB-D69D-8087E1AC497A}"/>
          </ac:spMkLst>
        </pc:spChg>
        <pc:spChg chg="mod">
          <ac:chgData name="최문영" userId="c9c2ca5b-20f2-48c9-9e1f-a03229bf2768" providerId="ADAL" clId="{1AFE30CA-0473-46B3-B73A-3803F8D94D85}" dt="2026-01-30T02:34:49.926" v="2182" actId="14100"/>
          <ac:spMkLst>
            <pc:docMk/>
            <pc:sldMk cId="2185984659" sldId="958"/>
            <ac:spMk id="19" creationId="{5D168EB1-C921-D3E7-DD58-1181BD7DB63C}"/>
          </ac:spMkLst>
        </pc:spChg>
        <pc:spChg chg="mod">
          <ac:chgData name="최문영" userId="c9c2ca5b-20f2-48c9-9e1f-a03229bf2768" providerId="ADAL" clId="{1AFE30CA-0473-46B3-B73A-3803F8D94D85}" dt="2026-01-30T02:36:44.995" v="2307" actId="1038"/>
          <ac:spMkLst>
            <pc:docMk/>
            <pc:sldMk cId="2185984659" sldId="958"/>
            <ac:spMk id="21" creationId="{5554888C-475C-AFF1-7D78-C58107A09E3D}"/>
          </ac:spMkLst>
        </pc:spChg>
        <pc:spChg chg="mod">
          <ac:chgData name="최문영" userId="c9c2ca5b-20f2-48c9-9e1f-a03229bf2768" providerId="ADAL" clId="{1AFE30CA-0473-46B3-B73A-3803F8D94D85}" dt="2026-01-30T02:36:52.612" v="2352" actId="1037"/>
          <ac:spMkLst>
            <pc:docMk/>
            <pc:sldMk cId="2185984659" sldId="958"/>
            <ac:spMk id="22" creationId="{B7D22B9B-3218-4A7A-3B52-12F70CB9C775}"/>
          </ac:spMkLst>
        </pc:spChg>
        <pc:spChg chg="del">
          <ac:chgData name="최문영" userId="c9c2ca5b-20f2-48c9-9e1f-a03229bf2768" providerId="ADAL" clId="{1AFE30CA-0473-46B3-B73A-3803F8D94D85}" dt="2026-01-30T02:37:03.204" v="2389" actId="478"/>
          <ac:spMkLst>
            <pc:docMk/>
            <pc:sldMk cId="2185984659" sldId="958"/>
            <ac:spMk id="24" creationId="{503D80D1-EF27-B405-67B7-07A128307792}"/>
          </ac:spMkLst>
        </pc:spChg>
        <pc:spChg chg="mod">
          <ac:chgData name="최문영" userId="c9c2ca5b-20f2-48c9-9e1f-a03229bf2768" providerId="ADAL" clId="{1AFE30CA-0473-46B3-B73A-3803F8D94D85}" dt="2026-01-30T02:40:09.034" v="2689" actId="20577"/>
          <ac:spMkLst>
            <pc:docMk/>
            <pc:sldMk cId="2185984659" sldId="958"/>
            <ac:spMk id="97" creationId="{59DCB4A4-3266-7ACF-E3D9-4F78D64622A2}"/>
          </ac:spMkLst>
        </pc:spChg>
      </pc:sldChg>
      <pc:sldChg chg="addSp delSp modSp add del mod delAnim modAnim">
        <pc:chgData name="최문영" userId="c9c2ca5b-20f2-48c9-9e1f-a03229bf2768" providerId="ADAL" clId="{1AFE30CA-0473-46B3-B73A-3803F8D94D85}" dt="2026-01-30T02:46:54.787" v="2865" actId="47"/>
        <pc:sldMkLst>
          <pc:docMk/>
          <pc:sldMk cId="2651522335" sldId="959"/>
        </pc:sldMkLst>
        <pc:spChg chg="add mod">
          <ac:chgData name="최문영" userId="c9c2ca5b-20f2-48c9-9e1f-a03229bf2768" providerId="ADAL" clId="{1AFE30CA-0473-46B3-B73A-3803F8D94D85}" dt="2026-01-30T02:44:09.312" v="2833"/>
          <ac:spMkLst>
            <pc:docMk/>
            <pc:sldMk cId="2651522335" sldId="959"/>
            <ac:spMk id="8" creationId="{53691F0D-998E-99B5-AA91-330C621EE4AE}"/>
          </ac:spMkLst>
        </pc:spChg>
        <pc:spChg chg="add mod">
          <ac:chgData name="최문영" userId="c9c2ca5b-20f2-48c9-9e1f-a03229bf2768" providerId="ADAL" clId="{1AFE30CA-0473-46B3-B73A-3803F8D94D85}" dt="2026-01-30T02:44:09.312" v="2833"/>
          <ac:spMkLst>
            <pc:docMk/>
            <pc:sldMk cId="2651522335" sldId="959"/>
            <ac:spMk id="9" creationId="{68AB8750-AB47-2748-7833-05416E63977A}"/>
          </ac:spMkLst>
        </pc:spChg>
        <pc:spChg chg="add del mod">
          <ac:chgData name="최문영" userId="c9c2ca5b-20f2-48c9-9e1f-a03229bf2768" providerId="ADAL" clId="{1AFE30CA-0473-46B3-B73A-3803F8D94D85}" dt="2026-01-30T02:44:12.492" v="2834" actId="478"/>
          <ac:spMkLst>
            <pc:docMk/>
            <pc:sldMk cId="2651522335" sldId="959"/>
            <ac:spMk id="10" creationId="{2B3BFA9D-3E29-DC5F-614C-9E146A0E2A74}"/>
          </ac:spMkLst>
        </pc:spChg>
        <pc:spChg chg="del">
          <ac:chgData name="최문영" userId="c9c2ca5b-20f2-48c9-9e1f-a03229bf2768" providerId="ADAL" clId="{1AFE30CA-0473-46B3-B73A-3803F8D94D85}" dt="2026-01-30T02:44:02.635" v="2832" actId="478"/>
          <ac:spMkLst>
            <pc:docMk/>
            <pc:sldMk cId="2651522335" sldId="959"/>
            <ac:spMk id="37" creationId="{1071B31E-4080-6B40-73B8-F3861280CBB7}"/>
          </ac:spMkLst>
        </pc:spChg>
        <pc:grpChg chg="del">
          <ac:chgData name="최문영" userId="c9c2ca5b-20f2-48c9-9e1f-a03229bf2768" providerId="ADAL" clId="{1AFE30CA-0473-46B3-B73A-3803F8D94D85}" dt="2026-01-30T02:44:02.635" v="2832" actId="478"/>
          <ac:grpSpMkLst>
            <pc:docMk/>
            <pc:sldMk cId="2651522335" sldId="959"/>
            <ac:grpSpMk id="2" creationId="{AD6DDCB9-07A4-6894-2FE8-FCE28EDCAE7B}"/>
          </ac:grpSpMkLst>
        </pc:grpChg>
        <pc:grpChg chg="del">
          <ac:chgData name="최문영" userId="c9c2ca5b-20f2-48c9-9e1f-a03229bf2768" providerId="ADAL" clId="{1AFE30CA-0473-46B3-B73A-3803F8D94D85}" dt="2026-01-30T02:44:02.635" v="2832" actId="478"/>
          <ac:grpSpMkLst>
            <pc:docMk/>
            <pc:sldMk cId="2651522335" sldId="959"/>
            <ac:grpSpMk id="23" creationId="{EE549755-297E-E8E9-49AB-3859BACA15FE}"/>
          </ac:grpSpMkLst>
        </pc:grpChg>
        <pc:grpChg chg="del">
          <ac:chgData name="최문영" userId="c9c2ca5b-20f2-48c9-9e1f-a03229bf2768" providerId="ADAL" clId="{1AFE30CA-0473-46B3-B73A-3803F8D94D85}" dt="2026-01-30T02:44:02.635" v="2832" actId="478"/>
          <ac:grpSpMkLst>
            <pc:docMk/>
            <pc:sldMk cId="2651522335" sldId="959"/>
            <ac:grpSpMk id="29" creationId="{B87EAE2C-83BD-EA99-9870-F008DC351988}"/>
          </ac:grpSpMkLst>
        </pc:grpChg>
        <pc:graphicFrameChg chg="add mod">
          <ac:chgData name="최문영" userId="c9c2ca5b-20f2-48c9-9e1f-a03229bf2768" providerId="ADAL" clId="{1AFE30CA-0473-46B3-B73A-3803F8D94D85}" dt="2026-01-30T02:44:09.312" v="2833"/>
          <ac:graphicFrameMkLst>
            <pc:docMk/>
            <pc:sldMk cId="2651522335" sldId="959"/>
            <ac:graphicFrameMk id="5" creationId="{5F7E6BD0-E736-CCB3-3197-9AD7EBB21EB3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09.312" v="2833"/>
          <ac:graphicFrameMkLst>
            <pc:docMk/>
            <pc:sldMk cId="2651522335" sldId="959"/>
            <ac:graphicFrameMk id="6" creationId="{72AB624C-DBAE-A54B-50FE-480667BA22AC}"/>
          </ac:graphicFrameMkLst>
        </pc:graphicFrameChg>
        <pc:graphicFrameChg chg="add mod">
          <ac:chgData name="최문영" userId="c9c2ca5b-20f2-48c9-9e1f-a03229bf2768" providerId="ADAL" clId="{1AFE30CA-0473-46B3-B73A-3803F8D94D85}" dt="2026-01-30T02:44:09.312" v="2833"/>
          <ac:graphicFrameMkLst>
            <pc:docMk/>
            <pc:sldMk cId="2651522335" sldId="959"/>
            <ac:graphicFrameMk id="7" creationId="{025CB5D1-70F5-7FFB-FA9B-E0B2C755A57C}"/>
          </ac:graphicFrameMkLst>
        </pc:graphicFrameChg>
        <pc:picChg chg="del">
          <ac:chgData name="최문영" userId="c9c2ca5b-20f2-48c9-9e1f-a03229bf2768" providerId="ADAL" clId="{1AFE30CA-0473-46B3-B73A-3803F8D94D85}" dt="2026-01-30T02:44:02.635" v="2832" actId="478"/>
          <ac:picMkLst>
            <pc:docMk/>
            <pc:sldMk cId="2651522335" sldId="959"/>
            <ac:picMk id="12" creationId="{DE6AA073-98DF-54AA-4635-8230A0C699BD}"/>
          </ac:picMkLst>
        </pc:picChg>
        <pc:picChg chg="del">
          <ac:chgData name="최문영" userId="c9c2ca5b-20f2-48c9-9e1f-a03229bf2768" providerId="ADAL" clId="{1AFE30CA-0473-46B3-B73A-3803F8D94D85}" dt="2026-01-30T02:44:02.635" v="2832" actId="478"/>
          <ac:picMkLst>
            <pc:docMk/>
            <pc:sldMk cId="2651522335" sldId="959"/>
            <ac:picMk id="36" creationId="{9F04A362-6033-F198-8B54-9103D78308A3}"/>
          </ac:picMkLst>
        </pc:picChg>
        <pc:cxnChg chg="del">
          <ac:chgData name="최문영" userId="c9c2ca5b-20f2-48c9-9e1f-a03229bf2768" providerId="ADAL" clId="{1AFE30CA-0473-46B3-B73A-3803F8D94D85}" dt="2026-01-30T02:44:02.635" v="2832" actId="478"/>
          <ac:cxnSpMkLst>
            <pc:docMk/>
            <pc:sldMk cId="2651522335" sldId="959"/>
            <ac:cxnSpMk id="33" creationId="{125B9D70-EE93-3C52-00AB-14936BA5C69D}"/>
          </ac:cxnSpMkLst>
        </pc:cxnChg>
        <pc:cxnChg chg="del">
          <ac:chgData name="최문영" userId="c9c2ca5b-20f2-48c9-9e1f-a03229bf2768" providerId="ADAL" clId="{1AFE30CA-0473-46B3-B73A-3803F8D94D85}" dt="2026-01-30T02:44:02.635" v="2832" actId="478"/>
          <ac:cxnSpMkLst>
            <pc:docMk/>
            <pc:sldMk cId="2651522335" sldId="959"/>
            <ac:cxnSpMk id="34" creationId="{8947D749-28D7-7DDD-73C0-F77BDF190270}"/>
          </ac:cxnSpMkLst>
        </pc:cxnChg>
      </pc:sldChg>
      <pc:sldChg chg="add ord">
        <pc:chgData name="최문영" userId="c9c2ca5b-20f2-48c9-9e1f-a03229bf2768" providerId="ADAL" clId="{1AFE30CA-0473-46B3-B73A-3803F8D94D85}" dt="2026-01-30T02:48:47.756" v="2916"/>
        <pc:sldMkLst>
          <pc:docMk/>
          <pc:sldMk cId="3570722892" sldId="959"/>
        </pc:sldMkLst>
      </pc:sldChg>
      <pc:sldChg chg="addSp delSp add del mod">
        <pc:chgData name="최문영" userId="c9c2ca5b-20f2-48c9-9e1f-a03229bf2768" providerId="ADAL" clId="{1AFE30CA-0473-46B3-B73A-3803F8D94D85}" dt="2026-01-30T02:43:56.203" v="2830"/>
        <pc:sldMkLst>
          <pc:docMk/>
          <pc:sldMk cId="4070200189" sldId="959"/>
        </pc:sldMkLst>
        <pc:graphicFrameChg chg="add del">
          <ac:chgData name="최문영" userId="c9c2ca5b-20f2-48c9-9e1f-a03229bf2768" providerId="ADAL" clId="{1AFE30CA-0473-46B3-B73A-3803F8D94D85}" dt="2026-01-30T02:43:55.366" v="2829" actId="478"/>
          <ac:graphicFrameMkLst>
            <pc:docMk/>
            <pc:sldMk cId="4070200189" sldId="959"/>
            <ac:graphicFrameMk id="18" creationId="{64C1DC4A-B66D-2B48-8B9E-AAC262D190C2}"/>
          </ac:graphicFrameMkLst>
        </pc:graphicFrameChg>
      </pc:sldChg>
      <pc:sldChg chg="modSp add mod modAnim">
        <pc:chgData name="최문영" userId="c9c2ca5b-20f2-48c9-9e1f-a03229bf2768" providerId="ADAL" clId="{1AFE30CA-0473-46B3-B73A-3803F8D94D85}" dt="2026-01-30T03:05:32.351" v="4649"/>
        <pc:sldMkLst>
          <pc:docMk/>
          <pc:sldMk cId="875225142" sldId="960"/>
        </pc:sldMkLst>
        <pc:spChg chg="mod">
          <ac:chgData name="최문영" userId="c9c2ca5b-20f2-48c9-9e1f-a03229bf2768" providerId="ADAL" clId="{1AFE30CA-0473-46B3-B73A-3803F8D94D85}" dt="2026-01-30T02:51:44.457" v="2935" actId="14100"/>
          <ac:spMkLst>
            <pc:docMk/>
            <pc:sldMk cId="875225142" sldId="960"/>
            <ac:spMk id="105" creationId="{FC2DC95F-B101-6DCD-93AD-1758C5601C51}"/>
          </ac:spMkLst>
        </pc:spChg>
      </pc:sldChg>
      <pc:sldChg chg="delSp modSp add mod modTransition">
        <pc:chgData name="최문영" userId="c9c2ca5b-20f2-48c9-9e1f-a03229bf2768" providerId="ADAL" clId="{1AFE30CA-0473-46B3-B73A-3803F8D94D85}" dt="2026-01-30T02:59:59.112" v="3731"/>
        <pc:sldMkLst>
          <pc:docMk/>
          <pc:sldMk cId="3812014490" sldId="961"/>
        </pc:sldMkLst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2" creationId="{A83D8F39-543C-F8F6-DAB0-0E381B673269}"/>
          </ac:spMkLst>
        </pc:spChg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3" creationId="{8190691B-F524-07E0-03FA-63A4E2B0E08E}"/>
          </ac:spMkLst>
        </pc:spChg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18" creationId="{2A6B57EA-AB34-2415-9C45-92A1AA320DC7}"/>
          </ac:spMkLst>
        </pc:spChg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19" creationId="{7BBEC95B-B25D-2CDB-A482-AAF9165BB4D5}"/>
          </ac:spMkLst>
        </pc:spChg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21" creationId="{90F58834-C4F4-FA4A-3EF4-EDFD9320A485}"/>
          </ac:spMkLst>
        </pc:spChg>
        <pc:spChg chg="del">
          <ac:chgData name="최문영" userId="c9c2ca5b-20f2-48c9-9e1f-a03229bf2768" providerId="ADAL" clId="{1AFE30CA-0473-46B3-B73A-3803F8D94D85}" dt="2026-01-30T02:56:50.948" v="3246" actId="478"/>
          <ac:spMkLst>
            <pc:docMk/>
            <pc:sldMk cId="3812014490" sldId="961"/>
            <ac:spMk id="22" creationId="{AAEFE764-E2D1-C0A7-F81F-CAC29FDF1444}"/>
          </ac:spMkLst>
        </pc:spChg>
        <pc:spChg chg="mod">
          <ac:chgData name="최문영" userId="c9c2ca5b-20f2-48c9-9e1f-a03229bf2768" providerId="ADAL" clId="{1AFE30CA-0473-46B3-B73A-3803F8D94D85}" dt="2026-01-30T02:59:59.112" v="3731"/>
          <ac:spMkLst>
            <pc:docMk/>
            <pc:sldMk cId="3812014490" sldId="961"/>
            <ac:spMk id="97" creationId="{12652BF0-7332-4104-CDCE-6A54EF9FC406}"/>
          </ac:spMkLst>
        </pc:spChg>
        <pc:spChg chg="mod">
          <ac:chgData name="최문영" userId="c9c2ca5b-20f2-48c9-9e1f-a03229bf2768" providerId="ADAL" clId="{1AFE30CA-0473-46B3-B73A-3803F8D94D85}" dt="2026-01-30T02:56:39.436" v="3244" actId="20577"/>
          <ac:spMkLst>
            <pc:docMk/>
            <pc:sldMk cId="3812014490" sldId="961"/>
            <ac:spMk id="100" creationId="{DDDF16A7-CDB3-6E98-A7A9-04833B72BBAE}"/>
          </ac:spMkLst>
        </pc:spChg>
        <pc:cxnChg chg="del">
          <ac:chgData name="최문영" userId="c9c2ca5b-20f2-48c9-9e1f-a03229bf2768" providerId="ADAL" clId="{1AFE30CA-0473-46B3-B73A-3803F8D94D85}" dt="2026-01-30T02:56:50.948" v="3246" actId="478"/>
          <ac:cxnSpMkLst>
            <pc:docMk/>
            <pc:sldMk cId="3812014490" sldId="961"/>
            <ac:cxnSpMk id="11" creationId="{01EB677D-FEB1-5E57-5FC6-874EF2E4EA9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목표는 </a:t>
            </a:r>
            <a:r>
              <a:rPr lang="en-US" altLang="ko-KR" dirty="0"/>
              <a:t>Drone </a:t>
            </a:r>
            <a:r>
              <a:rPr lang="ko-KR" altLang="en-US" dirty="0"/>
              <a:t>자율 주행 과정에서 발생하는 </a:t>
            </a:r>
            <a:r>
              <a:rPr lang="en-US" altLang="ko-KR" dirty="0"/>
              <a:t>latency</a:t>
            </a:r>
            <a:r>
              <a:rPr lang="ko-KR" altLang="en-US" dirty="0"/>
              <a:t>를 알아보는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어떤 이유로 </a:t>
            </a:r>
            <a:r>
              <a:rPr lang="en-US" altLang="ko-KR" dirty="0"/>
              <a:t>latency</a:t>
            </a:r>
            <a:r>
              <a:rPr lang="ko-KR" altLang="en-US" dirty="0"/>
              <a:t>가 발생하는지 여러 과정을 살펴보았는데요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지금까지 봐온 부분들은</a:t>
            </a:r>
            <a:endParaRPr lang="en-US" altLang="ko-KR" dirty="0"/>
          </a:p>
          <a:p>
            <a:r>
              <a:rPr lang="en-US" altLang="ko-KR" dirty="0"/>
              <a:t>MAVROS </a:t>
            </a:r>
            <a:r>
              <a:rPr lang="ko-KR" altLang="en-US" dirty="0"/>
              <a:t>내부 처리 과정</a:t>
            </a:r>
            <a:r>
              <a:rPr lang="en-US" altLang="ko-KR" dirty="0"/>
              <a:t>, ROS2</a:t>
            </a:r>
            <a:r>
              <a:rPr lang="ko-KR" altLang="en-US" dirty="0"/>
              <a:t>와 </a:t>
            </a:r>
            <a:r>
              <a:rPr lang="en-US" altLang="ko-KR" dirty="0"/>
              <a:t>MAVROS</a:t>
            </a:r>
            <a:r>
              <a:rPr lang="ko-KR" altLang="en-US" dirty="0"/>
              <a:t>의 통신</a:t>
            </a:r>
            <a:r>
              <a:rPr lang="en-US" altLang="ko-KR" dirty="0"/>
              <a:t>, PX4</a:t>
            </a:r>
            <a:r>
              <a:rPr lang="ko-KR" altLang="en-US" dirty="0"/>
              <a:t>의 내부 처리 과정</a:t>
            </a:r>
            <a:endParaRPr lang="en-US" altLang="ko-KR" dirty="0"/>
          </a:p>
          <a:p>
            <a:r>
              <a:rPr lang="ko-KR" altLang="en-US" dirty="0"/>
              <a:t>정도를 살펴보았습니다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앞으로는 </a:t>
            </a:r>
            <a:r>
              <a:rPr lang="en-US" altLang="ko-KR" dirty="0"/>
              <a:t>Lidar </a:t>
            </a:r>
            <a:r>
              <a:rPr lang="ko-KR" altLang="en-US" dirty="0"/>
              <a:t>센서와</a:t>
            </a:r>
            <a:r>
              <a:rPr lang="en-US" altLang="ko-KR" dirty="0"/>
              <a:t>, </a:t>
            </a:r>
            <a:r>
              <a:rPr lang="ko-KR" altLang="en-US" dirty="0"/>
              <a:t>명령 누락 등의 문제로 인한 </a:t>
            </a:r>
            <a:r>
              <a:rPr lang="en-US" altLang="ko-KR" dirty="0"/>
              <a:t>Latency</a:t>
            </a:r>
            <a:r>
              <a:rPr lang="ko-KR" altLang="en-US" dirty="0"/>
              <a:t>를 확인해보고자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F690-A82E-9D80-B0AA-D21B928F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3FBDA7-4351-65FD-964C-03AB10422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6A8CA6-F12C-ADEA-872B-E5F8BBEC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제가 </a:t>
            </a:r>
            <a:r>
              <a:rPr lang="en-US" altLang="ko-KR" dirty="0"/>
              <a:t>gazebo </a:t>
            </a:r>
            <a:r>
              <a:rPr lang="ko-KR" altLang="en-US" dirty="0"/>
              <a:t>에서 시뮬레이션을 진행했을 때</a:t>
            </a:r>
            <a:r>
              <a:rPr lang="en-US" altLang="ko-KR" dirty="0"/>
              <a:t>, </a:t>
            </a:r>
            <a:r>
              <a:rPr lang="ko-KR" altLang="en-US" dirty="0"/>
              <a:t>발생했던 문제를 다시 말씀드리겠습니다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drone</a:t>
            </a:r>
            <a:r>
              <a:rPr lang="ko-KR" altLang="en-US" dirty="0"/>
              <a:t>에 </a:t>
            </a:r>
            <a:r>
              <a:rPr lang="en-US" altLang="ko-KR" dirty="0"/>
              <a:t>2</a:t>
            </a:r>
            <a:r>
              <a:rPr lang="ko-KR" altLang="en-US" dirty="0"/>
              <a:t>가지 명령을 전달하였습니다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 번째 명령은 목표 지점으로 이동하는 명령이고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두 번째 명령은 이동 중</a:t>
            </a:r>
            <a:r>
              <a:rPr lang="en-US" altLang="ko-KR" dirty="0"/>
              <a:t>, </a:t>
            </a:r>
            <a:r>
              <a:rPr lang="ko-KR" altLang="en-US" dirty="0"/>
              <a:t>장애물을 만나면 해당 위치에서 멈추는 명령입니다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그러면</a:t>
            </a:r>
            <a:r>
              <a:rPr lang="en-US" altLang="ko-KR" dirty="0"/>
              <a:t>, </a:t>
            </a:r>
            <a:r>
              <a:rPr lang="ko-KR" altLang="en-US" dirty="0" err="1"/>
              <a:t>드론은</a:t>
            </a:r>
            <a:r>
              <a:rPr lang="ko-KR" altLang="en-US" dirty="0"/>
              <a:t> 첫 번째 명령에 따라 이동하다가</a:t>
            </a:r>
            <a:r>
              <a:rPr lang="en-US" altLang="ko-KR" dirty="0"/>
              <a:t>, </a:t>
            </a:r>
            <a:r>
              <a:rPr lang="ko-KR" altLang="en-US" dirty="0"/>
              <a:t>장애물을 만나</a:t>
            </a:r>
            <a:endParaRPr lang="en-US" altLang="ko-KR" dirty="0"/>
          </a:p>
          <a:p>
            <a:r>
              <a:rPr lang="ko-KR" altLang="en-US" dirty="0"/>
              <a:t>해당 위치에 정지해야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실제 시뮬레이션 상에서는 즉시 정지하지 못하고</a:t>
            </a:r>
            <a:r>
              <a:rPr lang="en-US" altLang="ko-KR" dirty="0"/>
              <a:t>, </a:t>
            </a:r>
            <a:r>
              <a:rPr lang="ko-KR" altLang="en-US" dirty="0"/>
              <a:t>충돌이 일어났었습니다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delay</a:t>
            </a:r>
            <a:r>
              <a:rPr lang="ko-KR" altLang="en-US" dirty="0"/>
              <a:t>는 측정을 시도했는데</a:t>
            </a:r>
            <a:r>
              <a:rPr lang="en-US" altLang="ko-KR" dirty="0"/>
              <a:t>, </a:t>
            </a:r>
            <a:r>
              <a:rPr lang="ko-KR" altLang="en-US" dirty="0"/>
              <a:t>값이 이상하여 좀 더 살펴보고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이렇듯</a:t>
            </a:r>
            <a:r>
              <a:rPr lang="en-US" altLang="ko-KR" dirty="0"/>
              <a:t>, </a:t>
            </a:r>
            <a:r>
              <a:rPr lang="ko-KR" altLang="en-US" dirty="0"/>
              <a:t>정지 명령이 반영되지 않은 이유를 알아보고자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MAVROS</a:t>
            </a:r>
            <a:r>
              <a:rPr lang="ko-KR" altLang="en-US" dirty="0"/>
              <a:t>에 집중하여 </a:t>
            </a:r>
            <a:r>
              <a:rPr lang="en-US" altLang="ko-KR" dirty="0"/>
              <a:t>latency </a:t>
            </a:r>
            <a:r>
              <a:rPr lang="ko-KR" altLang="en-US" dirty="0"/>
              <a:t>이유를 살펴보았습니다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7D149-B373-2983-DDFF-F6A51A224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0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8B6B-E598-03E9-0671-36F5A1D3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94F66C-B41A-C048-A5BE-8C67AC169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B91FD-E8C5-8ACF-7E5B-A4053E877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이전까지의 과정을 간단하게 요약하겠습니다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latency</a:t>
            </a:r>
            <a:r>
              <a:rPr lang="ko-KR" altLang="en-US" dirty="0"/>
              <a:t>의 요인을 </a:t>
            </a:r>
            <a:r>
              <a:rPr lang="en-US" altLang="ko-KR" dirty="0"/>
              <a:t>2</a:t>
            </a:r>
            <a:r>
              <a:rPr lang="ko-KR" altLang="en-US" dirty="0"/>
              <a:t>가지로 생각하여 </a:t>
            </a:r>
            <a:r>
              <a:rPr lang="en-US" altLang="ko-KR" dirty="0"/>
              <a:t>MAVROS </a:t>
            </a:r>
            <a:r>
              <a:rPr lang="ko-KR" altLang="en-US" dirty="0"/>
              <a:t>자체 처리 과정과</a:t>
            </a:r>
            <a:r>
              <a:rPr lang="en-US" altLang="ko-KR" dirty="0"/>
              <a:t>, MAVROS</a:t>
            </a:r>
            <a:r>
              <a:rPr lang="ko-KR" altLang="en-US" dirty="0"/>
              <a:t>와 </a:t>
            </a:r>
            <a:r>
              <a:rPr lang="en-US" altLang="ko-KR" dirty="0"/>
              <a:t>ROS</a:t>
            </a:r>
            <a:r>
              <a:rPr lang="ko-KR" altLang="en-US" dirty="0"/>
              <a:t>의 통신 과정을 살펴보았는데요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ROS</a:t>
            </a:r>
            <a:r>
              <a:rPr lang="ko-KR" altLang="en-US" dirty="0"/>
              <a:t>와 </a:t>
            </a:r>
            <a:r>
              <a:rPr lang="en-US" altLang="ko-KR" dirty="0"/>
              <a:t>MAVROS</a:t>
            </a:r>
            <a:r>
              <a:rPr lang="ko-KR" altLang="en-US" dirty="0"/>
              <a:t>의 통신 과정에서 몇가지 특이한 현상들이 있었지만</a:t>
            </a:r>
            <a:r>
              <a:rPr lang="en-US" altLang="ko-KR" dirty="0"/>
              <a:t>, latency</a:t>
            </a:r>
            <a:r>
              <a:rPr lang="ko-KR" altLang="en-US" dirty="0"/>
              <a:t>의 주 원인은 아니라고 판단되어</a:t>
            </a:r>
            <a:r>
              <a:rPr lang="en-US" altLang="ko-KR" dirty="0"/>
              <a:t>, LiDAR </a:t>
            </a:r>
            <a:r>
              <a:rPr lang="ko-KR" altLang="en-US" dirty="0"/>
              <a:t>통신 과정을 살펴보기로 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CADD6-DBA1-C882-F2CA-414CECC1D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67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727-08F1-DA0F-55F5-C6376C7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417156-F50E-16C6-3C96-B1CE0882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0D7B-F225-8490-7A83-115AA025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</a:t>
            </a:r>
            <a:r>
              <a:rPr lang="ko-KR" altLang="en-US" dirty="0" err="1"/>
              <a:t>다음로</a:t>
            </a:r>
            <a:r>
              <a:rPr lang="ko-KR" altLang="en-US" dirty="0"/>
              <a:t> 확인해볼 </a:t>
            </a:r>
            <a:r>
              <a:rPr lang="en-US" altLang="ko-KR" dirty="0"/>
              <a:t>latency</a:t>
            </a:r>
            <a:r>
              <a:rPr lang="ko-KR" altLang="en-US" dirty="0"/>
              <a:t>의 요인들을 말씀드리겠습니다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Lidar </a:t>
            </a:r>
            <a:r>
              <a:rPr lang="ko-KR" altLang="en-US" dirty="0"/>
              <a:t>신호 처리 과정으로 인한 </a:t>
            </a:r>
            <a:r>
              <a:rPr lang="en-US" altLang="ko-KR" dirty="0"/>
              <a:t>latency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px4</a:t>
            </a:r>
            <a:r>
              <a:rPr lang="ko-KR" altLang="en-US" dirty="0"/>
              <a:t>의 경우</a:t>
            </a:r>
            <a:r>
              <a:rPr lang="en-US" altLang="ko-KR" dirty="0"/>
              <a:t>, lidar</a:t>
            </a:r>
            <a:r>
              <a:rPr lang="ko-KR" altLang="en-US" dirty="0"/>
              <a:t>와 독립적으로 동작하기 때문에</a:t>
            </a:r>
            <a:r>
              <a:rPr lang="en-US" altLang="ko-KR" dirty="0"/>
              <a:t>, lidar</a:t>
            </a:r>
            <a:r>
              <a:rPr lang="ko-KR" altLang="en-US" dirty="0"/>
              <a:t>에서 장애물이 감지되더라도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px4</a:t>
            </a:r>
            <a:r>
              <a:rPr lang="ko-KR" altLang="en-US" dirty="0"/>
              <a:t>에서 확인하고 정지할 수 없습니다</a:t>
            </a:r>
            <a:r>
              <a:rPr lang="en-US" altLang="ko-KR" dirty="0"/>
              <a:t>. </a:t>
            </a:r>
            <a:r>
              <a:rPr lang="ko-KR" altLang="en-US" dirty="0"/>
              <a:t>따라서</a:t>
            </a:r>
            <a:r>
              <a:rPr lang="en-US" altLang="ko-KR" dirty="0"/>
              <a:t>, lidar </a:t>
            </a:r>
            <a:r>
              <a:rPr lang="ko-KR" altLang="en-US" dirty="0"/>
              <a:t>센서가 값을 </a:t>
            </a:r>
            <a:r>
              <a:rPr lang="en-US" altLang="ko-KR" dirty="0"/>
              <a:t>topic</a:t>
            </a:r>
            <a:r>
              <a:rPr lang="ko-KR" altLang="en-US" dirty="0"/>
              <a:t>에 올리면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topic</a:t>
            </a:r>
            <a:r>
              <a:rPr lang="ko-KR" altLang="en-US" dirty="0"/>
              <a:t>을 </a:t>
            </a:r>
            <a:r>
              <a:rPr lang="en-US" altLang="ko-KR" dirty="0"/>
              <a:t>python </a:t>
            </a:r>
            <a:r>
              <a:rPr lang="ko-KR" altLang="en-US" dirty="0"/>
              <a:t>노드가 구독하여</a:t>
            </a:r>
            <a:r>
              <a:rPr lang="en-US" altLang="ko-KR" dirty="0"/>
              <a:t>, </a:t>
            </a:r>
            <a:r>
              <a:rPr lang="ko-KR" altLang="en-US" dirty="0"/>
              <a:t>주기적으로 확인하면서</a:t>
            </a:r>
            <a:r>
              <a:rPr lang="en-US" altLang="ko-KR" dirty="0"/>
              <a:t>, </a:t>
            </a:r>
            <a:r>
              <a:rPr lang="ko-KR" altLang="en-US" dirty="0"/>
              <a:t>장애물 감지 여부를 체크해야 합니다</a:t>
            </a:r>
            <a:r>
              <a:rPr lang="en-US" altLang="ko-KR" dirty="0"/>
              <a:t>. </a:t>
            </a:r>
            <a:r>
              <a:rPr lang="ko-KR" altLang="en-US" dirty="0"/>
              <a:t>그렇게 장애물이 감지되면 </a:t>
            </a:r>
            <a:r>
              <a:rPr lang="en-US" altLang="ko-KR" dirty="0"/>
              <a:t>python node</a:t>
            </a:r>
            <a:r>
              <a:rPr lang="ko-KR" altLang="en-US" dirty="0"/>
              <a:t>는 정지 명령을 발행하면 </a:t>
            </a:r>
            <a:r>
              <a:rPr lang="en-US" altLang="ko-KR" dirty="0" err="1"/>
              <a:t>mavros</a:t>
            </a:r>
            <a:r>
              <a:rPr lang="ko-KR" altLang="en-US" dirty="0"/>
              <a:t>를 거쳐 </a:t>
            </a:r>
            <a:r>
              <a:rPr lang="en-US" altLang="ko-KR" dirty="0"/>
              <a:t>px4</a:t>
            </a:r>
            <a:r>
              <a:rPr lang="ko-KR" altLang="en-US" dirty="0"/>
              <a:t>로 전달됩니다</a:t>
            </a:r>
            <a:r>
              <a:rPr lang="en-US" altLang="ko-KR" dirty="0"/>
              <a:t>. </a:t>
            </a:r>
            <a:r>
              <a:rPr lang="ko-KR" altLang="en-US" dirty="0"/>
              <a:t>이 과정에서 </a:t>
            </a:r>
            <a:r>
              <a:rPr lang="en-US" altLang="ko-KR" dirty="0" err="1"/>
              <a:t>latenc</a:t>
            </a:r>
            <a:r>
              <a:rPr lang="ko-KR" altLang="en-US" dirty="0"/>
              <a:t>가 발생할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다음으로 긴급 정지 명령이 누락되고 있을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최종 </a:t>
            </a:r>
            <a:r>
              <a:rPr lang="en-US" altLang="ko-KR" dirty="0"/>
              <a:t>queue</a:t>
            </a:r>
            <a:r>
              <a:rPr lang="ko-KR" altLang="en-US" dirty="0"/>
              <a:t>에 다음과 같이 위치명령과 정지명령이 있다고 가정합니다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정지명령이 </a:t>
            </a:r>
            <a:r>
              <a:rPr lang="en-US" altLang="ko-KR" dirty="0"/>
              <a:t>disarm </a:t>
            </a:r>
            <a:r>
              <a:rPr lang="ko-KR" altLang="en-US" dirty="0"/>
              <a:t>명령이라면</a:t>
            </a:r>
            <a:r>
              <a:rPr lang="en-US" altLang="ko-KR" dirty="0"/>
              <a:t>, </a:t>
            </a:r>
            <a:r>
              <a:rPr lang="ko-KR" altLang="en-US" dirty="0"/>
              <a:t>정지명령이 </a:t>
            </a:r>
            <a:r>
              <a:rPr lang="en-US" altLang="ko-KR" dirty="0"/>
              <a:t>px4</a:t>
            </a:r>
            <a:r>
              <a:rPr lang="ko-KR" altLang="en-US" dirty="0"/>
              <a:t>로 전송되면 </a:t>
            </a:r>
            <a:r>
              <a:rPr lang="en-US" altLang="ko-KR" dirty="0"/>
              <a:t>drone</a:t>
            </a:r>
            <a:r>
              <a:rPr lang="ko-KR" altLang="en-US" dirty="0"/>
              <a:t>의 모터가 작동을 중지하면서</a:t>
            </a:r>
            <a:r>
              <a:rPr lang="en-US" altLang="ko-KR" dirty="0"/>
              <a:t>, </a:t>
            </a:r>
            <a:r>
              <a:rPr lang="ko-KR" altLang="en-US" dirty="0"/>
              <a:t>이후의 위치명령이 반영되지 않습니다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제가 보내는 정지명령은 </a:t>
            </a:r>
            <a:r>
              <a:rPr lang="en-US" altLang="ko-KR" dirty="0"/>
              <a:t>disarm</a:t>
            </a:r>
            <a:r>
              <a:rPr lang="ko-KR" altLang="en-US" dirty="0"/>
              <a:t>이 아니라 제자리에서 </a:t>
            </a:r>
            <a:r>
              <a:rPr lang="ko-KR" altLang="en-US" dirty="0" err="1"/>
              <a:t>호버링</a:t>
            </a:r>
            <a:r>
              <a:rPr lang="ko-KR" altLang="en-US" dirty="0"/>
              <a:t> 하는 것이기 때문에</a:t>
            </a:r>
            <a:r>
              <a:rPr lang="en-US" altLang="ko-KR" dirty="0"/>
              <a:t>, drone</a:t>
            </a:r>
            <a:r>
              <a:rPr lang="ko-KR" altLang="en-US" dirty="0"/>
              <a:t>은 계속 작동하는 상태입니다</a:t>
            </a:r>
            <a:r>
              <a:rPr lang="en-US" altLang="ko-KR" dirty="0"/>
              <a:t>. </a:t>
            </a:r>
            <a:r>
              <a:rPr lang="ko-KR" altLang="en-US" dirty="0" err="1"/>
              <a:t>그러다보니</a:t>
            </a:r>
            <a:r>
              <a:rPr lang="en-US" altLang="ko-KR" dirty="0"/>
              <a:t>, </a:t>
            </a:r>
            <a:r>
              <a:rPr lang="ko-KR" altLang="en-US" dirty="0"/>
              <a:t>이후에 들어온 위치명령으로 인해 정지명령이 반영되지 않고 계속 </a:t>
            </a:r>
            <a:r>
              <a:rPr lang="en-US" altLang="ko-KR" dirty="0"/>
              <a:t>drone</a:t>
            </a:r>
            <a:r>
              <a:rPr lang="ko-KR" altLang="en-US" dirty="0"/>
              <a:t>이 이동하게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이 두 </a:t>
            </a:r>
            <a:r>
              <a:rPr lang="en-US" altLang="ko-KR" dirty="0"/>
              <a:t>latency</a:t>
            </a:r>
            <a:r>
              <a:rPr lang="ko-KR" altLang="en-US" dirty="0"/>
              <a:t>를 시뮬레이터 상에서 확인해보고자 하고 있습니다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05163-1E3F-78F7-E6DF-1682CB410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38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727-08F1-DA0F-55F5-C6376C7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417156-F50E-16C6-3C96-B1CE08829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000D7B-F225-8490-7A83-115AA025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LiDAR </a:t>
            </a:r>
            <a:r>
              <a:rPr lang="ko-KR" altLang="en-US" dirty="0"/>
              <a:t>센서와의 통신 과정을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px4</a:t>
            </a:r>
            <a:r>
              <a:rPr lang="ko-KR" altLang="en-US" dirty="0"/>
              <a:t> 내부에서는 장애물을 감지하고 </a:t>
            </a:r>
            <a:r>
              <a:rPr lang="ko-KR" altLang="en-US" dirty="0" err="1"/>
              <a:t>긴급정지하는</a:t>
            </a:r>
            <a:r>
              <a:rPr lang="ko-KR" altLang="en-US" dirty="0"/>
              <a:t> 메커니즘이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 err="1"/>
              <a:t>가제보</a:t>
            </a:r>
            <a:r>
              <a:rPr lang="ko-KR" altLang="en-US" dirty="0"/>
              <a:t> 시뮬레이터가 제공하는 </a:t>
            </a:r>
            <a:r>
              <a:rPr lang="en-US" altLang="ko-KR" dirty="0"/>
              <a:t>lidar </a:t>
            </a:r>
            <a:r>
              <a:rPr lang="ko-KR" altLang="en-US" dirty="0"/>
              <a:t>센서를 통해 장애물을 감지하고</a:t>
            </a:r>
            <a:endParaRPr lang="en-US" altLang="ko-KR" dirty="0"/>
          </a:p>
          <a:p>
            <a:r>
              <a:rPr lang="ko-KR" altLang="en-US" dirty="0"/>
              <a:t>장애물을 감지하면 </a:t>
            </a:r>
            <a:r>
              <a:rPr lang="en-US" altLang="ko-KR" dirty="0"/>
              <a:t>ros2 </a:t>
            </a:r>
            <a:r>
              <a:rPr lang="ko-KR" altLang="en-US" dirty="0"/>
              <a:t>노드에서 정지 명령을 발행하게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시뮬상에서</a:t>
            </a:r>
            <a:r>
              <a:rPr lang="ko-KR" altLang="en-US" dirty="0"/>
              <a:t> </a:t>
            </a:r>
            <a:r>
              <a:rPr lang="en-US" altLang="ko-KR" dirty="0"/>
              <a:t>20ms </a:t>
            </a:r>
            <a:r>
              <a:rPr lang="ko-KR" altLang="en-US" dirty="0"/>
              <a:t>주기로 토픽이 </a:t>
            </a:r>
            <a:r>
              <a:rPr lang="ko-KR" altLang="en-US" dirty="0" err="1"/>
              <a:t>퍼블리시되고</a:t>
            </a:r>
            <a:r>
              <a:rPr lang="ko-KR" altLang="en-US" dirty="0"/>
              <a:t> 있고</a:t>
            </a:r>
            <a:endParaRPr lang="en-US" altLang="ko-KR" dirty="0"/>
          </a:p>
          <a:p>
            <a:r>
              <a:rPr lang="ko-KR" altLang="en-US" dirty="0"/>
              <a:t>이걸 파이썬 노드가 구독하면서</a:t>
            </a:r>
            <a:r>
              <a:rPr lang="en-US" altLang="ko-KR" dirty="0"/>
              <a:t>, </a:t>
            </a:r>
            <a:r>
              <a:rPr lang="ko-KR" altLang="en-US" dirty="0"/>
              <a:t>만일 센서가 </a:t>
            </a:r>
            <a:r>
              <a:rPr lang="en-US" altLang="ko-KR" dirty="0"/>
              <a:t>publish </a:t>
            </a:r>
            <a:r>
              <a:rPr lang="ko-KR" altLang="en-US" dirty="0"/>
              <a:t>하는 물체와의 거리가 </a:t>
            </a:r>
            <a:r>
              <a:rPr lang="en-US" altLang="ko-KR" dirty="0"/>
              <a:t>1m</a:t>
            </a:r>
            <a:r>
              <a:rPr lang="ko-KR" altLang="en-US" dirty="0"/>
              <a:t>미만이라면</a:t>
            </a:r>
            <a:endParaRPr lang="en-US" altLang="ko-KR" dirty="0"/>
          </a:p>
          <a:p>
            <a:r>
              <a:rPr lang="ko-KR" altLang="en-US" dirty="0"/>
              <a:t>정지 </a:t>
            </a:r>
            <a:r>
              <a:rPr lang="en-US" altLang="ko-KR" dirty="0"/>
              <a:t>service call </a:t>
            </a:r>
            <a:r>
              <a:rPr lang="ko-KR" altLang="en-US" dirty="0"/>
              <a:t>이 발행됩니다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이후의 과정은 이전까지 </a:t>
            </a:r>
            <a:r>
              <a:rPr lang="en-US" altLang="ko-KR" dirty="0" err="1"/>
              <a:t>mavros</a:t>
            </a:r>
            <a:r>
              <a:rPr lang="ko-KR" altLang="en-US" dirty="0"/>
              <a:t>를 살펴보면서 확인한 과정과 같습니다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05163-1E3F-78F7-E6DF-1682CB410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838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2C6E-244B-3EA5-17F3-EEF464B4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057577-FCFD-9A56-8DF8-47B1119AF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719768-7819-B61D-47C2-C632F40E9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, </a:t>
            </a:r>
            <a:r>
              <a:rPr lang="ko-KR" altLang="en-US" dirty="0"/>
              <a:t>제가 </a:t>
            </a:r>
            <a:r>
              <a:rPr lang="en-US" altLang="ko-KR" dirty="0"/>
              <a:t>gazebo </a:t>
            </a:r>
            <a:r>
              <a:rPr lang="ko-KR" altLang="en-US" dirty="0"/>
              <a:t>에서 시뮬레이션을 진행했을 때</a:t>
            </a:r>
            <a:r>
              <a:rPr lang="en-US" altLang="ko-KR" dirty="0"/>
              <a:t>, </a:t>
            </a:r>
            <a:r>
              <a:rPr lang="ko-KR" altLang="en-US" dirty="0"/>
              <a:t>발생했던 문제를 다시 말씀드리겠습니다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drone</a:t>
            </a:r>
            <a:r>
              <a:rPr lang="ko-KR" altLang="en-US" dirty="0"/>
              <a:t>에 </a:t>
            </a:r>
            <a:r>
              <a:rPr lang="en-US" altLang="ko-KR" dirty="0"/>
              <a:t>2</a:t>
            </a:r>
            <a:r>
              <a:rPr lang="ko-KR" altLang="en-US" dirty="0"/>
              <a:t>가지 명령을 전달하였습니다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 번째 명령은 목표 지점으로 이동하는 명령이고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두 번째 명령은 이동 중</a:t>
            </a:r>
            <a:r>
              <a:rPr lang="en-US" altLang="ko-KR" dirty="0"/>
              <a:t>, </a:t>
            </a:r>
            <a:r>
              <a:rPr lang="ko-KR" altLang="en-US" dirty="0"/>
              <a:t>장애물을 만나면 해당 위치에서 멈추는 명령입니다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그러면</a:t>
            </a:r>
            <a:r>
              <a:rPr lang="en-US" altLang="ko-KR" dirty="0"/>
              <a:t>, </a:t>
            </a:r>
            <a:r>
              <a:rPr lang="ko-KR" altLang="en-US" dirty="0" err="1"/>
              <a:t>드론은</a:t>
            </a:r>
            <a:r>
              <a:rPr lang="ko-KR" altLang="en-US" dirty="0"/>
              <a:t> 첫 번째 명령에 따라 이동하다가</a:t>
            </a:r>
            <a:r>
              <a:rPr lang="en-US" altLang="ko-KR" dirty="0"/>
              <a:t>, </a:t>
            </a:r>
            <a:r>
              <a:rPr lang="ko-KR" altLang="en-US" dirty="0"/>
              <a:t>장애물을 만나</a:t>
            </a:r>
            <a:endParaRPr lang="en-US" altLang="ko-KR" dirty="0"/>
          </a:p>
          <a:p>
            <a:r>
              <a:rPr lang="ko-KR" altLang="en-US" dirty="0"/>
              <a:t>해당 위치에 정지해야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실제 시뮬레이션 상에서는 즉시 정지하지 못하고</a:t>
            </a:r>
            <a:r>
              <a:rPr lang="en-US" altLang="ko-KR" dirty="0"/>
              <a:t>, </a:t>
            </a:r>
            <a:r>
              <a:rPr lang="ko-KR" altLang="en-US" dirty="0"/>
              <a:t>충돌이 일어났었습니다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이렇듯</a:t>
            </a:r>
            <a:r>
              <a:rPr lang="en-US" altLang="ko-KR" dirty="0"/>
              <a:t>, </a:t>
            </a:r>
            <a:r>
              <a:rPr lang="ko-KR" altLang="en-US" dirty="0"/>
              <a:t>정지 명령이 반영되지 않은 이유를 알아보고자</a:t>
            </a:r>
            <a:r>
              <a:rPr lang="en-US" altLang="ko-KR" dirty="0"/>
              <a:t>, </a:t>
            </a:r>
            <a:r>
              <a:rPr lang="ko-KR" altLang="en-US" dirty="0"/>
              <a:t>주로 </a:t>
            </a:r>
            <a:r>
              <a:rPr lang="en-US" altLang="ko-KR" dirty="0"/>
              <a:t>MAVROS</a:t>
            </a:r>
            <a:r>
              <a:rPr lang="ko-KR" altLang="en-US" dirty="0"/>
              <a:t>에 집중하여 </a:t>
            </a:r>
            <a:r>
              <a:rPr lang="en-US" altLang="ko-KR" dirty="0"/>
              <a:t>latency </a:t>
            </a:r>
            <a:r>
              <a:rPr lang="ko-KR" altLang="en-US" dirty="0"/>
              <a:t>이유를 살펴보았습니다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A95D07-9DEB-6A01-854A-BE1E36B1A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802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5C98-2DA8-347B-3102-90FC3164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BC6AC8-8019-FD46-F97F-C1B7C5CCF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44105-3182-863A-F13F-B5E85FCD5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t1: gazebo simul</a:t>
            </a:r>
            <a:r>
              <a:rPr lang="ko-KR" altLang="en-US" dirty="0"/>
              <a:t>에서 </a:t>
            </a:r>
            <a:r>
              <a:rPr lang="en-US" altLang="ko-KR" dirty="0"/>
              <a:t>lidar</a:t>
            </a:r>
            <a:r>
              <a:rPr lang="ko-KR" altLang="en-US" dirty="0"/>
              <a:t>에서 물체를 감지한 시점</a:t>
            </a:r>
            <a:endParaRPr lang="en-US" altLang="ko-KR" dirty="0"/>
          </a:p>
          <a:p>
            <a:r>
              <a:rPr lang="en-US" altLang="ko-KR" dirty="0"/>
              <a:t>t2: lidar </a:t>
            </a:r>
            <a:r>
              <a:rPr lang="ko-KR" altLang="en-US" dirty="0" err="1"/>
              <a:t>센서값을</a:t>
            </a:r>
            <a:r>
              <a:rPr lang="ko-KR" altLang="en-US" dirty="0"/>
              <a:t> </a:t>
            </a:r>
            <a:r>
              <a:rPr lang="en-US" altLang="ko-KR" dirty="0"/>
              <a:t>python node</a:t>
            </a:r>
            <a:r>
              <a:rPr lang="ko-KR" altLang="en-US" dirty="0"/>
              <a:t>에서 해당 물체와의 거리가 </a:t>
            </a:r>
            <a:r>
              <a:rPr lang="en-US" altLang="ko-KR" dirty="0"/>
              <a:t>1m </a:t>
            </a:r>
            <a:r>
              <a:rPr lang="ko-KR" altLang="en-US" dirty="0"/>
              <a:t>미만임을 확인한 시점</a:t>
            </a:r>
            <a:endParaRPr lang="en-US" altLang="ko-KR" dirty="0"/>
          </a:p>
          <a:p>
            <a:r>
              <a:rPr lang="en-US" altLang="ko-KR" dirty="0"/>
              <a:t>t3: </a:t>
            </a:r>
            <a:r>
              <a:rPr lang="ko-KR" altLang="en-US" dirty="0"/>
              <a:t>정지 명령이 발행된 시점</a:t>
            </a:r>
            <a:endParaRPr lang="en-US" altLang="ko-KR" dirty="0"/>
          </a:p>
          <a:p>
            <a:r>
              <a:rPr lang="en-US" altLang="ko-KR" dirty="0"/>
              <a:t>t4: </a:t>
            </a:r>
            <a:r>
              <a:rPr lang="ko-KR" altLang="en-US" dirty="0"/>
              <a:t>해당 명령이 </a:t>
            </a:r>
            <a:r>
              <a:rPr lang="en-US" altLang="ko-KR" dirty="0" err="1"/>
              <a:t>mavros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에서 </a:t>
            </a:r>
            <a:r>
              <a:rPr lang="en-US" altLang="ko-KR" dirty="0"/>
              <a:t>publish </a:t>
            </a:r>
            <a:r>
              <a:rPr lang="ko-KR" altLang="en-US" dirty="0"/>
              <a:t>되어 </a:t>
            </a:r>
            <a:r>
              <a:rPr lang="en-US" altLang="ko-KR" dirty="0"/>
              <a:t>px4</a:t>
            </a:r>
            <a:r>
              <a:rPr lang="ko-KR" altLang="en-US" dirty="0"/>
              <a:t>로 전송된 시점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27247-AB4F-2CD5-AEEF-11B867B9B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219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FFB5-A84E-0014-29D8-5DA25E1A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3D90F3-5449-69F5-18F8-B4A91AEC4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10E526-65BF-5018-048F-781E27760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문제는</a:t>
            </a:r>
            <a:r>
              <a:rPr lang="en-US" altLang="ko-KR" dirty="0"/>
              <a:t>, t1</a:t>
            </a:r>
            <a:r>
              <a:rPr lang="ko-KR" altLang="en-US" dirty="0"/>
              <a:t>과 </a:t>
            </a:r>
            <a:r>
              <a:rPr lang="en-US" altLang="ko-KR" dirty="0"/>
              <a:t>t2, t3, t4</a:t>
            </a:r>
            <a:r>
              <a:rPr lang="ko-KR" altLang="en-US" dirty="0"/>
              <a:t>의 시간 측정 체계가 다르다는 점입니다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589CFB-F6D8-115D-2AC7-B914AAE0D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677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AA3F-FB20-1336-DC4B-6A18EE38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D0BDA1-E323-D674-3585-BAE5BCA99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070C1-2E8A-BD78-CCE2-D2F5F529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시뮬레이션에서 </a:t>
            </a:r>
            <a:r>
              <a:rPr lang="en-US" altLang="ko-KR" dirty="0"/>
              <a:t>t5, t6</a:t>
            </a:r>
            <a:r>
              <a:rPr lang="ko-KR" altLang="en-US" dirty="0"/>
              <a:t>을 측정하여</a:t>
            </a:r>
            <a:r>
              <a:rPr lang="en-US" altLang="ko-KR" dirty="0"/>
              <a:t>, </a:t>
            </a:r>
            <a:r>
              <a:rPr lang="ko-KR" altLang="en-US" dirty="0"/>
              <a:t>간접적으로 </a:t>
            </a:r>
            <a:r>
              <a:rPr lang="en-US" altLang="ko-KR" dirty="0"/>
              <a:t>latency</a:t>
            </a:r>
            <a:r>
              <a:rPr lang="ko-KR" altLang="en-US" dirty="0"/>
              <a:t>를 측정해보려고 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4E24F1-8CBC-D648-F8C7-6ABAB95B1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94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2A03B-CDDD-9B45-EE70-595B117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9382F-1F6C-2549-DE57-6168E20FF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4C7EB-C873-22CC-D2DB-2C109CFA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t1: gazebo simul</a:t>
            </a:r>
            <a:r>
              <a:rPr lang="ko-KR" altLang="en-US" dirty="0"/>
              <a:t>에서 </a:t>
            </a:r>
            <a:r>
              <a:rPr lang="en-US" altLang="ko-KR" dirty="0"/>
              <a:t>lidar</a:t>
            </a:r>
            <a:r>
              <a:rPr lang="ko-KR" altLang="en-US" dirty="0"/>
              <a:t>에서 물체를 감지한 시점</a:t>
            </a:r>
            <a:endParaRPr lang="en-US" altLang="ko-KR" dirty="0"/>
          </a:p>
          <a:p>
            <a:r>
              <a:rPr lang="en-US" altLang="ko-KR" dirty="0"/>
              <a:t>t2: lidar </a:t>
            </a:r>
            <a:r>
              <a:rPr lang="ko-KR" altLang="en-US" dirty="0" err="1"/>
              <a:t>센서값을</a:t>
            </a:r>
            <a:r>
              <a:rPr lang="ko-KR" altLang="en-US" dirty="0"/>
              <a:t> </a:t>
            </a:r>
            <a:r>
              <a:rPr lang="en-US" altLang="ko-KR" dirty="0"/>
              <a:t>python node</a:t>
            </a:r>
            <a:r>
              <a:rPr lang="ko-KR" altLang="en-US" dirty="0"/>
              <a:t>에서 해당 물체와의 거리가 </a:t>
            </a:r>
            <a:r>
              <a:rPr lang="en-US" altLang="ko-KR" dirty="0"/>
              <a:t>1m </a:t>
            </a:r>
            <a:r>
              <a:rPr lang="ko-KR" altLang="en-US" dirty="0"/>
              <a:t>미만임을 확인한 시점</a:t>
            </a:r>
            <a:endParaRPr lang="en-US" altLang="ko-KR" dirty="0"/>
          </a:p>
          <a:p>
            <a:r>
              <a:rPr lang="en-US" altLang="ko-KR" dirty="0"/>
              <a:t>t3: </a:t>
            </a:r>
            <a:r>
              <a:rPr lang="ko-KR" altLang="en-US" dirty="0"/>
              <a:t>정지 명령이 발행된 시점</a:t>
            </a:r>
            <a:endParaRPr lang="en-US" altLang="ko-KR" dirty="0"/>
          </a:p>
          <a:p>
            <a:r>
              <a:rPr lang="en-US" altLang="ko-KR" dirty="0"/>
              <a:t>t4: </a:t>
            </a:r>
            <a:r>
              <a:rPr lang="ko-KR" altLang="en-US" dirty="0"/>
              <a:t>해당 명령이 </a:t>
            </a:r>
            <a:r>
              <a:rPr lang="en-US" altLang="ko-KR" dirty="0" err="1"/>
              <a:t>mavros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에서 </a:t>
            </a:r>
            <a:r>
              <a:rPr lang="en-US" altLang="ko-KR" dirty="0"/>
              <a:t>publish </a:t>
            </a:r>
            <a:r>
              <a:rPr lang="ko-KR" altLang="en-US" dirty="0"/>
              <a:t>되어 </a:t>
            </a:r>
            <a:r>
              <a:rPr lang="en-US" altLang="ko-KR" dirty="0"/>
              <a:t>px4</a:t>
            </a:r>
            <a:r>
              <a:rPr lang="ko-KR" altLang="en-US" dirty="0"/>
              <a:t>로 전송된 시점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E03F6-9C01-ECA2-5DCE-F175889A0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4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26.01.30.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190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요인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통신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내부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Lidar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명령 누락</a:t>
            </a: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1489-69E0-CDF2-D6B5-035C58F6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00590BD3-E9CB-0562-3329-499F1F8DE901}"/>
              </a:ext>
            </a:extLst>
          </p:cNvPr>
          <p:cNvSpPr/>
          <p:nvPr/>
        </p:nvSpPr>
        <p:spPr>
          <a:xfrm>
            <a:off x="203760" y="998280"/>
            <a:ext cx="8852760" cy="1419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긴급 정지 명령의 지연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1: (0, 0)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(5,5)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이동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(topic)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장애물을 만나면 정지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service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387907C9-26D6-A628-DB8B-396AE78BAB3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DCEDF3C-8B40-3AAD-81AC-C9DDF49196B3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5202E52-A8DA-9213-B5EE-12FDBEDF56C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offboarding latency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D883EB3A-E14A-5BC8-C16F-AF52BD9CDC1B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A7ED32-BF3A-E04B-DF5A-EDF9D8650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23097"/>
              </p:ext>
            </p:extLst>
          </p:nvPr>
        </p:nvGraphicFramePr>
        <p:xfrm>
          <a:off x="617745" y="2701239"/>
          <a:ext cx="7908510" cy="382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085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25846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15625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0543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213775"/>
                  </a:ext>
                </a:extLst>
              </a:tr>
              <a:tr h="63798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03914"/>
                  </a:ext>
                </a:extLst>
              </a:tr>
            </a:tbl>
          </a:graphicData>
        </a:graphic>
      </p:graphicFrame>
      <p:pic>
        <p:nvPicPr>
          <p:cNvPr id="1026" name="Picture 2" descr="소비자 드론 비교하기 - 매빅 시리즈 및 다른 소비자 드론 비교 - DJI">
            <a:extLst>
              <a:ext uri="{FF2B5EF4-FFF2-40B4-BE49-F238E27FC236}">
                <a16:creationId xmlns:a16="http://schemas.microsoft.com/office/drawing/2014/main" id="{EB830F59-53FB-63FA-0C42-C1B4B0D7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60" y="2313616"/>
            <a:ext cx="1423159" cy="14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래픽 21" descr="자극 물질 단색으로 채워진">
            <a:extLst>
              <a:ext uri="{FF2B5EF4-FFF2-40B4-BE49-F238E27FC236}">
                <a16:creationId xmlns:a16="http://schemas.microsoft.com/office/drawing/2014/main" id="{98B5A50E-53E8-FE5D-2123-465339C75E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192" y="4412286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E29D05-9413-6D64-AE04-4842979BE4B8}"/>
              </a:ext>
            </a:extLst>
          </p:cNvPr>
          <p:cNvSpPr txBox="1"/>
          <p:nvPr/>
        </p:nvSpPr>
        <p:spPr>
          <a:xfrm>
            <a:off x="147537" y="2328652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C9DF8-3BD8-1CF7-959B-DE9151C751B1}"/>
              </a:ext>
            </a:extLst>
          </p:cNvPr>
          <p:cNvSpPr txBox="1"/>
          <p:nvPr/>
        </p:nvSpPr>
        <p:spPr>
          <a:xfrm>
            <a:off x="8018132" y="6440958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(5, 5)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7184A-A4CC-5702-B989-60054DF38516}"/>
              </a:ext>
            </a:extLst>
          </p:cNvPr>
          <p:cNvSpPr txBox="1"/>
          <p:nvPr/>
        </p:nvSpPr>
        <p:spPr>
          <a:xfrm>
            <a:off x="4744192" y="4126160"/>
            <a:ext cx="80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938CD4-074B-1C61-1CFF-F81520E99E3A}"/>
              </a:ext>
            </a:extLst>
          </p:cNvPr>
          <p:cNvSpPr txBox="1"/>
          <p:nvPr/>
        </p:nvSpPr>
        <p:spPr>
          <a:xfrm>
            <a:off x="4949453" y="5100417"/>
            <a:ext cx="35691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즉시 정지하지 못하고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충돌한다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23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34688 0.2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688 0.22222 L 0.40591 0.2761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AA74-1977-6850-9F8F-66CDC796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74BABB2-E66A-20DC-B119-0715A05B4761}"/>
              </a:ext>
            </a:extLst>
          </p:cNvPr>
          <p:cNvSpPr/>
          <p:nvPr/>
        </p:nvSpPr>
        <p:spPr>
          <a:xfrm>
            <a:off x="203760" y="998280"/>
            <a:ext cx="8852760" cy="37280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요인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1: MAVROS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요인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2: ROS2 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A44F913-AEDC-D529-DC0C-665CEAD25A3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E69A3C5-C7A0-56E5-0BF3-588AA3EEECD9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AF787A6-69CC-851E-19A1-A7C92DEB672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이전까지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C349B29-CE2E-F6D5-1DE2-EC78C2DEA13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F77335-1CEC-CA0B-D909-FDD039E4AB18}"/>
              </a:ext>
            </a:extLst>
          </p:cNvPr>
          <p:cNvGrpSpPr/>
          <p:nvPr/>
        </p:nvGrpSpPr>
        <p:grpSpPr>
          <a:xfrm>
            <a:off x="560859" y="1717185"/>
            <a:ext cx="1992689" cy="1147317"/>
            <a:chOff x="6073098" y="4814262"/>
            <a:chExt cx="1992689" cy="1147317"/>
          </a:xfrm>
        </p:grpSpPr>
        <p:pic>
          <p:nvPicPr>
            <p:cNvPr id="3" name="Picture 8" descr="ROS2 Part 1 - Create a ROS2 Python Package and Node">
              <a:extLst>
                <a:ext uri="{FF2B5EF4-FFF2-40B4-BE49-F238E27FC236}">
                  <a16:creationId xmlns:a16="http://schemas.microsoft.com/office/drawing/2014/main" id="{6F9B51AC-8269-BFA2-9595-418E60251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427" y="5014890"/>
              <a:ext cx="1476030" cy="427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1581AF1-40CE-D20C-9F17-87E0079B5DF0}"/>
                </a:ext>
              </a:extLst>
            </p:cNvPr>
            <p:cNvSpPr/>
            <p:nvPr/>
          </p:nvSpPr>
          <p:spPr>
            <a:xfrm>
              <a:off x="6073098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219EF6-5734-4781-5349-BA62AF1DC191}"/>
                </a:ext>
              </a:extLst>
            </p:cNvPr>
            <p:cNvSpPr txBox="1"/>
            <p:nvPr/>
          </p:nvSpPr>
          <p:spPr>
            <a:xfrm>
              <a:off x="624263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Middleware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E8AA47F-A2FA-EA1F-7AF1-50D314EC8AE2}"/>
              </a:ext>
            </a:extLst>
          </p:cNvPr>
          <p:cNvGrpSpPr/>
          <p:nvPr/>
        </p:nvGrpSpPr>
        <p:grpSpPr>
          <a:xfrm>
            <a:off x="3575655" y="1657838"/>
            <a:ext cx="1992689" cy="1206664"/>
            <a:chOff x="421560" y="4754916"/>
            <a:chExt cx="1992689" cy="1206664"/>
          </a:xfrm>
        </p:grpSpPr>
        <p:pic>
          <p:nvPicPr>
            <p:cNvPr id="24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7284E16F-13E6-E175-BCA8-C64D806361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D493C3A-AC2D-8AF8-040E-AF0229FB547A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F826AF-CBA4-381E-BA2C-4E6CFFB06B9B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9FD89-5E75-DE98-A601-1C197E4B2DBF}"/>
              </a:ext>
            </a:extLst>
          </p:cNvPr>
          <p:cNvGrpSpPr/>
          <p:nvPr/>
        </p:nvGrpSpPr>
        <p:grpSpPr>
          <a:xfrm>
            <a:off x="6591011" y="1717185"/>
            <a:ext cx="1992689" cy="1147317"/>
            <a:chOff x="3247329" y="4814262"/>
            <a:chExt cx="1992689" cy="114731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B622374-BD77-8ADD-A148-C8783FB39141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1" name="Picture 6">
              <a:extLst>
                <a:ext uri="{FF2B5EF4-FFF2-40B4-BE49-F238E27FC236}">
                  <a16:creationId xmlns:a16="http://schemas.microsoft.com/office/drawing/2014/main" id="{5E43FBFE-F4F2-E61D-A170-12116FF2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7074E6-E7A3-8B47-D38F-CE27611B3838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9138DA6-CE08-2F4C-38E1-07B43548CCED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5568344" y="2290844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C18CA43-A8C7-8768-9664-E1B0EFA3C643}"/>
              </a:ext>
            </a:extLst>
          </p:cNvPr>
          <p:cNvCxnSpPr>
            <a:cxnSpLocks/>
          </p:cNvCxnSpPr>
          <p:nvPr/>
        </p:nvCxnSpPr>
        <p:spPr>
          <a:xfrm>
            <a:off x="2552988" y="2290844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10">
            <a:extLst>
              <a:ext uri="{FF2B5EF4-FFF2-40B4-BE49-F238E27FC236}">
                <a16:creationId xmlns:a16="http://schemas.microsoft.com/office/drawing/2014/main" id="{D0986775-3840-25DA-0A4D-427EC90D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175" y="2337564"/>
            <a:ext cx="1022667" cy="2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5F45FE2-6EEB-B672-0036-28C6B60F392B}"/>
              </a:ext>
            </a:extLst>
          </p:cNvPr>
          <p:cNvSpPr txBox="1"/>
          <p:nvPr/>
        </p:nvSpPr>
        <p:spPr>
          <a:xfrm>
            <a:off x="2478332" y="2272055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EADAE3F-7227-7887-BAB6-9416F9355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59" y="2971242"/>
            <a:ext cx="5121599" cy="115400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85BCFE0-228C-109F-3051-B3C6634BA0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020" y="4745097"/>
            <a:ext cx="4305191" cy="124757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E0DB8C4-72A2-7535-DE3C-15EE50090F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8354" y="4773027"/>
            <a:ext cx="4305191" cy="12274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8EE73D7-7727-9E3D-BA4B-31E555458939}"/>
              </a:ext>
            </a:extLst>
          </p:cNvPr>
          <p:cNvSpPr txBox="1"/>
          <p:nvPr/>
        </p:nvSpPr>
        <p:spPr>
          <a:xfrm>
            <a:off x="749003" y="3183721"/>
            <a:ext cx="7762274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주된 원인이 아니다</a:t>
            </a:r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</a:t>
            </a:r>
            <a:r>
              <a:rPr lang="ko-KR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과정을 살펴보자</a:t>
            </a:r>
            <a:endParaRPr lang="en-US" altLang="ko-KR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ko-KR" altLang="en-US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53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AE-807C-E492-0CD1-81AD2A5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CEA6122-10AF-F59A-DDED-AAEF30ECB069}"/>
              </a:ext>
            </a:extLst>
          </p:cNvPr>
          <p:cNvSpPr/>
          <p:nvPr/>
        </p:nvSpPr>
        <p:spPr>
          <a:xfrm>
            <a:off x="203760" y="998280"/>
            <a:ext cx="8852760" cy="5113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내부에서 긴급 정지 불가능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독립적으로 동작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(gazebo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제공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신호 처리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긴급 정지 명령의 누락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If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정지명령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= </a:t>
            </a:r>
            <a:r>
              <a:rPr lang="en-US" altLang="ko-KR" sz="2000" b="1" spc="-1" dirty="0">
                <a:solidFill>
                  <a:srgbClr val="FF0000"/>
                </a:solidFill>
                <a:latin typeface="Times New Roman"/>
              </a:rPr>
              <a:t>disarm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FF0000"/>
                </a:solidFill>
                <a:latin typeface="Times New Roman"/>
              </a:rPr>
              <a:t>disarm </a:t>
            </a:r>
            <a:r>
              <a:rPr lang="ko-KR" altLang="en-US" sz="2000" b="1" spc="-1" dirty="0">
                <a:latin typeface="Times New Roman"/>
              </a:rPr>
              <a:t>되면서 더 이상 위치 명령이 반영되지 않음</a:t>
            </a:r>
            <a:endParaRPr lang="en-US" altLang="ko-KR" sz="2000" b="1" spc="-1" dirty="0"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latin typeface="Times New Roman"/>
              </a:rPr>
              <a:t>정지명령 </a:t>
            </a:r>
            <a:r>
              <a:rPr lang="en-US" altLang="ko-KR" sz="2000" b="1" spc="-1" dirty="0">
                <a:latin typeface="Times New Roman"/>
              </a:rPr>
              <a:t>= </a:t>
            </a:r>
            <a:r>
              <a:rPr lang="ko-KR" altLang="en-US" sz="2000" b="1" spc="-1" dirty="0">
                <a:latin typeface="Times New Roman"/>
              </a:rPr>
              <a:t>이동을 멈춤</a:t>
            </a:r>
            <a:r>
              <a:rPr lang="en-US" altLang="ko-KR" sz="2000" b="1" spc="-1" dirty="0">
                <a:latin typeface="Times New Roman"/>
              </a:rPr>
              <a:t>(</a:t>
            </a:r>
            <a:r>
              <a:rPr lang="ko-KR" altLang="en-US" sz="2000" b="1" spc="-1" dirty="0" err="1">
                <a:latin typeface="Times New Roman"/>
              </a:rPr>
              <a:t>드론은</a:t>
            </a:r>
            <a:r>
              <a:rPr lang="ko-KR" altLang="en-US" sz="2000" b="1" spc="-1" dirty="0">
                <a:latin typeface="Times New Roman"/>
              </a:rPr>
              <a:t> 계속 작동한다</a:t>
            </a:r>
            <a:r>
              <a:rPr lang="en-US" altLang="ko-KR" sz="2000" b="1" spc="-1" dirty="0">
                <a:latin typeface="Times New Roman"/>
              </a:rPr>
              <a:t>)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latin typeface="Times New Roman"/>
              </a:rPr>
              <a:t>위치명령</a:t>
            </a:r>
            <a:r>
              <a:rPr lang="en-US" altLang="ko-KR" sz="2000" b="1" spc="-1" dirty="0">
                <a:latin typeface="Times New Roman"/>
              </a:rPr>
              <a:t>3 </a:t>
            </a:r>
            <a:r>
              <a:rPr lang="ko-KR" altLang="en-US" sz="2000" b="1" spc="-1" dirty="0">
                <a:latin typeface="Times New Roman"/>
              </a:rPr>
              <a:t>으로 인해 </a:t>
            </a:r>
            <a:r>
              <a:rPr lang="ko-KR" altLang="en-US" sz="2000" b="1" spc="-1" dirty="0" err="1">
                <a:latin typeface="Times New Roman"/>
              </a:rPr>
              <a:t>드론이</a:t>
            </a:r>
            <a:r>
              <a:rPr lang="ko-KR" altLang="en-US" sz="2000" b="1" spc="-1" dirty="0">
                <a:latin typeface="Times New Roman"/>
              </a:rPr>
              <a:t> 계속 움직인다</a:t>
            </a:r>
            <a:endParaRPr lang="en-US" altLang="ko-KR" sz="2000" b="1" spc="-1" dirty="0"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05D8588-DB84-53EC-2D16-C5E2438A827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C4833B-F79C-30D2-1CB4-7B16434BDE1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0BC8B68-33D5-D750-CFDB-81511D551D1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요인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앞으로 할 거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)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F17669C-B501-6285-DB17-AE38391D1382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3C5E65-32A3-9678-B730-0F666C156CA2}"/>
              </a:ext>
            </a:extLst>
          </p:cNvPr>
          <p:cNvSpPr txBox="1"/>
          <p:nvPr/>
        </p:nvSpPr>
        <p:spPr>
          <a:xfrm>
            <a:off x="649630" y="2369846"/>
            <a:ext cx="849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 → lidar node(ros2) → topic(/scan) → python node → MAVROS → px4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D19F952-7ED6-A021-8AC2-AADA3B41A27C}"/>
              </a:ext>
            </a:extLst>
          </p:cNvPr>
          <p:cNvSpPr/>
          <p:nvPr/>
        </p:nvSpPr>
        <p:spPr>
          <a:xfrm>
            <a:off x="750175" y="2400853"/>
            <a:ext cx="6207167" cy="33832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2BE92C-580E-B882-AE84-032DFA9DDB04}"/>
              </a:ext>
            </a:extLst>
          </p:cNvPr>
          <p:cNvSpPr txBox="1"/>
          <p:nvPr/>
        </p:nvSpPr>
        <p:spPr>
          <a:xfrm>
            <a:off x="517860" y="2823282"/>
            <a:ext cx="612515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장애물이 감지되었을 때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px4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바로 정지 할 수 없다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876C2F73-293A-E773-5E53-36121BD088A8}"/>
              </a:ext>
            </a:extLst>
          </p:cNvPr>
          <p:cNvGraphicFramePr>
            <a:graphicFrameLocks noGrp="1"/>
          </p:cNvGraphicFramePr>
          <p:nvPr/>
        </p:nvGraphicFramePr>
        <p:xfrm>
          <a:off x="649630" y="3823847"/>
          <a:ext cx="74098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975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1234975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3355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정지명령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위치명령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FC2DC95F-B101-6DCD-93AD-1758C5601C51}"/>
              </a:ext>
            </a:extLst>
          </p:cNvPr>
          <p:cNvSpPr txBox="1"/>
          <p:nvPr/>
        </p:nvSpPr>
        <p:spPr>
          <a:xfrm>
            <a:off x="750175" y="6011574"/>
            <a:ext cx="254166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명령이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overwrite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22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AE-807C-E492-0CD1-81AD2A54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CEA6122-10AF-F59A-DDED-AAEF30ECB069}"/>
              </a:ext>
            </a:extLst>
          </p:cNvPr>
          <p:cNvSpPr/>
          <p:nvPr/>
        </p:nvSpPr>
        <p:spPr>
          <a:xfrm>
            <a:off x="203760" y="998280"/>
            <a:ext cx="8852760" cy="1419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내부에서 긴급 정지 불가능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독립적으로 동작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(gazebo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제공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05D8588-DB84-53EC-2D16-C5E2438A827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C4833B-F79C-30D2-1CB4-7B16434BDE1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0BC8B68-33D5-D750-CFDB-81511D551D1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LiDAR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통신 과정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F17669C-B501-6285-DB17-AE38391D1382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FFEA2A3-0960-93E1-17E0-D09CBDB4E510}"/>
              </a:ext>
            </a:extLst>
          </p:cNvPr>
          <p:cNvGrpSpPr/>
          <p:nvPr/>
        </p:nvGrpSpPr>
        <p:grpSpPr>
          <a:xfrm>
            <a:off x="257040" y="2575712"/>
            <a:ext cx="2228996" cy="1864306"/>
            <a:chOff x="3130808" y="4813435"/>
            <a:chExt cx="1372741" cy="114814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C3F3F58-FDA2-3017-88A5-77DC20B8BA7E}"/>
                </a:ext>
              </a:extLst>
            </p:cNvPr>
            <p:cNvSpPr/>
            <p:nvPr/>
          </p:nvSpPr>
          <p:spPr>
            <a:xfrm>
              <a:off x="3247331" y="4814262"/>
              <a:ext cx="1147175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AB2A5FE2-EEC2-71BB-C0AE-B799182989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808" y="4813435"/>
              <a:ext cx="1372741" cy="670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43C0E29-73EE-78C2-E858-82F8D278B621}"/>
              </a:ext>
            </a:extLst>
          </p:cNvPr>
          <p:cNvGrpSpPr/>
          <p:nvPr/>
        </p:nvGrpSpPr>
        <p:grpSpPr>
          <a:xfrm>
            <a:off x="746747" y="3683184"/>
            <a:ext cx="1249581" cy="678686"/>
            <a:chOff x="5686332" y="4287031"/>
            <a:chExt cx="1249581" cy="678686"/>
          </a:xfrm>
        </p:grpSpPr>
        <p:pic>
          <p:nvPicPr>
            <p:cNvPr id="1026" name="Picture 2" descr="Lidar 스캐너 아이콘 기호 벡터 재고 일러스트 | 프리미엄 벡터">
              <a:extLst>
                <a:ext uri="{FF2B5EF4-FFF2-40B4-BE49-F238E27FC236}">
                  <a16:creationId xmlns:a16="http://schemas.microsoft.com/office/drawing/2014/main" id="{8234F353-94E3-229B-F364-0BF09848E7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6332" y="4287031"/>
              <a:ext cx="1249581" cy="678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B6995BF-ED17-2170-8D22-EB55031AA4BD}"/>
                </a:ext>
              </a:extLst>
            </p:cNvPr>
            <p:cNvSpPr/>
            <p:nvPr/>
          </p:nvSpPr>
          <p:spPr>
            <a:xfrm>
              <a:off x="5686332" y="4382044"/>
              <a:ext cx="1249580" cy="48866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680901D-AE68-D9E0-E09F-981892F40610}"/>
              </a:ext>
            </a:extLst>
          </p:cNvPr>
          <p:cNvGrpSpPr/>
          <p:nvPr/>
        </p:nvGrpSpPr>
        <p:grpSpPr>
          <a:xfrm>
            <a:off x="3380457" y="2574045"/>
            <a:ext cx="1889845" cy="1875086"/>
            <a:chOff x="6073098" y="4814262"/>
            <a:chExt cx="1156348" cy="1147317"/>
          </a:xfrm>
        </p:grpSpPr>
        <p:pic>
          <p:nvPicPr>
            <p:cNvPr id="9" name="Picture 8" descr="ROS2 Part 1 - Create a ROS2 Python Package and Node">
              <a:extLst>
                <a:ext uri="{FF2B5EF4-FFF2-40B4-BE49-F238E27FC236}">
                  <a16:creationId xmlns:a16="http://schemas.microsoft.com/office/drawing/2014/main" id="{2DBC4DFE-73D1-7DCC-AFFC-91BEF9B5EB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9847" y="4873150"/>
              <a:ext cx="981111" cy="28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3A62D5D-1251-6BA1-1910-890D861658D2}"/>
                </a:ext>
              </a:extLst>
            </p:cNvPr>
            <p:cNvSpPr/>
            <p:nvPr/>
          </p:nvSpPr>
          <p:spPr>
            <a:xfrm>
              <a:off x="6073098" y="4814262"/>
              <a:ext cx="1156348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03D747D-6E3B-A589-146D-6853C8EEAD07}"/>
              </a:ext>
            </a:extLst>
          </p:cNvPr>
          <p:cNvGrpSpPr/>
          <p:nvPr/>
        </p:nvGrpSpPr>
        <p:grpSpPr>
          <a:xfrm>
            <a:off x="6404564" y="3241954"/>
            <a:ext cx="1992689" cy="1206664"/>
            <a:chOff x="421560" y="4754916"/>
            <a:chExt cx="1992689" cy="1206664"/>
          </a:xfrm>
        </p:grpSpPr>
        <p:pic>
          <p:nvPicPr>
            <p:cNvPr id="13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A4EC5384-2AE1-7851-2B5B-88DD26F23A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9857DA-99F6-54EE-4BAC-7229AE02D543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1184AE-7994-7A3E-DCB6-DACC2C63083D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3FE63C1-5706-F2F8-BC51-5866E32B13BE}"/>
              </a:ext>
            </a:extLst>
          </p:cNvPr>
          <p:cNvSpPr txBox="1"/>
          <p:nvPr/>
        </p:nvSpPr>
        <p:spPr>
          <a:xfrm>
            <a:off x="5227143" y="4070693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CB83EA9-22D5-CFE1-5AA8-232DDB048618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975638" y="4065299"/>
            <a:ext cx="1428926" cy="11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09218E8-7DDC-6E9C-A6F2-2923054D286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96327" y="4022527"/>
            <a:ext cx="174244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269C63-0F25-4AE2-F170-88D0494D82D8}"/>
              </a:ext>
            </a:extLst>
          </p:cNvPr>
          <p:cNvSpPr txBox="1"/>
          <p:nvPr/>
        </p:nvSpPr>
        <p:spPr>
          <a:xfrm>
            <a:off x="2341928" y="3992545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bridge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E831C5-6834-884D-F290-D462252D49F7}"/>
              </a:ext>
            </a:extLst>
          </p:cNvPr>
          <p:cNvSpPr txBox="1"/>
          <p:nvPr/>
        </p:nvSpPr>
        <p:spPr>
          <a:xfrm>
            <a:off x="131781" y="4531886"/>
            <a:ext cx="273576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/lidar topic publish: 20ms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0E9D7A-4592-023E-D022-47EDE1B40E21}"/>
              </a:ext>
            </a:extLst>
          </p:cNvPr>
          <p:cNvSpPr txBox="1"/>
          <p:nvPr/>
        </p:nvSpPr>
        <p:spPr>
          <a:xfrm>
            <a:off x="3574708" y="3858547"/>
            <a:ext cx="1567669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096022-3C13-BE80-26B0-0762C77EFC3C}"/>
              </a:ext>
            </a:extLst>
          </p:cNvPr>
          <p:cNvSpPr/>
          <p:nvPr/>
        </p:nvSpPr>
        <p:spPr>
          <a:xfrm>
            <a:off x="3726058" y="3820969"/>
            <a:ext cx="1249580" cy="4886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E2872C-3A55-F670-9089-A991DFEE00A6}"/>
              </a:ext>
            </a:extLst>
          </p:cNvPr>
          <p:cNvSpPr txBox="1"/>
          <p:nvPr/>
        </p:nvSpPr>
        <p:spPr>
          <a:xfrm>
            <a:off x="3205349" y="4600967"/>
            <a:ext cx="2730061" cy="923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물체와의 거리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1m:</a:t>
            </a:r>
          </a:p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장애물로 판단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service call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6FBB8F-B43D-0402-5E5A-EDAAEF22EC57}"/>
              </a:ext>
            </a:extLst>
          </p:cNvPr>
          <p:cNvSpPr/>
          <p:nvPr/>
        </p:nvSpPr>
        <p:spPr>
          <a:xfrm>
            <a:off x="3235839" y="2450699"/>
            <a:ext cx="5286369" cy="214568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C97A20-8567-84B5-F35D-76D262CA6288}"/>
              </a:ext>
            </a:extLst>
          </p:cNvPr>
          <p:cNvSpPr txBox="1"/>
          <p:nvPr/>
        </p:nvSpPr>
        <p:spPr>
          <a:xfrm>
            <a:off x="5935410" y="2509792"/>
            <a:ext cx="2730061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이전까지 살펴본 과정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71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7FA1-5041-8A66-66B0-EFC6887B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EAF1F8F-F52C-A0F6-9C0B-41A6E75853EC}"/>
              </a:ext>
            </a:extLst>
          </p:cNvPr>
          <p:cNvSpPr/>
          <p:nvPr/>
        </p:nvSpPr>
        <p:spPr>
          <a:xfrm>
            <a:off x="203760" y="998280"/>
            <a:ext cx="8852760" cy="1419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긴급 정지 명령의 지연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1: (0, 0)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(5,5)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이동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(topic)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장애물을 만나면 정지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service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  <a:endParaRPr lang="ko-KR" alt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0B95CE3F-CBD9-42EE-9D36-1DB5F586C27C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5F32AEA1-FD4E-3751-065B-15D06F99A356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FA6D12A3-FD66-4B69-7B46-A8158B1906D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offboarding latency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D379C599-887C-CF0A-B28F-5FD5BE559F00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70C912-1B67-F2A1-D5BE-6CD956CDE76B}"/>
              </a:ext>
            </a:extLst>
          </p:cNvPr>
          <p:cNvGraphicFramePr>
            <a:graphicFrameLocks noGrp="1"/>
          </p:cNvGraphicFramePr>
          <p:nvPr/>
        </p:nvGraphicFramePr>
        <p:xfrm>
          <a:off x="617745" y="2701239"/>
          <a:ext cx="7908510" cy="382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085">
                  <a:extLst>
                    <a:ext uri="{9D8B030D-6E8A-4147-A177-3AD203B41FA5}">
                      <a16:colId xmlns:a16="http://schemas.microsoft.com/office/drawing/2014/main" val="381216258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2191264266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1323614644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599856658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3956463215"/>
                    </a:ext>
                  </a:extLst>
                </a:gridCol>
                <a:gridCol w="1318085">
                  <a:extLst>
                    <a:ext uri="{9D8B030D-6E8A-4147-A177-3AD203B41FA5}">
                      <a16:colId xmlns:a16="http://schemas.microsoft.com/office/drawing/2014/main" val="405212507"/>
                    </a:ext>
                  </a:extLst>
                </a:gridCol>
              </a:tblGrid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479884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225846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15625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0543"/>
                  </a:ext>
                </a:extLst>
              </a:tr>
              <a:tr h="63698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213775"/>
                  </a:ext>
                </a:extLst>
              </a:tr>
              <a:tr h="63798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03914"/>
                  </a:ext>
                </a:extLst>
              </a:tr>
            </a:tbl>
          </a:graphicData>
        </a:graphic>
      </p:graphicFrame>
      <p:pic>
        <p:nvPicPr>
          <p:cNvPr id="1026" name="Picture 2" descr="소비자 드론 비교하기 - 매빅 시리즈 및 다른 소비자 드론 비교 - DJI">
            <a:extLst>
              <a:ext uri="{FF2B5EF4-FFF2-40B4-BE49-F238E27FC236}">
                <a16:creationId xmlns:a16="http://schemas.microsoft.com/office/drawing/2014/main" id="{DB9236C7-68F8-3DEF-6EAE-4057B805A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60" y="2313616"/>
            <a:ext cx="1423159" cy="14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래픽 21" descr="자극 물질 단색으로 채워진">
            <a:extLst>
              <a:ext uri="{FF2B5EF4-FFF2-40B4-BE49-F238E27FC236}">
                <a16:creationId xmlns:a16="http://schemas.microsoft.com/office/drawing/2014/main" id="{257263D5-5D52-E690-2FEB-7304CC072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192" y="4412286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9F4A0D-0413-D706-BB53-5F7A322E1E72}"/>
              </a:ext>
            </a:extLst>
          </p:cNvPr>
          <p:cNvSpPr txBox="1"/>
          <p:nvPr/>
        </p:nvSpPr>
        <p:spPr>
          <a:xfrm>
            <a:off x="147537" y="2328652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0B1831-4623-1357-1CBB-120853674651}"/>
              </a:ext>
            </a:extLst>
          </p:cNvPr>
          <p:cNvSpPr txBox="1"/>
          <p:nvPr/>
        </p:nvSpPr>
        <p:spPr>
          <a:xfrm>
            <a:off x="8018132" y="6440958"/>
            <a:ext cx="101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(5, 5)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FCCD02-9627-3F00-09F3-1EC0EA68A69D}"/>
              </a:ext>
            </a:extLst>
          </p:cNvPr>
          <p:cNvSpPr txBox="1"/>
          <p:nvPr/>
        </p:nvSpPr>
        <p:spPr>
          <a:xfrm>
            <a:off x="4744192" y="4126160"/>
            <a:ext cx="80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E932F1-B35D-CE8E-E427-C6BD6052D52F}"/>
              </a:ext>
            </a:extLst>
          </p:cNvPr>
          <p:cNvSpPr txBox="1"/>
          <p:nvPr/>
        </p:nvSpPr>
        <p:spPr>
          <a:xfrm>
            <a:off x="4949453" y="5100417"/>
            <a:ext cx="356910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즉시 정지하지 못하고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충돌한다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2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0.34688 0.2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688 0.22222 L 0.40591 0.2761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6867-621D-3593-87B9-D2798CDF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CE6867F-11FD-930A-49E6-94AB86F66364}"/>
              </a:ext>
            </a:extLst>
          </p:cNvPr>
          <p:cNvSpPr/>
          <p:nvPr/>
        </p:nvSpPr>
        <p:spPr>
          <a:xfrm>
            <a:off x="203760" y="998280"/>
            <a:ext cx="8852760" cy="496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21F459C-715A-7DC0-7081-750A47991610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31D3723-8B3B-AD17-2D7F-89B716A6B8EA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8209F10-95F9-0313-063C-DDADFAC41D1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LiDAR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통신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7DB3B28-C758-6723-FFE3-FDB1FF33790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A02FAEC-B0EB-9041-8DB3-442E2B261373}"/>
              </a:ext>
            </a:extLst>
          </p:cNvPr>
          <p:cNvGrpSpPr/>
          <p:nvPr/>
        </p:nvGrpSpPr>
        <p:grpSpPr>
          <a:xfrm>
            <a:off x="257040" y="1612544"/>
            <a:ext cx="2228996" cy="1864306"/>
            <a:chOff x="3130808" y="4813435"/>
            <a:chExt cx="1372741" cy="114814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B778AA4-4C68-8C40-8C31-8481C9CB850C}"/>
                </a:ext>
              </a:extLst>
            </p:cNvPr>
            <p:cNvSpPr/>
            <p:nvPr/>
          </p:nvSpPr>
          <p:spPr>
            <a:xfrm>
              <a:off x="3247331" y="4814262"/>
              <a:ext cx="1147175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90346A43-BD97-C9B9-D064-D214972F7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808" y="4813435"/>
              <a:ext cx="1372741" cy="670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8CE7794-C625-2D74-C55C-7439B6E733C8}"/>
              </a:ext>
            </a:extLst>
          </p:cNvPr>
          <p:cNvGrpSpPr/>
          <p:nvPr/>
        </p:nvGrpSpPr>
        <p:grpSpPr>
          <a:xfrm>
            <a:off x="746747" y="2720016"/>
            <a:ext cx="1249581" cy="678686"/>
            <a:chOff x="5686332" y="4287031"/>
            <a:chExt cx="1249581" cy="678686"/>
          </a:xfrm>
        </p:grpSpPr>
        <p:pic>
          <p:nvPicPr>
            <p:cNvPr id="1026" name="Picture 2" descr="Lidar 스캐너 아이콘 기호 벡터 재고 일러스트 | 프리미엄 벡터">
              <a:extLst>
                <a:ext uri="{FF2B5EF4-FFF2-40B4-BE49-F238E27FC236}">
                  <a16:creationId xmlns:a16="http://schemas.microsoft.com/office/drawing/2014/main" id="{94838D8C-882E-9BD4-94A6-7842AF3E0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6332" y="4287031"/>
              <a:ext cx="1249581" cy="678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8994CD1-3B58-FCD2-A5FA-0B4A887C465B}"/>
                </a:ext>
              </a:extLst>
            </p:cNvPr>
            <p:cNvSpPr/>
            <p:nvPr/>
          </p:nvSpPr>
          <p:spPr>
            <a:xfrm>
              <a:off x="5686332" y="4382044"/>
              <a:ext cx="1249580" cy="48866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3E6884-7A29-7E00-3910-4741BC32A021}"/>
              </a:ext>
            </a:extLst>
          </p:cNvPr>
          <p:cNvGrpSpPr/>
          <p:nvPr/>
        </p:nvGrpSpPr>
        <p:grpSpPr>
          <a:xfrm>
            <a:off x="3380457" y="1610877"/>
            <a:ext cx="1889845" cy="1875086"/>
            <a:chOff x="6073098" y="4814262"/>
            <a:chExt cx="1156348" cy="1147317"/>
          </a:xfrm>
        </p:grpSpPr>
        <p:pic>
          <p:nvPicPr>
            <p:cNvPr id="9" name="Picture 8" descr="ROS2 Part 1 - Create a ROS2 Python Package and Node">
              <a:extLst>
                <a:ext uri="{FF2B5EF4-FFF2-40B4-BE49-F238E27FC236}">
                  <a16:creationId xmlns:a16="http://schemas.microsoft.com/office/drawing/2014/main" id="{5AAF31E3-1274-7D24-BE72-988FFED69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9847" y="4873150"/>
              <a:ext cx="981111" cy="284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2AC30E7-B75F-CF35-03D6-501D238C1D30}"/>
                </a:ext>
              </a:extLst>
            </p:cNvPr>
            <p:cNvSpPr/>
            <p:nvPr/>
          </p:nvSpPr>
          <p:spPr>
            <a:xfrm>
              <a:off x="6073098" y="4814262"/>
              <a:ext cx="1156348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1AD5E77-2B3D-7C0C-7EE8-C6E17755783C}"/>
              </a:ext>
            </a:extLst>
          </p:cNvPr>
          <p:cNvGrpSpPr/>
          <p:nvPr/>
        </p:nvGrpSpPr>
        <p:grpSpPr>
          <a:xfrm>
            <a:off x="6404564" y="2278786"/>
            <a:ext cx="1992689" cy="1206664"/>
            <a:chOff x="421560" y="4754916"/>
            <a:chExt cx="1992689" cy="1206664"/>
          </a:xfrm>
        </p:grpSpPr>
        <p:pic>
          <p:nvPicPr>
            <p:cNvPr id="13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269EFEEA-EC35-6244-7EB2-78765AA84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E854DC4-7DEA-0914-C319-A4C71714532D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91D759-1F8A-D35A-9AE1-F9E7A55E1311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C024E4F-23CA-26A0-4218-BA8B806D21FD}"/>
              </a:ext>
            </a:extLst>
          </p:cNvPr>
          <p:cNvSpPr txBox="1"/>
          <p:nvPr/>
        </p:nvSpPr>
        <p:spPr>
          <a:xfrm>
            <a:off x="5227143" y="3107525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919460D-14B2-B5A9-7F2F-FAC0A9E510B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4975638" y="3102131"/>
            <a:ext cx="1428926" cy="11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D8897B3-61FE-3173-7979-1098C8AD323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996327" y="3059359"/>
            <a:ext cx="174244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8CABB7-93CE-67A0-00DC-4A7B6F5283E2}"/>
              </a:ext>
            </a:extLst>
          </p:cNvPr>
          <p:cNvSpPr txBox="1"/>
          <p:nvPr/>
        </p:nvSpPr>
        <p:spPr>
          <a:xfrm>
            <a:off x="2341928" y="3029377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bridge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81C275-039A-DDC8-98BF-4A8D15A9D492}"/>
              </a:ext>
            </a:extLst>
          </p:cNvPr>
          <p:cNvSpPr txBox="1"/>
          <p:nvPr/>
        </p:nvSpPr>
        <p:spPr>
          <a:xfrm>
            <a:off x="3574708" y="2895379"/>
            <a:ext cx="1567669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55D326-8105-A973-D3FF-59ADA0C56729}"/>
              </a:ext>
            </a:extLst>
          </p:cNvPr>
          <p:cNvSpPr/>
          <p:nvPr/>
        </p:nvSpPr>
        <p:spPr>
          <a:xfrm>
            <a:off x="3726058" y="2857801"/>
            <a:ext cx="1249580" cy="4886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1BAE09-78F4-0829-9CBB-A756E7DDD2DC}"/>
              </a:ext>
            </a:extLst>
          </p:cNvPr>
          <p:cNvSpPr/>
          <p:nvPr/>
        </p:nvSpPr>
        <p:spPr>
          <a:xfrm>
            <a:off x="3235839" y="1487531"/>
            <a:ext cx="5286369" cy="214568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45617C-DB01-7003-E093-6140A4BE5FD3}"/>
              </a:ext>
            </a:extLst>
          </p:cNvPr>
          <p:cNvSpPr txBox="1"/>
          <p:nvPr/>
        </p:nvSpPr>
        <p:spPr>
          <a:xfrm>
            <a:off x="5935410" y="1546624"/>
            <a:ext cx="2730061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이전까지 살펴본 과정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1945ACB-9B2C-58FE-D9D7-7BEAFA6F9256}"/>
              </a:ext>
            </a:extLst>
          </p:cNvPr>
          <p:cNvCxnSpPr/>
          <p:nvPr/>
        </p:nvCxnSpPr>
        <p:spPr>
          <a:xfrm>
            <a:off x="446245" y="4572000"/>
            <a:ext cx="82192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2DF91016-1FA3-4035-AFA4-C4F1CB2DA0B1}"/>
              </a:ext>
            </a:extLst>
          </p:cNvPr>
          <p:cNvSpPr/>
          <p:nvPr/>
        </p:nvSpPr>
        <p:spPr>
          <a:xfrm>
            <a:off x="746747" y="3912604"/>
            <a:ext cx="1964936" cy="451851"/>
          </a:xfrm>
          <a:prstGeom prst="borderCallout1">
            <a:avLst>
              <a:gd name="adj1" fmla="val 18750"/>
              <a:gd name="adj2" fmla="val -8333"/>
              <a:gd name="adj3" fmla="val 144879"/>
              <a:gd name="adj4" fmla="val -79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t1: </a:t>
            </a:r>
            <a:r>
              <a:rPr lang="en-US" altLang="ko-KR">
                <a:solidFill>
                  <a:schemeClr val="tx1"/>
                </a:solidFill>
              </a:rPr>
              <a:t>lidar </a:t>
            </a:r>
            <a:r>
              <a:rPr lang="ko-KR" altLang="en-US" dirty="0">
                <a:solidFill>
                  <a:schemeClr val="tx1"/>
                </a:solidFill>
              </a:rPr>
              <a:t>감지 시점</a:t>
            </a:r>
          </a:p>
        </p:txBody>
      </p: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55339CF8-8802-BD56-0194-D3073B61AB61}"/>
              </a:ext>
            </a:extLst>
          </p:cNvPr>
          <p:cNvSpPr/>
          <p:nvPr/>
        </p:nvSpPr>
        <p:spPr>
          <a:xfrm>
            <a:off x="1086337" y="4761238"/>
            <a:ext cx="2310538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t2: </a:t>
            </a:r>
            <a:r>
              <a:rPr lang="ko-KR" altLang="en-US" dirty="0">
                <a:solidFill>
                  <a:schemeClr val="tx1"/>
                </a:solidFill>
              </a:rPr>
              <a:t>장애물 판단 시점</a:t>
            </a:r>
          </a:p>
        </p:txBody>
      </p:sp>
      <p:sp>
        <p:nvSpPr>
          <p:cNvPr id="21" name="설명선: 선 20">
            <a:extLst>
              <a:ext uri="{FF2B5EF4-FFF2-40B4-BE49-F238E27FC236}">
                <a16:creationId xmlns:a16="http://schemas.microsoft.com/office/drawing/2014/main" id="{FC365266-0C56-89A0-1A56-911D9DB8C2A9}"/>
              </a:ext>
            </a:extLst>
          </p:cNvPr>
          <p:cNvSpPr/>
          <p:nvPr/>
        </p:nvSpPr>
        <p:spPr>
          <a:xfrm>
            <a:off x="3849608" y="4761237"/>
            <a:ext cx="2087896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t3: </a:t>
            </a:r>
            <a:r>
              <a:rPr lang="ko-KR" altLang="en-US" dirty="0">
                <a:solidFill>
                  <a:schemeClr val="tx1"/>
                </a:solidFill>
              </a:rPr>
              <a:t>정지 </a:t>
            </a:r>
            <a:r>
              <a:rPr lang="en-US" altLang="ko-KR" dirty="0">
                <a:solidFill>
                  <a:schemeClr val="tx1"/>
                </a:solidFill>
              </a:rPr>
              <a:t>service call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설명선: 선 21">
            <a:extLst>
              <a:ext uri="{FF2B5EF4-FFF2-40B4-BE49-F238E27FC236}">
                <a16:creationId xmlns:a16="http://schemas.microsoft.com/office/drawing/2014/main" id="{1241B929-B9A4-FDC0-F61A-3BA44E27EC49}"/>
              </a:ext>
            </a:extLst>
          </p:cNvPr>
          <p:cNvSpPr/>
          <p:nvPr/>
        </p:nvSpPr>
        <p:spPr>
          <a:xfrm>
            <a:off x="6309356" y="4761237"/>
            <a:ext cx="2944371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t4: </a:t>
            </a:r>
            <a:r>
              <a:rPr lang="en-US" altLang="ko-KR" dirty="0" err="1">
                <a:solidFill>
                  <a:schemeClr val="tx1"/>
                </a:solidFill>
              </a:rPr>
              <a:t>mavros</a:t>
            </a:r>
            <a:r>
              <a:rPr lang="en-US" altLang="ko-KR" dirty="0">
                <a:solidFill>
                  <a:schemeClr val="tx1"/>
                </a:solidFill>
              </a:rPr>
              <a:t> node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publish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4E7295-8208-CBE0-DA98-E04E4BC24F43}"/>
              </a:ext>
            </a:extLst>
          </p:cNvPr>
          <p:cNvSpPr/>
          <p:nvPr/>
        </p:nvSpPr>
        <p:spPr>
          <a:xfrm>
            <a:off x="3558205" y="4450886"/>
            <a:ext cx="5817443" cy="87638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232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6AF6-F8C0-9D02-FABB-3961B869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DE504254-2D3C-35D5-0A3F-8E4A574E940F}"/>
              </a:ext>
            </a:extLst>
          </p:cNvPr>
          <p:cNvSpPr/>
          <p:nvPr/>
        </p:nvSpPr>
        <p:spPr>
          <a:xfrm>
            <a:off x="203760" y="998280"/>
            <a:ext cx="8852760" cy="32663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t1: simulation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시간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t2, t3, t4: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시스템 시간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56B7A609-BFD2-2872-1BD4-B0935162904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76B0A09-FBA7-A75C-C6D4-3CF824977B40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DFD57B7D-C6B3-1DAC-212A-87B7702D0DD7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LiDAR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통신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6CD825FF-157A-153A-03B1-F883D850EEC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C0AD18E-99A4-AF57-1282-153D4FD1C9D7}"/>
              </a:ext>
            </a:extLst>
          </p:cNvPr>
          <p:cNvCxnSpPr/>
          <p:nvPr/>
        </p:nvCxnSpPr>
        <p:spPr>
          <a:xfrm>
            <a:off x="446245" y="2279904"/>
            <a:ext cx="82192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441170A8-CABD-6971-DD1B-6808B263B0B3}"/>
              </a:ext>
            </a:extLst>
          </p:cNvPr>
          <p:cNvSpPr/>
          <p:nvPr/>
        </p:nvSpPr>
        <p:spPr>
          <a:xfrm>
            <a:off x="746747" y="1620508"/>
            <a:ext cx="1964936" cy="451851"/>
          </a:xfrm>
          <a:prstGeom prst="borderCallout1">
            <a:avLst>
              <a:gd name="adj1" fmla="val 18750"/>
              <a:gd name="adj2" fmla="val -8333"/>
              <a:gd name="adj3" fmla="val 144879"/>
              <a:gd name="adj4" fmla="val -79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t1: </a:t>
            </a:r>
            <a:r>
              <a:rPr lang="en-US" altLang="ko-KR">
                <a:solidFill>
                  <a:schemeClr val="tx1"/>
                </a:solidFill>
              </a:rPr>
              <a:t>lidar </a:t>
            </a:r>
            <a:r>
              <a:rPr lang="ko-KR" altLang="en-US" dirty="0">
                <a:solidFill>
                  <a:schemeClr val="tx1"/>
                </a:solidFill>
              </a:rPr>
              <a:t>감지 시점</a:t>
            </a:r>
          </a:p>
        </p:txBody>
      </p: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348D4CEA-7731-B1C4-B172-C2A624BA5A18}"/>
              </a:ext>
            </a:extLst>
          </p:cNvPr>
          <p:cNvSpPr/>
          <p:nvPr/>
        </p:nvSpPr>
        <p:spPr>
          <a:xfrm>
            <a:off x="1086337" y="2469142"/>
            <a:ext cx="2310538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t2: </a:t>
            </a:r>
            <a:r>
              <a:rPr lang="ko-KR" altLang="en-US" dirty="0">
                <a:solidFill>
                  <a:schemeClr val="tx1"/>
                </a:solidFill>
              </a:rPr>
              <a:t>장애물 판단 시점</a:t>
            </a:r>
          </a:p>
        </p:txBody>
      </p:sp>
      <p:sp>
        <p:nvSpPr>
          <p:cNvPr id="21" name="설명선: 선 20">
            <a:extLst>
              <a:ext uri="{FF2B5EF4-FFF2-40B4-BE49-F238E27FC236}">
                <a16:creationId xmlns:a16="http://schemas.microsoft.com/office/drawing/2014/main" id="{08E1A32F-B4C5-31FC-DAF1-6F53AD230E7E}"/>
              </a:ext>
            </a:extLst>
          </p:cNvPr>
          <p:cNvSpPr/>
          <p:nvPr/>
        </p:nvSpPr>
        <p:spPr>
          <a:xfrm>
            <a:off x="3849608" y="2469141"/>
            <a:ext cx="2087896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t3: </a:t>
            </a:r>
            <a:r>
              <a:rPr lang="ko-KR" altLang="en-US" dirty="0">
                <a:solidFill>
                  <a:schemeClr val="tx1"/>
                </a:solidFill>
              </a:rPr>
              <a:t>정지 </a:t>
            </a:r>
            <a:r>
              <a:rPr lang="en-US" altLang="ko-KR" dirty="0">
                <a:solidFill>
                  <a:schemeClr val="tx1"/>
                </a:solidFill>
              </a:rPr>
              <a:t>service call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설명선: 선 21">
            <a:extLst>
              <a:ext uri="{FF2B5EF4-FFF2-40B4-BE49-F238E27FC236}">
                <a16:creationId xmlns:a16="http://schemas.microsoft.com/office/drawing/2014/main" id="{30EDBA21-3444-6B6C-3F71-CA5A1535E337}"/>
              </a:ext>
            </a:extLst>
          </p:cNvPr>
          <p:cNvSpPr/>
          <p:nvPr/>
        </p:nvSpPr>
        <p:spPr>
          <a:xfrm>
            <a:off x="6309356" y="2469141"/>
            <a:ext cx="2944371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t4: </a:t>
            </a:r>
            <a:r>
              <a:rPr lang="en-US" altLang="ko-KR" dirty="0" err="1">
                <a:solidFill>
                  <a:schemeClr val="tx1"/>
                </a:solidFill>
              </a:rPr>
              <a:t>mavros</a:t>
            </a:r>
            <a:r>
              <a:rPr lang="en-US" altLang="ko-KR" dirty="0">
                <a:solidFill>
                  <a:schemeClr val="tx1"/>
                </a:solidFill>
              </a:rPr>
              <a:t> node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publish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00AF3E-99D9-7B8E-65B1-75282A6BFC9F}"/>
              </a:ext>
            </a:extLst>
          </p:cNvPr>
          <p:cNvSpPr/>
          <p:nvPr/>
        </p:nvSpPr>
        <p:spPr>
          <a:xfrm>
            <a:off x="3558205" y="2146598"/>
            <a:ext cx="5817443" cy="87638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A0BEB2-C65D-5927-C84B-051D101D964D}"/>
              </a:ext>
            </a:extLst>
          </p:cNvPr>
          <p:cNvSpPr txBox="1"/>
          <p:nvPr/>
        </p:nvSpPr>
        <p:spPr>
          <a:xfrm>
            <a:off x="3767531" y="3687598"/>
            <a:ext cx="433994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t2, t3, t4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시간 측정 체계가 다르다</a:t>
            </a:r>
          </a:p>
        </p:txBody>
      </p:sp>
    </p:spTree>
    <p:extLst>
      <p:ext uri="{BB962C8B-B14F-4D97-AF65-F5344CB8AC3E}">
        <p14:creationId xmlns:p14="http://schemas.microsoft.com/office/powerpoint/2010/main" val="2532463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620D-600F-3551-B295-75DE80C5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9DCB4A4-3266-7ACF-E3D9-4F78D64622A2}"/>
              </a:ext>
            </a:extLst>
          </p:cNvPr>
          <p:cNvSpPr/>
          <p:nvPr/>
        </p:nvSpPr>
        <p:spPr>
          <a:xfrm>
            <a:off x="203760" y="998280"/>
            <a:ext cx="8852760" cy="46513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t1, t5, t6: simulation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시간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t1~t6: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전체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t1~t5: 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t3~t4: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처리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latency(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미미하다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t1~t5 – t3~t4: lidar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로 인한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latency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6CAA7B69-0DDD-236F-9AD4-BBEEAD04C2B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2443FBBE-D9D3-2D52-0FB4-0072D434B811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7CB7623-D813-D4F7-C787-988B8AED6A2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LiDAR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통신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8499A1B-CC75-0E78-A19E-2CF4A06AD6E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D0790B3-CA7D-A080-D985-2AA030F4652D}"/>
              </a:ext>
            </a:extLst>
          </p:cNvPr>
          <p:cNvCxnSpPr/>
          <p:nvPr/>
        </p:nvCxnSpPr>
        <p:spPr>
          <a:xfrm>
            <a:off x="446245" y="2279904"/>
            <a:ext cx="82192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C9DE8216-8FC7-C480-EC7F-590D14A6D0F8}"/>
              </a:ext>
            </a:extLst>
          </p:cNvPr>
          <p:cNvSpPr/>
          <p:nvPr/>
        </p:nvSpPr>
        <p:spPr>
          <a:xfrm>
            <a:off x="746747" y="1620508"/>
            <a:ext cx="1964936" cy="451851"/>
          </a:xfrm>
          <a:prstGeom prst="borderCallout1">
            <a:avLst>
              <a:gd name="adj1" fmla="val 18750"/>
              <a:gd name="adj2" fmla="val -8333"/>
              <a:gd name="adj3" fmla="val 144879"/>
              <a:gd name="adj4" fmla="val -79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t1: </a:t>
            </a:r>
            <a:r>
              <a:rPr lang="en-US" altLang="ko-KR">
                <a:solidFill>
                  <a:schemeClr val="tx1"/>
                </a:solidFill>
              </a:rPr>
              <a:t>lidar </a:t>
            </a:r>
            <a:r>
              <a:rPr lang="ko-KR" altLang="en-US" dirty="0">
                <a:solidFill>
                  <a:schemeClr val="tx1"/>
                </a:solidFill>
              </a:rPr>
              <a:t>감지 시점</a:t>
            </a:r>
          </a:p>
        </p:txBody>
      </p: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5D168EB1-C921-D3E7-DD58-1181BD7DB63C}"/>
              </a:ext>
            </a:extLst>
          </p:cNvPr>
          <p:cNvSpPr/>
          <p:nvPr/>
        </p:nvSpPr>
        <p:spPr>
          <a:xfrm>
            <a:off x="1086337" y="2469142"/>
            <a:ext cx="720000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설명선: 선 20">
            <a:extLst>
              <a:ext uri="{FF2B5EF4-FFF2-40B4-BE49-F238E27FC236}">
                <a16:creationId xmlns:a16="http://schemas.microsoft.com/office/drawing/2014/main" id="{5554888C-475C-AFF1-7D78-C58107A09E3D}"/>
              </a:ext>
            </a:extLst>
          </p:cNvPr>
          <p:cNvSpPr/>
          <p:nvPr/>
        </p:nvSpPr>
        <p:spPr>
          <a:xfrm>
            <a:off x="1959848" y="2469142"/>
            <a:ext cx="720000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설명선: 선 21">
            <a:extLst>
              <a:ext uri="{FF2B5EF4-FFF2-40B4-BE49-F238E27FC236}">
                <a16:creationId xmlns:a16="http://schemas.microsoft.com/office/drawing/2014/main" id="{B7D22B9B-3218-4A7A-3B52-12F70CB9C775}"/>
              </a:ext>
            </a:extLst>
          </p:cNvPr>
          <p:cNvSpPr/>
          <p:nvPr/>
        </p:nvSpPr>
        <p:spPr>
          <a:xfrm>
            <a:off x="2821167" y="2469142"/>
            <a:ext cx="720000" cy="451851"/>
          </a:xfrm>
          <a:prstGeom prst="borderCallout1">
            <a:avLst>
              <a:gd name="adj1" fmla="val -40611"/>
              <a:gd name="adj2" fmla="val -7713"/>
              <a:gd name="adj3" fmla="val 77423"/>
              <a:gd name="adj4" fmla="val -731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설명선: 선 1">
            <a:extLst>
              <a:ext uri="{FF2B5EF4-FFF2-40B4-BE49-F238E27FC236}">
                <a16:creationId xmlns:a16="http://schemas.microsoft.com/office/drawing/2014/main" id="{FB5CA8E2-3498-D1ED-FA4D-66F4C4A5B4AE}"/>
              </a:ext>
            </a:extLst>
          </p:cNvPr>
          <p:cNvSpPr/>
          <p:nvPr/>
        </p:nvSpPr>
        <p:spPr>
          <a:xfrm>
            <a:off x="3969737" y="1620508"/>
            <a:ext cx="2516407" cy="453600"/>
          </a:xfrm>
          <a:prstGeom prst="borderCallout1">
            <a:avLst>
              <a:gd name="adj1" fmla="val 18750"/>
              <a:gd name="adj2" fmla="val -8333"/>
              <a:gd name="adj3" fmla="val 144754"/>
              <a:gd name="adj4" fmla="val -84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t5: gazebo</a:t>
            </a:r>
            <a:r>
              <a:rPr lang="ko-KR" altLang="en-US" dirty="0">
                <a:solidFill>
                  <a:schemeClr val="tx1"/>
                </a:solidFill>
              </a:rPr>
              <a:t>에서 속도가 감소하기 시작</a:t>
            </a:r>
          </a:p>
        </p:txBody>
      </p:sp>
      <p:sp>
        <p:nvSpPr>
          <p:cNvPr id="3" name="설명선: 선 2">
            <a:extLst>
              <a:ext uri="{FF2B5EF4-FFF2-40B4-BE49-F238E27FC236}">
                <a16:creationId xmlns:a16="http://schemas.microsoft.com/office/drawing/2014/main" id="{0F812BD2-7342-EF34-3EA2-057E1B2623BB}"/>
              </a:ext>
            </a:extLst>
          </p:cNvPr>
          <p:cNvSpPr/>
          <p:nvPr/>
        </p:nvSpPr>
        <p:spPr>
          <a:xfrm>
            <a:off x="7010197" y="1618590"/>
            <a:ext cx="2243532" cy="453600"/>
          </a:xfrm>
          <a:prstGeom prst="borderCallout1">
            <a:avLst>
              <a:gd name="adj1" fmla="val 18750"/>
              <a:gd name="adj2" fmla="val -8333"/>
              <a:gd name="adj3" fmla="val 144754"/>
              <a:gd name="adj4" fmla="val -84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t6: gazebo</a:t>
            </a:r>
            <a:r>
              <a:rPr lang="ko-KR" altLang="en-US" dirty="0">
                <a:solidFill>
                  <a:schemeClr val="tx1"/>
                </a:solidFill>
              </a:rPr>
              <a:t>에서 정지</a:t>
            </a:r>
          </a:p>
        </p:txBody>
      </p:sp>
    </p:spTree>
    <p:extLst>
      <p:ext uri="{BB962C8B-B14F-4D97-AF65-F5344CB8AC3E}">
        <p14:creationId xmlns:p14="http://schemas.microsoft.com/office/powerpoint/2010/main" val="2185984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5B12-8360-9880-C443-131AAFC6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2652BF0-7332-4104-CDCE-6A54EF9FC406}"/>
              </a:ext>
            </a:extLst>
          </p:cNvPr>
          <p:cNvSpPr/>
          <p:nvPr/>
        </p:nvSpPr>
        <p:spPr>
          <a:xfrm>
            <a:off x="203760" y="998280"/>
            <a:ext cx="8852760" cy="51130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LiDAR: 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t1~t5 – t3~t4: lidar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로 인한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latin typeface="Times New Roman"/>
              </a:rPr>
              <a:t>LiDAR: </a:t>
            </a:r>
            <a:r>
              <a:rPr lang="ko-KR" altLang="en-US" sz="2000" b="1" spc="-1" dirty="0">
                <a:latin typeface="Times New Roman"/>
              </a:rPr>
              <a:t>정지 명령을 </a:t>
            </a:r>
            <a:r>
              <a:rPr lang="en-US" altLang="ko-KR" sz="2000" b="1" spc="-1" dirty="0">
                <a:latin typeface="Times New Roman"/>
              </a:rPr>
              <a:t>topic </a:t>
            </a:r>
            <a:r>
              <a:rPr lang="ko-KR" altLang="en-US" sz="2000" b="1" spc="-1" dirty="0">
                <a:latin typeface="Times New Roman"/>
              </a:rPr>
              <a:t>형태로 보내면 어떨까</a:t>
            </a:r>
            <a:r>
              <a:rPr lang="en-US" altLang="ko-KR" sz="2000" b="1" spc="-1" dirty="0">
                <a:latin typeface="Times New Roman"/>
              </a:rPr>
              <a:t>?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latin typeface="Times New Roman"/>
              </a:rPr>
              <a:t>실험 </a:t>
            </a:r>
            <a:r>
              <a:rPr lang="en-US" altLang="ko-KR" sz="2000" b="1" spc="-1" dirty="0">
                <a:latin typeface="Times New Roman"/>
              </a:rPr>
              <a:t>1: </a:t>
            </a:r>
            <a:r>
              <a:rPr lang="ko-KR" altLang="en-US" sz="2000" b="1" spc="-1" dirty="0">
                <a:latin typeface="Times New Roman"/>
              </a:rPr>
              <a:t>이동을 멈추는 </a:t>
            </a:r>
            <a:r>
              <a:rPr lang="en-US" altLang="ko-KR" sz="2000" b="1" spc="-1" dirty="0">
                <a:latin typeface="Times New Roman"/>
              </a:rPr>
              <a:t>service call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실험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2: velocity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를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0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으로 하는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topic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latin typeface="Times New Roman"/>
              </a:rPr>
              <a:t>MAVROS: </a:t>
            </a:r>
            <a:r>
              <a:rPr lang="ko-KR" altLang="en-US" sz="2000" b="1" spc="-1" dirty="0">
                <a:latin typeface="Times New Roman"/>
              </a:rPr>
              <a:t>명령 누락 문제</a:t>
            </a:r>
            <a:endParaRPr lang="en-US" altLang="ko-KR" sz="2000" b="1" spc="-1" dirty="0"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latin typeface="Times New Roman"/>
              </a:rPr>
              <a:t>MAVROS: </a:t>
            </a:r>
            <a:r>
              <a:rPr lang="ko-KR" altLang="en-US" sz="2000" b="1" spc="-1" dirty="0">
                <a:latin typeface="Times New Roman"/>
              </a:rPr>
              <a:t>이전 과정에서 발생한 문제들 살펴보기</a:t>
            </a:r>
            <a:endParaRPr lang="en-US" altLang="ko-KR" sz="2000" b="1" spc="-1" dirty="0"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latin typeface="Times New Roman"/>
              </a:rPr>
              <a:t>ROS2 MAVROS </a:t>
            </a:r>
            <a:r>
              <a:rPr lang="ko-KR" altLang="en-US" sz="2000" b="1" spc="-1" dirty="0">
                <a:latin typeface="Times New Roman"/>
              </a:rPr>
              <a:t>통신 과정에서 나타난 현상</a:t>
            </a:r>
            <a:endParaRPr lang="en-US" altLang="ko-KR" sz="2000" b="1" spc="-1" dirty="0"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8ADB5DB-AF44-7CB3-CE3E-8DA0701AEE8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9C5D799-41A1-FAD4-E7F8-22CDA14578A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DDDF16A7-CDB3-6E98-A7A9-04833B72BBA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to do 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95593F3-683C-FF55-CC9D-7A7E16EB1DA9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014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77270</TotalTime>
  <Words>1265</Words>
  <Application>Microsoft Office PowerPoint</Application>
  <PresentationFormat>화면 슬라이드 쇼(4:3)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MV Boli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1456</cp:revision>
  <cp:lastPrinted>2021-08-19T05:10:09Z</cp:lastPrinted>
  <dcterms:created xsi:type="dcterms:W3CDTF">2020-05-28T10:10:30Z</dcterms:created>
  <dcterms:modified xsi:type="dcterms:W3CDTF">2026-01-30T03:08:19Z</dcterms:modified>
</cp:coreProperties>
</file>