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699" r:id="rId2"/>
    <p:sldId id="909" r:id="rId3"/>
    <p:sldId id="913" r:id="rId4"/>
    <p:sldId id="915" r:id="rId5"/>
    <p:sldId id="916" r:id="rId6"/>
    <p:sldId id="899" r:id="rId7"/>
    <p:sldId id="917" r:id="rId8"/>
    <p:sldId id="731" r:id="rId9"/>
  </p:sldIdLst>
  <p:sldSz cx="9144000" cy="6858000" type="screen4x3"/>
  <p:notesSz cx="9928225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8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ED7D31"/>
    <a:srgbClr val="D6DCE5"/>
    <a:srgbClr val="FFFFFF"/>
    <a:srgbClr val="DAE3F3"/>
    <a:srgbClr val="404040"/>
    <a:srgbClr val="BDD7EE"/>
    <a:srgbClr val="002060"/>
    <a:srgbClr val="E6E6E6"/>
    <a:srgbClr val="DE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5E0B70-0442-4376-9734-0AD3408983EE}" v="680" dt="2025-09-10T05:22:37.0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76878" autoAdjust="0"/>
  </p:normalViewPr>
  <p:slideViewPr>
    <p:cSldViewPr snapToGrid="0">
      <p:cViewPr varScale="1">
        <p:scale>
          <a:sx n="63" d="100"/>
          <a:sy n="63" d="100"/>
        </p:scale>
        <p:origin x="1805" y="58"/>
      </p:cViewPr>
      <p:guideLst>
        <p:guide orient="horz" pos="3385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최문영" userId="c9c2ca5b-20f2-48c9-9e1f-a03229bf2768" providerId="ADAL" clId="{1AFE30CA-0473-46B3-B73A-3803F8D94D85}"/>
    <pc:docChg chg="undo custSel addSld delSld modSld sldOrd">
      <pc:chgData name="최문영" userId="c9c2ca5b-20f2-48c9-9e1f-a03229bf2768" providerId="ADAL" clId="{1AFE30CA-0473-46B3-B73A-3803F8D94D85}" dt="2025-09-10T06:16:38.471" v="2471" actId="20577"/>
      <pc:docMkLst>
        <pc:docMk/>
      </pc:docMkLst>
      <pc:sldChg chg="modSp mod">
        <pc:chgData name="최문영" userId="c9c2ca5b-20f2-48c9-9e1f-a03229bf2768" providerId="ADAL" clId="{1AFE30CA-0473-46B3-B73A-3803F8D94D85}" dt="2025-09-10T05:59:02.681" v="2143" actId="20577"/>
        <pc:sldMkLst>
          <pc:docMk/>
          <pc:sldMk cId="2886263250" sldId="699"/>
        </pc:sldMkLst>
        <pc:spChg chg="mod">
          <ac:chgData name="최문영" userId="c9c2ca5b-20f2-48c9-9e1f-a03229bf2768" providerId="ADAL" clId="{1AFE30CA-0473-46B3-B73A-3803F8D94D85}" dt="2025-09-10T05:59:02.681" v="2143" actId="20577"/>
          <ac:spMkLst>
            <pc:docMk/>
            <pc:sldMk cId="2886263250" sldId="699"/>
            <ac:spMk id="14" creationId="{C21A635C-1642-419F-9A80-B71C2DC7C4C4}"/>
          </ac:spMkLst>
        </pc:spChg>
      </pc:sldChg>
      <pc:sldChg chg="addSp delSp modSp mod delAnim modNotesTx">
        <pc:chgData name="최문영" userId="c9c2ca5b-20f2-48c9-9e1f-a03229bf2768" providerId="ADAL" clId="{1AFE30CA-0473-46B3-B73A-3803F8D94D85}" dt="2025-09-10T06:16:38.471" v="2471" actId="20577"/>
        <pc:sldMkLst>
          <pc:docMk/>
          <pc:sldMk cId="3561262554" sldId="899"/>
        </pc:sldMkLst>
        <pc:spChg chg="del">
          <ac:chgData name="최문영" userId="c9c2ca5b-20f2-48c9-9e1f-a03229bf2768" providerId="ADAL" clId="{1AFE30CA-0473-46B3-B73A-3803F8D94D85}" dt="2025-09-10T04:39:11.267" v="1596" actId="478"/>
          <ac:spMkLst>
            <pc:docMk/>
            <pc:sldMk cId="3561262554" sldId="899"/>
            <ac:spMk id="5" creationId="{4D7C5D63-C703-FB3F-412B-B8CD23A42DF3}"/>
          </ac:spMkLst>
        </pc:spChg>
        <pc:spChg chg="del">
          <ac:chgData name="최문영" userId="c9c2ca5b-20f2-48c9-9e1f-a03229bf2768" providerId="ADAL" clId="{1AFE30CA-0473-46B3-B73A-3803F8D94D85}" dt="2025-09-10T04:39:11.267" v="1596" actId="478"/>
          <ac:spMkLst>
            <pc:docMk/>
            <pc:sldMk cId="3561262554" sldId="899"/>
            <ac:spMk id="7" creationId="{78983BF5-A283-D9C0-583A-6F3086D19F33}"/>
          </ac:spMkLst>
        </pc:spChg>
        <pc:spChg chg="mod">
          <ac:chgData name="최문영" userId="c9c2ca5b-20f2-48c9-9e1f-a03229bf2768" providerId="ADAL" clId="{1AFE30CA-0473-46B3-B73A-3803F8D94D85}" dt="2025-09-10T04:39:08.795" v="1595" actId="20577"/>
          <ac:spMkLst>
            <pc:docMk/>
            <pc:sldMk cId="3561262554" sldId="899"/>
            <ac:spMk id="10" creationId="{9B8AA1CA-87DD-E139-C907-086AE402F83A}"/>
          </ac:spMkLst>
        </pc:spChg>
        <pc:spChg chg="del">
          <ac:chgData name="최문영" userId="c9c2ca5b-20f2-48c9-9e1f-a03229bf2768" providerId="ADAL" clId="{1AFE30CA-0473-46B3-B73A-3803F8D94D85}" dt="2025-09-10T04:39:11.267" v="1596" actId="478"/>
          <ac:spMkLst>
            <pc:docMk/>
            <pc:sldMk cId="3561262554" sldId="899"/>
            <ac:spMk id="17" creationId="{8D0D7FB7-CA08-D303-FAFA-CCE9867B9693}"/>
          </ac:spMkLst>
        </pc:spChg>
        <pc:spChg chg="del">
          <ac:chgData name="최문영" userId="c9c2ca5b-20f2-48c9-9e1f-a03229bf2768" providerId="ADAL" clId="{1AFE30CA-0473-46B3-B73A-3803F8D94D85}" dt="2025-09-10T04:39:11.267" v="1596" actId="478"/>
          <ac:spMkLst>
            <pc:docMk/>
            <pc:sldMk cId="3561262554" sldId="899"/>
            <ac:spMk id="21" creationId="{833FBD79-90CD-5BAA-A1BD-055B663A7014}"/>
          </ac:spMkLst>
        </pc:spChg>
        <pc:spChg chg="del">
          <ac:chgData name="최문영" userId="c9c2ca5b-20f2-48c9-9e1f-a03229bf2768" providerId="ADAL" clId="{1AFE30CA-0473-46B3-B73A-3803F8D94D85}" dt="2025-09-10T04:39:11.267" v="1596" actId="478"/>
          <ac:spMkLst>
            <pc:docMk/>
            <pc:sldMk cId="3561262554" sldId="899"/>
            <ac:spMk id="24" creationId="{44A3E2DF-DA59-1FF4-958E-6EDDEC2E9304}"/>
          </ac:spMkLst>
        </pc:spChg>
        <pc:spChg chg="del">
          <ac:chgData name="최문영" userId="c9c2ca5b-20f2-48c9-9e1f-a03229bf2768" providerId="ADAL" clId="{1AFE30CA-0473-46B3-B73A-3803F8D94D85}" dt="2025-09-10T04:39:11.267" v="1596" actId="478"/>
          <ac:spMkLst>
            <pc:docMk/>
            <pc:sldMk cId="3561262554" sldId="899"/>
            <ac:spMk id="25" creationId="{C8DEFB25-8B86-A596-B072-A5F0121EA2E0}"/>
          </ac:spMkLst>
        </pc:spChg>
        <pc:spChg chg="del">
          <ac:chgData name="최문영" userId="c9c2ca5b-20f2-48c9-9e1f-a03229bf2768" providerId="ADAL" clId="{1AFE30CA-0473-46B3-B73A-3803F8D94D85}" dt="2025-09-10T04:39:11.267" v="1596" actId="478"/>
          <ac:spMkLst>
            <pc:docMk/>
            <pc:sldMk cId="3561262554" sldId="899"/>
            <ac:spMk id="31" creationId="{219404D4-549E-9B3E-1017-7CB44C7A2F23}"/>
          </ac:spMkLst>
        </pc:spChg>
        <pc:spChg chg="del">
          <ac:chgData name="최문영" userId="c9c2ca5b-20f2-48c9-9e1f-a03229bf2768" providerId="ADAL" clId="{1AFE30CA-0473-46B3-B73A-3803F8D94D85}" dt="2025-09-10T04:39:11.267" v="1596" actId="478"/>
          <ac:spMkLst>
            <pc:docMk/>
            <pc:sldMk cId="3561262554" sldId="899"/>
            <ac:spMk id="46" creationId="{FACF11B3-8491-F6B9-F632-759B4B7DD18E}"/>
          </ac:spMkLst>
        </pc:spChg>
        <pc:spChg chg="add del mod">
          <ac:chgData name="최문영" userId="c9c2ca5b-20f2-48c9-9e1f-a03229bf2768" providerId="ADAL" clId="{1AFE30CA-0473-46B3-B73A-3803F8D94D85}" dt="2025-09-10T04:40:29.812" v="1708" actId="20577"/>
          <ac:spMkLst>
            <pc:docMk/>
            <pc:sldMk cId="3561262554" sldId="899"/>
            <ac:spMk id="47" creationId="{5102E808-EC70-5A41-06B2-1DA70150E5AA}"/>
          </ac:spMkLst>
        </pc:spChg>
        <pc:spChg chg="del">
          <ac:chgData name="최문영" userId="c9c2ca5b-20f2-48c9-9e1f-a03229bf2768" providerId="ADAL" clId="{1AFE30CA-0473-46B3-B73A-3803F8D94D85}" dt="2025-09-10T04:39:11.267" v="1596" actId="478"/>
          <ac:spMkLst>
            <pc:docMk/>
            <pc:sldMk cId="3561262554" sldId="899"/>
            <ac:spMk id="1044" creationId="{D9E05766-493F-3DD6-E914-78184DF00364}"/>
          </ac:spMkLst>
        </pc:spChg>
        <pc:spChg chg="del">
          <ac:chgData name="최문영" userId="c9c2ca5b-20f2-48c9-9e1f-a03229bf2768" providerId="ADAL" clId="{1AFE30CA-0473-46B3-B73A-3803F8D94D85}" dt="2025-09-10T04:39:11.267" v="1596" actId="478"/>
          <ac:spMkLst>
            <pc:docMk/>
            <pc:sldMk cId="3561262554" sldId="899"/>
            <ac:spMk id="1045" creationId="{91BA613E-2F3A-DFBB-FB27-D46346AA81EC}"/>
          </ac:spMkLst>
        </pc:spChg>
        <pc:picChg chg="add mod">
          <ac:chgData name="최문영" userId="c9c2ca5b-20f2-48c9-9e1f-a03229bf2768" providerId="ADAL" clId="{1AFE30CA-0473-46B3-B73A-3803F8D94D85}" dt="2025-09-10T04:40:46.775" v="1712" actId="1076"/>
          <ac:picMkLst>
            <pc:docMk/>
            <pc:sldMk cId="3561262554" sldId="899"/>
            <ac:picMk id="28" creationId="{F8DC2789-46FE-4965-7B57-C693DF8F7859}"/>
          </ac:picMkLst>
        </pc:picChg>
        <pc:picChg chg="del">
          <ac:chgData name="최문영" userId="c9c2ca5b-20f2-48c9-9e1f-a03229bf2768" providerId="ADAL" clId="{1AFE30CA-0473-46B3-B73A-3803F8D94D85}" dt="2025-09-10T04:39:12.135" v="1597" actId="478"/>
          <ac:picMkLst>
            <pc:docMk/>
            <pc:sldMk cId="3561262554" sldId="899"/>
            <ac:picMk id="1036" creationId="{B3EF427C-DB7F-6CAB-737A-516C02A62471}"/>
          </ac:picMkLst>
        </pc:picChg>
      </pc:sldChg>
      <pc:sldChg chg="del">
        <pc:chgData name="최문영" userId="c9c2ca5b-20f2-48c9-9e1f-a03229bf2768" providerId="ADAL" clId="{1AFE30CA-0473-46B3-B73A-3803F8D94D85}" dt="2025-09-10T04:41:38.289" v="1762" actId="47"/>
        <pc:sldMkLst>
          <pc:docMk/>
          <pc:sldMk cId="331152902" sldId="907"/>
        </pc:sldMkLst>
      </pc:sldChg>
      <pc:sldChg chg="modSp mod">
        <pc:chgData name="최문영" userId="c9c2ca5b-20f2-48c9-9e1f-a03229bf2768" providerId="ADAL" clId="{1AFE30CA-0473-46B3-B73A-3803F8D94D85}" dt="2025-09-10T04:23:01.478" v="36" actId="20577"/>
        <pc:sldMkLst>
          <pc:docMk/>
          <pc:sldMk cId="2038203022" sldId="909"/>
        </pc:sldMkLst>
        <pc:spChg chg="mod">
          <ac:chgData name="최문영" userId="c9c2ca5b-20f2-48c9-9e1f-a03229bf2768" providerId="ADAL" clId="{1AFE30CA-0473-46B3-B73A-3803F8D94D85}" dt="2025-09-10T04:23:01.478" v="36" actId="20577"/>
          <ac:spMkLst>
            <pc:docMk/>
            <pc:sldMk cId="2038203022" sldId="909"/>
            <ac:spMk id="10" creationId="{792729A2-41B3-6670-1CDE-87DB0BE37D09}"/>
          </ac:spMkLst>
        </pc:spChg>
      </pc:sldChg>
      <pc:sldChg chg="del">
        <pc:chgData name="최문영" userId="c9c2ca5b-20f2-48c9-9e1f-a03229bf2768" providerId="ADAL" clId="{1AFE30CA-0473-46B3-B73A-3803F8D94D85}" dt="2025-09-10T04:41:39.086" v="1763" actId="47"/>
        <pc:sldMkLst>
          <pc:docMk/>
          <pc:sldMk cId="487799249" sldId="910"/>
        </pc:sldMkLst>
      </pc:sldChg>
      <pc:sldChg chg="del">
        <pc:chgData name="최문영" userId="c9c2ca5b-20f2-48c9-9e1f-a03229bf2768" providerId="ADAL" clId="{1AFE30CA-0473-46B3-B73A-3803F8D94D85}" dt="2025-09-10T04:41:40.724" v="1764" actId="47"/>
        <pc:sldMkLst>
          <pc:docMk/>
          <pc:sldMk cId="898709097" sldId="911"/>
        </pc:sldMkLst>
      </pc:sldChg>
      <pc:sldChg chg="ord">
        <pc:chgData name="최문영" userId="c9c2ca5b-20f2-48c9-9e1f-a03229bf2768" providerId="ADAL" clId="{1AFE30CA-0473-46B3-B73A-3803F8D94D85}" dt="2025-09-10T04:29:06.424" v="587"/>
        <pc:sldMkLst>
          <pc:docMk/>
          <pc:sldMk cId="3186208179" sldId="913"/>
        </pc:sldMkLst>
      </pc:sldChg>
      <pc:sldChg chg="del">
        <pc:chgData name="최문영" userId="c9c2ca5b-20f2-48c9-9e1f-a03229bf2768" providerId="ADAL" clId="{1AFE30CA-0473-46B3-B73A-3803F8D94D85}" dt="2025-09-10T04:43:28.270" v="1931" actId="47"/>
        <pc:sldMkLst>
          <pc:docMk/>
          <pc:sldMk cId="2330992635" sldId="914"/>
        </pc:sldMkLst>
      </pc:sldChg>
      <pc:sldChg chg="addSp delSp modSp add mod delAnim modAnim">
        <pc:chgData name="최문영" userId="c9c2ca5b-20f2-48c9-9e1f-a03229bf2768" providerId="ADAL" clId="{1AFE30CA-0473-46B3-B73A-3803F8D94D85}" dt="2025-09-10T05:22:24.278" v="2104" actId="207"/>
        <pc:sldMkLst>
          <pc:docMk/>
          <pc:sldMk cId="3583341441" sldId="915"/>
        </pc:sldMkLst>
        <pc:spChg chg="add del mod">
          <ac:chgData name="최문영" userId="c9c2ca5b-20f2-48c9-9e1f-a03229bf2768" providerId="ADAL" clId="{1AFE30CA-0473-46B3-B73A-3803F8D94D85}" dt="2025-09-10T04:29:22.286" v="594" actId="478"/>
          <ac:spMkLst>
            <pc:docMk/>
            <pc:sldMk cId="3583341441" sldId="915"/>
            <ac:spMk id="2" creationId="{2EE15E34-6318-43B6-673A-8C626E50621F}"/>
          </ac:spMkLst>
        </pc:spChg>
        <pc:spChg chg="add del mod">
          <ac:chgData name="최문영" userId="c9c2ca5b-20f2-48c9-9e1f-a03229bf2768" providerId="ADAL" clId="{1AFE30CA-0473-46B3-B73A-3803F8D94D85}" dt="2025-09-10T05:20:52.285" v="2007" actId="478"/>
          <ac:spMkLst>
            <pc:docMk/>
            <pc:sldMk cId="3583341441" sldId="915"/>
            <ac:spMk id="3" creationId="{FB38635D-668C-ABB5-3E6C-7995F8407D11}"/>
          </ac:spMkLst>
        </pc:spChg>
        <pc:spChg chg="add del mod">
          <ac:chgData name="최문영" userId="c9c2ca5b-20f2-48c9-9e1f-a03229bf2768" providerId="ADAL" clId="{1AFE30CA-0473-46B3-B73A-3803F8D94D85}" dt="2025-09-10T05:19:40.920" v="1936" actId="478"/>
          <ac:spMkLst>
            <pc:docMk/>
            <pc:sldMk cId="3583341441" sldId="915"/>
            <ac:spMk id="5" creationId="{3F8761A7-B2F7-A011-6825-453DFF47FA06}"/>
          </ac:spMkLst>
        </pc:spChg>
        <pc:spChg chg="add del mod">
          <ac:chgData name="최문영" userId="c9c2ca5b-20f2-48c9-9e1f-a03229bf2768" providerId="ADAL" clId="{1AFE30CA-0473-46B3-B73A-3803F8D94D85}" dt="2025-09-10T05:19:40.920" v="1936" actId="478"/>
          <ac:spMkLst>
            <pc:docMk/>
            <pc:sldMk cId="3583341441" sldId="915"/>
            <ac:spMk id="7" creationId="{851B9FA4-11AE-7C9C-1670-1AF220BA4CE6}"/>
          </ac:spMkLst>
        </pc:spChg>
        <pc:spChg chg="add del mod">
          <ac:chgData name="최문영" userId="c9c2ca5b-20f2-48c9-9e1f-a03229bf2768" providerId="ADAL" clId="{1AFE30CA-0473-46B3-B73A-3803F8D94D85}" dt="2025-09-10T05:19:40.920" v="1936" actId="478"/>
          <ac:spMkLst>
            <pc:docMk/>
            <pc:sldMk cId="3583341441" sldId="915"/>
            <ac:spMk id="8" creationId="{C798078B-5352-1B2F-7922-0AA00F30BF0D}"/>
          </ac:spMkLst>
        </pc:spChg>
        <pc:spChg chg="add del mod">
          <ac:chgData name="최문영" userId="c9c2ca5b-20f2-48c9-9e1f-a03229bf2768" providerId="ADAL" clId="{1AFE30CA-0473-46B3-B73A-3803F8D94D85}" dt="2025-09-10T05:19:40.920" v="1936" actId="478"/>
          <ac:spMkLst>
            <pc:docMk/>
            <pc:sldMk cId="3583341441" sldId="915"/>
            <ac:spMk id="9" creationId="{DBB83A37-1261-BE56-4011-0930027730F5}"/>
          </ac:spMkLst>
        </pc:spChg>
        <pc:spChg chg="add del mod">
          <ac:chgData name="최문영" userId="c9c2ca5b-20f2-48c9-9e1f-a03229bf2768" providerId="ADAL" clId="{1AFE30CA-0473-46B3-B73A-3803F8D94D85}" dt="2025-09-10T05:19:40.920" v="1936" actId="478"/>
          <ac:spMkLst>
            <pc:docMk/>
            <pc:sldMk cId="3583341441" sldId="915"/>
            <ac:spMk id="11" creationId="{48A2A926-54E6-5A30-75F6-6AF5D2B93089}"/>
          </ac:spMkLst>
        </pc:spChg>
        <pc:spChg chg="add del mod">
          <ac:chgData name="최문영" userId="c9c2ca5b-20f2-48c9-9e1f-a03229bf2768" providerId="ADAL" clId="{1AFE30CA-0473-46B3-B73A-3803F8D94D85}" dt="2025-09-10T05:20:52.285" v="2007" actId="478"/>
          <ac:spMkLst>
            <pc:docMk/>
            <pc:sldMk cId="3583341441" sldId="915"/>
            <ac:spMk id="12" creationId="{FF8704A9-F158-BF12-102E-1CF35D8C8A32}"/>
          </ac:spMkLst>
        </pc:spChg>
        <pc:spChg chg="add del mod">
          <ac:chgData name="최문영" userId="c9c2ca5b-20f2-48c9-9e1f-a03229bf2768" providerId="ADAL" clId="{1AFE30CA-0473-46B3-B73A-3803F8D94D85}" dt="2025-09-10T05:20:52.285" v="2007" actId="478"/>
          <ac:spMkLst>
            <pc:docMk/>
            <pc:sldMk cId="3583341441" sldId="915"/>
            <ac:spMk id="13" creationId="{87CE70D2-8742-CC3E-0632-D748A19CCED8}"/>
          </ac:spMkLst>
        </pc:spChg>
        <pc:spChg chg="add del mod">
          <ac:chgData name="최문영" userId="c9c2ca5b-20f2-48c9-9e1f-a03229bf2768" providerId="ADAL" clId="{1AFE30CA-0473-46B3-B73A-3803F8D94D85}" dt="2025-09-10T05:20:52.285" v="2007" actId="478"/>
          <ac:spMkLst>
            <pc:docMk/>
            <pc:sldMk cId="3583341441" sldId="915"/>
            <ac:spMk id="14" creationId="{194BB482-9882-975B-4EC4-E746475940AA}"/>
          </ac:spMkLst>
        </pc:spChg>
        <pc:spChg chg="add del mod">
          <ac:chgData name="최문영" userId="c9c2ca5b-20f2-48c9-9e1f-a03229bf2768" providerId="ADAL" clId="{1AFE30CA-0473-46B3-B73A-3803F8D94D85}" dt="2025-09-10T05:20:52.285" v="2007" actId="478"/>
          <ac:spMkLst>
            <pc:docMk/>
            <pc:sldMk cId="3583341441" sldId="915"/>
            <ac:spMk id="16" creationId="{3EE275BD-8F8C-B59B-BC29-1ACCEFA02DA1}"/>
          </ac:spMkLst>
        </pc:spChg>
        <pc:spChg chg="add del mod">
          <ac:chgData name="최문영" userId="c9c2ca5b-20f2-48c9-9e1f-a03229bf2768" providerId="ADAL" clId="{1AFE30CA-0473-46B3-B73A-3803F8D94D85}" dt="2025-09-10T05:22:17.390" v="2103" actId="478"/>
          <ac:spMkLst>
            <pc:docMk/>
            <pc:sldMk cId="3583341441" sldId="915"/>
            <ac:spMk id="17" creationId="{017209CC-D382-467C-C12D-AE74B7A30FD6}"/>
          </ac:spMkLst>
        </pc:spChg>
        <pc:spChg chg="add del mod">
          <ac:chgData name="최문영" userId="c9c2ca5b-20f2-48c9-9e1f-a03229bf2768" providerId="ADAL" clId="{1AFE30CA-0473-46B3-B73A-3803F8D94D85}" dt="2025-09-10T05:22:16.708" v="2102" actId="478"/>
          <ac:spMkLst>
            <pc:docMk/>
            <pc:sldMk cId="3583341441" sldId="915"/>
            <ac:spMk id="18" creationId="{CCA707D4-8666-7AA2-F0AA-72508D5BA7C7}"/>
          </ac:spMkLst>
        </pc:spChg>
        <pc:spChg chg="add mod">
          <ac:chgData name="최문영" userId="c9c2ca5b-20f2-48c9-9e1f-a03229bf2768" providerId="ADAL" clId="{1AFE30CA-0473-46B3-B73A-3803F8D94D85}" dt="2025-09-10T05:21:37.786" v="2080" actId="1038"/>
          <ac:spMkLst>
            <pc:docMk/>
            <pc:sldMk cId="3583341441" sldId="915"/>
            <ac:spMk id="20" creationId="{36D71B7E-77B9-C3B2-68E7-7686B2F8D243}"/>
          </ac:spMkLst>
        </pc:spChg>
        <pc:spChg chg="add mod">
          <ac:chgData name="최문영" userId="c9c2ca5b-20f2-48c9-9e1f-a03229bf2768" providerId="ADAL" clId="{1AFE30CA-0473-46B3-B73A-3803F8D94D85}" dt="2025-09-10T05:20:44.081" v="2005" actId="20577"/>
          <ac:spMkLst>
            <pc:docMk/>
            <pc:sldMk cId="3583341441" sldId="915"/>
            <ac:spMk id="21" creationId="{FB847F6D-FBBE-3E48-A454-A4EFDA8C6F6F}"/>
          </ac:spMkLst>
        </pc:spChg>
        <pc:spChg chg="add mod">
          <ac:chgData name="최문영" userId="c9c2ca5b-20f2-48c9-9e1f-a03229bf2768" providerId="ADAL" clId="{1AFE30CA-0473-46B3-B73A-3803F8D94D85}" dt="2025-09-10T05:22:24.278" v="2104" actId="207"/>
          <ac:spMkLst>
            <pc:docMk/>
            <pc:sldMk cId="3583341441" sldId="915"/>
            <ac:spMk id="22" creationId="{BE08144E-C659-75E3-5165-8E45024B474B}"/>
          </ac:spMkLst>
        </pc:spChg>
        <pc:spChg chg="add mod">
          <ac:chgData name="최문영" userId="c9c2ca5b-20f2-48c9-9e1f-a03229bf2768" providerId="ADAL" clId="{1AFE30CA-0473-46B3-B73A-3803F8D94D85}" dt="2025-09-10T05:22:24.278" v="2104" actId="207"/>
          <ac:spMkLst>
            <pc:docMk/>
            <pc:sldMk cId="3583341441" sldId="915"/>
            <ac:spMk id="23" creationId="{56BE4B4E-61C8-9312-E7A4-DB611CEA4BB9}"/>
          </ac:spMkLst>
        </pc:spChg>
        <pc:spChg chg="add mod">
          <ac:chgData name="최문영" userId="c9c2ca5b-20f2-48c9-9e1f-a03229bf2768" providerId="ADAL" clId="{1AFE30CA-0473-46B3-B73A-3803F8D94D85}" dt="2025-09-10T05:22:24.278" v="2104" actId="207"/>
          <ac:spMkLst>
            <pc:docMk/>
            <pc:sldMk cId="3583341441" sldId="915"/>
            <ac:spMk id="24" creationId="{56C0FFAE-69F9-8C7C-630C-1ABA22782CB9}"/>
          </ac:spMkLst>
        </pc:spChg>
        <pc:spChg chg="add del mod">
          <ac:chgData name="최문영" userId="c9c2ca5b-20f2-48c9-9e1f-a03229bf2768" providerId="ADAL" clId="{1AFE30CA-0473-46B3-B73A-3803F8D94D85}" dt="2025-09-10T05:22:13.980" v="2100" actId="478"/>
          <ac:spMkLst>
            <pc:docMk/>
            <pc:sldMk cId="3583341441" sldId="915"/>
            <ac:spMk id="25" creationId="{C83F0339-FE55-C9D9-A737-AB6ECEDCFE74}"/>
          </ac:spMkLst>
        </pc:spChg>
        <pc:spChg chg="add mod">
          <ac:chgData name="최문영" userId="c9c2ca5b-20f2-48c9-9e1f-a03229bf2768" providerId="ADAL" clId="{1AFE30CA-0473-46B3-B73A-3803F8D94D85}" dt="2025-09-10T05:22:10.897" v="2097" actId="1076"/>
          <ac:spMkLst>
            <pc:docMk/>
            <pc:sldMk cId="3583341441" sldId="915"/>
            <ac:spMk id="26" creationId="{40D33DFA-5EE9-DE8B-FF33-EF82CD5B909D}"/>
          </ac:spMkLst>
        </pc:spChg>
        <pc:spChg chg="mod">
          <ac:chgData name="최문영" userId="c9c2ca5b-20f2-48c9-9e1f-a03229bf2768" providerId="ADAL" clId="{1AFE30CA-0473-46B3-B73A-3803F8D94D85}" dt="2025-09-10T04:26:20.561" v="582" actId="207"/>
          <ac:spMkLst>
            <pc:docMk/>
            <pc:sldMk cId="3583341441" sldId="915"/>
            <ac:spMk id="47" creationId="{901B519B-44B7-6DAE-8FC6-BB556A25FACC}"/>
          </ac:spMkLst>
        </pc:spChg>
        <pc:cxnChg chg="add mod">
          <ac:chgData name="최문영" userId="c9c2ca5b-20f2-48c9-9e1f-a03229bf2768" providerId="ADAL" clId="{1AFE30CA-0473-46B3-B73A-3803F8D94D85}" dt="2025-09-10T05:20:28.650" v="1976" actId="1076"/>
          <ac:cxnSpMkLst>
            <pc:docMk/>
            <pc:sldMk cId="3583341441" sldId="915"/>
            <ac:cxnSpMk id="2" creationId="{59CCAB70-EC8D-4446-54BC-1D53D1777249}"/>
          </ac:cxnSpMkLst>
        </pc:cxnChg>
        <pc:cxnChg chg="add del mod">
          <ac:chgData name="최문영" userId="c9c2ca5b-20f2-48c9-9e1f-a03229bf2768" providerId="ADAL" clId="{1AFE30CA-0473-46B3-B73A-3803F8D94D85}" dt="2025-09-10T05:19:40.920" v="1936" actId="478"/>
          <ac:cxnSpMkLst>
            <pc:docMk/>
            <pc:sldMk cId="3583341441" sldId="915"/>
            <ac:cxnSpMk id="4" creationId="{A5081112-DA20-12D4-DE33-9CD8A6FF9B74}"/>
          </ac:cxnSpMkLst>
        </pc:cxnChg>
      </pc:sldChg>
      <pc:sldChg chg="addSp delSp modSp add mod delAnim modAnim">
        <pc:chgData name="최문영" userId="c9c2ca5b-20f2-48c9-9e1f-a03229bf2768" providerId="ADAL" clId="{1AFE30CA-0473-46B3-B73A-3803F8D94D85}" dt="2025-09-10T05:22:32.156" v="2116" actId="1035"/>
        <pc:sldMkLst>
          <pc:docMk/>
          <pc:sldMk cId="215167071" sldId="916"/>
        </pc:sldMkLst>
        <pc:spChg chg="add del mod">
          <ac:chgData name="최문영" userId="c9c2ca5b-20f2-48c9-9e1f-a03229bf2768" providerId="ADAL" clId="{1AFE30CA-0473-46B3-B73A-3803F8D94D85}" dt="2025-09-10T05:22:29.865" v="2105" actId="478"/>
          <ac:spMkLst>
            <pc:docMk/>
            <pc:sldMk cId="215167071" sldId="916"/>
            <ac:spMk id="2" creationId="{FA20E9B0-0988-C429-22CA-B9D147F140E9}"/>
          </ac:spMkLst>
        </pc:spChg>
        <pc:spChg chg="add del mod">
          <ac:chgData name="최문영" userId="c9c2ca5b-20f2-48c9-9e1f-a03229bf2768" providerId="ADAL" clId="{1AFE30CA-0473-46B3-B73A-3803F8D94D85}" dt="2025-09-10T05:22:29.865" v="2105" actId="478"/>
          <ac:spMkLst>
            <pc:docMk/>
            <pc:sldMk cId="215167071" sldId="916"/>
            <ac:spMk id="3" creationId="{4C4C4668-578E-B9EE-C512-EFEE7545CC45}"/>
          </ac:spMkLst>
        </pc:spChg>
        <pc:spChg chg="del mod">
          <ac:chgData name="최문영" userId="c9c2ca5b-20f2-48c9-9e1f-a03229bf2768" providerId="ADAL" clId="{1AFE30CA-0473-46B3-B73A-3803F8D94D85}" dt="2025-09-10T05:22:29.865" v="2105" actId="478"/>
          <ac:spMkLst>
            <pc:docMk/>
            <pc:sldMk cId="215167071" sldId="916"/>
            <ac:spMk id="5" creationId="{7A1433A3-B5BB-315D-F058-47A297C65D42}"/>
          </ac:spMkLst>
        </pc:spChg>
        <pc:spChg chg="del mod">
          <ac:chgData name="최문영" userId="c9c2ca5b-20f2-48c9-9e1f-a03229bf2768" providerId="ADAL" clId="{1AFE30CA-0473-46B3-B73A-3803F8D94D85}" dt="2025-09-10T05:22:29.865" v="2105" actId="478"/>
          <ac:spMkLst>
            <pc:docMk/>
            <pc:sldMk cId="215167071" sldId="916"/>
            <ac:spMk id="7" creationId="{D5A2E08D-79BE-859C-329A-D3F845728B06}"/>
          </ac:spMkLst>
        </pc:spChg>
        <pc:spChg chg="del mod">
          <ac:chgData name="최문영" userId="c9c2ca5b-20f2-48c9-9e1f-a03229bf2768" providerId="ADAL" clId="{1AFE30CA-0473-46B3-B73A-3803F8D94D85}" dt="2025-09-10T05:22:29.865" v="2105" actId="478"/>
          <ac:spMkLst>
            <pc:docMk/>
            <pc:sldMk cId="215167071" sldId="916"/>
            <ac:spMk id="8" creationId="{08B9276F-D84F-FD05-1352-04ECAE69B49C}"/>
          </ac:spMkLst>
        </pc:spChg>
        <pc:spChg chg="del mod">
          <ac:chgData name="최문영" userId="c9c2ca5b-20f2-48c9-9e1f-a03229bf2768" providerId="ADAL" clId="{1AFE30CA-0473-46B3-B73A-3803F8D94D85}" dt="2025-09-10T05:22:29.865" v="2105" actId="478"/>
          <ac:spMkLst>
            <pc:docMk/>
            <pc:sldMk cId="215167071" sldId="916"/>
            <ac:spMk id="9" creationId="{30EA8382-5FE8-F18B-6319-A3E7756EFD61}"/>
          </ac:spMkLst>
        </pc:spChg>
        <pc:spChg chg="mod">
          <ac:chgData name="최문영" userId="c9c2ca5b-20f2-48c9-9e1f-a03229bf2768" providerId="ADAL" clId="{1AFE30CA-0473-46B3-B73A-3803F8D94D85}" dt="2025-09-10T04:32:32.130" v="832" actId="20577"/>
          <ac:spMkLst>
            <pc:docMk/>
            <pc:sldMk cId="215167071" sldId="916"/>
            <ac:spMk id="10" creationId="{332EF7CB-6ABC-FFA8-F28B-E65E74A2B562}"/>
          </ac:spMkLst>
        </pc:spChg>
        <pc:spChg chg="del mod">
          <ac:chgData name="최문영" userId="c9c2ca5b-20f2-48c9-9e1f-a03229bf2768" providerId="ADAL" clId="{1AFE30CA-0473-46B3-B73A-3803F8D94D85}" dt="2025-09-10T05:22:29.865" v="2105" actId="478"/>
          <ac:spMkLst>
            <pc:docMk/>
            <pc:sldMk cId="215167071" sldId="916"/>
            <ac:spMk id="11" creationId="{7124F583-DC95-C176-1100-98460EE2B200}"/>
          </ac:spMkLst>
        </pc:spChg>
        <pc:spChg chg="add del mod">
          <ac:chgData name="최문영" userId="c9c2ca5b-20f2-48c9-9e1f-a03229bf2768" providerId="ADAL" clId="{1AFE30CA-0473-46B3-B73A-3803F8D94D85}" dt="2025-09-10T04:36:45.271" v="1278" actId="478"/>
          <ac:spMkLst>
            <pc:docMk/>
            <pc:sldMk cId="215167071" sldId="916"/>
            <ac:spMk id="12" creationId="{73414D32-1AEF-AF40-BD1C-93A33D78A148}"/>
          </ac:spMkLst>
        </pc:spChg>
        <pc:spChg chg="add mod">
          <ac:chgData name="최문영" userId="c9c2ca5b-20f2-48c9-9e1f-a03229bf2768" providerId="ADAL" clId="{1AFE30CA-0473-46B3-B73A-3803F8D94D85}" dt="2025-09-10T04:38:24.458" v="1492" actId="1076"/>
          <ac:spMkLst>
            <pc:docMk/>
            <pc:sldMk cId="215167071" sldId="916"/>
            <ac:spMk id="13" creationId="{B83EE9C6-6539-271D-3462-919B7251266F}"/>
          </ac:spMkLst>
        </pc:spChg>
        <pc:spChg chg="add mod">
          <ac:chgData name="최문영" userId="c9c2ca5b-20f2-48c9-9e1f-a03229bf2768" providerId="ADAL" clId="{1AFE30CA-0473-46B3-B73A-3803F8D94D85}" dt="2025-09-10T04:39:01.851" v="1578" actId="1076"/>
          <ac:spMkLst>
            <pc:docMk/>
            <pc:sldMk cId="215167071" sldId="916"/>
            <ac:spMk id="14" creationId="{5A9638F4-9FA8-DB10-1C38-1A5888CCBEDB}"/>
          </ac:spMkLst>
        </pc:spChg>
        <pc:spChg chg="add mod">
          <ac:chgData name="최문영" userId="c9c2ca5b-20f2-48c9-9e1f-a03229bf2768" providerId="ADAL" clId="{1AFE30CA-0473-46B3-B73A-3803F8D94D85}" dt="2025-09-10T05:22:32.156" v="2116" actId="1035"/>
          <ac:spMkLst>
            <pc:docMk/>
            <pc:sldMk cId="215167071" sldId="916"/>
            <ac:spMk id="16" creationId="{C967FAD3-D851-3260-C1B1-DBE4DB23C1A8}"/>
          </ac:spMkLst>
        </pc:spChg>
        <pc:spChg chg="add mod">
          <ac:chgData name="최문영" userId="c9c2ca5b-20f2-48c9-9e1f-a03229bf2768" providerId="ADAL" clId="{1AFE30CA-0473-46B3-B73A-3803F8D94D85}" dt="2025-09-10T05:22:32.156" v="2116" actId="1035"/>
          <ac:spMkLst>
            <pc:docMk/>
            <pc:sldMk cId="215167071" sldId="916"/>
            <ac:spMk id="17" creationId="{2C804294-F6C7-62C3-EC02-81A5104F9104}"/>
          </ac:spMkLst>
        </pc:spChg>
        <pc:spChg chg="add mod">
          <ac:chgData name="최문영" userId="c9c2ca5b-20f2-48c9-9e1f-a03229bf2768" providerId="ADAL" clId="{1AFE30CA-0473-46B3-B73A-3803F8D94D85}" dt="2025-09-10T05:22:32.156" v="2116" actId="1035"/>
          <ac:spMkLst>
            <pc:docMk/>
            <pc:sldMk cId="215167071" sldId="916"/>
            <ac:spMk id="18" creationId="{8041AE16-2CFB-9B87-1EE8-E2BCA7E4C3BD}"/>
          </ac:spMkLst>
        </pc:spChg>
        <pc:spChg chg="add mod">
          <ac:chgData name="최문영" userId="c9c2ca5b-20f2-48c9-9e1f-a03229bf2768" providerId="ADAL" clId="{1AFE30CA-0473-46B3-B73A-3803F8D94D85}" dt="2025-09-10T05:22:32.156" v="2116" actId="1035"/>
          <ac:spMkLst>
            <pc:docMk/>
            <pc:sldMk cId="215167071" sldId="916"/>
            <ac:spMk id="19" creationId="{371BE979-8904-3D17-5D5A-1A73610DB5BA}"/>
          </ac:spMkLst>
        </pc:spChg>
        <pc:spChg chg="add mod">
          <ac:chgData name="최문영" userId="c9c2ca5b-20f2-48c9-9e1f-a03229bf2768" providerId="ADAL" clId="{1AFE30CA-0473-46B3-B73A-3803F8D94D85}" dt="2025-09-10T05:22:32.156" v="2116" actId="1035"/>
          <ac:spMkLst>
            <pc:docMk/>
            <pc:sldMk cId="215167071" sldId="916"/>
            <ac:spMk id="20" creationId="{0D339A4C-218F-7D0A-5029-3E71E15FEB2F}"/>
          </ac:spMkLst>
        </pc:spChg>
        <pc:spChg chg="mod">
          <ac:chgData name="최문영" userId="c9c2ca5b-20f2-48c9-9e1f-a03229bf2768" providerId="ADAL" clId="{1AFE30CA-0473-46B3-B73A-3803F8D94D85}" dt="2025-09-10T05:19:36.513" v="1935" actId="1076"/>
          <ac:spMkLst>
            <pc:docMk/>
            <pc:sldMk cId="215167071" sldId="916"/>
            <ac:spMk id="47" creationId="{71CFD0B0-E95E-47B5-E4D9-A8355EA49AEE}"/>
          </ac:spMkLst>
        </pc:spChg>
        <pc:cxnChg chg="del mod">
          <ac:chgData name="최문영" userId="c9c2ca5b-20f2-48c9-9e1f-a03229bf2768" providerId="ADAL" clId="{1AFE30CA-0473-46B3-B73A-3803F8D94D85}" dt="2025-09-10T05:22:29.865" v="2105" actId="478"/>
          <ac:cxnSpMkLst>
            <pc:docMk/>
            <pc:sldMk cId="215167071" sldId="916"/>
            <ac:cxnSpMk id="4" creationId="{C97BDDF4-35FF-1479-474A-F9C6103D9D39}"/>
          </ac:cxnSpMkLst>
        </pc:cxnChg>
        <pc:cxnChg chg="add mod">
          <ac:chgData name="최문영" userId="c9c2ca5b-20f2-48c9-9e1f-a03229bf2768" providerId="ADAL" clId="{1AFE30CA-0473-46B3-B73A-3803F8D94D85}" dt="2025-09-10T05:22:32.156" v="2116" actId="1035"/>
          <ac:cxnSpMkLst>
            <pc:docMk/>
            <pc:sldMk cId="215167071" sldId="916"/>
            <ac:cxnSpMk id="12" creationId="{2B21812C-0AE4-2EE6-9D36-3190B87958C4}"/>
          </ac:cxnSpMkLst>
        </pc:cxnChg>
      </pc:sldChg>
      <pc:sldChg chg="modSp add del mod">
        <pc:chgData name="최문영" userId="c9c2ca5b-20f2-48c9-9e1f-a03229bf2768" providerId="ADAL" clId="{1AFE30CA-0473-46B3-B73A-3803F8D94D85}" dt="2025-09-10T04:31:58.116" v="804" actId="47"/>
        <pc:sldMkLst>
          <pc:docMk/>
          <pc:sldMk cId="2994671767" sldId="916"/>
        </pc:sldMkLst>
        <pc:spChg chg="mod">
          <ac:chgData name="최문영" userId="c9c2ca5b-20f2-48c9-9e1f-a03229bf2768" providerId="ADAL" clId="{1AFE30CA-0473-46B3-B73A-3803F8D94D85}" dt="2025-09-10T04:26:00.438" v="574" actId="20577"/>
          <ac:spMkLst>
            <pc:docMk/>
            <pc:sldMk cId="2994671767" sldId="916"/>
            <ac:spMk id="10" creationId="{BF759FE9-CAC4-0DF3-364A-D69EB6C6CDDD}"/>
          </ac:spMkLst>
        </pc:spChg>
      </pc:sldChg>
      <pc:sldChg chg="addSp delSp modSp add mod delAnim modAnim">
        <pc:chgData name="최문영" userId="c9c2ca5b-20f2-48c9-9e1f-a03229bf2768" providerId="ADAL" clId="{1AFE30CA-0473-46B3-B73A-3803F8D94D85}" dt="2025-09-10T05:24:34.141" v="2137" actId="20577"/>
        <pc:sldMkLst>
          <pc:docMk/>
          <pc:sldMk cId="973256404" sldId="917"/>
        </pc:sldMkLst>
        <pc:spChg chg="add mod">
          <ac:chgData name="최문영" userId="c9c2ca5b-20f2-48c9-9e1f-a03229bf2768" providerId="ADAL" clId="{1AFE30CA-0473-46B3-B73A-3803F8D94D85}" dt="2025-09-10T05:22:38.664" v="2129" actId="1036"/>
          <ac:spMkLst>
            <pc:docMk/>
            <pc:sldMk cId="973256404" sldId="917"/>
            <ac:spMk id="4" creationId="{63C96C25-9798-1CBA-63AC-7FF6AF1E0DD2}"/>
          </ac:spMkLst>
        </pc:spChg>
        <pc:spChg chg="add del mod">
          <ac:chgData name="최문영" userId="c9c2ca5b-20f2-48c9-9e1f-a03229bf2768" providerId="ADAL" clId="{1AFE30CA-0473-46B3-B73A-3803F8D94D85}" dt="2025-09-10T05:24:23.819" v="2132" actId="478"/>
          <ac:spMkLst>
            <pc:docMk/>
            <pc:sldMk cId="973256404" sldId="917"/>
            <ac:spMk id="7" creationId="{B3486B7F-38B8-15A2-0130-28E2433CD054}"/>
          </ac:spMkLst>
        </pc:spChg>
        <pc:spChg chg="add mod">
          <ac:chgData name="최문영" userId="c9c2ca5b-20f2-48c9-9e1f-a03229bf2768" providerId="ADAL" clId="{1AFE30CA-0473-46B3-B73A-3803F8D94D85}" dt="2025-09-10T05:22:38.664" v="2129" actId="1036"/>
          <ac:spMkLst>
            <pc:docMk/>
            <pc:sldMk cId="973256404" sldId="917"/>
            <ac:spMk id="8" creationId="{B879BC2E-C00E-4A2E-4614-647CCF4A7630}"/>
          </ac:spMkLst>
        </pc:spChg>
        <pc:spChg chg="add mod">
          <ac:chgData name="최문영" userId="c9c2ca5b-20f2-48c9-9e1f-a03229bf2768" providerId="ADAL" clId="{1AFE30CA-0473-46B3-B73A-3803F8D94D85}" dt="2025-09-10T05:22:38.664" v="2129" actId="1036"/>
          <ac:spMkLst>
            <pc:docMk/>
            <pc:sldMk cId="973256404" sldId="917"/>
            <ac:spMk id="9" creationId="{4F3E4B6C-2152-27A1-6BB3-A496FA46AB0B}"/>
          </ac:spMkLst>
        </pc:spChg>
        <pc:spChg chg="add mod">
          <ac:chgData name="최문영" userId="c9c2ca5b-20f2-48c9-9e1f-a03229bf2768" providerId="ADAL" clId="{1AFE30CA-0473-46B3-B73A-3803F8D94D85}" dt="2025-09-10T05:22:38.664" v="2129" actId="1036"/>
          <ac:spMkLst>
            <pc:docMk/>
            <pc:sldMk cId="973256404" sldId="917"/>
            <ac:spMk id="11" creationId="{E6C6E75E-3C8B-64C0-FEA6-D57A596D9DFF}"/>
          </ac:spMkLst>
        </pc:spChg>
        <pc:spChg chg="add mod">
          <ac:chgData name="최문영" userId="c9c2ca5b-20f2-48c9-9e1f-a03229bf2768" providerId="ADAL" clId="{1AFE30CA-0473-46B3-B73A-3803F8D94D85}" dt="2025-09-10T05:22:38.664" v="2129" actId="1036"/>
          <ac:spMkLst>
            <pc:docMk/>
            <pc:sldMk cId="973256404" sldId="917"/>
            <ac:spMk id="12" creationId="{202ED229-B3C2-C883-48EE-02E0C0368966}"/>
          </ac:spMkLst>
        </pc:spChg>
        <pc:spChg chg="mod">
          <ac:chgData name="최문영" userId="c9c2ca5b-20f2-48c9-9e1f-a03229bf2768" providerId="ADAL" clId="{1AFE30CA-0473-46B3-B73A-3803F8D94D85}" dt="2025-09-10T05:24:34.141" v="2137" actId="20577"/>
          <ac:spMkLst>
            <pc:docMk/>
            <pc:sldMk cId="973256404" sldId="917"/>
            <ac:spMk id="47" creationId="{8A1EF0FB-56A0-E046-F164-8F68A00BFFFD}"/>
          </ac:spMkLst>
        </pc:spChg>
        <pc:picChg chg="add mod">
          <ac:chgData name="최문영" userId="c9c2ca5b-20f2-48c9-9e1f-a03229bf2768" providerId="ADAL" clId="{1AFE30CA-0473-46B3-B73A-3803F8D94D85}" dt="2025-09-10T04:41:15.546" v="1761" actId="1076"/>
          <ac:picMkLst>
            <pc:docMk/>
            <pc:sldMk cId="973256404" sldId="917"/>
            <ac:picMk id="3" creationId="{A2A432F2-5639-346F-A608-B5FA22C2E6F6}"/>
          </ac:picMkLst>
        </pc:picChg>
        <pc:picChg chg="add del mod">
          <ac:chgData name="최문영" userId="c9c2ca5b-20f2-48c9-9e1f-a03229bf2768" providerId="ADAL" clId="{1AFE30CA-0473-46B3-B73A-3803F8D94D85}" dt="2025-09-10T05:22:36.807" v="2117" actId="478"/>
          <ac:picMkLst>
            <pc:docMk/>
            <pc:sldMk cId="973256404" sldId="917"/>
            <ac:picMk id="5" creationId="{4D9B72A1-3567-7FEE-E2E1-8549AB5165CC}"/>
          </ac:picMkLst>
        </pc:picChg>
        <pc:picChg chg="del">
          <ac:chgData name="최문영" userId="c9c2ca5b-20f2-48c9-9e1f-a03229bf2768" providerId="ADAL" clId="{1AFE30CA-0473-46B3-B73A-3803F8D94D85}" dt="2025-09-10T04:40:59.871" v="1757" actId="478"/>
          <ac:picMkLst>
            <pc:docMk/>
            <pc:sldMk cId="973256404" sldId="917"/>
            <ac:picMk id="28" creationId="{34740ADA-082D-19EF-1406-74B9E5DE479D}"/>
          </ac:picMkLst>
        </pc:picChg>
        <pc:cxnChg chg="add mod">
          <ac:chgData name="최문영" userId="c9c2ca5b-20f2-48c9-9e1f-a03229bf2768" providerId="ADAL" clId="{1AFE30CA-0473-46B3-B73A-3803F8D94D85}" dt="2025-09-10T05:22:38.664" v="2129" actId="1036"/>
          <ac:cxnSpMkLst>
            <pc:docMk/>
            <pc:sldMk cId="973256404" sldId="917"/>
            <ac:cxnSpMk id="2" creationId="{ECD17C70-02B1-6478-D89E-D3DB382A78C1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3702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56E78C-6F24-4C47-8404-8F319E51B92F}" type="datetimeFigureOut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435350" y="849313"/>
            <a:ext cx="3057525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823" y="3271385"/>
            <a:ext cx="794258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5" y="6456613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3702" y="6456613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0CEE1C-692C-4CC6-A2F1-3935922D1E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9088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100" dirty="0"/>
              <a:t>Weekly meeting </a:t>
            </a:r>
            <a:r>
              <a:rPr lang="ko-KR" altLang="en-US" sz="1100" dirty="0"/>
              <a:t>표지</a:t>
            </a:r>
            <a:endParaRPr lang="en-US" altLang="ko-KR" sz="11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45272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73FE4-592E-5BC3-93DB-C12F02037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E8BB919-4617-6B5A-620A-D25C4265EF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52CEB42-8667-3FBB-BB94-CD4E968E87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570341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33A9-A91E-FB72-ADFF-C176BFAA4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D857072-1556-5BC2-EABB-1FFF5369F9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DC2994-D8A9-F20C-4374-717EBACF15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350756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5FE82-A032-30D4-8DA8-389902CE5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2313B01-2527-5A1C-5719-370F3854E0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6212C6-AD3D-27B5-898C-39B58D0B87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132026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FCBA7-9BBD-D160-5F95-DDA0973C0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B8C669C-E366-08DB-0963-32EEDF21A8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A71E97-2EF8-A439-2901-DBE36270F4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525487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59D58-3FD0-23BD-2F00-421DD87BB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FADFBF-273A-9451-1BBB-0FA11E0263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6FBE14E-7484-D592-1A4C-1BAA77ABA2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n-lt"/>
              </a:rPr>
              <a:t>기존의 실험을 다시 해보자</a:t>
            </a:r>
            <a:r>
              <a:rPr kumimoji="1" lang="en-US" altLang="ko-KR" sz="1200" b="0" dirty="0">
                <a:latin typeface="+mn-lt"/>
              </a:rPr>
              <a:t>.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n-lt"/>
              </a:rPr>
              <a:t>노드 </a:t>
            </a:r>
            <a:r>
              <a:rPr kumimoji="1" lang="en-US" altLang="ko-KR" sz="1200" b="0" dirty="0">
                <a:latin typeface="+mn-lt"/>
              </a:rPr>
              <a:t>3</a:t>
            </a:r>
            <a:r>
              <a:rPr kumimoji="1" lang="ko-KR" altLang="en-US" sz="1200" b="0" dirty="0">
                <a:latin typeface="+mn-lt"/>
              </a:rPr>
              <a:t>개</a:t>
            </a:r>
            <a:r>
              <a:rPr kumimoji="1" lang="en-US" altLang="ko-KR" sz="1200" b="0" dirty="0">
                <a:latin typeface="+mn-lt"/>
              </a:rPr>
              <a:t>, </a:t>
            </a:r>
            <a:r>
              <a:rPr kumimoji="1" lang="ko-KR" altLang="en-US" sz="1200" b="0" dirty="0">
                <a:latin typeface="+mn-lt"/>
              </a:rPr>
              <a:t>주파수 낮고</a:t>
            </a:r>
            <a:r>
              <a:rPr kumimoji="1" lang="en-US" altLang="ko-KR" sz="1200" b="0" dirty="0">
                <a:latin typeface="+mn-lt"/>
              </a:rPr>
              <a:t>, </a:t>
            </a:r>
            <a:r>
              <a:rPr kumimoji="1" lang="ko-KR" altLang="en-US" sz="1200" b="0" dirty="0">
                <a:latin typeface="+mn-lt"/>
              </a:rPr>
              <a:t>일일이 터미널에서 했던 거 처럼</a:t>
            </a:r>
            <a:endParaRPr kumimoji="1" lang="en-US" altLang="ko-KR" sz="1200" b="0" dirty="0">
              <a:latin typeface="+mn-lt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dirty="0">
                <a:latin typeface="+mn-lt"/>
              </a:rPr>
              <a:t>6</a:t>
            </a:r>
            <a:r>
              <a:rPr kumimoji="1" lang="ko-KR" altLang="en-US" sz="1200" b="0" dirty="0">
                <a:latin typeface="+mn-lt"/>
              </a:rPr>
              <a:t>월 </a:t>
            </a:r>
            <a:r>
              <a:rPr kumimoji="1" lang="en-US" altLang="ko-KR" sz="1200" b="0" dirty="0">
                <a:latin typeface="+mn-lt"/>
              </a:rPr>
              <a:t>20</a:t>
            </a:r>
            <a:r>
              <a:rPr kumimoji="1" lang="ko-KR" altLang="en-US" sz="1200" b="0" dirty="0">
                <a:latin typeface="+mn-lt"/>
              </a:rPr>
              <a:t>일 </a:t>
            </a:r>
            <a:r>
              <a:rPr kumimoji="1" lang="en-US" altLang="ko-KR" sz="1200" b="0" dirty="0">
                <a:latin typeface="+mn-lt"/>
              </a:rPr>
              <a:t>ppt </a:t>
            </a:r>
            <a:r>
              <a:rPr kumimoji="1" lang="ko-KR" altLang="en-US" sz="1200" b="0" dirty="0">
                <a:latin typeface="+mn-lt"/>
              </a:rPr>
              <a:t>그림처럼 어디서 </a:t>
            </a:r>
            <a:r>
              <a:rPr kumimoji="1" lang="en-US" altLang="ko-KR" sz="1200" b="0" dirty="0">
                <a:latin typeface="+mn-lt"/>
              </a:rPr>
              <a:t>drop</a:t>
            </a:r>
            <a:r>
              <a:rPr kumimoji="1" lang="ko-KR" altLang="en-US" sz="1200" b="0" dirty="0">
                <a:latin typeface="+mn-lt"/>
              </a:rPr>
              <a:t>이 되는지 그려오기</a:t>
            </a:r>
            <a:endParaRPr kumimoji="1" lang="en-US" altLang="ko-KR" sz="1200" b="0" dirty="0">
              <a:latin typeface="+mn-lt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dirty="0" err="1">
                <a:latin typeface="+mn-lt"/>
              </a:rPr>
              <a:t>hz</a:t>
            </a:r>
            <a:r>
              <a:rPr kumimoji="1" lang="en-US" altLang="ko-KR" sz="1200" b="0" dirty="0">
                <a:latin typeface="+mn-lt"/>
              </a:rPr>
              <a:t> </a:t>
            </a:r>
            <a:r>
              <a:rPr kumimoji="1" lang="ko-KR" altLang="en-US" sz="1200" b="0" dirty="0">
                <a:latin typeface="+mn-lt"/>
              </a:rPr>
              <a:t>가 너무 높아서 </a:t>
            </a:r>
            <a:r>
              <a:rPr kumimoji="1" lang="ko-KR" altLang="en-US" sz="1200" b="0" dirty="0" err="1">
                <a:latin typeface="+mn-lt"/>
              </a:rPr>
              <a:t>그럴듯</a:t>
            </a:r>
            <a:r>
              <a:rPr kumimoji="1" lang="en-US" altLang="ko-KR" sz="1200" b="0" dirty="0">
                <a:latin typeface="+mn-lt"/>
              </a:rPr>
              <a:t>?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dirty="0">
                <a:latin typeface="+mn-lt"/>
              </a:rPr>
              <a:t>drop</a:t>
            </a:r>
            <a:r>
              <a:rPr kumimoji="1" lang="ko-KR" altLang="en-US" sz="1200" b="0" dirty="0">
                <a:latin typeface="+mn-lt"/>
              </a:rPr>
              <a:t>이 어디서 없어졌는지 알아보자</a:t>
            </a:r>
            <a:r>
              <a:rPr kumimoji="1" lang="en-US" altLang="ko-KR" sz="1200" b="0" dirty="0">
                <a:latin typeface="+mn-lt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1588387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EFC96-BEE2-C18A-9529-FDABE4016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8CEB82-C9BE-26D7-F19A-25CEC657F6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8B34541-E3E8-A0D6-C358-C9C4F8B1EF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88814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6473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570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612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3455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442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8631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991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852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1452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761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7751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6182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62595-2691-45CA-A9C9-B57440176AD7}" type="datetimeFigureOut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333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90A73214-B533-452F-8554-666DE071E9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3922814" y="5087502"/>
            <a:ext cx="1298367" cy="429085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09D70B81-8235-441B-B034-F866362B81CF}"/>
              </a:ext>
            </a:extLst>
          </p:cNvPr>
          <p:cNvGrpSpPr/>
          <p:nvPr/>
        </p:nvGrpSpPr>
        <p:grpSpPr>
          <a:xfrm>
            <a:off x="0" y="1744278"/>
            <a:ext cx="9144000" cy="2831291"/>
            <a:chOff x="0" y="1682575"/>
            <a:chExt cx="9144000" cy="2831291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1139A42-2018-48E7-94CA-8E5B7303B85A}"/>
                </a:ext>
              </a:extLst>
            </p:cNvPr>
            <p:cNvSpPr/>
            <p:nvPr/>
          </p:nvSpPr>
          <p:spPr>
            <a:xfrm>
              <a:off x="0" y="4369665"/>
              <a:ext cx="9144000" cy="144201"/>
            </a:xfrm>
            <a:prstGeom prst="rect">
              <a:avLst/>
            </a:prstGeom>
            <a:gradFill flip="none" rotWithShape="1">
              <a:gsLst>
                <a:gs pos="61000">
                  <a:srgbClr val="002060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F41A9F0-8D2F-43C3-9541-536B37B0E4FE}"/>
                </a:ext>
              </a:extLst>
            </p:cNvPr>
            <p:cNvSpPr/>
            <p:nvPr/>
          </p:nvSpPr>
          <p:spPr>
            <a:xfrm>
              <a:off x="0" y="1682575"/>
              <a:ext cx="9144000" cy="144201"/>
            </a:xfrm>
            <a:prstGeom prst="rect">
              <a:avLst/>
            </a:prstGeom>
            <a:gradFill flip="none" rotWithShape="1">
              <a:gsLst>
                <a:gs pos="61000">
                  <a:srgbClr val="002060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E4A91DB-303A-4F81-99F8-0D2A77C39D5B}"/>
              </a:ext>
            </a:extLst>
          </p:cNvPr>
          <p:cNvSpPr/>
          <p:nvPr/>
        </p:nvSpPr>
        <p:spPr>
          <a:xfrm>
            <a:off x="1113754" y="2202214"/>
            <a:ext cx="6978825" cy="14333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ko-KR" sz="6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Weekly Meeting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1A635C-1642-419F-9A80-B71C2DC7C4C4}"/>
              </a:ext>
            </a:extLst>
          </p:cNvPr>
          <p:cNvSpPr txBox="1"/>
          <p:nvPr/>
        </p:nvSpPr>
        <p:spPr>
          <a:xfrm>
            <a:off x="2285994" y="3628769"/>
            <a:ext cx="4572000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25.09.10.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385A0FD-5E48-4E0E-9C94-D53FC4C106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6876" y="143521"/>
            <a:ext cx="1228382" cy="25450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45F7EC6-6702-4AD9-B6D4-4B401C3A4168}"/>
              </a:ext>
            </a:extLst>
          </p:cNvPr>
          <p:cNvSpPr txBox="1"/>
          <p:nvPr/>
        </p:nvSpPr>
        <p:spPr>
          <a:xfrm>
            <a:off x="4508624" y="68172"/>
            <a:ext cx="4572000" cy="343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Advisor : Hoon Sung Chwa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A9E7AC-451E-4B40-B0C0-4FAEDB5A95A9}"/>
              </a:ext>
            </a:extLst>
          </p:cNvPr>
          <p:cNvSpPr txBox="1"/>
          <p:nvPr/>
        </p:nvSpPr>
        <p:spPr>
          <a:xfrm>
            <a:off x="1691139" y="5711522"/>
            <a:ext cx="5761711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Electronic Engineering &amp; Computer Science, DGIST</a:t>
            </a:r>
          </a:p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Computing Lab </a:t>
            </a:r>
          </a:p>
          <a:p>
            <a:pPr algn="ctr">
              <a:lnSpc>
                <a:spcPct val="110000"/>
              </a:lnSpc>
              <a:buNone/>
            </a:pPr>
            <a:r>
              <a:rPr lang="en-US" altLang="ko-KR" sz="1600" b="0" strike="noStrike" spc="-1">
                <a:solidFill>
                  <a:srgbClr val="3B3838"/>
                </a:solidFill>
                <a:latin typeface="Times New Roman"/>
                <a:ea typeface="DejaVu Sans"/>
              </a:rPr>
              <a:t>Moonyoung Choi (cmy021205@dgist.ac.kr)</a:t>
            </a:r>
            <a:endParaRPr lang="en-US" altLang="ko-KR" sz="16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86263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338EE-7FBE-57FB-B838-1D7C33ED9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B6809EDD-9A57-D591-02CF-65C7E31BEC71}"/>
              </a:ext>
            </a:extLst>
          </p:cNvPr>
          <p:cNvSpPr txBox="1"/>
          <p:nvPr/>
        </p:nvSpPr>
        <p:spPr>
          <a:xfrm>
            <a:off x="203699" y="998257"/>
            <a:ext cx="8686301" cy="1883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명령 처리 과정 파악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경합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경합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체계화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9827D0A8-D8B1-BBED-B2A7-E6425808816F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2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6F522F5-35A1-D950-D4E8-AF6B85F80C6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792729A2-41B3-6670-1CDE-87DB0BE37D09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last meeting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BA35012-4C9A-4530-351F-959F2BF897AA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8203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D7DD3-02F7-F8A1-910F-CDCB10D0C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F4FB9ADB-409C-3F14-B3A2-3796063477E4}"/>
              </a:ext>
            </a:extLst>
          </p:cNvPr>
          <p:cNvSpPr txBox="1"/>
          <p:nvPr/>
        </p:nvSpPr>
        <p:spPr>
          <a:xfrm>
            <a:off x="203699" y="998257"/>
            <a:ext cx="8686301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경합 상황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38855461-FAF2-FE2C-DC90-C3854384F6A5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3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D6A1831-5E50-9A1C-59A3-ED10F112055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88182276-C715-6842-08A6-20B6B9E43145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Queue </a:t>
            </a:r>
            <a:r>
              <a:rPr lang="ko-KR" alt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경합 상황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6F1C5FE-A4A0-D57A-3D22-748466893829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5E0C5355-78DA-0310-44DA-4BE35C0D12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1712593"/>
            <a:ext cx="3998976" cy="2996566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B66A9C38-A666-A2FD-8060-81D64708FD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6113" y="1712591"/>
            <a:ext cx="3998975" cy="299656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FCAE5D0-9BB2-3515-3815-89772FE748BF}"/>
              </a:ext>
            </a:extLst>
          </p:cNvPr>
          <p:cNvSpPr txBox="1"/>
          <p:nvPr/>
        </p:nvSpPr>
        <p:spPr>
          <a:xfrm>
            <a:off x="438912" y="4953789"/>
            <a:ext cx="7714562" cy="64633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이전에 가볍게 실험할 때는 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주기와 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의 수가 이정도는 아니었다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ctr"/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그런데 왜 이런 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latency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가 나타났는가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ko-KR" alt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6208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2CCF9-55BF-9801-E5A3-A4EC8F01D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901B519B-44B7-6DAE-8FC6-BB556A25FACC}"/>
              </a:ext>
            </a:extLst>
          </p:cNvPr>
          <p:cNvSpPr txBox="1"/>
          <p:nvPr/>
        </p:nvSpPr>
        <p:spPr>
          <a:xfrm>
            <a:off x="203699" y="998257"/>
            <a:ext cx="8686301" cy="2345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경합 상황에서 발생하는 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 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측정하기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개의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에서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hz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로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msg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발행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 arm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명령의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측정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FIFO queue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queue</a:t>
            </a: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6DE056DA-058E-6033-67E4-D7CC7284A520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4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7FB34466-DF19-6AFD-995F-834831BE18F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012314C0-39BE-D232-B7C7-6C5DE1418CC0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last week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B589539-5473-24B9-4F5C-1D686CF0FC52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59CCAB70-EC8D-4446-54BC-1D53D1777249}"/>
              </a:ext>
            </a:extLst>
          </p:cNvPr>
          <p:cNvCxnSpPr>
            <a:cxnSpLocks/>
          </p:cNvCxnSpPr>
          <p:nvPr/>
        </p:nvCxnSpPr>
        <p:spPr>
          <a:xfrm>
            <a:off x="445708" y="4020322"/>
            <a:ext cx="8407272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36D71B7E-77B9-C3B2-68E7-7686B2F8D243}"/>
              </a:ext>
            </a:extLst>
          </p:cNvPr>
          <p:cNvSpPr/>
          <p:nvPr/>
        </p:nvSpPr>
        <p:spPr>
          <a:xfrm>
            <a:off x="335946" y="3709943"/>
            <a:ext cx="1292352" cy="62075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ros2 </a:t>
            </a:r>
            <a:r>
              <a:rPr lang="ko-KR" altLang="en-US" dirty="0">
                <a:solidFill>
                  <a:schemeClr val="tx1"/>
                </a:solidFill>
              </a:rPr>
              <a:t>명령 입력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FB847F6D-FBBE-3E48-A454-A4EFDA8C6F6F}"/>
              </a:ext>
            </a:extLst>
          </p:cNvPr>
          <p:cNvSpPr/>
          <p:nvPr/>
        </p:nvSpPr>
        <p:spPr>
          <a:xfrm>
            <a:off x="7186518" y="3709943"/>
            <a:ext cx="1292352" cy="62075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px4 </a:t>
            </a:r>
            <a:r>
              <a:rPr lang="ko-KR" altLang="en-US" dirty="0">
                <a:solidFill>
                  <a:schemeClr val="tx1"/>
                </a:solidFill>
              </a:rPr>
              <a:t>결과 반환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BE08144E-C659-75E3-5165-8E45024B474B}"/>
              </a:ext>
            </a:extLst>
          </p:cNvPr>
          <p:cNvSpPr/>
          <p:nvPr/>
        </p:nvSpPr>
        <p:spPr>
          <a:xfrm>
            <a:off x="2404820" y="3709943"/>
            <a:ext cx="1453400" cy="62075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arming_cb</a:t>
            </a:r>
            <a:r>
              <a:rPr lang="en-US" altLang="ko-KR" dirty="0">
                <a:solidFill>
                  <a:schemeClr val="tx1"/>
                </a:solidFill>
              </a:rPr>
              <a:t>()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6BE4B4E-61C8-9312-E7A4-DB611CEA4BB9}"/>
              </a:ext>
            </a:extLst>
          </p:cNvPr>
          <p:cNvSpPr/>
          <p:nvPr/>
        </p:nvSpPr>
        <p:spPr>
          <a:xfrm>
            <a:off x="4068969" y="3709943"/>
            <a:ext cx="1216813" cy="62075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emplace()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56C0FFAE-69F9-8C7C-630C-1ABA22782CB9}"/>
              </a:ext>
            </a:extLst>
          </p:cNvPr>
          <p:cNvSpPr/>
          <p:nvPr/>
        </p:nvSpPr>
        <p:spPr>
          <a:xfrm>
            <a:off x="5496531" y="3709943"/>
            <a:ext cx="757965" cy="62075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pop()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3341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5F69A-E8B7-0636-7E39-9F5C49E08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71CFD0B0-E95E-47B5-E4D9-A8355EA49AEE}"/>
              </a:ext>
            </a:extLst>
          </p:cNvPr>
          <p:cNvSpPr txBox="1"/>
          <p:nvPr/>
        </p:nvSpPr>
        <p:spPr>
          <a:xfrm>
            <a:off x="203699" y="998257"/>
            <a:ext cx="8686301" cy="1883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경합 상황에서 발생하는 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 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측정하기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상황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개의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에서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hz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로 명령 발행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측정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command arming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명령 처리 시간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회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Queue: FIFO Queue</a:t>
            </a: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0F1F140F-C1AA-8AA0-F90C-B3F21B155D75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5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0B126A28-DEEF-C7AA-C749-8519C56983D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332EF7CB-6ABC-FFA8-F28B-E65E74A2B562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ko-KR" alt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실험 설명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23C3C30-76E3-5B94-9346-EABFEA6E3EDE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3EE9C6-6539-271D-3462-919B7251266F}"/>
              </a:ext>
            </a:extLst>
          </p:cNvPr>
          <p:cNvSpPr txBox="1"/>
          <p:nvPr/>
        </p:nvSpPr>
        <p:spPr>
          <a:xfrm>
            <a:off x="720306" y="4346435"/>
            <a:ext cx="5955480" cy="64633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Q. 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덜 가혹한 환경에서도 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delay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가 나타났었는데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algn="ctr"/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훨씬 가혹한 환경에서는 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 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경합이 잘 안보였을까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9638F4-9FA8-DB10-1C38-1A5888CCBEDB}"/>
              </a:ext>
            </a:extLst>
          </p:cNvPr>
          <p:cNvSpPr txBox="1"/>
          <p:nvPr/>
        </p:nvSpPr>
        <p:spPr>
          <a:xfrm>
            <a:off x="2348604" y="5188865"/>
            <a:ext cx="4327182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 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외에 다른 경합 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point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가 있는가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2B21812C-0AE4-2EE6-9D36-3190B87958C4}"/>
              </a:ext>
            </a:extLst>
          </p:cNvPr>
          <p:cNvCxnSpPr>
            <a:cxnSpLocks/>
          </p:cNvCxnSpPr>
          <p:nvPr/>
        </p:nvCxnSpPr>
        <p:spPr>
          <a:xfrm>
            <a:off x="445708" y="3788674"/>
            <a:ext cx="8407272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967FAD3-D851-3260-C1B1-DBE4DB23C1A8}"/>
              </a:ext>
            </a:extLst>
          </p:cNvPr>
          <p:cNvSpPr/>
          <p:nvPr/>
        </p:nvSpPr>
        <p:spPr>
          <a:xfrm>
            <a:off x="335946" y="3478295"/>
            <a:ext cx="1292352" cy="62075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ros2 </a:t>
            </a:r>
            <a:r>
              <a:rPr lang="ko-KR" altLang="en-US" dirty="0">
                <a:solidFill>
                  <a:schemeClr val="tx1"/>
                </a:solidFill>
              </a:rPr>
              <a:t>명령 입력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C804294-F6C7-62C3-EC02-81A5104F9104}"/>
              </a:ext>
            </a:extLst>
          </p:cNvPr>
          <p:cNvSpPr/>
          <p:nvPr/>
        </p:nvSpPr>
        <p:spPr>
          <a:xfrm>
            <a:off x="7186518" y="3478295"/>
            <a:ext cx="1292352" cy="62075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px4 </a:t>
            </a:r>
            <a:r>
              <a:rPr lang="ko-KR" altLang="en-US" dirty="0">
                <a:solidFill>
                  <a:schemeClr val="tx1"/>
                </a:solidFill>
              </a:rPr>
              <a:t>결과 반환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041AE16-2CFB-9B87-1EE8-E2BCA7E4C3BD}"/>
              </a:ext>
            </a:extLst>
          </p:cNvPr>
          <p:cNvSpPr/>
          <p:nvPr/>
        </p:nvSpPr>
        <p:spPr>
          <a:xfrm>
            <a:off x="2404820" y="3478295"/>
            <a:ext cx="1453400" cy="62075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arming_cb</a:t>
            </a:r>
            <a:r>
              <a:rPr lang="en-US" altLang="ko-KR" dirty="0">
                <a:solidFill>
                  <a:schemeClr val="tx1"/>
                </a:solidFill>
              </a:rPr>
              <a:t>()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371BE979-8904-3D17-5D5A-1A73610DB5BA}"/>
              </a:ext>
            </a:extLst>
          </p:cNvPr>
          <p:cNvSpPr/>
          <p:nvPr/>
        </p:nvSpPr>
        <p:spPr>
          <a:xfrm>
            <a:off x="4068969" y="3478295"/>
            <a:ext cx="1216813" cy="62075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emplace()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0D339A4C-218F-7D0A-5029-3E71E15FEB2F}"/>
              </a:ext>
            </a:extLst>
          </p:cNvPr>
          <p:cNvSpPr/>
          <p:nvPr/>
        </p:nvSpPr>
        <p:spPr>
          <a:xfrm>
            <a:off x="5496531" y="3478295"/>
            <a:ext cx="757965" cy="62075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pop()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167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C1274-1BD6-3657-B1B9-9175D370F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5102E808-EC70-5A41-06B2-1DA70150E5AA}"/>
              </a:ext>
            </a:extLst>
          </p:cNvPr>
          <p:cNvSpPr txBox="1"/>
          <p:nvPr/>
        </p:nvSpPr>
        <p:spPr>
          <a:xfrm>
            <a:off x="203699" y="998257"/>
            <a:ext cx="8686301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문제 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자주 측정에 실패함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BB7164CD-96DC-76C4-514C-733DA5F11E97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6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FD406C1D-8834-8F70-D2C8-4AA268BFB45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9B8AA1CA-87DD-E139-C907-086AE402F83A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ko-KR" alt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실험 결과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9C5DE81-EBD5-44A3-546E-F3D1AEC3BEE0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F8DC2789-46FE-4965-7B57-C693DF8F78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475" y="1688559"/>
            <a:ext cx="7527050" cy="4727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262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18516-0B5A-343F-17C5-C59F946C5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8A1EF0FB-56A0-E046-F164-8F68A00BFFFD}"/>
              </a:ext>
            </a:extLst>
          </p:cNvPr>
          <p:cNvSpPr txBox="1"/>
          <p:nvPr/>
        </p:nvSpPr>
        <p:spPr>
          <a:xfrm>
            <a:off x="203699" y="998257"/>
            <a:ext cx="8686301" cy="2806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문제 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자주 측정이 중단됨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문제 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altLang="ko-K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layer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의 시간 측정 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A8D3459D-8460-88FA-A60C-12F6AA8B8994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7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A178424-A6F6-53D1-E3DF-206228DDE09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2CB34980-42DC-6A08-1EAA-2F8FE6E45F46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ko-KR" alt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실험 결과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4FBE34D-269D-9113-B4EF-2A91459F8453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2A432F2-5639-346F-A608-B5FA22C2E6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253" y="1579983"/>
            <a:ext cx="8245191" cy="1320266"/>
          </a:xfrm>
          <a:prstGeom prst="rect">
            <a:avLst/>
          </a:prstGeom>
        </p:spPr>
      </p:pic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ECD17C70-02B1-6478-D89E-D3DB382A78C1}"/>
              </a:ext>
            </a:extLst>
          </p:cNvPr>
          <p:cNvCxnSpPr>
            <a:cxnSpLocks/>
          </p:cNvCxnSpPr>
          <p:nvPr/>
        </p:nvCxnSpPr>
        <p:spPr>
          <a:xfrm>
            <a:off x="445708" y="4300738"/>
            <a:ext cx="8407272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3C96C25-9798-1CBA-63AC-7FF6AF1E0DD2}"/>
              </a:ext>
            </a:extLst>
          </p:cNvPr>
          <p:cNvSpPr/>
          <p:nvPr/>
        </p:nvSpPr>
        <p:spPr>
          <a:xfrm>
            <a:off x="335946" y="3990359"/>
            <a:ext cx="1292352" cy="62075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ros2 </a:t>
            </a:r>
            <a:r>
              <a:rPr lang="ko-KR" altLang="en-US" dirty="0">
                <a:solidFill>
                  <a:schemeClr val="tx1"/>
                </a:solidFill>
              </a:rPr>
              <a:t>명령 입력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879BC2E-C00E-4A2E-4614-647CCF4A7630}"/>
              </a:ext>
            </a:extLst>
          </p:cNvPr>
          <p:cNvSpPr/>
          <p:nvPr/>
        </p:nvSpPr>
        <p:spPr>
          <a:xfrm>
            <a:off x="7186518" y="3990359"/>
            <a:ext cx="1292352" cy="62075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px4 </a:t>
            </a:r>
            <a:r>
              <a:rPr lang="ko-KR" altLang="en-US" dirty="0">
                <a:solidFill>
                  <a:schemeClr val="tx1"/>
                </a:solidFill>
              </a:rPr>
              <a:t>결과 반환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F3E4B6C-2152-27A1-6BB3-A496FA46AB0B}"/>
              </a:ext>
            </a:extLst>
          </p:cNvPr>
          <p:cNvSpPr/>
          <p:nvPr/>
        </p:nvSpPr>
        <p:spPr>
          <a:xfrm>
            <a:off x="2404820" y="3990359"/>
            <a:ext cx="1453400" cy="62075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arming_cb</a:t>
            </a:r>
            <a:r>
              <a:rPr lang="en-US" altLang="ko-KR" dirty="0">
                <a:solidFill>
                  <a:schemeClr val="tx1"/>
                </a:solidFill>
              </a:rPr>
              <a:t>()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6C6E75E-3C8B-64C0-FEA6-D57A596D9DFF}"/>
              </a:ext>
            </a:extLst>
          </p:cNvPr>
          <p:cNvSpPr/>
          <p:nvPr/>
        </p:nvSpPr>
        <p:spPr>
          <a:xfrm>
            <a:off x="4068969" y="3990359"/>
            <a:ext cx="1216813" cy="62075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emplace()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02ED229-B3C2-C883-48EE-02E0C0368966}"/>
              </a:ext>
            </a:extLst>
          </p:cNvPr>
          <p:cNvSpPr/>
          <p:nvPr/>
        </p:nvSpPr>
        <p:spPr>
          <a:xfrm>
            <a:off x="5496531" y="3990359"/>
            <a:ext cx="757965" cy="62075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pop()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3256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7D927AE-833D-43DC-8A2C-D735685E0CEF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841" y="2738539"/>
            <a:ext cx="1134318" cy="1134318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CCBFE469-2B2D-40CE-A2AE-5D93F35E6A83}"/>
              </a:ext>
            </a:extLst>
          </p:cNvPr>
          <p:cNvSpPr/>
          <p:nvPr/>
        </p:nvSpPr>
        <p:spPr>
          <a:xfrm>
            <a:off x="1" y="4390696"/>
            <a:ext cx="9144000" cy="144201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77D82F6-6608-46B6-B381-9916447EE76B}"/>
              </a:ext>
            </a:extLst>
          </p:cNvPr>
          <p:cNvSpPr/>
          <p:nvPr/>
        </p:nvSpPr>
        <p:spPr>
          <a:xfrm>
            <a:off x="3266091" y="1940695"/>
            <a:ext cx="2611815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dist"/>
            <a:r>
              <a:rPr lang="en-US" altLang="ko-K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F62E229-2378-4405-9087-57671A5FC33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8473"/>
          <a:stretch/>
        </p:blipFill>
        <p:spPr>
          <a:xfrm>
            <a:off x="3922814" y="5087502"/>
            <a:ext cx="1298367" cy="42908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B14AEF9-A9A0-4A4E-8490-94A1970A7DE9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6876" y="143521"/>
            <a:ext cx="1228382" cy="25450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8E3F5BE-94BC-4D0A-8CC1-AC4E9C90E8A0}"/>
              </a:ext>
            </a:extLst>
          </p:cNvPr>
          <p:cNvSpPr txBox="1"/>
          <p:nvPr/>
        </p:nvSpPr>
        <p:spPr>
          <a:xfrm>
            <a:off x="4508624" y="68172"/>
            <a:ext cx="4572000" cy="343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Advisor : Hoon Sung Chwa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2EC63D-1CA9-4C0D-85F9-6274710D2EA5}"/>
              </a:ext>
            </a:extLst>
          </p:cNvPr>
          <p:cNvSpPr txBox="1"/>
          <p:nvPr/>
        </p:nvSpPr>
        <p:spPr>
          <a:xfrm>
            <a:off x="1691139" y="5711522"/>
            <a:ext cx="5761711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Electronic Engineering &amp; Computer Science, DGIST</a:t>
            </a:r>
          </a:p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Computing Lab </a:t>
            </a:r>
          </a:p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Moonyoung Choi (cmy021205@dgist.ac.kr)</a:t>
            </a:r>
          </a:p>
        </p:txBody>
      </p:sp>
    </p:spTree>
    <p:extLst>
      <p:ext uri="{BB962C8B-B14F-4D97-AF65-F5344CB8AC3E}">
        <p14:creationId xmlns:p14="http://schemas.microsoft.com/office/powerpoint/2010/main" val="3913888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75878</TotalTime>
  <Words>297</Words>
  <Application>Microsoft Office PowerPoint</Application>
  <PresentationFormat>화면 슬라이드 쇼(4:3)</PresentationFormat>
  <Paragraphs>74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5" baseType="lpstr">
      <vt:lpstr>맑은 고딕</vt:lpstr>
      <vt:lpstr>Arial</vt:lpstr>
      <vt:lpstr>Calibri</vt:lpstr>
      <vt:lpstr>Calibri Light</vt:lpstr>
      <vt:lpstr>Times New Roman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RTCL403</dc:creator>
  <cp:lastModifiedBy>최문영</cp:lastModifiedBy>
  <cp:revision>1451</cp:revision>
  <cp:lastPrinted>2021-08-19T05:10:09Z</cp:lastPrinted>
  <dcterms:created xsi:type="dcterms:W3CDTF">2020-05-28T10:10:30Z</dcterms:created>
  <dcterms:modified xsi:type="dcterms:W3CDTF">2025-09-10T06:16:43Z</dcterms:modified>
</cp:coreProperties>
</file>