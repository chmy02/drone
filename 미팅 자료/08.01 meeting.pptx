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699" r:id="rId2"/>
    <p:sldId id="257" r:id="rId3"/>
    <p:sldId id="874" r:id="rId4"/>
    <p:sldId id="851" r:id="rId5"/>
    <p:sldId id="867" r:id="rId6"/>
    <p:sldId id="875" r:id="rId7"/>
    <p:sldId id="877" r:id="rId8"/>
    <p:sldId id="884" r:id="rId9"/>
    <p:sldId id="847" r:id="rId10"/>
    <p:sldId id="878" r:id="rId11"/>
    <p:sldId id="879" r:id="rId12"/>
    <p:sldId id="880" r:id="rId13"/>
    <p:sldId id="881" r:id="rId14"/>
    <p:sldId id="882" r:id="rId15"/>
    <p:sldId id="883" r:id="rId16"/>
    <p:sldId id="855" r:id="rId17"/>
    <p:sldId id="731" r:id="rId18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143C9-A375-40BE-9933-F3C84D8AD99A}" v="381" dt="2025-08-01T06:03:39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5" autoAdjust="0"/>
    <p:restoredTop sz="76878" autoAdjust="0"/>
  </p:normalViewPr>
  <p:slideViewPr>
    <p:cSldViewPr snapToGrid="0">
      <p:cViewPr>
        <p:scale>
          <a:sx n="75" d="100"/>
          <a:sy n="75" d="100"/>
        </p:scale>
        <p:origin x="744" y="-490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-197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DFBA540-8BCC-4815-9226-D862DA19EAA0}"/>
    <pc:docChg chg="undo custSel addSld delSld modSld">
      <pc:chgData name="최문영" userId="c9c2ca5b-20f2-48c9-9e1f-a03229bf2768" providerId="ADAL" clId="{1DFBA540-8BCC-4815-9226-D862DA19EAA0}" dt="2025-07-30T07:45:05.202" v="603" actId="1076"/>
      <pc:docMkLst>
        <pc:docMk/>
      </pc:docMkLst>
      <pc:sldChg chg="modSp mod">
        <pc:chgData name="최문영" userId="c9c2ca5b-20f2-48c9-9e1f-a03229bf2768" providerId="ADAL" clId="{1DFBA540-8BCC-4815-9226-D862DA19EAA0}" dt="2025-07-30T07:19:27.160" v="5" actId="20577"/>
        <pc:sldMkLst>
          <pc:docMk/>
          <pc:sldMk cId="2886263250" sldId="699"/>
        </pc:sldMkLst>
        <pc:spChg chg="mod">
          <ac:chgData name="최문영" userId="c9c2ca5b-20f2-48c9-9e1f-a03229bf2768" providerId="ADAL" clId="{1DFBA540-8BCC-4815-9226-D862DA19EAA0}" dt="2025-07-30T07:19:27.160" v="5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modSp add del mod">
        <pc:chgData name="최문영" userId="c9c2ca5b-20f2-48c9-9e1f-a03229bf2768" providerId="ADAL" clId="{1DFBA540-8BCC-4815-9226-D862DA19EAA0}" dt="2025-07-30T07:19:57.220" v="31"/>
        <pc:sldMkLst>
          <pc:docMk/>
          <pc:sldMk cId="4101863247" sldId="732"/>
        </pc:sldMkLst>
      </pc:sldChg>
      <pc:sldChg chg="del">
        <pc:chgData name="최문영" userId="c9c2ca5b-20f2-48c9-9e1f-a03229bf2768" providerId="ADAL" clId="{1DFBA540-8BCC-4815-9226-D862DA19EAA0}" dt="2025-07-30T07:19:37.602" v="6" actId="47"/>
        <pc:sldMkLst>
          <pc:docMk/>
          <pc:sldMk cId="262906306" sldId="838"/>
        </pc:sldMkLst>
      </pc:sldChg>
      <pc:sldChg chg="del">
        <pc:chgData name="최문영" userId="c9c2ca5b-20f2-48c9-9e1f-a03229bf2768" providerId="ADAL" clId="{1DFBA540-8BCC-4815-9226-D862DA19EAA0}" dt="2025-07-30T07:19:38.752" v="9" actId="47"/>
        <pc:sldMkLst>
          <pc:docMk/>
          <pc:sldMk cId="3027613367" sldId="839"/>
        </pc:sldMkLst>
      </pc:sldChg>
      <pc:sldChg chg="add del">
        <pc:chgData name="최문영" userId="c9c2ca5b-20f2-48c9-9e1f-a03229bf2768" providerId="ADAL" clId="{1DFBA540-8BCC-4815-9226-D862DA19EAA0}" dt="2025-07-30T07:20:01.902" v="49" actId="47"/>
        <pc:sldMkLst>
          <pc:docMk/>
          <pc:sldMk cId="616019989" sldId="847"/>
        </pc:sldMkLst>
      </pc:sldChg>
      <pc:sldChg chg="add del">
        <pc:chgData name="최문영" userId="c9c2ca5b-20f2-48c9-9e1f-a03229bf2768" providerId="ADAL" clId="{1DFBA540-8BCC-4815-9226-D862DA19EAA0}" dt="2025-07-30T07:20:01.289" v="48" actId="47"/>
        <pc:sldMkLst>
          <pc:docMk/>
          <pc:sldMk cId="1070694071" sldId="848"/>
        </pc:sldMkLst>
      </pc:sldChg>
      <pc:sldChg chg="del">
        <pc:chgData name="최문영" userId="c9c2ca5b-20f2-48c9-9e1f-a03229bf2768" providerId="ADAL" clId="{1DFBA540-8BCC-4815-9226-D862DA19EAA0}" dt="2025-07-30T07:19:38.119" v="8" actId="47"/>
        <pc:sldMkLst>
          <pc:docMk/>
          <pc:sldMk cId="2466995792" sldId="851"/>
        </pc:sldMkLst>
      </pc:sldChg>
      <pc:sldChg chg="add del">
        <pc:chgData name="최문영" userId="c9c2ca5b-20f2-48c9-9e1f-a03229bf2768" providerId="ADAL" clId="{1DFBA540-8BCC-4815-9226-D862DA19EAA0}" dt="2025-07-30T07:19:57.407" v="32" actId="47"/>
        <pc:sldMkLst>
          <pc:docMk/>
          <pc:sldMk cId="1961948807" sldId="855"/>
        </pc:sldMkLst>
      </pc:sldChg>
      <pc:sldChg chg="add del">
        <pc:chgData name="최문영" userId="c9c2ca5b-20f2-48c9-9e1f-a03229bf2768" providerId="ADAL" clId="{1DFBA540-8BCC-4815-9226-D862DA19EAA0}" dt="2025-07-30T07:20:01.164" v="47" actId="47"/>
        <pc:sldMkLst>
          <pc:docMk/>
          <pc:sldMk cId="2898503816" sldId="857"/>
        </pc:sldMkLst>
      </pc:sldChg>
      <pc:sldChg chg="add del">
        <pc:chgData name="최문영" userId="c9c2ca5b-20f2-48c9-9e1f-a03229bf2768" providerId="ADAL" clId="{1DFBA540-8BCC-4815-9226-D862DA19EAA0}" dt="2025-07-30T07:20:00.699" v="46" actId="47"/>
        <pc:sldMkLst>
          <pc:docMk/>
          <pc:sldMk cId="1986498486" sldId="858"/>
        </pc:sldMkLst>
      </pc:sldChg>
      <pc:sldChg chg="add del">
        <pc:chgData name="최문영" userId="c9c2ca5b-20f2-48c9-9e1f-a03229bf2768" providerId="ADAL" clId="{1DFBA540-8BCC-4815-9226-D862DA19EAA0}" dt="2025-07-30T07:20:00.572" v="45" actId="47"/>
        <pc:sldMkLst>
          <pc:docMk/>
          <pc:sldMk cId="805631171" sldId="859"/>
        </pc:sldMkLst>
      </pc:sldChg>
      <pc:sldChg chg="add del">
        <pc:chgData name="최문영" userId="c9c2ca5b-20f2-48c9-9e1f-a03229bf2768" providerId="ADAL" clId="{1DFBA540-8BCC-4815-9226-D862DA19EAA0}" dt="2025-07-30T07:20:00.478" v="44" actId="47"/>
        <pc:sldMkLst>
          <pc:docMk/>
          <pc:sldMk cId="3511393363" sldId="860"/>
        </pc:sldMkLst>
      </pc:sldChg>
      <pc:sldChg chg="add del">
        <pc:chgData name="최문영" userId="c9c2ca5b-20f2-48c9-9e1f-a03229bf2768" providerId="ADAL" clId="{1DFBA540-8BCC-4815-9226-D862DA19EAA0}" dt="2025-07-30T07:20:00.362" v="43" actId="47"/>
        <pc:sldMkLst>
          <pc:docMk/>
          <pc:sldMk cId="3454774288" sldId="861"/>
        </pc:sldMkLst>
      </pc:sldChg>
      <pc:sldChg chg="add del">
        <pc:chgData name="최문영" userId="c9c2ca5b-20f2-48c9-9e1f-a03229bf2768" providerId="ADAL" clId="{1DFBA540-8BCC-4815-9226-D862DA19EAA0}" dt="2025-07-30T07:20:00.138" v="42" actId="47"/>
        <pc:sldMkLst>
          <pc:docMk/>
          <pc:sldMk cId="2982763146" sldId="862"/>
        </pc:sldMkLst>
      </pc:sldChg>
      <pc:sldChg chg="add del">
        <pc:chgData name="최문영" userId="c9c2ca5b-20f2-48c9-9e1f-a03229bf2768" providerId="ADAL" clId="{1DFBA540-8BCC-4815-9226-D862DA19EAA0}" dt="2025-07-30T07:19:59.033" v="39" actId="47"/>
        <pc:sldMkLst>
          <pc:docMk/>
          <pc:sldMk cId="3807710224" sldId="863"/>
        </pc:sldMkLst>
      </pc:sldChg>
      <pc:sldChg chg="add del">
        <pc:chgData name="최문영" userId="c9c2ca5b-20f2-48c9-9e1f-a03229bf2768" providerId="ADAL" clId="{1DFBA540-8BCC-4815-9226-D862DA19EAA0}" dt="2025-07-30T07:19:59.956" v="41" actId="47"/>
        <pc:sldMkLst>
          <pc:docMk/>
          <pc:sldMk cId="3173447809" sldId="864"/>
        </pc:sldMkLst>
      </pc:sldChg>
      <pc:sldChg chg="add del">
        <pc:chgData name="최문영" userId="c9c2ca5b-20f2-48c9-9e1f-a03229bf2768" providerId="ADAL" clId="{1DFBA540-8BCC-4815-9226-D862DA19EAA0}" dt="2025-07-30T07:19:58.909" v="38" actId="47"/>
        <pc:sldMkLst>
          <pc:docMk/>
          <pc:sldMk cId="4054377774" sldId="866"/>
        </pc:sldMkLst>
      </pc:sldChg>
      <pc:sldChg chg="del">
        <pc:chgData name="최문영" userId="c9c2ca5b-20f2-48c9-9e1f-a03229bf2768" providerId="ADAL" clId="{1DFBA540-8BCC-4815-9226-D862DA19EAA0}" dt="2025-07-30T07:19:37.776" v="7" actId="47"/>
        <pc:sldMkLst>
          <pc:docMk/>
          <pc:sldMk cId="1222702747" sldId="867"/>
        </pc:sldMkLst>
      </pc:sldChg>
      <pc:sldChg chg="add del">
        <pc:chgData name="최문영" userId="c9c2ca5b-20f2-48c9-9e1f-a03229bf2768" providerId="ADAL" clId="{1DFBA540-8BCC-4815-9226-D862DA19EAA0}" dt="2025-07-30T07:19:59.238" v="40" actId="47"/>
        <pc:sldMkLst>
          <pc:docMk/>
          <pc:sldMk cId="683170175" sldId="868"/>
        </pc:sldMkLst>
      </pc:sldChg>
      <pc:sldChg chg="add del">
        <pc:chgData name="최문영" userId="c9c2ca5b-20f2-48c9-9e1f-a03229bf2768" providerId="ADAL" clId="{1DFBA540-8BCC-4815-9226-D862DA19EAA0}" dt="2025-07-30T07:19:58.475" v="37" actId="47"/>
        <pc:sldMkLst>
          <pc:docMk/>
          <pc:sldMk cId="3185421290" sldId="869"/>
        </pc:sldMkLst>
      </pc:sldChg>
      <pc:sldChg chg="add del">
        <pc:chgData name="최문영" userId="c9c2ca5b-20f2-48c9-9e1f-a03229bf2768" providerId="ADAL" clId="{1DFBA540-8BCC-4815-9226-D862DA19EAA0}" dt="2025-07-30T07:19:57.864" v="36" actId="47"/>
        <pc:sldMkLst>
          <pc:docMk/>
          <pc:sldMk cId="64285148" sldId="870"/>
        </pc:sldMkLst>
      </pc:sldChg>
      <pc:sldChg chg="add del">
        <pc:chgData name="최문영" userId="c9c2ca5b-20f2-48c9-9e1f-a03229bf2768" providerId="ADAL" clId="{1DFBA540-8BCC-4815-9226-D862DA19EAA0}" dt="2025-07-30T07:19:57.742" v="35" actId="47"/>
        <pc:sldMkLst>
          <pc:docMk/>
          <pc:sldMk cId="1880651531" sldId="871"/>
        </pc:sldMkLst>
      </pc:sldChg>
      <pc:sldChg chg="add del">
        <pc:chgData name="최문영" userId="c9c2ca5b-20f2-48c9-9e1f-a03229bf2768" providerId="ADAL" clId="{1DFBA540-8BCC-4815-9226-D862DA19EAA0}" dt="2025-07-30T07:19:57.627" v="34" actId="47"/>
        <pc:sldMkLst>
          <pc:docMk/>
          <pc:sldMk cId="118368523" sldId="872"/>
        </pc:sldMkLst>
      </pc:sldChg>
      <pc:sldChg chg="add del">
        <pc:chgData name="최문영" userId="c9c2ca5b-20f2-48c9-9e1f-a03229bf2768" providerId="ADAL" clId="{1DFBA540-8BCC-4815-9226-D862DA19EAA0}" dt="2025-07-30T07:19:57.530" v="33" actId="47"/>
        <pc:sldMkLst>
          <pc:docMk/>
          <pc:sldMk cId="667914773" sldId="873"/>
        </pc:sldMkLst>
      </pc:sldChg>
      <pc:sldChg chg="addSp delSp modSp add mod delAnim modAnim">
        <pc:chgData name="최문영" userId="c9c2ca5b-20f2-48c9-9e1f-a03229bf2768" providerId="ADAL" clId="{1DFBA540-8BCC-4815-9226-D862DA19EAA0}" dt="2025-07-30T07:45:05.202" v="603" actId="1076"/>
        <pc:sldMkLst>
          <pc:docMk/>
          <pc:sldMk cId="4243027586" sldId="874"/>
        </pc:sldMkLst>
        <pc:spChg chg="add mod">
          <ac:chgData name="최문영" userId="c9c2ca5b-20f2-48c9-9e1f-a03229bf2768" providerId="ADAL" clId="{1DFBA540-8BCC-4815-9226-D862DA19EAA0}" dt="2025-07-30T07:32:13.679" v="285" actId="1076"/>
          <ac:spMkLst>
            <pc:docMk/>
            <pc:sldMk cId="4243027586" sldId="874"/>
            <ac:spMk id="3" creationId="{423AD620-26F9-94CA-5696-DF94C5E265F4}"/>
          </ac:spMkLst>
        </pc:spChg>
        <pc:spChg chg="add mod">
          <ac:chgData name="최문영" userId="c9c2ca5b-20f2-48c9-9e1f-a03229bf2768" providerId="ADAL" clId="{1DFBA540-8BCC-4815-9226-D862DA19EAA0}" dt="2025-07-30T07:32:19.992" v="288" actId="1076"/>
          <ac:spMkLst>
            <pc:docMk/>
            <pc:sldMk cId="4243027586" sldId="874"/>
            <ac:spMk id="4" creationId="{F69CA7BD-68EB-B499-C69B-564576B4C928}"/>
          </ac:spMkLst>
        </pc:spChg>
        <pc:spChg chg="add mod">
          <ac:chgData name="최문영" userId="c9c2ca5b-20f2-48c9-9e1f-a03229bf2768" providerId="ADAL" clId="{1DFBA540-8BCC-4815-9226-D862DA19EAA0}" dt="2025-07-30T07:32:13.679" v="285" actId="1076"/>
          <ac:spMkLst>
            <pc:docMk/>
            <pc:sldMk cId="4243027586" sldId="874"/>
            <ac:spMk id="6" creationId="{FAB51E3A-4345-5B33-907F-082E316768C0}"/>
          </ac:spMkLst>
        </pc:spChg>
        <pc:spChg chg="add mod">
          <ac:chgData name="최문영" userId="c9c2ca5b-20f2-48c9-9e1f-a03229bf2768" providerId="ADAL" clId="{1DFBA540-8BCC-4815-9226-D862DA19EAA0}" dt="2025-07-30T07:32:19.992" v="288" actId="1076"/>
          <ac:spMkLst>
            <pc:docMk/>
            <pc:sldMk cId="4243027586" sldId="874"/>
            <ac:spMk id="7" creationId="{A281449C-988E-BF5A-B736-AC8643FCBE51}"/>
          </ac:spMkLst>
        </pc:spChg>
        <pc:spChg chg="add mod">
          <ac:chgData name="최문영" userId="c9c2ca5b-20f2-48c9-9e1f-a03229bf2768" providerId="ADAL" clId="{1DFBA540-8BCC-4815-9226-D862DA19EAA0}" dt="2025-07-30T07:36:11.227" v="408" actId="1076"/>
          <ac:spMkLst>
            <pc:docMk/>
            <pc:sldMk cId="4243027586" sldId="874"/>
            <ac:spMk id="10" creationId="{E7C23FCA-9E9A-FFFE-1095-19451F319CA8}"/>
          </ac:spMkLst>
        </pc:spChg>
        <pc:spChg chg="add mod">
          <ac:chgData name="최문영" userId="c9c2ca5b-20f2-48c9-9e1f-a03229bf2768" providerId="ADAL" clId="{1DFBA540-8BCC-4815-9226-D862DA19EAA0}" dt="2025-07-30T07:36:46.966" v="423" actId="20577"/>
          <ac:spMkLst>
            <pc:docMk/>
            <pc:sldMk cId="4243027586" sldId="874"/>
            <ac:spMk id="11" creationId="{E44C8270-D6E1-F4ED-4107-736DB23A99FE}"/>
          </ac:spMkLst>
        </pc:spChg>
        <pc:spChg chg="mod">
          <ac:chgData name="최문영" userId="c9c2ca5b-20f2-48c9-9e1f-a03229bf2768" providerId="ADAL" clId="{1DFBA540-8BCC-4815-9226-D862DA19EAA0}" dt="2025-07-30T07:36:22.609" v="409" actId="1076"/>
          <ac:spMkLst>
            <pc:docMk/>
            <pc:sldMk cId="4243027586" sldId="874"/>
            <ac:spMk id="38" creationId="{A53CB832-ED2B-F418-06F2-9863DCD6D4C8}"/>
          </ac:spMkLst>
        </pc:spChg>
        <pc:spChg chg="mod">
          <ac:chgData name="최문영" userId="c9c2ca5b-20f2-48c9-9e1f-a03229bf2768" providerId="ADAL" clId="{1DFBA540-8BCC-4815-9226-D862DA19EAA0}" dt="2025-07-30T07:36:22.609" v="409" actId="1076"/>
          <ac:spMkLst>
            <pc:docMk/>
            <pc:sldMk cId="4243027586" sldId="874"/>
            <ac:spMk id="39" creationId="{2823D231-CA2C-3551-1778-63A03B6B33E2}"/>
          </ac:spMkLst>
        </pc:spChg>
        <pc:spChg chg="mod">
          <ac:chgData name="최문영" userId="c9c2ca5b-20f2-48c9-9e1f-a03229bf2768" providerId="ADAL" clId="{1DFBA540-8BCC-4815-9226-D862DA19EAA0}" dt="2025-07-30T07:36:22.609" v="409" actId="1076"/>
          <ac:spMkLst>
            <pc:docMk/>
            <pc:sldMk cId="4243027586" sldId="874"/>
            <ac:spMk id="41" creationId="{9DF61616-8047-BFF6-1487-DFF094D217F0}"/>
          </ac:spMkLst>
        </pc:spChg>
        <pc:spChg chg="mod">
          <ac:chgData name="최문영" userId="c9c2ca5b-20f2-48c9-9e1f-a03229bf2768" providerId="ADAL" clId="{1DFBA540-8BCC-4815-9226-D862DA19EAA0}" dt="2025-07-30T07:36:22.609" v="409" actId="1076"/>
          <ac:spMkLst>
            <pc:docMk/>
            <pc:sldMk cId="4243027586" sldId="874"/>
            <ac:spMk id="43" creationId="{4235399D-EF53-A11A-D925-21D28D25C00E}"/>
          </ac:spMkLst>
        </pc:spChg>
        <pc:spChg chg="add mod">
          <ac:chgData name="최문영" userId="c9c2ca5b-20f2-48c9-9e1f-a03229bf2768" providerId="ADAL" clId="{1DFBA540-8BCC-4815-9226-D862DA19EAA0}" dt="2025-07-30T07:37:43.009" v="490" actId="1035"/>
          <ac:spMkLst>
            <pc:docMk/>
            <pc:sldMk cId="4243027586" sldId="874"/>
            <ac:spMk id="46" creationId="{A21E5928-BC50-00DF-A5D2-81193E16BF70}"/>
          </ac:spMkLst>
        </pc:spChg>
        <pc:spChg chg="add mod">
          <ac:chgData name="최문영" userId="c9c2ca5b-20f2-48c9-9e1f-a03229bf2768" providerId="ADAL" clId="{1DFBA540-8BCC-4815-9226-D862DA19EAA0}" dt="2025-07-30T07:42:23.546" v="515" actId="20577"/>
          <ac:spMkLst>
            <pc:docMk/>
            <pc:sldMk cId="4243027586" sldId="874"/>
            <ac:spMk id="47" creationId="{E13756C9-8A91-2192-3E62-1BD8F9737098}"/>
          </ac:spMkLst>
        </pc:spChg>
        <pc:spChg chg="add mod">
          <ac:chgData name="최문영" userId="c9c2ca5b-20f2-48c9-9e1f-a03229bf2768" providerId="ADAL" clId="{1DFBA540-8BCC-4815-9226-D862DA19EAA0}" dt="2025-07-30T07:45:03.309" v="602" actId="1076"/>
          <ac:spMkLst>
            <pc:docMk/>
            <pc:sldMk cId="4243027586" sldId="874"/>
            <ac:spMk id="50" creationId="{87B968B0-AF35-DF70-B6F1-D06B1AA146CF}"/>
          </ac:spMkLst>
        </pc:spChg>
        <pc:spChg chg="mod ord">
          <ac:chgData name="최문영" userId="c9c2ca5b-20f2-48c9-9e1f-a03229bf2768" providerId="ADAL" clId="{1DFBA540-8BCC-4815-9226-D862DA19EAA0}" dt="2025-07-30T07:42:27.353" v="516" actId="6549"/>
          <ac:spMkLst>
            <pc:docMk/>
            <pc:sldMk cId="4243027586" sldId="874"/>
            <ac:spMk id="97" creationId="{BD7EA963-5914-B911-3106-D2A3C11FED2F}"/>
          </ac:spMkLst>
        </pc:spChg>
        <pc:spChg chg="mod">
          <ac:chgData name="최문영" userId="c9c2ca5b-20f2-48c9-9e1f-a03229bf2768" providerId="ADAL" clId="{1DFBA540-8BCC-4815-9226-D862DA19EAA0}" dt="2025-07-30T07:20:19.424" v="62" actId="20577"/>
          <ac:spMkLst>
            <pc:docMk/>
            <pc:sldMk cId="4243027586" sldId="874"/>
            <ac:spMk id="100" creationId="{50D47DE9-A80B-8C79-B1AB-D4DB29B0141E}"/>
          </ac:spMkLst>
        </pc:spChg>
        <pc:grpChg chg="add mod">
          <ac:chgData name="최문영" userId="c9c2ca5b-20f2-48c9-9e1f-a03229bf2768" providerId="ADAL" clId="{1DFBA540-8BCC-4815-9226-D862DA19EAA0}" dt="2025-07-30T07:36:11.227" v="408" actId="1076"/>
          <ac:grpSpMkLst>
            <pc:docMk/>
            <pc:sldMk cId="4243027586" sldId="874"/>
            <ac:grpSpMk id="12" creationId="{F6676940-1BE5-1407-B238-EE6E636A7585}"/>
          </ac:grpSpMkLst>
        </pc:grpChg>
        <pc:grpChg chg="add mod">
          <ac:chgData name="최문영" userId="c9c2ca5b-20f2-48c9-9e1f-a03229bf2768" providerId="ADAL" clId="{1DFBA540-8BCC-4815-9226-D862DA19EAA0}" dt="2025-07-30T07:32:19.992" v="288" actId="1076"/>
          <ac:grpSpMkLst>
            <pc:docMk/>
            <pc:sldMk cId="4243027586" sldId="874"/>
            <ac:grpSpMk id="13" creationId="{72043549-D3F5-1F3D-5246-5CC4CED1C821}"/>
          </ac:grpSpMkLst>
        </pc:grpChg>
        <pc:grpChg chg="add mod">
          <ac:chgData name="최문영" userId="c9c2ca5b-20f2-48c9-9e1f-a03229bf2768" providerId="ADAL" clId="{1DFBA540-8BCC-4815-9226-D862DA19EAA0}" dt="2025-07-30T07:32:13.679" v="285" actId="1076"/>
          <ac:grpSpMkLst>
            <pc:docMk/>
            <pc:sldMk cId="4243027586" sldId="874"/>
            <ac:grpSpMk id="14" creationId="{4D13DECC-4BB0-E3E3-260F-4293224E8FD0}"/>
          </ac:grpSpMkLst>
        </pc:grpChg>
        <pc:grpChg chg="add mod">
          <ac:chgData name="최문영" userId="c9c2ca5b-20f2-48c9-9e1f-a03229bf2768" providerId="ADAL" clId="{1DFBA540-8BCC-4815-9226-D862DA19EAA0}" dt="2025-07-30T07:36:22.609" v="409" actId="1076"/>
          <ac:grpSpMkLst>
            <pc:docMk/>
            <pc:sldMk cId="4243027586" sldId="874"/>
            <ac:grpSpMk id="36" creationId="{BBD3AEFD-1844-D899-74D6-EFA4EEA3270C}"/>
          </ac:grpSpMkLst>
        </pc:grpChg>
        <pc:grpChg chg="add mod">
          <ac:chgData name="최문영" userId="c9c2ca5b-20f2-48c9-9e1f-a03229bf2768" providerId="ADAL" clId="{1DFBA540-8BCC-4815-9226-D862DA19EAA0}" dt="2025-07-30T07:36:22.609" v="409" actId="1076"/>
          <ac:grpSpMkLst>
            <pc:docMk/>
            <pc:sldMk cId="4243027586" sldId="874"/>
            <ac:grpSpMk id="40" creationId="{09A2E02F-53E8-114E-FB0E-F2423550E961}"/>
          </ac:grpSpMkLst>
        </pc:grpChg>
        <pc:picChg chg="add mod">
          <ac:chgData name="최문영" userId="c9c2ca5b-20f2-48c9-9e1f-a03229bf2768" providerId="ADAL" clId="{1DFBA540-8BCC-4815-9226-D862DA19EAA0}" dt="2025-07-30T07:32:19.992" v="288" actId="1076"/>
          <ac:picMkLst>
            <pc:docMk/>
            <pc:sldMk cId="4243027586" sldId="874"/>
            <ac:picMk id="5" creationId="{48E33C3B-F8E8-1B81-2FB8-7E38AD04F63C}"/>
          </ac:picMkLst>
        </pc:picChg>
        <pc:picChg chg="mod">
          <ac:chgData name="최문영" userId="c9c2ca5b-20f2-48c9-9e1f-a03229bf2768" providerId="ADAL" clId="{1DFBA540-8BCC-4815-9226-D862DA19EAA0}" dt="2025-07-30T07:36:22.609" v="409" actId="1076"/>
          <ac:picMkLst>
            <pc:docMk/>
            <pc:sldMk cId="4243027586" sldId="874"/>
            <ac:picMk id="37" creationId="{4D7C3E9A-B76C-0F1D-FA57-01E7B7E1F617}"/>
          </ac:picMkLst>
        </pc:picChg>
        <pc:picChg chg="mod">
          <ac:chgData name="최문영" userId="c9c2ca5b-20f2-48c9-9e1f-a03229bf2768" providerId="ADAL" clId="{1DFBA540-8BCC-4815-9226-D862DA19EAA0}" dt="2025-07-30T07:36:22.609" v="409" actId="1076"/>
          <ac:picMkLst>
            <pc:docMk/>
            <pc:sldMk cId="4243027586" sldId="874"/>
            <ac:picMk id="42" creationId="{BBE3A241-4EFD-2024-4F52-2AAE3B25E89D}"/>
          </ac:picMkLst>
        </pc:picChg>
        <pc:picChg chg="add mod">
          <ac:chgData name="최문영" userId="c9c2ca5b-20f2-48c9-9e1f-a03229bf2768" providerId="ADAL" clId="{1DFBA540-8BCC-4815-9226-D862DA19EAA0}" dt="2025-07-30T07:39:44.217" v="505" actId="1038"/>
          <ac:picMkLst>
            <pc:docMk/>
            <pc:sldMk cId="4243027586" sldId="874"/>
            <ac:picMk id="48" creationId="{E2EBB3CE-DA6A-C095-DB25-D5A23742AD1F}"/>
          </ac:picMkLst>
        </pc:picChg>
        <pc:picChg chg="add mod">
          <ac:chgData name="최문영" userId="c9c2ca5b-20f2-48c9-9e1f-a03229bf2768" providerId="ADAL" clId="{1DFBA540-8BCC-4815-9226-D862DA19EAA0}" dt="2025-07-30T07:32:13.679" v="285" actId="1076"/>
          <ac:picMkLst>
            <pc:docMk/>
            <pc:sldMk cId="4243027586" sldId="874"/>
            <ac:picMk id="1028" creationId="{60CFB8B8-8A47-CC96-B827-EB2901BF873F}"/>
          </ac:picMkLst>
        </pc:picChg>
        <pc:picChg chg="add mod">
          <ac:chgData name="최문영" userId="c9c2ca5b-20f2-48c9-9e1f-a03229bf2768" providerId="ADAL" clId="{1DFBA540-8BCC-4815-9226-D862DA19EAA0}" dt="2025-07-30T07:36:11.227" v="408" actId="1076"/>
          <ac:picMkLst>
            <pc:docMk/>
            <pc:sldMk cId="4243027586" sldId="874"/>
            <ac:picMk id="1032" creationId="{C1E25E13-BFF0-BCB3-2346-CED2F6826D3E}"/>
          </ac:picMkLst>
        </pc:picChg>
        <pc:cxnChg chg="add mod">
          <ac:chgData name="최문영" userId="c9c2ca5b-20f2-48c9-9e1f-a03229bf2768" providerId="ADAL" clId="{1DFBA540-8BCC-4815-9226-D862DA19EAA0}" dt="2025-07-30T07:35:29.826" v="367" actId="208"/>
          <ac:cxnSpMkLst>
            <pc:docMk/>
            <pc:sldMk cId="4243027586" sldId="874"/>
            <ac:cxnSpMk id="22" creationId="{04B2F5A9-CD5F-A2D1-EABF-80A3ABCFF009}"/>
          </ac:cxnSpMkLst>
        </pc:cxnChg>
        <pc:cxnChg chg="add mod">
          <ac:chgData name="최문영" userId="c9c2ca5b-20f2-48c9-9e1f-a03229bf2768" providerId="ADAL" clId="{1DFBA540-8BCC-4815-9226-D862DA19EAA0}" dt="2025-07-30T07:36:22.609" v="409" actId="1076"/>
          <ac:cxnSpMkLst>
            <pc:docMk/>
            <pc:sldMk cId="4243027586" sldId="874"/>
            <ac:cxnSpMk id="44" creationId="{6621CDEF-7A35-72DD-D5D7-EDCC84D487DF}"/>
          </ac:cxnSpMkLst>
        </pc:cxnChg>
        <pc:cxnChg chg="add mod">
          <ac:chgData name="최문영" userId="c9c2ca5b-20f2-48c9-9e1f-a03229bf2768" providerId="ADAL" clId="{1DFBA540-8BCC-4815-9226-D862DA19EAA0}" dt="2025-07-30T07:36:27.945" v="411" actId="1076"/>
          <ac:cxnSpMkLst>
            <pc:docMk/>
            <pc:sldMk cId="4243027586" sldId="874"/>
            <ac:cxnSpMk id="45" creationId="{ADE0615B-EC42-F2EF-0F43-85F1BCDCDE52}"/>
          </ac:cxnSpMkLst>
        </pc:cxnChg>
      </pc:sldChg>
    </pc:docChg>
  </pc:docChgLst>
  <pc:docChgLst>
    <pc:chgData name="최문영" userId="c9c2ca5b-20f2-48c9-9e1f-a03229bf2768" providerId="ADAL" clId="{022143C9-A375-40BE-9933-F3C84D8AD99A}"/>
    <pc:docChg chg="undo custSel addSld delSld modSld sldOrd">
      <pc:chgData name="최문영" userId="c9c2ca5b-20f2-48c9-9e1f-a03229bf2768" providerId="ADAL" clId="{022143C9-A375-40BE-9933-F3C84D8AD99A}" dt="2025-08-01T06:49:57.719" v="3547" actId="20577"/>
      <pc:docMkLst>
        <pc:docMk/>
      </pc:docMkLst>
      <pc:sldChg chg="addSp delSp modSp mod delAnim modAnim">
        <pc:chgData name="최문영" userId="c9c2ca5b-20f2-48c9-9e1f-a03229bf2768" providerId="ADAL" clId="{022143C9-A375-40BE-9933-F3C84D8AD99A}" dt="2025-08-01T06:02:52.287" v="2896"/>
        <pc:sldMkLst>
          <pc:docMk/>
          <pc:sldMk cId="616019989" sldId="847"/>
        </pc:sldMkLst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2" creationId="{8E269428-9A64-9AC2-8C37-4986CD214047}"/>
          </ac:spMkLst>
        </pc:spChg>
        <pc:spChg chg="add del mod">
          <ac:chgData name="최문영" userId="c9c2ca5b-20f2-48c9-9e1f-a03229bf2768" providerId="ADAL" clId="{022143C9-A375-40BE-9933-F3C84D8AD99A}" dt="2025-08-01T03:20:59.443" v="1359" actId="478"/>
          <ac:spMkLst>
            <pc:docMk/>
            <pc:sldMk cId="616019989" sldId="847"/>
            <ac:spMk id="3" creationId="{16898042-7B89-3996-AE9F-E82DB4F8DCA9}"/>
          </ac:spMkLst>
        </pc:spChg>
        <pc:spChg chg="add mod">
          <ac:chgData name="최문영" userId="c9c2ca5b-20f2-48c9-9e1f-a03229bf2768" providerId="ADAL" clId="{022143C9-A375-40BE-9933-F3C84D8AD99A}" dt="2025-08-01T03:24:22.171" v="1467" actId="6549"/>
          <ac:spMkLst>
            <pc:docMk/>
            <pc:sldMk cId="616019989" sldId="847"/>
            <ac:spMk id="8" creationId="{E3B72AF2-4C42-4DD7-38C4-BF76053BC6B5}"/>
          </ac:spMkLst>
        </pc:spChg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9" creationId="{121491DD-378F-203B-6E75-11A1616958AC}"/>
          </ac:spMkLst>
        </pc:spChg>
        <pc:spChg chg="mod">
          <ac:chgData name="최문영" userId="c9c2ca5b-20f2-48c9-9e1f-a03229bf2768" providerId="ADAL" clId="{022143C9-A375-40BE-9933-F3C84D8AD99A}" dt="2025-08-01T03:10:19.240" v="1323" actId="20577"/>
          <ac:spMkLst>
            <pc:docMk/>
            <pc:sldMk cId="616019989" sldId="847"/>
            <ac:spMk id="10" creationId="{9A7C2494-BEFF-CA5D-00D5-360FE2CF82EF}"/>
          </ac:spMkLst>
        </pc:spChg>
        <pc:spChg chg="add mod">
          <ac:chgData name="최문영" userId="c9c2ca5b-20f2-48c9-9e1f-a03229bf2768" providerId="ADAL" clId="{022143C9-A375-40BE-9933-F3C84D8AD99A}" dt="2025-08-01T03:25:19.584" v="1510" actId="1076"/>
          <ac:spMkLst>
            <pc:docMk/>
            <pc:sldMk cId="616019989" sldId="847"/>
            <ac:spMk id="11" creationId="{39B006D4-78B1-DCFC-D0EA-77EE6AFA9A4A}"/>
          </ac:spMkLst>
        </pc:spChg>
        <pc:spChg chg="add mod">
          <ac:chgData name="최문영" userId="c9c2ca5b-20f2-48c9-9e1f-a03229bf2768" providerId="ADAL" clId="{022143C9-A375-40BE-9933-F3C84D8AD99A}" dt="2025-08-01T03:26:22.756" v="1561" actId="6549"/>
          <ac:spMkLst>
            <pc:docMk/>
            <pc:sldMk cId="616019989" sldId="847"/>
            <ac:spMk id="18" creationId="{BFB49452-438A-2EB3-9442-B4C81AE8C433}"/>
          </ac:spMkLst>
        </pc:spChg>
        <pc:spChg chg="add mod">
          <ac:chgData name="최문영" userId="c9c2ca5b-20f2-48c9-9e1f-a03229bf2768" providerId="ADAL" clId="{022143C9-A375-40BE-9933-F3C84D8AD99A}" dt="2025-08-01T06:02:26.498" v="2887" actId="14100"/>
          <ac:spMkLst>
            <pc:docMk/>
            <pc:sldMk cId="616019989" sldId="847"/>
            <ac:spMk id="19" creationId="{028A6AEE-3032-A1F7-F0F1-96E5DF34181A}"/>
          </ac:spMkLst>
        </pc:spChg>
        <pc:spChg chg="add mod">
          <ac:chgData name="최문영" userId="c9c2ca5b-20f2-48c9-9e1f-a03229bf2768" providerId="ADAL" clId="{022143C9-A375-40BE-9933-F3C84D8AD99A}" dt="2025-08-01T06:02:40.406" v="2893" actId="1035"/>
          <ac:spMkLst>
            <pc:docMk/>
            <pc:sldMk cId="616019989" sldId="847"/>
            <ac:spMk id="20" creationId="{699148BF-5E21-72BE-AEA6-D3D8927A5BA8}"/>
          </ac:spMkLst>
        </pc:spChg>
        <pc:spChg chg="mod">
          <ac:chgData name="최문영" userId="c9c2ca5b-20f2-48c9-9e1f-a03229bf2768" providerId="ADAL" clId="{022143C9-A375-40BE-9933-F3C84D8AD99A}" dt="2025-08-01T03:10:33.617" v="1347" actId="20577"/>
          <ac:spMkLst>
            <pc:docMk/>
            <pc:sldMk cId="616019989" sldId="847"/>
            <ac:spMk id="47" creationId="{ACBB9C4D-DB82-DDCA-C310-51E2AFFAB923}"/>
          </ac:spMkLst>
        </pc:spChg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52" creationId="{A65E9C09-28F8-B2B9-CFB7-119F0E13021A}"/>
          </ac:spMkLst>
        </pc:spChg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57" creationId="{DA9E3D1A-3329-155F-D874-AF125E6907E6}"/>
          </ac:spMkLst>
        </pc:spChg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67" creationId="{05243939-F0ED-9E83-349A-E084B402A87B}"/>
          </ac:spMkLst>
        </pc:spChg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100" creationId="{3BA70EAB-72C5-C9E4-567F-14872297B471}"/>
          </ac:spMkLst>
        </pc:spChg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102" creationId="{39D03B5C-CABC-2A11-3EE2-3821BB20A515}"/>
          </ac:spMkLst>
        </pc:spChg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103" creationId="{D5663C8F-85ED-4A5A-787C-4C2919AF322D}"/>
          </ac:spMkLst>
        </pc:spChg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106" creationId="{FECF8277-DD72-91DD-09D6-0274B69D50FD}"/>
          </ac:spMkLst>
        </pc:spChg>
        <pc:spChg chg="del">
          <ac:chgData name="최문영" userId="c9c2ca5b-20f2-48c9-9e1f-a03229bf2768" providerId="ADAL" clId="{022143C9-A375-40BE-9933-F3C84D8AD99A}" dt="2025-08-01T03:10:23.195" v="1324" actId="478"/>
          <ac:spMkLst>
            <pc:docMk/>
            <pc:sldMk cId="616019989" sldId="847"/>
            <ac:spMk id="156" creationId="{F6DD053C-F189-9777-338A-A518E01F62A7}"/>
          </ac:spMkLst>
        </pc:spChg>
        <pc:picChg chg="add mod modCrop">
          <ac:chgData name="최문영" userId="c9c2ca5b-20f2-48c9-9e1f-a03229bf2768" providerId="ADAL" clId="{022143C9-A375-40BE-9933-F3C84D8AD99A}" dt="2025-08-01T03:24:25.036" v="1475" actId="1036"/>
          <ac:picMkLst>
            <pc:docMk/>
            <pc:sldMk cId="616019989" sldId="847"/>
            <ac:picMk id="7" creationId="{01F0F6BB-ADD2-20E4-0317-12E727B72B8F}"/>
          </ac:picMkLst>
        </pc:picChg>
        <pc:picChg chg="add del mod modCrop">
          <ac:chgData name="최문영" userId="c9c2ca5b-20f2-48c9-9e1f-a03229bf2768" providerId="ADAL" clId="{022143C9-A375-40BE-9933-F3C84D8AD99A}" dt="2025-08-01T03:23:25.266" v="1439" actId="478"/>
          <ac:picMkLst>
            <pc:docMk/>
            <pc:sldMk cId="616019989" sldId="847"/>
            <ac:picMk id="12" creationId="{4DE6C81E-CE46-F587-20D1-11A2D9BBEF52}"/>
          </ac:picMkLst>
        </pc:picChg>
        <pc:picChg chg="add del mod modCrop">
          <ac:chgData name="최문영" userId="c9c2ca5b-20f2-48c9-9e1f-a03229bf2768" providerId="ADAL" clId="{022143C9-A375-40BE-9933-F3C84D8AD99A}" dt="2025-08-01T03:23:53.458" v="1450" actId="478"/>
          <ac:picMkLst>
            <pc:docMk/>
            <pc:sldMk cId="616019989" sldId="847"/>
            <ac:picMk id="13" creationId="{165E9128-5EFD-8B69-8844-D4604BC74594}"/>
          </ac:picMkLst>
        </pc:picChg>
        <pc:picChg chg="add mod modCrop">
          <ac:chgData name="최문영" userId="c9c2ca5b-20f2-48c9-9e1f-a03229bf2768" providerId="ADAL" clId="{022143C9-A375-40BE-9933-F3C84D8AD99A}" dt="2025-08-01T03:26:17.506" v="1559" actId="1076"/>
          <ac:picMkLst>
            <pc:docMk/>
            <pc:sldMk cId="616019989" sldId="847"/>
            <ac:picMk id="14" creationId="{1438BB4E-20F6-57D5-37B3-93FB616313F8}"/>
          </ac:picMkLst>
        </pc:picChg>
        <pc:picChg chg="add mod modCrop">
          <ac:chgData name="최문영" userId="c9c2ca5b-20f2-48c9-9e1f-a03229bf2768" providerId="ADAL" clId="{022143C9-A375-40BE-9933-F3C84D8AD99A}" dt="2025-08-01T03:25:19.584" v="1510" actId="1076"/>
          <ac:picMkLst>
            <pc:docMk/>
            <pc:sldMk cId="616019989" sldId="847"/>
            <ac:picMk id="16" creationId="{01ACA442-23C9-9766-B24A-8A0F1D0530F0}"/>
          </ac:picMkLst>
        </pc:picChg>
        <pc:picChg chg="add del mod">
          <ac:chgData name="최문영" userId="c9c2ca5b-20f2-48c9-9e1f-a03229bf2768" providerId="ADAL" clId="{022143C9-A375-40BE-9933-F3C84D8AD99A}" dt="2025-08-01T03:25:22.984" v="1512" actId="478"/>
          <ac:picMkLst>
            <pc:docMk/>
            <pc:sldMk cId="616019989" sldId="847"/>
            <ac:picMk id="17" creationId="{B4D1AB3E-9DAB-AC09-B346-CE44FC5765D4}"/>
          </ac:picMkLst>
        </pc:picChg>
      </pc:sldChg>
      <pc:sldChg chg="del">
        <pc:chgData name="최문영" userId="c9c2ca5b-20f2-48c9-9e1f-a03229bf2768" providerId="ADAL" clId="{022143C9-A375-40BE-9933-F3C84D8AD99A}" dt="2025-08-01T03:27:12.540" v="1580" actId="47"/>
        <pc:sldMkLst>
          <pc:docMk/>
          <pc:sldMk cId="1070694071" sldId="848"/>
        </pc:sldMkLst>
      </pc:sldChg>
      <pc:sldChg chg="modSp add mod">
        <pc:chgData name="최문영" userId="c9c2ca5b-20f2-48c9-9e1f-a03229bf2768" providerId="ADAL" clId="{022143C9-A375-40BE-9933-F3C84D8AD99A}" dt="2025-08-01T02:45:04.179" v="614" actId="1076"/>
        <pc:sldMkLst>
          <pc:docMk/>
          <pc:sldMk cId="2466995792" sldId="851"/>
        </pc:sldMkLst>
        <pc:spChg chg="mod">
          <ac:chgData name="최문영" userId="c9c2ca5b-20f2-48c9-9e1f-a03229bf2768" providerId="ADAL" clId="{022143C9-A375-40BE-9933-F3C84D8AD99A}" dt="2025-08-01T02:43:41.743" v="540" actId="20577"/>
          <ac:spMkLst>
            <pc:docMk/>
            <pc:sldMk cId="2466995792" sldId="851"/>
            <ac:spMk id="10" creationId="{F2F8EA54-2046-E6F8-1681-56A9802D5DA9}"/>
          </ac:spMkLst>
        </pc:spChg>
        <pc:graphicFrameChg chg="mod modGraphic">
          <ac:chgData name="최문영" userId="c9c2ca5b-20f2-48c9-9e1f-a03229bf2768" providerId="ADAL" clId="{022143C9-A375-40BE-9933-F3C84D8AD99A}" dt="2025-08-01T02:45:04.179" v="614" actId="1076"/>
          <ac:graphicFrameMkLst>
            <pc:docMk/>
            <pc:sldMk cId="2466995792" sldId="851"/>
            <ac:graphicFrameMk id="3" creationId="{7A4541B1-1AA0-1F13-C89A-0D0F9BF99F05}"/>
          </ac:graphicFrameMkLst>
        </pc:graphicFrameChg>
        <pc:picChg chg="mod">
          <ac:chgData name="최문영" userId="c9c2ca5b-20f2-48c9-9e1f-a03229bf2768" providerId="ADAL" clId="{022143C9-A375-40BE-9933-F3C84D8AD99A}" dt="2025-08-01T02:44:53.887" v="611" actId="1076"/>
          <ac:picMkLst>
            <pc:docMk/>
            <pc:sldMk cId="2466995792" sldId="851"/>
            <ac:picMk id="1026" creationId="{7A8C7239-0C5C-543F-8275-2A2610614051}"/>
          </ac:picMkLst>
        </pc:picChg>
      </pc:sldChg>
      <pc:sldChg chg="delSp modSp mod delAnim">
        <pc:chgData name="최문영" userId="c9c2ca5b-20f2-48c9-9e1f-a03229bf2768" providerId="ADAL" clId="{022143C9-A375-40BE-9933-F3C84D8AD99A}" dt="2025-08-01T05:55:40.347" v="2799" actId="20577"/>
        <pc:sldMkLst>
          <pc:docMk/>
          <pc:sldMk cId="1961948807" sldId="855"/>
        </pc:sldMkLst>
        <pc:spChg chg="del">
          <ac:chgData name="최문영" userId="c9c2ca5b-20f2-48c9-9e1f-a03229bf2768" providerId="ADAL" clId="{022143C9-A375-40BE-9933-F3C84D8AD99A}" dt="2025-08-01T05:54:05.922" v="2601" actId="478"/>
          <ac:spMkLst>
            <pc:docMk/>
            <pc:sldMk cId="1961948807" sldId="855"/>
            <ac:spMk id="9" creationId="{A0A855EA-BF46-1CA4-3688-2CA4758B4049}"/>
          </ac:spMkLst>
        </pc:spChg>
        <pc:spChg chg="mod">
          <ac:chgData name="최문영" userId="c9c2ca5b-20f2-48c9-9e1f-a03229bf2768" providerId="ADAL" clId="{022143C9-A375-40BE-9933-F3C84D8AD99A}" dt="2025-08-01T05:53:54.290" v="2564" actId="20577"/>
          <ac:spMkLst>
            <pc:docMk/>
            <pc:sldMk cId="1961948807" sldId="855"/>
            <ac:spMk id="10" creationId="{8FC4232A-B94D-2B0E-0B74-8D866BF97B7D}"/>
          </ac:spMkLst>
        </pc:spChg>
        <pc:spChg chg="del">
          <ac:chgData name="최문영" userId="c9c2ca5b-20f2-48c9-9e1f-a03229bf2768" providerId="ADAL" clId="{022143C9-A375-40BE-9933-F3C84D8AD99A}" dt="2025-08-01T05:54:05.922" v="2601" actId="478"/>
          <ac:spMkLst>
            <pc:docMk/>
            <pc:sldMk cId="1961948807" sldId="855"/>
            <ac:spMk id="11" creationId="{C3BEEE31-6C30-B327-AA41-6294F95370D3}"/>
          </ac:spMkLst>
        </pc:spChg>
        <pc:spChg chg="del">
          <ac:chgData name="최문영" userId="c9c2ca5b-20f2-48c9-9e1f-a03229bf2768" providerId="ADAL" clId="{022143C9-A375-40BE-9933-F3C84D8AD99A}" dt="2025-08-01T05:54:05.922" v="2601" actId="478"/>
          <ac:spMkLst>
            <pc:docMk/>
            <pc:sldMk cId="1961948807" sldId="855"/>
            <ac:spMk id="13" creationId="{59EE241C-42F3-A069-ACF0-F563DD5CB2E1}"/>
          </ac:spMkLst>
        </pc:spChg>
        <pc:spChg chg="del">
          <ac:chgData name="최문영" userId="c9c2ca5b-20f2-48c9-9e1f-a03229bf2768" providerId="ADAL" clId="{022143C9-A375-40BE-9933-F3C84D8AD99A}" dt="2025-08-01T05:54:05.922" v="2601" actId="478"/>
          <ac:spMkLst>
            <pc:docMk/>
            <pc:sldMk cId="1961948807" sldId="855"/>
            <ac:spMk id="16" creationId="{23E896D6-4B7C-7B0F-96C4-B1D9B825F9F7}"/>
          </ac:spMkLst>
        </pc:spChg>
        <pc:spChg chg="mod">
          <ac:chgData name="최문영" userId="c9c2ca5b-20f2-48c9-9e1f-a03229bf2768" providerId="ADAL" clId="{022143C9-A375-40BE-9933-F3C84D8AD99A}" dt="2025-08-01T05:55:40.347" v="2799" actId="20577"/>
          <ac:spMkLst>
            <pc:docMk/>
            <pc:sldMk cId="1961948807" sldId="855"/>
            <ac:spMk id="47" creationId="{4A82E27A-6E14-72F1-5FB1-CC8D50D529C7}"/>
          </ac:spMkLst>
        </pc:spChg>
        <pc:cxnChg chg="del">
          <ac:chgData name="최문영" userId="c9c2ca5b-20f2-48c9-9e1f-a03229bf2768" providerId="ADAL" clId="{022143C9-A375-40BE-9933-F3C84D8AD99A}" dt="2025-08-01T05:54:05.922" v="2601" actId="478"/>
          <ac:cxnSpMkLst>
            <pc:docMk/>
            <pc:sldMk cId="1961948807" sldId="855"/>
            <ac:cxnSpMk id="8" creationId="{2A7E229F-CCF4-E11A-75B3-F2AD2A9998D8}"/>
          </ac:cxnSpMkLst>
        </pc:cxnChg>
      </pc:sldChg>
      <pc:sldChg chg="del">
        <pc:chgData name="최문영" userId="c9c2ca5b-20f2-48c9-9e1f-a03229bf2768" providerId="ADAL" clId="{022143C9-A375-40BE-9933-F3C84D8AD99A}" dt="2025-08-01T03:27:12.725" v="1581" actId="47"/>
        <pc:sldMkLst>
          <pc:docMk/>
          <pc:sldMk cId="2898503816" sldId="857"/>
        </pc:sldMkLst>
      </pc:sldChg>
      <pc:sldChg chg="del">
        <pc:chgData name="최문영" userId="c9c2ca5b-20f2-48c9-9e1f-a03229bf2768" providerId="ADAL" clId="{022143C9-A375-40BE-9933-F3C84D8AD99A}" dt="2025-08-01T03:27:12.923" v="1582" actId="47"/>
        <pc:sldMkLst>
          <pc:docMk/>
          <pc:sldMk cId="1986498486" sldId="858"/>
        </pc:sldMkLst>
      </pc:sldChg>
      <pc:sldChg chg="del">
        <pc:chgData name="최문영" userId="c9c2ca5b-20f2-48c9-9e1f-a03229bf2768" providerId="ADAL" clId="{022143C9-A375-40BE-9933-F3C84D8AD99A}" dt="2025-08-01T03:27:13.376" v="1583" actId="47"/>
        <pc:sldMkLst>
          <pc:docMk/>
          <pc:sldMk cId="805631171" sldId="859"/>
        </pc:sldMkLst>
      </pc:sldChg>
      <pc:sldChg chg="del">
        <pc:chgData name="최문영" userId="c9c2ca5b-20f2-48c9-9e1f-a03229bf2768" providerId="ADAL" clId="{022143C9-A375-40BE-9933-F3C84D8AD99A}" dt="2025-08-01T03:27:13.548" v="1584" actId="47"/>
        <pc:sldMkLst>
          <pc:docMk/>
          <pc:sldMk cId="3511393363" sldId="860"/>
        </pc:sldMkLst>
      </pc:sldChg>
      <pc:sldChg chg="del">
        <pc:chgData name="최문영" userId="c9c2ca5b-20f2-48c9-9e1f-a03229bf2768" providerId="ADAL" clId="{022143C9-A375-40BE-9933-F3C84D8AD99A}" dt="2025-08-01T03:27:13.962" v="1585" actId="47"/>
        <pc:sldMkLst>
          <pc:docMk/>
          <pc:sldMk cId="3454774288" sldId="861"/>
        </pc:sldMkLst>
      </pc:sldChg>
      <pc:sldChg chg="del">
        <pc:chgData name="최문영" userId="c9c2ca5b-20f2-48c9-9e1f-a03229bf2768" providerId="ADAL" clId="{022143C9-A375-40BE-9933-F3C84D8AD99A}" dt="2025-08-01T03:27:14.304" v="1586" actId="47"/>
        <pc:sldMkLst>
          <pc:docMk/>
          <pc:sldMk cId="2982763146" sldId="862"/>
        </pc:sldMkLst>
      </pc:sldChg>
      <pc:sldChg chg="del">
        <pc:chgData name="최문영" userId="c9c2ca5b-20f2-48c9-9e1f-a03229bf2768" providerId="ADAL" clId="{022143C9-A375-40BE-9933-F3C84D8AD99A}" dt="2025-08-01T03:27:15.826" v="1589" actId="47"/>
        <pc:sldMkLst>
          <pc:docMk/>
          <pc:sldMk cId="3807710224" sldId="863"/>
        </pc:sldMkLst>
      </pc:sldChg>
      <pc:sldChg chg="del">
        <pc:chgData name="최문영" userId="c9c2ca5b-20f2-48c9-9e1f-a03229bf2768" providerId="ADAL" clId="{022143C9-A375-40BE-9933-F3C84D8AD99A}" dt="2025-08-01T03:27:14.873" v="1587" actId="47"/>
        <pc:sldMkLst>
          <pc:docMk/>
          <pc:sldMk cId="3173447809" sldId="864"/>
        </pc:sldMkLst>
      </pc:sldChg>
      <pc:sldChg chg="del">
        <pc:chgData name="최문영" userId="c9c2ca5b-20f2-48c9-9e1f-a03229bf2768" providerId="ADAL" clId="{022143C9-A375-40BE-9933-F3C84D8AD99A}" dt="2025-08-01T03:27:16.217" v="1590" actId="47"/>
        <pc:sldMkLst>
          <pc:docMk/>
          <pc:sldMk cId="4054377774" sldId="866"/>
        </pc:sldMkLst>
      </pc:sldChg>
      <pc:sldChg chg="addSp delSp modSp add mod modAnim">
        <pc:chgData name="최문영" userId="c9c2ca5b-20f2-48c9-9e1f-a03229bf2768" providerId="ADAL" clId="{022143C9-A375-40BE-9933-F3C84D8AD99A}" dt="2025-08-01T05:58:13.237" v="2823"/>
        <pc:sldMkLst>
          <pc:docMk/>
          <pc:sldMk cId="1222702747" sldId="867"/>
        </pc:sldMkLst>
        <pc:spChg chg="add mod">
          <ac:chgData name="최문영" userId="c9c2ca5b-20f2-48c9-9e1f-a03229bf2768" providerId="ADAL" clId="{022143C9-A375-40BE-9933-F3C84D8AD99A}" dt="2025-08-01T02:38:47.386" v="459" actId="1038"/>
          <ac:spMkLst>
            <pc:docMk/>
            <pc:sldMk cId="1222702747" sldId="867"/>
            <ac:spMk id="2" creationId="{212D4905-382B-79D3-A56B-12317BD72156}"/>
          </ac:spMkLst>
        </pc:spChg>
        <pc:spChg chg="add mod">
          <ac:chgData name="최문영" userId="c9c2ca5b-20f2-48c9-9e1f-a03229bf2768" providerId="ADAL" clId="{022143C9-A375-40BE-9933-F3C84D8AD99A}" dt="2025-08-01T02:38:47.386" v="459" actId="1038"/>
          <ac:spMkLst>
            <pc:docMk/>
            <pc:sldMk cId="1222702747" sldId="867"/>
            <ac:spMk id="4" creationId="{06AFC8E2-9A98-1E10-082F-F6EB552F81A6}"/>
          </ac:spMkLst>
        </pc:spChg>
        <pc:spChg chg="add mod">
          <ac:chgData name="최문영" userId="c9c2ca5b-20f2-48c9-9e1f-a03229bf2768" providerId="ADAL" clId="{022143C9-A375-40BE-9933-F3C84D8AD99A}" dt="2025-08-01T03:01:37.325" v="934" actId="693"/>
          <ac:spMkLst>
            <pc:docMk/>
            <pc:sldMk cId="1222702747" sldId="867"/>
            <ac:spMk id="5" creationId="{BF0E4469-6A1C-F5F3-DF7D-C8EEC67B053D}"/>
          </ac:spMkLst>
        </pc:spChg>
        <pc:spChg chg="add del mod">
          <ac:chgData name="최문영" userId="c9c2ca5b-20f2-48c9-9e1f-a03229bf2768" providerId="ADAL" clId="{022143C9-A375-40BE-9933-F3C84D8AD99A}" dt="2025-08-01T02:34:52.805" v="323"/>
          <ac:spMkLst>
            <pc:docMk/>
            <pc:sldMk cId="1222702747" sldId="867"/>
            <ac:spMk id="7" creationId="{0DFF3D77-FD90-0502-DB09-A4637B47F55C}"/>
          </ac:spMkLst>
        </pc:spChg>
        <pc:spChg chg="add mod">
          <ac:chgData name="최문영" userId="c9c2ca5b-20f2-48c9-9e1f-a03229bf2768" providerId="ADAL" clId="{022143C9-A375-40BE-9933-F3C84D8AD99A}" dt="2025-08-01T03:01:37.325" v="934" actId="693"/>
          <ac:spMkLst>
            <pc:docMk/>
            <pc:sldMk cId="1222702747" sldId="867"/>
            <ac:spMk id="8" creationId="{5FE786C9-712E-098B-6EB0-9F228379DE05}"/>
          </ac:spMkLst>
        </pc:spChg>
        <pc:spChg chg="mod">
          <ac:chgData name="최문영" userId="c9c2ca5b-20f2-48c9-9e1f-a03229bf2768" providerId="ADAL" clId="{022143C9-A375-40BE-9933-F3C84D8AD99A}" dt="2025-08-01T02:26:45.109" v="7" actId="20577"/>
          <ac:spMkLst>
            <pc:docMk/>
            <pc:sldMk cId="1222702747" sldId="867"/>
            <ac:spMk id="10" creationId="{8BE3F08A-E616-A769-E7DF-EE34A94E5FC7}"/>
          </ac:spMkLst>
        </pc:spChg>
        <pc:spChg chg="add mod">
          <ac:chgData name="최문영" userId="c9c2ca5b-20f2-48c9-9e1f-a03229bf2768" providerId="ADAL" clId="{022143C9-A375-40BE-9933-F3C84D8AD99A}" dt="2025-08-01T03:01:37.325" v="934" actId="693"/>
          <ac:spMkLst>
            <pc:docMk/>
            <pc:sldMk cId="1222702747" sldId="867"/>
            <ac:spMk id="28" creationId="{96DF56CE-6A0B-1B2E-524E-5E6AAA1B1D44}"/>
          </ac:spMkLst>
        </pc:spChg>
        <pc:spChg chg="mod">
          <ac:chgData name="최문영" userId="c9c2ca5b-20f2-48c9-9e1f-a03229bf2768" providerId="ADAL" clId="{022143C9-A375-40BE-9933-F3C84D8AD99A}" dt="2025-08-01T02:31:17.470" v="239" actId="6549"/>
          <ac:spMkLst>
            <pc:docMk/>
            <pc:sldMk cId="1222702747" sldId="867"/>
            <ac:spMk id="47" creationId="{4D70E24C-5B41-E699-054E-11318E26A4CC}"/>
          </ac:spMkLst>
        </pc:spChg>
        <pc:spChg chg="add mod">
          <ac:chgData name="최문영" userId="c9c2ca5b-20f2-48c9-9e1f-a03229bf2768" providerId="ADAL" clId="{022143C9-A375-40BE-9933-F3C84D8AD99A}" dt="2025-08-01T02:45:44.660" v="619" actId="1076"/>
          <ac:spMkLst>
            <pc:docMk/>
            <pc:sldMk cId="1222702747" sldId="867"/>
            <ac:spMk id="48" creationId="{CC2CD11C-BE6B-9192-829F-E1894BFFD9A3}"/>
          </ac:spMkLst>
        </pc:spChg>
        <pc:graphicFrameChg chg="del mod">
          <ac:chgData name="최문영" userId="c9c2ca5b-20f2-48c9-9e1f-a03229bf2768" providerId="ADAL" clId="{022143C9-A375-40BE-9933-F3C84D8AD99A}" dt="2025-08-01T02:52:26.060" v="771" actId="478"/>
          <ac:graphicFrameMkLst>
            <pc:docMk/>
            <pc:sldMk cId="1222702747" sldId="867"/>
            <ac:graphicFrameMk id="3" creationId="{2C792542-D8DE-5A7B-7D7E-5C003D806933}"/>
          </ac:graphicFrameMkLst>
        </pc:graphicFrameChg>
        <pc:graphicFrameChg chg="add mod modGraphic">
          <ac:chgData name="최문영" userId="c9c2ca5b-20f2-48c9-9e1f-a03229bf2768" providerId="ADAL" clId="{022143C9-A375-40BE-9933-F3C84D8AD99A}" dt="2025-08-01T02:38:47.386" v="459" actId="1038"/>
          <ac:graphicFrameMkLst>
            <pc:docMk/>
            <pc:sldMk cId="1222702747" sldId="867"/>
            <ac:graphicFrameMk id="9" creationId="{F86591F1-0F14-41A5-E428-60609F162828}"/>
          </ac:graphicFrameMkLst>
        </pc:graphicFrameChg>
        <pc:picChg chg="add mod">
          <ac:chgData name="최문영" userId="c9c2ca5b-20f2-48c9-9e1f-a03229bf2768" providerId="ADAL" clId="{022143C9-A375-40BE-9933-F3C84D8AD99A}" dt="2025-08-01T02:41:40.313" v="498" actId="1076"/>
          <ac:picMkLst>
            <pc:docMk/>
            <pc:sldMk cId="1222702747" sldId="867"/>
            <ac:picMk id="29" creationId="{E5269E44-62BE-624B-FC7A-1BA15D0E0441}"/>
          </ac:picMkLst>
        </pc:picChg>
        <pc:picChg chg="mod">
          <ac:chgData name="최문영" userId="c9c2ca5b-20f2-48c9-9e1f-a03229bf2768" providerId="ADAL" clId="{022143C9-A375-40BE-9933-F3C84D8AD99A}" dt="2025-08-01T02:43:13.135" v="523" actId="1076"/>
          <ac:picMkLst>
            <pc:docMk/>
            <pc:sldMk cId="1222702747" sldId="867"/>
            <ac:picMk id="1028" creationId="{9A1200AE-B2A2-65AE-FC78-50123EA11EDC}"/>
          </ac:picMkLst>
        </pc:picChg>
        <pc:cxnChg chg="add mod">
          <ac:chgData name="최문영" userId="c9c2ca5b-20f2-48c9-9e1f-a03229bf2768" providerId="ADAL" clId="{022143C9-A375-40BE-9933-F3C84D8AD99A}" dt="2025-08-01T02:39:37.369" v="464" actId="693"/>
          <ac:cxnSpMkLst>
            <pc:docMk/>
            <pc:sldMk cId="1222702747" sldId="867"/>
            <ac:cxnSpMk id="12" creationId="{9AFC3478-F4A8-6819-DE70-0B8CB592F496}"/>
          </ac:cxnSpMkLst>
        </pc:cxnChg>
        <pc:cxnChg chg="add mod">
          <ac:chgData name="최문영" userId="c9c2ca5b-20f2-48c9-9e1f-a03229bf2768" providerId="ADAL" clId="{022143C9-A375-40BE-9933-F3C84D8AD99A}" dt="2025-08-01T02:39:43.982" v="467" actId="14100"/>
          <ac:cxnSpMkLst>
            <pc:docMk/>
            <pc:sldMk cId="1222702747" sldId="867"/>
            <ac:cxnSpMk id="13" creationId="{4E2AB69D-3552-E9F9-FE7F-64FB0D806548}"/>
          </ac:cxnSpMkLst>
        </pc:cxnChg>
        <pc:cxnChg chg="add mod">
          <ac:chgData name="최문영" userId="c9c2ca5b-20f2-48c9-9e1f-a03229bf2768" providerId="ADAL" clId="{022143C9-A375-40BE-9933-F3C84D8AD99A}" dt="2025-08-01T02:40:04.070" v="476" actId="14100"/>
          <ac:cxnSpMkLst>
            <pc:docMk/>
            <pc:sldMk cId="1222702747" sldId="867"/>
            <ac:cxnSpMk id="17" creationId="{F90D411F-FE1E-95F8-568F-CFAD18221DF6}"/>
          </ac:cxnSpMkLst>
        </pc:cxnChg>
        <pc:cxnChg chg="add mod">
          <ac:chgData name="최문영" userId="c9c2ca5b-20f2-48c9-9e1f-a03229bf2768" providerId="ADAL" clId="{022143C9-A375-40BE-9933-F3C84D8AD99A}" dt="2025-08-01T02:40:09.647" v="477" actId="14100"/>
          <ac:cxnSpMkLst>
            <pc:docMk/>
            <pc:sldMk cId="1222702747" sldId="867"/>
            <ac:cxnSpMk id="20" creationId="{1136086A-56B7-B177-6F38-3ADE2166D781}"/>
          </ac:cxnSpMkLst>
        </pc:cxnChg>
        <pc:cxnChg chg="add mod">
          <ac:chgData name="최문영" userId="c9c2ca5b-20f2-48c9-9e1f-a03229bf2768" providerId="ADAL" clId="{022143C9-A375-40BE-9933-F3C84D8AD99A}" dt="2025-08-01T02:40:16.189" v="480" actId="14100"/>
          <ac:cxnSpMkLst>
            <pc:docMk/>
            <pc:sldMk cId="1222702747" sldId="867"/>
            <ac:cxnSpMk id="25" creationId="{1E2FECE2-1755-9585-88F0-81F51B7EAAD8}"/>
          </ac:cxnSpMkLst>
        </pc:cxnChg>
        <pc:cxnChg chg="add mod">
          <ac:chgData name="최문영" userId="c9c2ca5b-20f2-48c9-9e1f-a03229bf2768" providerId="ADAL" clId="{022143C9-A375-40BE-9933-F3C84D8AD99A}" dt="2025-08-01T02:41:57.559" v="503" actId="14100"/>
          <ac:cxnSpMkLst>
            <pc:docMk/>
            <pc:sldMk cId="1222702747" sldId="867"/>
            <ac:cxnSpMk id="30" creationId="{F8503303-2A73-A2E0-A2DA-E7F6EC377AAC}"/>
          </ac:cxnSpMkLst>
        </pc:cxnChg>
        <pc:cxnChg chg="add mod">
          <ac:chgData name="최문영" userId="c9c2ca5b-20f2-48c9-9e1f-a03229bf2768" providerId="ADAL" clId="{022143C9-A375-40BE-9933-F3C84D8AD99A}" dt="2025-08-01T02:42:22.861" v="514" actId="14100"/>
          <ac:cxnSpMkLst>
            <pc:docMk/>
            <pc:sldMk cId="1222702747" sldId="867"/>
            <ac:cxnSpMk id="35" creationId="{66524024-FC3C-AEC4-34A5-4BE38B5D068F}"/>
          </ac:cxnSpMkLst>
        </pc:cxnChg>
        <pc:cxnChg chg="add mod">
          <ac:chgData name="최문영" userId="c9c2ca5b-20f2-48c9-9e1f-a03229bf2768" providerId="ADAL" clId="{022143C9-A375-40BE-9933-F3C84D8AD99A}" dt="2025-08-01T02:42:18.920" v="513" actId="14100"/>
          <ac:cxnSpMkLst>
            <pc:docMk/>
            <pc:sldMk cId="1222702747" sldId="867"/>
            <ac:cxnSpMk id="37" creationId="{77DB7E72-B8A7-B605-08FF-060DBB7FF814}"/>
          </ac:cxnSpMkLst>
        </pc:cxnChg>
        <pc:cxnChg chg="add mod">
          <ac:chgData name="최문영" userId="c9c2ca5b-20f2-48c9-9e1f-a03229bf2768" providerId="ADAL" clId="{022143C9-A375-40BE-9933-F3C84D8AD99A}" dt="2025-08-01T02:42:26.518" v="516" actId="14100"/>
          <ac:cxnSpMkLst>
            <pc:docMk/>
            <pc:sldMk cId="1222702747" sldId="867"/>
            <ac:cxnSpMk id="39" creationId="{12BC9E41-1707-28D5-FCC7-D026722D51E8}"/>
          </ac:cxnSpMkLst>
        </pc:cxnChg>
        <pc:cxnChg chg="add mod">
          <ac:chgData name="최문영" userId="c9c2ca5b-20f2-48c9-9e1f-a03229bf2768" providerId="ADAL" clId="{022143C9-A375-40BE-9933-F3C84D8AD99A}" dt="2025-08-01T02:42:34.426" v="518" actId="14100"/>
          <ac:cxnSpMkLst>
            <pc:docMk/>
            <pc:sldMk cId="1222702747" sldId="867"/>
            <ac:cxnSpMk id="44" creationId="{A05F7B34-F6C3-4DD7-0199-4AF3EAB07767}"/>
          </ac:cxnSpMkLst>
        </pc:cxnChg>
      </pc:sldChg>
      <pc:sldChg chg="del">
        <pc:chgData name="최문영" userId="c9c2ca5b-20f2-48c9-9e1f-a03229bf2768" providerId="ADAL" clId="{022143C9-A375-40BE-9933-F3C84D8AD99A}" dt="2025-08-01T03:27:15.438" v="1588" actId="47"/>
        <pc:sldMkLst>
          <pc:docMk/>
          <pc:sldMk cId="683170175" sldId="868"/>
        </pc:sldMkLst>
      </pc:sldChg>
      <pc:sldChg chg="del">
        <pc:chgData name="최문영" userId="c9c2ca5b-20f2-48c9-9e1f-a03229bf2768" providerId="ADAL" clId="{022143C9-A375-40BE-9933-F3C84D8AD99A}" dt="2025-08-01T03:27:16.712" v="1591" actId="47"/>
        <pc:sldMkLst>
          <pc:docMk/>
          <pc:sldMk cId="3185421290" sldId="869"/>
        </pc:sldMkLst>
      </pc:sldChg>
      <pc:sldChg chg="del">
        <pc:chgData name="최문영" userId="c9c2ca5b-20f2-48c9-9e1f-a03229bf2768" providerId="ADAL" clId="{022143C9-A375-40BE-9933-F3C84D8AD99A}" dt="2025-08-01T03:27:17.644" v="1592" actId="47"/>
        <pc:sldMkLst>
          <pc:docMk/>
          <pc:sldMk cId="64285148" sldId="870"/>
        </pc:sldMkLst>
      </pc:sldChg>
      <pc:sldChg chg="del">
        <pc:chgData name="최문영" userId="c9c2ca5b-20f2-48c9-9e1f-a03229bf2768" providerId="ADAL" clId="{022143C9-A375-40BE-9933-F3C84D8AD99A}" dt="2025-08-01T03:27:18.141" v="1593" actId="47"/>
        <pc:sldMkLst>
          <pc:docMk/>
          <pc:sldMk cId="1880651531" sldId="871"/>
        </pc:sldMkLst>
      </pc:sldChg>
      <pc:sldChg chg="del">
        <pc:chgData name="최문영" userId="c9c2ca5b-20f2-48c9-9e1f-a03229bf2768" providerId="ADAL" clId="{022143C9-A375-40BE-9933-F3C84D8AD99A}" dt="2025-08-01T03:27:18.407" v="1594" actId="47"/>
        <pc:sldMkLst>
          <pc:docMk/>
          <pc:sldMk cId="118368523" sldId="872"/>
        </pc:sldMkLst>
      </pc:sldChg>
      <pc:sldChg chg="del">
        <pc:chgData name="최문영" userId="c9c2ca5b-20f2-48c9-9e1f-a03229bf2768" providerId="ADAL" clId="{022143C9-A375-40BE-9933-F3C84D8AD99A}" dt="2025-08-01T03:27:18.819" v="1595" actId="47"/>
        <pc:sldMkLst>
          <pc:docMk/>
          <pc:sldMk cId="667914773" sldId="873"/>
        </pc:sldMkLst>
      </pc:sldChg>
      <pc:sldChg chg="addSp delSp modSp mod modAnim">
        <pc:chgData name="최문영" userId="c9c2ca5b-20f2-48c9-9e1f-a03229bf2768" providerId="ADAL" clId="{022143C9-A375-40BE-9933-F3C84D8AD99A}" dt="2025-08-01T05:57:28.902" v="2819"/>
        <pc:sldMkLst>
          <pc:docMk/>
          <pc:sldMk cId="4243027586" sldId="874"/>
        </pc:sldMkLst>
        <pc:spChg chg="add del mod">
          <ac:chgData name="최문영" userId="c9c2ca5b-20f2-48c9-9e1f-a03229bf2768" providerId="ADAL" clId="{022143C9-A375-40BE-9933-F3C84D8AD99A}" dt="2025-08-01T05:56:53.874" v="2802" actId="478"/>
          <ac:spMkLst>
            <pc:docMk/>
            <pc:sldMk cId="4243027586" sldId="874"/>
            <ac:spMk id="2" creationId="{68D51CB6-EA8A-368F-D2F6-F206431FEFE5}"/>
          </ac:spMkLst>
        </pc:spChg>
        <pc:spChg chg="mod">
          <ac:chgData name="최문영" userId="c9c2ca5b-20f2-48c9-9e1f-a03229bf2768" providerId="ADAL" clId="{022143C9-A375-40BE-9933-F3C84D8AD99A}" dt="2025-08-01T03:45:19.718" v="1867" actId="20577"/>
          <ac:spMkLst>
            <pc:docMk/>
            <pc:sldMk cId="4243027586" sldId="874"/>
            <ac:spMk id="46" creationId="{A21E5928-BC50-00DF-A5D2-81193E16BF70}"/>
          </ac:spMkLst>
        </pc:spChg>
        <pc:spChg chg="mod">
          <ac:chgData name="최문영" userId="c9c2ca5b-20f2-48c9-9e1f-a03229bf2768" providerId="ADAL" clId="{022143C9-A375-40BE-9933-F3C84D8AD99A}" dt="2025-08-01T03:45:25.070" v="1875" actId="20577"/>
          <ac:spMkLst>
            <pc:docMk/>
            <pc:sldMk cId="4243027586" sldId="874"/>
            <ac:spMk id="47" creationId="{E13756C9-8A91-2192-3E62-1BD8F9737098}"/>
          </ac:spMkLst>
        </pc:spChg>
        <pc:spChg chg="mod">
          <ac:chgData name="최문영" userId="c9c2ca5b-20f2-48c9-9e1f-a03229bf2768" providerId="ADAL" clId="{022143C9-A375-40BE-9933-F3C84D8AD99A}" dt="2025-08-01T05:57:11.888" v="2815" actId="1076"/>
          <ac:spMkLst>
            <pc:docMk/>
            <pc:sldMk cId="4243027586" sldId="874"/>
            <ac:spMk id="50" creationId="{87B968B0-AF35-DF70-B6F1-D06B1AA146CF}"/>
          </ac:spMkLst>
        </pc:spChg>
        <pc:picChg chg="del mod">
          <ac:chgData name="최문영" userId="c9c2ca5b-20f2-48c9-9e1f-a03229bf2768" providerId="ADAL" clId="{022143C9-A375-40BE-9933-F3C84D8AD99A}" dt="2025-08-01T05:57:12.852" v="2816" actId="478"/>
          <ac:picMkLst>
            <pc:docMk/>
            <pc:sldMk cId="4243027586" sldId="874"/>
            <ac:picMk id="1036" creationId="{FF3748AA-590A-8414-2E03-06238AFDA08D}"/>
          </ac:picMkLst>
        </pc:picChg>
      </pc:sldChg>
      <pc:sldChg chg="addSp delSp modSp add mod modAnim">
        <pc:chgData name="최문영" userId="c9c2ca5b-20f2-48c9-9e1f-a03229bf2768" providerId="ADAL" clId="{022143C9-A375-40BE-9933-F3C84D8AD99A}" dt="2025-08-01T06:01:14.168" v="2874" actId="14100"/>
        <pc:sldMkLst>
          <pc:docMk/>
          <pc:sldMk cId="144539616" sldId="875"/>
        </pc:sldMkLst>
        <pc:spChg chg="del">
          <ac:chgData name="최문영" userId="c9c2ca5b-20f2-48c9-9e1f-a03229bf2768" providerId="ADAL" clId="{022143C9-A375-40BE-9933-F3C84D8AD99A}" dt="2025-08-01T02:46:53.017" v="624" actId="478"/>
          <ac:spMkLst>
            <pc:docMk/>
            <pc:sldMk cId="144539616" sldId="875"/>
            <ac:spMk id="2" creationId="{FA3B415A-0D27-E620-F7EC-ABB4F793E112}"/>
          </ac:spMkLst>
        </pc:spChg>
        <pc:spChg chg="del">
          <ac:chgData name="최문영" userId="c9c2ca5b-20f2-48c9-9e1f-a03229bf2768" providerId="ADAL" clId="{022143C9-A375-40BE-9933-F3C84D8AD99A}" dt="2025-08-01T02:46:53.017" v="624" actId="478"/>
          <ac:spMkLst>
            <pc:docMk/>
            <pc:sldMk cId="144539616" sldId="875"/>
            <ac:spMk id="4" creationId="{D735D6B1-E6AC-D704-DC1F-7D7939FC3C7E}"/>
          </ac:spMkLst>
        </pc:spChg>
        <pc:spChg chg="del">
          <ac:chgData name="최문영" userId="c9c2ca5b-20f2-48c9-9e1f-a03229bf2768" providerId="ADAL" clId="{022143C9-A375-40BE-9933-F3C84D8AD99A}" dt="2025-08-01T02:46:53.017" v="624" actId="478"/>
          <ac:spMkLst>
            <pc:docMk/>
            <pc:sldMk cId="144539616" sldId="875"/>
            <ac:spMk id="5" creationId="{FD53E596-84AD-1D9E-51AC-DD89E4FC3610}"/>
          </ac:spMkLst>
        </pc:spChg>
        <pc:spChg chg="del">
          <ac:chgData name="최문영" userId="c9c2ca5b-20f2-48c9-9e1f-a03229bf2768" providerId="ADAL" clId="{022143C9-A375-40BE-9933-F3C84D8AD99A}" dt="2025-08-01T02:46:53.017" v="624" actId="478"/>
          <ac:spMkLst>
            <pc:docMk/>
            <pc:sldMk cId="144539616" sldId="875"/>
            <ac:spMk id="8" creationId="{9D07EE20-147D-2A09-C32F-4D30923B637E}"/>
          </ac:spMkLst>
        </pc:spChg>
        <pc:spChg chg="mod">
          <ac:chgData name="최문영" userId="c9c2ca5b-20f2-48c9-9e1f-a03229bf2768" providerId="ADAL" clId="{022143C9-A375-40BE-9933-F3C84D8AD99A}" dt="2025-08-01T03:26:59.360" v="1574" actId="20577"/>
          <ac:spMkLst>
            <pc:docMk/>
            <pc:sldMk cId="144539616" sldId="875"/>
            <ac:spMk id="10" creationId="{BD0E0D9C-42EE-26D8-E3FB-C1DA4C957E26}"/>
          </ac:spMkLst>
        </pc:spChg>
        <pc:spChg chg="add mod">
          <ac:chgData name="최문영" userId="c9c2ca5b-20f2-48c9-9e1f-a03229bf2768" providerId="ADAL" clId="{022143C9-A375-40BE-9933-F3C84D8AD99A}" dt="2025-08-01T02:50:38.936" v="739" actId="552"/>
          <ac:spMkLst>
            <pc:docMk/>
            <pc:sldMk cId="144539616" sldId="875"/>
            <ac:spMk id="22" creationId="{32EB1269-375C-7524-AFCF-8EA3AA67800A}"/>
          </ac:spMkLst>
        </pc:spChg>
        <pc:spChg chg="add mod">
          <ac:chgData name="최문영" userId="c9c2ca5b-20f2-48c9-9e1f-a03229bf2768" providerId="ADAL" clId="{022143C9-A375-40BE-9933-F3C84D8AD99A}" dt="2025-08-01T03:03:39.189" v="989" actId="1035"/>
          <ac:spMkLst>
            <pc:docMk/>
            <pc:sldMk cId="144539616" sldId="875"/>
            <ac:spMk id="23" creationId="{8CF6FE3A-5DE9-7A91-4CE3-A32B6EDFAFF7}"/>
          </ac:spMkLst>
        </pc:spChg>
        <pc:spChg chg="add mod">
          <ac:chgData name="최문영" userId="c9c2ca5b-20f2-48c9-9e1f-a03229bf2768" providerId="ADAL" clId="{022143C9-A375-40BE-9933-F3C84D8AD99A}" dt="2025-08-01T02:50:51.444" v="747" actId="14100"/>
          <ac:spMkLst>
            <pc:docMk/>
            <pc:sldMk cId="144539616" sldId="875"/>
            <ac:spMk id="24" creationId="{5A499212-3EFC-1A4A-93A8-737179F787E8}"/>
          </ac:spMkLst>
        </pc:spChg>
        <pc:spChg chg="add del mod">
          <ac:chgData name="최문영" userId="c9c2ca5b-20f2-48c9-9e1f-a03229bf2768" providerId="ADAL" clId="{022143C9-A375-40BE-9933-F3C84D8AD99A}" dt="2025-08-01T02:56:08.425" v="834"/>
          <ac:spMkLst>
            <pc:docMk/>
            <pc:sldMk cId="144539616" sldId="875"/>
            <ac:spMk id="26" creationId="{72422082-F62E-FC23-8CE2-03CC47295B90}"/>
          </ac:spMkLst>
        </pc:spChg>
        <pc:spChg chg="add del mod">
          <ac:chgData name="최문영" userId="c9c2ca5b-20f2-48c9-9e1f-a03229bf2768" providerId="ADAL" clId="{022143C9-A375-40BE-9933-F3C84D8AD99A}" dt="2025-08-01T02:56:08.427" v="836"/>
          <ac:spMkLst>
            <pc:docMk/>
            <pc:sldMk cId="144539616" sldId="875"/>
            <ac:spMk id="27" creationId="{D2D7A75D-6172-215B-5062-1505A1503CE7}"/>
          </ac:spMkLst>
        </pc:spChg>
        <pc:spChg chg="del">
          <ac:chgData name="최문영" userId="c9c2ca5b-20f2-48c9-9e1f-a03229bf2768" providerId="ADAL" clId="{022143C9-A375-40BE-9933-F3C84D8AD99A}" dt="2025-08-01T02:46:53.017" v="624" actId="478"/>
          <ac:spMkLst>
            <pc:docMk/>
            <pc:sldMk cId="144539616" sldId="875"/>
            <ac:spMk id="28" creationId="{6F2D3BF5-8C4C-B5F2-C42F-97FEBEC500F9}"/>
          </ac:spMkLst>
        </pc:spChg>
        <pc:spChg chg="add mod">
          <ac:chgData name="최문영" userId="c9c2ca5b-20f2-48c9-9e1f-a03229bf2768" providerId="ADAL" clId="{022143C9-A375-40BE-9933-F3C84D8AD99A}" dt="2025-08-01T03:03:39.189" v="989" actId="1035"/>
          <ac:spMkLst>
            <pc:docMk/>
            <pc:sldMk cId="144539616" sldId="875"/>
            <ac:spMk id="31" creationId="{3FC1F54F-9C85-6B42-F50C-399F4016C15E}"/>
          </ac:spMkLst>
        </pc:spChg>
        <pc:spChg chg="mod">
          <ac:chgData name="최문영" userId="c9c2ca5b-20f2-48c9-9e1f-a03229bf2768" providerId="ADAL" clId="{022143C9-A375-40BE-9933-F3C84D8AD99A}" dt="2025-08-01T03:06:42.421" v="1097" actId="1038"/>
          <ac:spMkLst>
            <pc:docMk/>
            <pc:sldMk cId="144539616" sldId="875"/>
            <ac:spMk id="32" creationId="{3DCB7119-FBD3-9E92-2017-C72AC14FC33F}"/>
          </ac:spMkLst>
        </pc:spChg>
        <pc:spChg chg="mod ord">
          <ac:chgData name="최문영" userId="c9c2ca5b-20f2-48c9-9e1f-a03229bf2768" providerId="ADAL" clId="{022143C9-A375-40BE-9933-F3C84D8AD99A}" dt="2025-08-01T03:02:24.916" v="953" actId="20577"/>
          <ac:spMkLst>
            <pc:docMk/>
            <pc:sldMk cId="144539616" sldId="875"/>
            <ac:spMk id="33" creationId="{650E5ED3-F8C1-D1D1-3C0B-D379721103E3}"/>
          </ac:spMkLst>
        </pc:spChg>
        <pc:spChg chg="mod">
          <ac:chgData name="최문영" userId="c9c2ca5b-20f2-48c9-9e1f-a03229bf2768" providerId="ADAL" clId="{022143C9-A375-40BE-9933-F3C84D8AD99A}" dt="2025-08-01T02:58:32.256" v="868" actId="553"/>
          <ac:spMkLst>
            <pc:docMk/>
            <pc:sldMk cId="144539616" sldId="875"/>
            <ac:spMk id="36" creationId="{81E2E170-1628-859B-AACA-E2544C6E6A66}"/>
          </ac:spMkLst>
        </pc:spChg>
        <pc:spChg chg="add mod">
          <ac:chgData name="최문영" userId="c9c2ca5b-20f2-48c9-9e1f-a03229bf2768" providerId="ADAL" clId="{022143C9-A375-40BE-9933-F3C84D8AD99A}" dt="2025-08-01T03:07:01.156" v="1109" actId="20577"/>
          <ac:spMkLst>
            <pc:docMk/>
            <pc:sldMk cId="144539616" sldId="875"/>
            <ac:spMk id="38" creationId="{9212F0C2-2B9D-D50B-7878-E3E85720FCA3}"/>
          </ac:spMkLst>
        </pc:spChg>
        <pc:spChg chg="add mod">
          <ac:chgData name="최문영" userId="c9c2ca5b-20f2-48c9-9e1f-a03229bf2768" providerId="ADAL" clId="{022143C9-A375-40BE-9933-F3C84D8AD99A}" dt="2025-08-01T03:07:04.044" v="1115" actId="20577"/>
          <ac:spMkLst>
            <pc:docMk/>
            <pc:sldMk cId="144539616" sldId="875"/>
            <ac:spMk id="40" creationId="{067569D7-A42E-5137-BDB8-11DE234D64AC}"/>
          </ac:spMkLst>
        </pc:spChg>
        <pc:spChg chg="mod ord">
          <ac:chgData name="최문영" userId="c9c2ca5b-20f2-48c9-9e1f-a03229bf2768" providerId="ADAL" clId="{022143C9-A375-40BE-9933-F3C84D8AD99A}" dt="2025-08-01T02:58:37.152" v="870" actId="553"/>
          <ac:spMkLst>
            <pc:docMk/>
            <pc:sldMk cId="144539616" sldId="875"/>
            <ac:spMk id="41" creationId="{D3F3B75E-10CF-BC24-7D31-04DD22C30650}"/>
          </ac:spMkLst>
        </pc:spChg>
        <pc:spChg chg="mod">
          <ac:chgData name="최문영" userId="c9c2ca5b-20f2-48c9-9e1f-a03229bf2768" providerId="ADAL" clId="{022143C9-A375-40BE-9933-F3C84D8AD99A}" dt="2025-08-01T03:00:16.858" v="927" actId="113"/>
          <ac:spMkLst>
            <pc:docMk/>
            <pc:sldMk cId="144539616" sldId="875"/>
            <ac:spMk id="42" creationId="{CA63762F-E2DA-FF96-0F9F-FB3D5096E891}"/>
          </ac:spMkLst>
        </pc:spChg>
        <pc:spChg chg="add mod">
          <ac:chgData name="최문영" userId="c9c2ca5b-20f2-48c9-9e1f-a03229bf2768" providerId="ADAL" clId="{022143C9-A375-40BE-9933-F3C84D8AD99A}" dt="2025-08-01T03:00:16.858" v="927" actId="113"/>
          <ac:spMkLst>
            <pc:docMk/>
            <pc:sldMk cId="144539616" sldId="875"/>
            <ac:spMk id="43" creationId="{F6D630B7-8227-39A2-70CC-C32C1933FFA3}"/>
          </ac:spMkLst>
        </pc:spChg>
        <pc:spChg chg="add mod">
          <ac:chgData name="최문영" userId="c9c2ca5b-20f2-48c9-9e1f-a03229bf2768" providerId="ADAL" clId="{022143C9-A375-40BE-9933-F3C84D8AD99A}" dt="2025-08-01T03:00:16.858" v="927" actId="113"/>
          <ac:spMkLst>
            <pc:docMk/>
            <pc:sldMk cId="144539616" sldId="875"/>
            <ac:spMk id="45" creationId="{2035E5D4-2287-A146-F971-14684F2D61A7}"/>
          </ac:spMkLst>
        </pc:spChg>
        <pc:spChg chg="mod">
          <ac:chgData name="최문영" userId="c9c2ca5b-20f2-48c9-9e1f-a03229bf2768" providerId="ADAL" clId="{022143C9-A375-40BE-9933-F3C84D8AD99A}" dt="2025-08-01T02:47:31.130" v="680" actId="20577"/>
          <ac:spMkLst>
            <pc:docMk/>
            <pc:sldMk cId="144539616" sldId="875"/>
            <ac:spMk id="47" creationId="{8D3CB9E3-D748-3F3C-E688-87A6DE5EBB99}"/>
          </ac:spMkLst>
        </pc:spChg>
        <pc:spChg chg="del">
          <ac:chgData name="최문영" userId="c9c2ca5b-20f2-48c9-9e1f-a03229bf2768" providerId="ADAL" clId="{022143C9-A375-40BE-9933-F3C84D8AD99A}" dt="2025-08-01T02:46:53.017" v="624" actId="478"/>
          <ac:spMkLst>
            <pc:docMk/>
            <pc:sldMk cId="144539616" sldId="875"/>
            <ac:spMk id="48" creationId="{ED81EF03-CB54-A58C-40C7-C29745FC9E21}"/>
          </ac:spMkLst>
        </pc:spChg>
        <pc:spChg chg="mod">
          <ac:chgData name="최문영" userId="c9c2ca5b-20f2-48c9-9e1f-a03229bf2768" providerId="ADAL" clId="{022143C9-A375-40BE-9933-F3C84D8AD99A}" dt="2025-08-01T03:00:16.858" v="927" actId="113"/>
          <ac:spMkLst>
            <pc:docMk/>
            <pc:sldMk cId="144539616" sldId="875"/>
            <ac:spMk id="56" creationId="{E10519C9-1087-82E7-128A-8778026285D0}"/>
          </ac:spMkLst>
        </pc:spChg>
        <pc:spChg chg="add mod">
          <ac:chgData name="최문영" userId="c9c2ca5b-20f2-48c9-9e1f-a03229bf2768" providerId="ADAL" clId="{022143C9-A375-40BE-9933-F3C84D8AD99A}" dt="2025-08-01T03:00:16.858" v="927" actId="113"/>
          <ac:spMkLst>
            <pc:docMk/>
            <pc:sldMk cId="144539616" sldId="875"/>
            <ac:spMk id="57" creationId="{29E82140-E4E0-E305-0753-E0B5FBA62BEF}"/>
          </ac:spMkLst>
        </pc:spChg>
        <pc:spChg chg="mod">
          <ac:chgData name="최문영" userId="c9c2ca5b-20f2-48c9-9e1f-a03229bf2768" providerId="ADAL" clId="{022143C9-A375-40BE-9933-F3C84D8AD99A}" dt="2025-08-01T03:00:16.858" v="927" actId="113"/>
          <ac:spMkLst>
            <pc:docMk/>
            <pc:sldMk cId="144539616" sldId="875"/>
            <ac:spMk id="58" creationId="{8BBA6157-E362-EA64-FC65-D314644F417C}"/>
          </ac:spMkLst>
        </pc:spChg>
        <pc:spChg chg="add mod">
          <ac:chgData name="최문영" userId="c9c2ca5b-20f2-48c9-9e1f-a03229bf2768" providerId="ADAL" clId="{022143C9-A375-40BE-9933-F3C84D8AD99A}" dt="2025-08-01T03:00:16.858" v="927" actId="113"/>
          <ac:spMkLst>
            <pc:docMk/>
            <pc:sldMk cId="144539616" sldId="875"/>
            <ac:spMk id="59" creationId="{4C5E3EDC-F453-2C9C-80B8-68EFAD3145E2}"/>
          </ac:spMkLst>
        </pc:spChg>
        <pc:spChg chg="add del mod">
          <ac:chgData name="최문영" userId="c9c2ca5b-20f2-48c9-9e1f-a03229bf2768" providerId="ADAL" clId="{022143C9-A375-40BE-9933-F3C84D8AD99A}" dt="2025-08-01T03:03:39.189" v="989" actId="1035"/>
          <ac:spMkLst>
            <pc:docMk/>
            <pc:sldMk cId="144539616" sldId="875"/>
            <ac:spMk id="60" creationId="{2AFF44E8-7101-D904-4E2A-364F604C66BC}"/>
          </ac:spMkLst>
        </pc:spChg>
        <pc:spChg chg="mod">
          <ac:chgData name="최문영" userId="c9c2ca5b-20f2-48c9-9e1f-a03229bf2768" providerId="ADAL" clId="{022143C9-A375-40BE-9933-F3C84D8AD99A}" dt="2025-08-01T03:03:39.189" v="989" actId="1035"/>
          <ac:spMkLst>
            <pc:docMk/>
            <pc:sldMk cId="144539616" sldId="875"/>
            <ac:spMk id="61" creationId="{36C6E9EA-603D-13CD-7800-AC2E8C09827B}"/>
          </ac:spMkLst>
        </pc:spChg>
        <pc:spChg chg="add del mod">
          <ac:chgData name="최문영" userId="c9c2ca5b-20f2-48c9-9e1f-a03229bf2768" providerId="ADAL" clId="{022143C9-A375-40BE-9933-F3C84D8AD99A}" dt="2025-08-01T02:57:24.260" v="857" actId="478"/>
          <ac:spMkLst>
            <pc:docMk/>
            <pc:sldMk cId="144539616" sldId="875"/>
            <ac:spMk id="62" creationId="{1B8316F2-EA1E-E5BE-5AD2-32B2A80711C8}"/>
          </ac:spMkLst>
        </pc:spChg>
        <pc:spChg chg="add del mod">
          <ac:chgData name="최문영" userId="c9c2ca5b-20f2-48c9-9e1f-a03229bf2768" providerId="ADAL" clId="{022143C9-A375-40BE-9933-F3C84D8AD99A}" dt="2025-08-01T03:06:16.531" v="1064" actId="478"/>
          <ac:spMkLst>
            <pc:docMk/>
            <pc:sldMk cId="144539616" sldId="875"/>
            <ac:spMk id="63" creationId="{B8616675-8A59-0DA4-D52D-88182930A903}"/>
          </ac:spMkLst>
        </pc:spChg>
        <pc:spChg chg="add mod ord">
          <ac:chgData name="최문영" userId="c9c2ca5b-20f2-48c9-9e1f-a03229bf2768" providerId="ADAL" clId="{022143C9-A375-40BE-9933-F3C84D8AD99A}" dt="2025-08-01T03:06:18.519" v="1065" actId="1076"/>
          <ac:spMkLst>
            <pc:docMk/>
            <pc:sldMk cId="144539616" sldId="875"/>
            <ac:spMk id="1029" creationId="{D8D9FA00-035D-7BC7-5A3F-52CF85E9FEC5}"/>
          </ac:spMkLst>
        </pc:spChg>
        <pc:spChg chg="add mod">
          <ac:chgData name="최문영" userId="c9c2ca5b-20f2-48c9-9e1f-a03229bf2768" providerId="ADAL" clId="{022143C9-A375-40BE-9933-F3C84D8AD99A}" dt="2025-08-01T03:06:57.206" v="1100" actId="1076"/>
          <ac:spMkLst>
            <pc:docMk/>
            <pc:sldMk cId="144539616" sldId="875"/>
            <ac:spMk id="1030" creationId="{1235F9E6-3F0E-DAB3-3A85-20B563182DA1}"/>
          </ac:spMkLst>
        </pc:spChg>
        <pc:spChg chg="add mod">
          <ac:chgData name="최문영" userId="c9c2ca5b-20f2-48c9-9e1f-a03229bf2768" providerId="ADAL" clId="{022143C9-A375-40BE-9933-F3C84D8AD99A}" dt="2025-08-01T03:07:07.409" v="1116" actId="1076"/>
          <ac:spMkLst>
            <pc:docMk/>
            <pc:sldMk cId="144539616" sldId="875"/>
            <ac:spMk id="1087" creationId="{58A1E786-1C4E-2A25-97B8-44B9E86A3541}"/>
          </ac:spMkLst>
        </pc:spChg>
        <pc:spChg chg="add mod">
          <ac:chgData name="최문영" userId="c9c2ca5b-20f2-48c9-9e1f-a03229bf2768" providerId="ADAL" clId="{022143C9-A375-40BE-9933-F3C84D8AD99A}" dt="2025-08-01T03:06:12.907" v="1062" actId="1076"/>
          <ac:spMkLst>
            <pc:docMk/>
            <pc:sldMk cId="144539616" sldId="875"/>
            <ac:spMk id="1092" creationId="{B71B5181-106D-A034-9F35-88B15026A682}"/>
          </ac:spMkLst>
        </pc:spChg>
        <pc:spChg chg="add mod ord">
          <ac:chgData name="최문영" userId="c9c2ca5b-20f2-48c9-9e1f-a03229bf2768" providerId="ADAL" clId="{022143C9-A375-40BE-9933-F3C84D8AD99A}" dt="2025-08-01T06:00:59.349" v="2868" actId="207"/>
          <ac:spMkLst>
            <pc:docMk/>
            <pc:sldMk cId="144539616" sldId="875"/>
            <ac:spMk id="1103" creationId="{05EF0B7B-FA98-DD8F-44EE-6A68845FAFF6}"/>
          </ac:spMkLst>
        </pc:spChg>
        <pc:spChg chg="add mod ord">
          <ac:chgData name="최문영" userId="c9c2ca5b-20f2-48c9-9e1f-a03229bf2768" providerId="ADAL" clId="{022143C9-A375-40BE-9933-F3C84D8AD99A}" dt="2025-08-01T06:01:14.168" v="2874" actId="14100"/>
          <ac:spMkLst>
            <pc:docMk/>
            <pc:sldMk cId="144539616" sldId="875"/>
            <ac:spMk id="1104" creationId="{65A5F271-97E4-81F1-50EE-C96386E67A3E}"/>
          </ac:spMkLst>
        </pc:spChg>
        <pc:graphicFrameChg chg="del modGraphic">
          <ac:chgData name="최문영" userId="c9c2ca5b-20f2-48c9-9e1f-a03229bf2768" providerId="ADAL" clId="{022143C9-A375-40BE-9933-F3C84D8AD99A}" dt="2025-08-01T02:52:20.626" v="770" actId="478"/>
          <ac:graphicFrameMkLst>
            <pc:docMk/>
            <pc:sldMk cId="144539616" sldId="875"/>
            <ac:graphicFrameMk id="3" creationId="{5D9E750C-3F91-0BF2-3728-E843CE6C128C}"/>
          </ac:graphicFrameMkLst>
        </pc:graphicFrameChg>
        <pc:graphicFrameChg chg="add del mod modGraphic">
          <ac:chgData name="최문영" userId="c9c2ca5b-20f2-48c9-9e1f-a03229bf2768" providerId="ADAL" clId="{022143C9-A375-40BE-9933-F3C84D8AD99A}" dt="2025-08-01T02:48:59.776" v="713" actId="478"/>
          <ac:graphicFrameMkLst>
            <pc:docMk/>
            <pc:sldMk cId="144539616" sldId="875"/>
            <ac:graphicFrameMk id="7" creationId="{E41187E7-76D3-72A4-3718-3567B9345BDD}"/>
          </ac:graphicFrameMkLst>
        </pc:graphicFrameChg>
        <pc:graphicFrameChg chg="del">
          <ac:chgData name="최문영" userId="c9c2ca5b-20f2-48c9-9e1f-a03229bf2768" providerId="ADAL" clId="{022143C9-A375-40BE-9933-F3C84D8AD99A}" dt="2025-08-01T02:46:53.017" v="624" actId="478"/>
          <ac:graphicFrameMkLst>
            <pc:docMk/>
            <pc:sldMk cId="144539616" sldId="875"/>
            <ac:graphicFrameMk id="9" creationId="{4CEC5399-C059-73FF-35EB-EBF12F0F9CC2}"/>
          </ac:graphicFrameMkLst>
        </pc:graphicFrameChg>
        <pc:picChg chg="del">
          <ac:chgData name="최문영" userId="c9c2ca5b-20f2-48c9-9e1f-a03229bf2768" providerId="ADAL" clId="{022143C9-A375-40BE-9933-F3C84D8AD99A}" dt="2025-08-01T02:46:53.017" v="624" actId="478"/>
          <ac:picMkLst>
            <pc:docMk/>
            <pc:sldMk cId="144539616" sldId="875"/>
            <ac:picMk id="29" creationId="{A3B294D4-4D72-3285-99E5-238AA055DB00}"/>
          </ac:picMkLst>
        </pc:picChg>
        <pc:picChg chg="del">
          <ac:chgData name="최문영" userId="c9c2ca5b-20f2-48c9-9e1f-a03229bf2768" providerId="ADAL" clId="{022143C9-A375-40BE-9933-F3C84D8AD99A}" dt="2025-08-01T02:46:50.389" v="623" actId="478"/>
          <ac:picMkLst>
            <pc:docMk/>
            <pc:sldMk cId="144539616" sldId="875"/>
            <ac:picMk id="1028" creationId="{1F75A80D-AB77-65DC-02CD-31DB05C75E3A}"/>
          </ac:picMkLst>
        </pc:picChg>
        <pc:cxnChg chg="add mod">
          <ac:chgData name="최문영" userId="c9c2ca5b-20f2-48c9-9e1f-a03229bf2768" providerId="ADAL" clId="{022143C9-A375-40BE-9933-F3C84D8AD99A}" dt="2025-08-01T02:49:48.002" v="726" actId="552"/>
          <ac:cxnSpMkLst>
            <pc:docMk/>
            <pc:sldMk cId="144539616" sldId="875"/>
            <ac:cxnSpMk id="11" creationId="{FC81CDD9-918D-C018-A00E-02A67B722760}"/>
          </ac:cxnSpMkLst>
        </pc:cxnChg>
        <pc:cxnChg chg="add mod">
          <ac:chgData name="최문영" userId="c9c2ca5b-20f2-48c9-9e1f-a03229bf2768" providerId="ADAL" clId="{022143C9-A375-40BE-9933-F3C84D8AD99A}" dt="2025-08-01T02:57:35.694" v="859" actId="465"/>
          <ac:cxnSpMkLst>
            <pc:docMk/>
            <pc:sldMk cId="144539616" sldId="875"/>
            <ac:cxnSpMk id="14" creationId="{CD658884-CA65-6B2D-B088-6A2E09D2BB8B}"/>
          </ac:cxnSpMkLst>
        </pc:cxnChg>
        <pc:cxnChg chg="add mod">
          <ac:chgData name="최문영" userId="c9c2ca5b-20f2-48c9-9e1f-a03229bf2768" providerId="ADAL" clId="{022143C9-A375-40BE-9933-F3C84D8AD99A}" dt="2025-08-01T02:57:35.694" v="859" actId="465"/>
          <ac:cxnSpMkLst>
            <pc:docMk/>
            <pc:sldMk cId="144539616" sldId="875"/>
            <ac:cxnSpMk id="16" creationId="{468B9940-4948-A914-4E53-AA46D7FF0376}"/>
          </ac:cxnSpMkLst>
        </pc:cxnChg>
        <pc:cxnChg chg="add mod">
          <ac:chgData name="최문영" userId="c9c2ca5b-20f2-48c9-9e1f-a03229bf2768" providerId="ADAL" clId="{022143C9-A375-40BE-9933-F3C84D8AD99A}" dt="2025-08-01T02:49:50.368" v="727" actId="465"/>
          <ac:cxnSpMkLst>
            <pc:docMk/>
            <pc:sldMk cId="144539616" sldId="875"/>
            <ac:cxnSpMk id="18" creationId="{43907ECF-8C2B-619F-2894-9C5750DE8BA4}"/>
          </ac:cxnSpMkLst>
        </pc:cxnChg>
        <pc:cxnChg chg="add mod">
          <ac:chgData name="최문영" userId="c9c2ca5b-20f2-48c9-9e1f-a03229bf2768" providerId="ADAL" clId="{022143C9-A375-40BE-9933-F3C84D8AD99A}" dt="2025-08-01T02:49:50.368" v="727" actId="465"/>
          <ac:cxnSpMkLst>
            <pc:docMk/>
            <pc:sldMk cId="144539616" sldId="875"/>
            <ac:cxnSpMk id="19" creationId="{16399F58-523B-8313-E923-F0BD38BF500C}"/>
          </ac:cxnSpMkLst>
        </pc:cxnChg>
        <pc:cxnChg chg="add del mod">
          <ac:chgData name="최문영" userId="c9c2ca5b-20f2-48c9-9e1f-a03229bf2768" providerId="ADAL" clId="{022143C9-A375-40BE-9933-F3C84D8AD99A}" dt="2025-08-01T03:04:20.142" v="998" actId="478"/>
          <ac:cxnSpMkLst>
            <pc:docMk/>
            <pc:sldMk cId="144539616" sldId="875"/>
            <ac:cxnSpMk id="21" creationId="{3D25B984-7A34-9365-6727-58EFC97E5D51}"/>
          </ac:cxnSpMkLst>
        </pc:cxnChg>
        <pc:cxnChg chg="del">
          <ac:chgData name="최문영" userId="c9c2ca5b-20f2-48c9-9e1f-a03229bf2768" providerId="ADAL" clId="{022143C9-A375-40BE-9933-F3C84D8AD99A}" dt="2025-08-01T02:46:53.017" v="624" actId="478"/>
          <ac:cxnSpMkLst>
            <pc:docMk/>
            <pc:sldMk cId="144539616" sldId="875"/>
            <ac:cxnSpMk id="30" creationId="{B04AFEDC-4989-F544-C240-3A81D64F353A}"/>
          </ac:cxnSpMkLst>
        </pc:cxnChg>
        <pc:cxnChg chg="del">
          <ac:chgData name="최문영" userId="c9c2ca5b-20f2-48c9-9e1f-a03229bf2768" providerId="ADAL" clId="{022143C9-A375-40BE-9933-F3C84D8AD99A}" dt="2025-08-01T02:46:53.017" v="624" actId="478"/>
          <ac:cxnSpMkLst>
            <pc:docMk/>
            <pc:sldMk cId="144539616" sldId="875"/>
            <ac:cxnSpMk id="44" creationId="{59288B05-E7BC-D440-8ED6-E9148E1806C0}"/>
          </ac:cxnSpMkLst>
        </pc:cxnChg>
        <pc:cxnChg chg="mod">
          <ac:chgData name="최문영" userId="c9c2ca5b-20f2-48c9-9e1f-a03229bf2768" providerId="ADAL" clId="{022143C9-A375-40BE-9933-F3C84D8AD99A}" dt="2025-08-01T03:00:43.400" v="930" actId="208"/>
          <ac:cxnSpMkLst>
            <pc:docMk/>
            <pc:sldMk cId="144539616" sldId="875"/>
            <ac:cxnSpMk id="46" creationId="{30BA43C6-839D-8C15-AA7F-DA7CF6C24065}"/>
          </ac:cxnSpMkLst>
        </pc:cxnChg>
        <pc:cxnChg chg="mod">
          <ac:chgData name="최문영" userId="c9c2ca5b-20f2-48c9-9e1f-a03229bf2768" providerId="ADAL" clId="{022143C9-A375-40BE-9933-F3C84D8AD99A}" dt="2025-08-01T03:00:43.400" v="930" actId="208"/>
          <ac:cxnSpMkLst>
            <pc:docMk/>
            <pc:sldMk cId="144539616" sldId="875"/>
            <ac:cxnSpMk id="49" creationId="{29DD7461-72C4-F89F-4F37-304B1AA9894B}"/>
          </ac:cxnSpMkLst>
        </pc:cxnChg>
        <pc:cxnChg chg="mod">
          <ac:chgData name="최문영" userId="c9c2ca5b-20f2-48c9-9e1f-a03229bf2768" providerId="ADAL" clId="{022143C9-A375-40BE-9933-F3C84D8AD99A}" dt="2025-08-01T03:00:43.400" v="930" actId="208"/>
          <ac:cxnSpMkLst>
            <pc:docMk/>
            <pc:sldMk cId="144539616" sldId="875"/>
            <ac:cxnSpMk id="50" creationId="{75DCA788-EB53-3B13-A86D-E3177AF50BA6}"/>
          </ac:cxnSpMkLst>
        </pc:cxnChg>
        <pc:cxnChg chg="mod">
          <ac:chgData name="최문영" userId="c9c2ca5b-20f2-48c9-9e1f-a03229bf2768" providerId="ADAL" clId="{022143C9-A375-40BE-9933-F3C84D8AD99A}" dt="2025-08-01T02:58:17.382" v="866" actId="553"/>
          <ac:cxnSpMkLst>
            <pc:docMk/>
            <pc:sldMk cId="144539616" sldId="875"/>
            <ac:cxnSpMk id="51" creationId="{644B8182-8C78-F712-E586-A6A1AF9A7084}"/>
          </ac:cxnSpMkLst>
        </pc:cxnChg>
        <pc:cxnChg chg="mod">
          <ac:chgData name="최문영" userId="c9c2ca5b-20f2-48c9-9e1f-a03229bf2768" providerId="ADAL" clId="{022143C9-A375-40BE-9933-F3C84D8AD99A}" dt="2025-08-01T03:00:43.400" v="930" actId="208"/>
          <ac:cxnSpMkLst>
            <pc:docMk/>
            <pc:sldMk cId="144539616" sldId="875"/>
            <ac:cxnSpMk id="52" creationId="{EB053823-790A-2C68-7413-34178454B182}"/>
          </ac:cxnSpMkLst>
        </pc:cxnChg>
        <pc:cxnChg chg="mod">
          <ac:chgData name="최문영" userId="c9c2ca5b-20f2-48c9-9e1f-a03229bf2768" providerId="ADAL" clId="{022143C9-A375-40BE-9933-F3C84D8AD99A}" dt="2025-08-01T03:00:43.400" v="930" actId="208"/>
          <ac:cxnSpMkLst>
            <pc:docMk/>
            <pc:sldMk cId="144539616" sldId="875"/>
            <ac:cxnSpMk id="53" creationId="{0409B912-446A-6EE5-5D0E-5D9F505DC971}"/>
          </ac:cxnSpMkLst>
        </pc:cxnChg>
        <pc:cxnChg chg="mod">
          <ac:chgData name="최문영" userId="c9c2ca5b-20f2-48c9-9e1f-a03229bf2768" providerId="ADAL" clId="{022143C9-A375-40BE-9933-F3C84D8AD99A}" dt="2025-08-01T03:00:43.400" v="930" actId="208"/>
          <ac:cxnSpMkLst>
            <pc:docMk/>
            <pc:sldMk cId="144539616" sldId="875"/>
            <ac:cxnSpMk id="54" creationId="{090FB75B-F168-7286-CEF6-2159F4794057}"/>
          </ac:cxnSpMkLst>
        </pc:cxnChg>
        <pc:cxnChg chg="mod">
          <ac:chgData name="최문영" userId="c9c2ca5b-20f2-48c9-9e1f-a03229bf2768" providerId="ADAL" clId="{022143C9-A375-40BE-9933-F3C84D8AD99A}" dt="2025-08-01T03:00:43.400" v="930" actId="208"/>
          <ac:cxnSpMkLst>
            <pc:docMk/>
            <pc:sldMk cId="144539616" sldId="875"/>
            <ac:cxnSpMk id="55" creationId="{16BC9431-2CF2-72FC-BE83-5A3C06D81556}"/>
          </ac:cxnSpMkLst>
        </pc:cxnChg>
        <pc:cxnChg chg="add del mod">
          <ac:chgData name="최문영" userId="c9c2ca5b-20f2-48c9-9e1f-a03229bf2768" providerId="ADAL" clId="{022143C9-A375-40BE-9933-F3C84D8AD99A}" dt="2025-08-01T03:06:42.421" v="1097" actId="1038"/>
          <ac:cxnSpMkLst>
            <pc:docMk/>
            <pc:sldMk cId="144539616" sldId="875"/>
            <ac:cxnSpMk id="1024" creationId="{713A4AA8-0660-233C-5F05-37554D6D7437}"/>
          </ac:cxnSpMkLst>
        </pc:cxnChg>
        <pc:cxnChg chg="mod">
          <ac:chgData name="최문영" userId="c9c2ca5b-20f2-48c9-9e1f-a03229bf2768" providerId="ADAL" clId="{022143C9-A375-40BE-9933-F3C84D8AD99A}" dt="2025-08-01T03:06:42.421" v="1097" actId="1038"/>
          <ac:cxnSpMkLst>
            <pc:docMk/>
            <pc:sldMk cId="144539616" sldId="875"/>
            <ac:cxnSpMk id="1025" creationId="{64851C77-F1D5-D34A-3967-FA612032584B}"/>
          </ac:cxnSpMkLst>
        </pc:cxnChg>
        <pc:cxnChg chg="del mod">
          <ac:chgData name="최문영" userId="c9c2ca5b-20f2-48c9-9e1f-a03229bf2768" providerId="ADAL" clId="{022143C9-A375-40BE-9933-F3C84D8AD99A}" dt="2025-08-01T02:57:25.363" v="858" actId="478"/>
          <ac:cxnSpMkLst>
            <pc:docMk/>
            <pc:sldMk cId="144539616" sldId="875"/>
            <ac:cxnSpMk id="1026" creationId="{7EB4B7BB-A142-08EA-D2A6-F355B4396B5B}"/>
          </ac:cxnSpMkLst>
        </pc:cxnChg>
        <pc:cxnChg chg="del mod">
          <ac:chgData name="최문영" userId="c9c2ca5b-20f2-48c9-9e1f-a03229bf2768" providerId="ADAL" clId="{022143C9-A375-40BE-9933-F3C84D8AD99A}" dt="2025-08-01T03:06:29.649" v="1072" actId="478"/>
          <ac:cxnSpMkLst>
            <pc:docMk/>
            <pc:sldMk cId="144539616" sldId="875"/>
            <ac:cxnSpMk id="1027" creationId="{12488BA6-5B93-5F16-44F9-06576A08FDFB}"/>
          </ac:cxnSpMkLst>
        </pc:cxnChg>
        <pc:cxnChg chg="mod">
          <ac:chgData name="최문영" userId="c9c2ca5b-20f2-48c9-9e1f-a03229bf2768" providerId="ADAL" clId="{022143C9-A375-40BE-9933-F3C84D8AD99A}" dt="2025-08-01T03:03:39.189" v="989" actId="1035"/>
          <ac:cxnSpMkLst>
            <pc:docMk/>
            <pc:sldMk cId="144539616" sldId="875"/>
            <ac:cxnSpMk id="1031" creationId="{F464F057-CB42-BEBF-4610-A60E386804D4}"/>
          </ac:cxnSpMkLst>
        </pc:cxnChg>
        <pc:cxnChg chg="mod">
          <ac:chgData name="최문영" userId="c9c2ca5b-20f2-48c9-9e1f-a03229bf2768" providerId="ADAL" clId="{022143C9-A375-40BE-9933-F3C84D8AD99A}" dt="2025-08-01T03:03:39.189" v="989" actId="1035"/>
          <ac:cxnSpMkLst>
            <pc:docMk/>
            <pc:sldMk cId="144539616" sldId="875"/>
            <ac:cxnSpMk id="1032" creationId="{91A16B38-D021-F424-2915-7249A9058085}"/>
          </ac:cxnSpMkLst>
        </pc:cxnChg>
        <pc:cxnChg chg="mod">
          <ac:chgData name="최문영" userId="c9c2ca5b-20f2-48c9-9e1f-a03229bf2768" providerId="ADAL" clId="{022143C9-A375-40BE-9933-F3C84D8AD99A}" dt="2025-08-01T03:06:23.724" v="1068" actId="14100"/>
          <ac:cxnSpMkLst>
            <pc:docMk/>
            <pc:sldMk cId="144539616" sldId="875"/>
            <ac:cxnSpMk id="1033" creationId="{4DB4A2AD-8AA9-558F-505C-3534C5453432}"/>
          </ac:cxnSpMkLst>
        </pc:cxnChg>
        <pc:cxnChg chg="mod">
          <ac:chgData name="최문영" userId="c9c2ca5b-20f2-48c9-9e1f-a03229bf2768" providerId="ADAL" clId="{022143C9-A375-40BE-9933-F3C84D8AD99A}" dt="2025-08-01T03:06:44.514" v="1098" actId="14100"/>
          <ac:cxnSpMkLst>
            <pc:docMk/>
            <pc:sldMk cId="144539616" sldId="875"/>
            <ac:cxnSpMk id="1034" creationId="{CF621A9A-CE21-6DF3-BF01-22FF1EC67B6D}"/>
          </ac:cxnSpMkLst>
        </pc:cxnChg>
        <pc:cxnChg chg="add mod">
          <ac:chgData name="최문영" userId="c9c2ca5b-20f2-48c9-9e1f-a03229bf2768" providerId="ADAL" clId="{022143C9-A375-40BE-9933-F3C84D8AD99A}" dt="2025-08-01T03:06:42.421" v="1097" actId="1038"/>
          <ac:cxnSpMkLst>
            <pc:docMk/>
            <pc:sldMk cId="144539616" sldId="875"/>
            <ac:cxnSpMk id="1096" creationId="{EF4034CB-3525-34C0-C3DC-8343FB34549D}"/>
          </ac:cxnSpMkLst>
        </pc:cxnChg>
        <pc:cxnChg chg="add del mod">
          <ac:chgData name="최문영" userId="c9c2ca5b-20f2-48c9-9e1f-a03229bf2768" providerId="ADAL" clId="{022143C9-A375-40BE-9933-F3C84D8AD99A}" dt="2025-08-01T03:07:16.790" v="1120" actId="478"/>
          <ac:cxnSpMkLst>
            <pc:docMk/>
            <pc:sldMk cId="144539616" sldId="875"/>
            <ac:cxnSpMk id="1102" creationId="{297DA167-CDE8-C65A-12B3-24435395610E}"/>
          </ac:cxnSpMkLst>
        </pc:cxnChg>
      </pc:sldChg>
      <pc:sldChg chg="new del">
        <pc:chgData name="최문영" userId="c9c2ca5b-20f2-48c9-9e1f-a03229bf2768" providerId="ADAL" clId="{022143C9-A375-40BE-9933-F3C84D8AD99A}" dt="2025-08-01T02:46:44.121" v="621" actId="680"/>
        <pc:sldMkLst>
          <pc:docMk/>
          <pc:sldMk cId="2621701434" sldId="875"/>
        </pc:sldMkLst>
      </pc:sldChg>
      <pc:sldChg chg="addSp delSp modSp add del mod delAnim">
        <pc:chgData name="최문영" userId="c9c2ca5b-20f2-48c9-9e1f-a03229bf2768" providerId="ADAL" clId="{022143C9-A375-40BE-9933-F3C84D8AD99A}" dt="2025-08-01T03:07:11.891" v="1118" actId="47"/>
        <pc:sldMkLst>
          <pc:docMk/>
          <pc:sldMk cId="1184422720" sldId="876"/>
        </pc:sldMkLst>
        <pc:spChg chg="add mod">
          <ac:chgData name="최문영" userId="c9c2ca5b-20f2-48c9-9e1f-a03229bf2768" providerId="ADAL" clId="{022143C9-A375-40BE-9933-F3C84D8AD99A}" dt="2025-08-01T03:04:41.468" v="1033" actId="1076"/>
          <ac:spMkLst>
            <pc:docMk/>
            <pc:sldMk cId="1184422720" sldId="876"/>
            <ac:spMk id="2" creationId="{2E70602A-C19B-C736-1CA4-0529DD5AF028}"/>
          </ac:spMkLst>
        </pc:spChg>
        <pc:spChg chg="add mod">
          <ac:chgData name="최문영" userId="c9c2ca5b-20f2-48c9-9e1f-a03229bf2768" providerId="ADAL" clId="{022143C9-A375-40BE-9933-F3C84D8AD99A}" dt="2025-08-01T03:04:53.163" v="1034"/>
          <ac:spMkLst>
            <pc:docMk/>
            <pc:sldMk cId="1184422720" sldId="876"/>
            <ac:spMk id="3" creationId="{D4B165E1-8055-A00C-4963-00418AB707B9}"/>
          </ac:spMkLst>
        </pc:spChg>
        <pc:spChg chg="add mod">
          <ac:chgData name="최문영" userId="c9c2ca5b-20f2-48c9-9e1f-a03229bf2768" providerId="ADAL" clId="{022143C9-A375-40BE-9933-F3C84D8AD99A}" dt="2025-08-01T03:05:22.112" v="1056" actId="1076"/>
          <ac:spMkLst>
            <pc:docMk/>
            <pc:sldMk cId="1184422720" sldId="876"/>
            <ac:spMk id="4" creationId="{6154AECD-9147-0762-2A68-DAE56E8112E8}"/>
          </ac:spMkLst>
        </pc:spChg>
        <pc:spChg chg="mod">
          <ac:chgData name="최문영" userId="c9c2ca5b-20f2-48c9-9e1f-a03229bf2768" providerId="ADAL" clId="{022143C9-A375-40BE-9933-F3C84D8AD99A}" dt="2025-08-01T03:04:30.088" v="1027" actId="1036"/>
          <ac:spMkLst>
            <pc:docMk/>
            <pc:sldMk cId="1184422720" sldId="876"/>
            <ac:spMk id="23" creationId="{D4CCD903-9EA6-08F8-5204-D2AB506DD048}"/>
          </ac:spMkLst>
        </pc:spChg>
        <pc:spChg chg="mod">
          <ac:chgData name="최문영" userId="c9c2ca5b-20f2-48c9-9e1f-a03229bf2768" providerId="ADAL" clId="{022143C9-A375-40BE-9933-F3C84D8AD99A}" dt="2025-08-01T03:04:30.088" v="1027" actId="1036"/>
          <ac:spMkLst>
            <pc:docMk/>
            <pc:sldMk cId="1184422720" sldId="876"/>
            <ac:spMk id="32" creationId="{BC24DB3E-6FBD-AB29-D92F-0D962563EF1B}"/>
          </ac:spMkLst>
        </pc:spChg>
        <pc:spChg chg="del">
          <ac:chgData name="최문영" userId="c9c2ca5b-20f2-48c9-9e1f-a03229bf2768" providerId="ADAL" clId="{022143C9-A375-40BE-9933-F3C84D8AD99A}" dt="2025-08-01T03:04:33.967" v="1029" actId="478"/>
          <ac:spMkLst>
            <pc:docMk/>
            <pc:sldMk cId="1184422720" sldId="876"/>
            <ac:spMk id="1029" creationId="{9EA0C3DC-F6BA-6342-0916-1B30A3007DE9}"/>
          </ac:spMkLst>
        </pc:spChg>
        <pc:spChg chg="del">
          <ac:chgData name="최문영" userId="c9c2ca5b-20f2-48c9-9e1f-a03229bf2768" providerId="ADAL" clId="{022143C9-A375-40BE-9933-F3C84D8AD99A}" dt="2025-08-01T03:04:32.408" v="1028" actId="478"/>
          <ac:spMkLst>
            <pc:docMk/>
            <pc:sldMk cId="1184422720" sldId="876"/>
            <ac:spMk id="1030" creationId="{D863B333-8E8E-8E90-3075-1564BA893465}"/>
          </ac:spMkLst>
        </pc:spChg>
        <pc:spChg chg="del">
          <ac:chgData name="최문영" userId="c9c2ca5b-20f2-48c9-9e1f-a03229bf2768" providerId="ADAL" clId="{022143C9-A375-40BE-9933-F3C84D8AD99A}" dt="2025-08-01T03:04:35.255" v="1030" actId="478"/>
          <ac:spMkLst>
            <pc:docMk/>
            <pc:sldMk cId="1184422720" sldId="876"/>
            <ac:spMk id="1087" creationId="{2674A478-D71B-DC94-9647-DE46B5AB710B}"/>
          </ac:spMkLst>
        </pc:spChg>
        <pc:cxnChg chg="add del">
          <ac:chgData name="최문영" userId="c9c2ca5b-20f2-48c9-9e1f-a03229bf2768" providerId="ADAL" clId="{022143C9-A375-40BE-9933-F3C84D8AD99A}" dt="2025-08-01T03:04:17.052" v="997" actId="478"/>
          <ac:cxnSpMkLst>
            <pc:docMk/>
            <pc:sldMk cId="1184422720" sldId="876"/>
            <ac:cxnSpMk id="21" creationId="{CE542595-D14A-EFE9-EE3E-EA946ED4DDBB}"/>
          </ac:cxnSpMkLst>
        </pc:cxnChg>
        <pc:cxnChg chg="mod">
          <ac:chgData name="최문영" userId="c9c2ca5b-20f2-48c9-9e1f-a03229bf2768" providerId="ADAL" clId="{022143C9-A375-40BE-9933-F3C84D8AD99A}" dt="2025-08-01T03:05:33.581" v="1058" actId="14100"/>
          <ac:cxnSpMkLst>
            <pc:docMk/>
            <pc:sldMk cId="1184422720" sldId="876"/>
            <ac:cxnSpMk id="1024" creationId="{4A68C015-0717-5E38-A6EB-CEBD34DACB14}"/>
          </ac:cxnSpMkLst>
        </pc:cxnChg>
        <pc:cxnChg chg="mod">
          <ac:chgData name="최문영" userId="c9c2ca5b-20f2-48c9-9e1f-a03229bf2768" providerId="ADAL" clId="{022143C9-A375-40BE-9933-F3C84D8AD99A}" dt="2025-08-01T03:05:31.202" v="1057" actId="14100"/>
          <ac:cxnSpMkLst>
            <pc:docMk/>
            <pc:sldMk cId="1184422720" sldId="876"/>
            <ac:cxnSpMk id="1025" creationId="{ADF1259D-0BB2-7C45-EE7A-3FA1A780511E}"/>
          </ac:cxnSpMkLst>
        </pc:cxnChg>
        <pc:cxnChg chg="mod">
          <ac:chgData name="최문영" userId="c9c2ca5b-20f2-48c9-9e1f-a03229bf2768" providerId="ADAL" clId="{022143C9-A375-40BE-9933-F3C84D8AD99A}" dt="2025-08-01T03:05:36.282" v="1059" actId="14100"/>
          <ac:cxnSpMkLst>
            <pc:docMk/>
            <pc:sldMk cId="1184422720" sldId="876"/>
            <ac:cxnSpMk id="1027" creationId="{53909741-9FE1-4547-C3B4-C9A40E25B04A}"/>
          </ac:cxnSpMkLst>
        </pc:cxnChg>
        <pc:cxnChg chg="mod">
          <ac:chgData name="최문영" userId="c9c2ca5b-20f2-48c9-9e1f-a03229bf2768" providerId="ADAL" clId="{022143C9-A375-40BE-9933-F3C84D8AD99A}" dt="2025-08-01T03:04:30.088" v="1027" actId="1036"/>
          <ac:cxnSpMkLst>
            <pc:docMk/>
            <pc:sldMk cId="1184422720" sldId="876"/>
            <ac:cxnSpMk id="1033" creationId="{901DF6A5-684C-5195-3DDE-57E52D181E38}"/>
          </ac:cxnSpMkLst>
        </pc:cxnChg>
      </pc:sldChg>
      <pc:sldChg chg="delSp add del mod modTransition delAnim">
        <pc:chgData name="최문영" userId="c9c2ca5b-20f2-48c9-9e1f-a03229bf2768" providerId="ADAL" clId="{022143C9-A375-40BE-9933-F3C84D8AD99A}" dt="2025-08-01T03:03:21.484" v="961" actId="47"/>
        <pc:sldMkLst>
          <pc:docMk/>
          <pc:sldMk cId="3022062545" sldId="876"/>
        </pc:sldMkLst>
        <pc:spChg chg="del">
          <ac:chgData name="최문영" userId="c9c2ca5b-20f2-48c9-9e1f-a03229bf2768" providerId="ADAL" clId="{022143C9-A375-40BE-9933-F3C84D8AD99A}" dt="2025-08-01T03:03:02.220" v="958" actId="478"/>
          <ac:spMkLst>
            <pc:docMk/>
            <pc:sldMk cId="3022062545" sldId="876"/>
            <ac:spMk id="1029" creationId="{1704016A-203D-488C-D6FF-6CD7998E2D1B}"/>
          </ac:spMkLst>
        </pc:spChg>
        <pc:spChg chg="del">
          <ac:chgData name="최문영" userId="c9c2ca5b-20f2-48c9-9e1f-a03229bf2768" providerId="ADAL" clId="{022143C9-A375-40BE-9933-F3C84D8AD99A}" dt="2025-08-01T03:03:00.975" v="957" actId="478"/>
          <ac:spMkLst>
            <pc:docMk/>
            <pc:sldMk cId="3022062545" sldId="876"/>
            <ac:spMk id="1030" creationId="{1850C537-73D0-3448-E015-B2BA56E8182E}"/>
          </ac:spMkLst>
        </pc:spChg>
        <pc:spChg chg="del">
          <ac:chgData name="최문영" userId="c9c2ca5b-20f2-48c9-9e1f-a03229bf2768" providerId="ADAL" clId="{022143C9-A375-40BE-9933-F3C84D8AD99A}" dt="2025-08-01T03:02:59.538" v="956" actId="478"/>
          <ac:spMkLst>
            <pc:docMk/>
            <pc:sldMk cId="3022062545" sldId="876"/>
            <ac:spMk id="1087" creationId="{A3C650F3-B7E7-B6ED-ABBE-3DE12936A473}"/>
          </ac:spMkLst>
        </pc:spChg>
      </pc:sldChg>
      <pc:sldChg chg="addSp delSp modSp add mod modTransition delAnim modAnim modNotesTx">
        <pc:chgData name="최문영" userId="c9c2ca5b-20f2-48c9-9e1f-a03229bf2768" providerId="ADAL" clId="{022143C9-A375-40BE-9933-F3C84D8AD99A}" dt="2025-08-01T06:49:57.719" v="3547" actId="20577"/>
        <pc:sldMkLst>
          <pc:docMk/>
          <pc:sldMk cId="3699547722" sldId="877"/>
        </pc:sldMkLst>
        <pc:spChg chg="add mod">
          <ac:chgData name="최문영" userId="c9c2ca5b-20f2-48c9-9e1f-a03229bf2768" providerId="ADAL" clId="{022143C9-A375-40BE-9933-F3C84D8AD99A}" dt="2025-08-01T03:07:56.796" v="1162" actId="1076"/>
          <ac:spMkLst>
            <pc:docMk/>
            <pc:sldMk cId="3699547722" sldId="877"/>
            <ac:spMk id="2" creationId="{F07D4860-1370-B679-C025-87E9D1CA7608}"/>
          </ac:spMkLst>
        </pc:spChg>
        <pc:spChg chg="add mod">
          <ac:chgData name="최문영" userId="c9c2ca5b-20f2-48c9-9e1f-a03229bf2768" providerId="ADAL" clId="{022143C9-A375-40BE-9933-F3C84D8AD99A}" dt="2025-08-01T03:09:28.080" v="1276" actId="1038"/>
          <ac:spMkLst>
            <pc:docMk/>
            <pc:sldMk cId="3699547722" sldId="877"/>
            <ac:spMk id="9" creationId="{A71A3A29-7CB1-BBEB-28E5-C04EBBE6E1C6}"/>
          </ac:spMkLst>
        </pc:spChg>
        <pc:spChg chg="mod">
          <ac:chgData name="최문영" userId="c9c2ca5b-20f2-48c9-9e1f-a03229bf2768" providerId="ADAL" clId="{022143C9-A375-40BE-9933-F3C84D8AD99A}" dt="2025-08-01T03:27:03.816" v="1579" actId="20577"/>
          <ac:spMkLst>
            <pc:docMk/>
            <pc:sldMk cId="3699547722" sldId="877"/>
            <ac:spMk id="10" creationId="{56CF221D-200E-3971-D965-844E2661BBD8}"/>
          </ac:spMkLst>
        </pc:spChg>
        <pc:spChg chg="add del mod">
          <ac:chgData name="최문영" userId="c9c2ca5b-20f2-48c9-9e1f-a03229bf2768" providerId="ADAL" clId="{022143C9-A375-40BE-9933-F3C84D8AD99A}" dt="2025-08-01T03:09:38.120" v="1305" actId="478"/>
          <ac:spMkLst>
            <pc:docMk/>
            <pc:sldMk cId="3699547722" sldId="877"/>
            <ac:spMk id="12" creationId="{145AE47E-742B-634A-D2D5-10CFE72FE6B5}"/>
          </ac:spMkLst>
        </pc:spChg>
        <pc:spChg chg="add mod">
          <ac:chgData name="최문영" userId="c9c2ca5b-20f2-48c9-9e1f-a03229bf2768" providerId="ADAL" clId="{022143C9-A375-40BE-9933-F3C84D8AD99A}" dt="2025-08-01T03:09:37.210" v="1304" actId="20577"/>
          <ac:spMkLst>
            <pc:docMk/>
            <pc:sldMk cId="3699547722" sldId="877"/>
            <ac:spMk id="13" creationId="{CD20FBBE-28A3-2843-FD19-7E9C6E7DA4E9}"/>
          </ac:spMkLst>
        </pc:spChg>
        <pc:spChg chg="add mod ord">
          <ac:chgData name="최문영" userId="c9c2ca5b-20f2-48c9-9e1f-a03229bf2768" providerId="ADAL" clId="{022143C9-A375-40BE-9933-F3C84D8AD99A}" dt="2025-08-01T06:01:35.591" v="2877" actId="14100"/>
          <ac:spMkLst>
            <pc:docMk/>
            <pc:sldMk cId="3699547722" sldId="877"/>
            <ac:spMk id="17" creationId="{D5DE929C-9ED5-18A5-5E9C-A83C067C5725}"/>
          </ac:spMkLst>
        </pc:spChg>
        <pc:spChg chg="add mod ord">
          <ac:chgData name="최문영" userId="c9c2ca5b-20f2-48c9-9e1f-a03229bf2768" providerId="ADAL" clId="{022143C9-A375-40BE-9933-F3C84D8AD99A}" dt="2025-08-01T06:01:38.821" v="2878" actId="14100"/>
          <ac:spMkLst>
            <pc:docMk/>
            <pc:sldMk cId="3699547722" sldId="877"/>
            <ac:spMk id="20" creationId="{49F91B49-24EC-4F06-57E4-DCF7DC7EA1BD}"/>
          </ac:spMkLst>
        </pc:spChg>
        <pc:spChg chg="mod">
          <ac:chgData name="최문영" userId="c9c2ca5b-20f2-48c9-9e1f-a03229bf2768" providerId="ADAL" clId="{022143C9-A375-40BE-9933-F3C84D8AD99A}" dt="2025-08-01T03:07:33.562" v="1143" actId="1035"/>
          <ac:spMkLst>
            <pc:docMk/>
            <pc:sldMk cId="3699547722" sldId="877"/>
            <ac:spMk id="23" creationId="{A4F33BEF-0267-EF59-5B26-F32F4B7394CF}"/>
          </ac:spMkLst>
        </pc:spChg>
        <pc:spChg chg="mod">
          <ac:chgData name="최문영" userId="c9c2ca5b-20f2-48c9-9e1f-a03229bf2768" providerId="ADAL" clId="{022143C9-A375-40BE-9933-F3C84D8AD99A}" dt="2025-08-01T03:07:33.562" v="1143" actId="1035"/>
          <ac:spMkLst>
            <pc:docMk/>
            <pc:sldMk cId="3699547722" sldId="877"/>
            <ac:spMk id="32" creationId="{B2B90B70-C43B-42E2-24A5-A7304AAF3FB7}"/>
          </ac:spMkLst>
        </pc:spChg>
        <pc:spChg chg="del">
          <ac:chgData name="최문영" userId="c9c2ca5b-20f2-48c9-9e1f-a03229bf2768" providerId="ADAL" clId="{022143C9-A375-40BE-9933-F3C84D8AD99A}" dt="2025-08-01T03:07:26.148" v="1123" actId="478"/>
          <ac:spMkLst>
            <pc:docMk/>
            <pc:sldMk cId="3699547722" sldId="877"/>
            <ac:spMk id="47" creationId="{A11F5FD0-B194-5E4A-59FB-0924F9121560}"/>
          </ac:spMkLst>
        </pc:spChg>
        <pc:spChg chg="mod">
          <ac:chgData name="최문영" userId="c9c2ca5b-20f2-48c9-9e1f-a03229bf2768" providerId="ADAL" clId="{022143C9-A375-40BE-9933-F3C84D8AD99A}" dt="2025-08-01T05:59:25.905" v="2834" actId="20577"/>
          <ac:spMkLst>
            <pc:docMk/>
            <pc:sldMk cId="3699547722" sldId="877"/>
            <ac:spMk id="60" creationId="{5B1BEE9B-2125-3363-1CFD-B209FB591F2B}"/>
          </ac:spMkLst>
        </pc:spChg>
        <pc:spChg chg="mod">
          <ac:chgData name="최문영" userId="c9c2ca5b-20f2-48c9-9e1f-a03229bf2768" providerId="ADAL" clId="{022143C9-A375-40BE-9933-F3C84D8AD99A}" dt="2025-08-01T05:59:28.922" v="2836" actId="20577"/>
          <ac:spMkLst>
            <pc:docMk/>
            <pc:sldMk cId="3699547722" sldId="877"/>
            <ac:spMk id="61" creationId="{02DEB82E-2FC0-A519-BB16-725BD61AB6A6}"/>
          </ac:spMkLst>
        </pc:spChg>
        <pc:spChg chg="del">
          <ac:chgData name="최문영" userId="c9c2ca5b-20f2-48c9-9e1f-a03229bf2768" providerId="ADAL" clId="{022143C9-A375-40BE-9933-F3C84D8AD99A}" dt="2025-08-01T03:07:24.671" v="1122" actId="478"/>
          <ac:spMkLst>
            <pc:docMk/>
            <pc:sldMk cId="3699547722" sldId="877"/>
            <ac:spMk id="1029" creationId="{EA01E425-DFC2-2630-F5D7-A26B200797FE}"/>
          </ac:spMkLst>
        </pc:spChg>
        <pc:spChg chg="del">
          <ac:chgData name="최문영" userId="c9c2ca5b-20f2-48c9-9e1f-a03229bf2768" providerId="ADAL" clId="{022143C9-A375-40BE-9933-F3C84D8AD99A}" dt="2025-08-01T03:07:23.230" v="1121" actId="478"/>
          <ac:spMkLst>
            <pc:docMk/>
            <pc:sldMk cId="3699547722" sldId="877"/>
            <ac:spMk id="1030" creationId="{E54E40DE-613E-A59D-677B-170361A526ED}"/>
          </ac:spMkLst>
        </pc:spChg>
        <pc:spChg chg="del">
          <ac:chgData name="최문영" userId="c9c2ca5b-20f2-48c9-9e1f-a03229bf2768" providerId="ADAL" clId="{022143C9-A375-40BE-9933-F3C84D8AD99A}" dt="2025-08-01T03:08:41.471" v="1170" actId="478"/>
          <ac:spMkLst>
            <pc:docMk/>
            <pc:sldMk cId="3699547722" sldId="877"/>
            <ac:spMk id="1087" creationId="{69CA5B3B-BCFA-2C96-5621-5ACBA691CE7D}"/>
          </ac:spMkLst>
        </pc:spChg>
        <pc:spChg chg="mod">
          <ac:chgData name="최문영" userId="c9c2ca5b-20f2-48c9-9e1f-a03229bf2768" providerId="ADAL" clId="{022143C9-A375-40BE-9933-F3C84D8AD99A}" dt="2025-08-01T05:59:32.848" v="2838" actId="20577"/>
          <ac:spMkLst>
            <pc:docMk/>
            <pc:sldMk cId="3699547722" sldId="877"/>
            <ac:spMk id="1092" creationId="{A4E82791-D134-0071-ED81-610749DCC7C4}"/>
          </ac:spMkLst>
        </pc:spChg>
        <pc:cxnChg chg="add mod">
          <ac:chgData name="최문영" userId="c9c2ca5b-20f2-48c9-9e1f-a03229bf2768" providerId="ADAL" clId="{022143C9-A375-40BE-9933-F3C84D8AD99A}" dt="2025-08-01T03:08:29.023" v="1169" actId="1582"/>
          <ac:cxnSpMkLst>
            <pc:docMk/>
            <pc:sldMk cId="3699547722" sldId="877"/>
            <ac:cxnSpMk id="8" creationId="{5C3A57B8-D27A-D3E8-BC77-A6522B89B3D7}"/>
          </ac:cxnSpMkLst>
        </pc:cxnChg>
        <pc:cxnChg chg="mod">
          <ac:chgData name="최문영" userId="c9c2ca5b-20f2-48c9-9e1f-a03229bf2768" providerId="ADAL" clId="{022143C9-A375-40BE-9933-F3C84D8AD99A}" dt="2025-08-01T03:08:04.583" v="1163" actId="14100"/>
          <ac:cxnSpMkLst>
            <pc:docMk/>
            <pc:sldMk cId="3699547722" sldId="877"/>
            <ac:cxnSpMk id="1024" creationId="{D5C7BCBB-AEED-7CCF-386E-954E1D2603C9}"/>
          </ac:cxnSpMkLst>
        </pc:cxnChg>
        <pc:cxnChg chg="mod">
          <ac:chgData name="최문영" userId="c9c2ca5b-20f2-48c9-9e1f-a03229bf2768" providerId="ADAL" clId="{022143C9-A375-40BE-9933-F3C84D8AD99A}" dt="2025-08-01T03:08:06.775" v="1164" actId="14100"/>
          <ac:cxnSpMkLst>
            <pc:docMk/>
            <pc:sldMk cId="3699547722" sldId="877"/>
            <ac:cxnSpMk id="1025" creationId="{9FE031DC-D483-CF32-4E35-A8C0CF55938E}"/>
          </ac:cxnSpMkLst>
        </pc:cxnChg>
        <pc:cxnChg chg="mod">
          <ac:chgData name="최문영" userId="c9c2ca5b-20f2-48c9-9e1f-a03229bf2768" providerId="ADAL" clId="{022143C9-A375-40BE-9933-F3C84D8AD99A}" dt="2025-08-01T03:07:33.562" v="1143" actId="1035"/>
          <ac:cxnSpMkLst>
            <pc:docMk/>
            <pc:sldMk cId="3699547722" sldId="877"/>
            <ac:cxnSpMk id="1034" creationId="{4978AE8B-45F3-2580-1B07-94048115F388}"/>
          </ac:cxnSpMkLst>
        </pc:cxnChg>
        <pc:cxnChg chg="mod">
          <ac:chgData name="최문영" userId="c9c2ca5b-20f2-48c9-9e1f-a03229bf2768" providerId="ADAL" clId="{022143C9-A375-40BE-9933-F3C84D8AD99A}" dt="2025-08-01T03:08:09.130" v="1165" actId="14100"/>
          <ac:cxnSpMkLst>
            <pc:docMk/>
            <pc:sldMk cId="3699547722" sldId="877"/>
            <ac:cxnSpMk id="1096" creationId="{50BD1968-8522-FB26-DC1D-F18C3CACFE56}"/>
          </ac:cxnSpMkLst>
        </pc:cxnChg>
      </pc:sldChg>
      <pc:sldChg chg="addSp delSp modSp add mod modTransition delAnim modAnim">
        <pc:chgData name="최문영" userId="c9c2ca5b-20f2-48c9-9e1f-a03229bf2768" providerId="ADAL" clId="{022143C9-A375-40BE-9933-F3C84D8AD99A}" dt="2025-08-01T04:59:16.870" v="2133" actId="21"/>
        <pc:sldMkLst>
          <pc:docMk/>
          <pc:sldMk cId="1348128645" sldId="878"/>
        </pc:sldMkLst>
        <pc:spChg chg="add del">
          <ac:chgData name="최문영" userId="c9c2ca5b-20f2-48c9-9e1f-a03229bf2768" providerId="ADAL" clId="{022143C9-A375-40BE-9933-F3C84D8AD99A}" dt="2025-08-01T03:30:44.786" v="1714" actId="478"/>
          <ac:spMkLst>
            <pc:docMk/>
            <pc:sldMk cId="1348128645" sldId="878"/>
            <ac:spMk id="2" creationId="{D9A6530A-6ECF-2588-C4F8-E194965732D3}"/>
          </ac:spMkLst>
        </pc:spChg>
        <pc:spChg chg="add del mo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3" creationId="{CF9AA607-F043-FE32-0300-95880E612EEE}"/>
          </ac:spMkLst>
        </pc:spChg>
        <pc:spChg chg="add del mo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4" creationId="{85374CDD-DD32-58F4-7655-81CD114759A7}"/>
          </ac:spMkLst>
        </pc:spChg>
        <pc:spChg chg="add del mo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5" creationId="{A2232338-9446-268E-CD3A-4C3B0C13D45F}"/>
          </ac:spMkLst>
        </pc:spChg>
        <pc:spChg chg="del">
          <ac:chgData name="최문영" userId="c9c2ca5b-20f2-48c9-9e1f-a03229bf2768" providerId="ADAL" clId="{022143C9-A375-40BE-9933-F3C84D8AD99A}" dt="2025-08-01T03:27:33.480" v="1598" actId="478"/>
          <ac:spMkLst>
            <pc:docMk/>
            <pc:sldMk cId="1348128645" sldId="878"/>
            <ac:spMk id="8" creationId="{8C78BC4C-7DB6-7009-17D4-13C5B80A93A0}"/>
          </ac:spMkLst>
        </pc:spChg>
        <pc:spChg chg="add del mo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9" creationId="{477925DF-B041-6116-1A9A-8863D53E3EEE}"/>
          </ac:spMkLst>
        </pc:spChg>
        <pc:spChg chg="del">
          <ac:chgData name="최문영" userId="c9c2ca5b-20f2-48c9-9e1f-a03229bf2768" providerId="ADAL" clId="{022143C9-A375-40BE-9933-F3C84D8AD99A}" dt="2025-08-01T03:27:35.445" v="1601" actId="478"/>
          <ac:spMkLst>
            <pc:docMk/>
            <pc:sldMk cId="1348128645" sldId="878"/>
            <ac:spMk id="11" creationId="{624C47B0-461B-4247-B6D2-0D1C591E0096}"/>
          </ac:spMkLst>
        </pc:spChg>
        <pc:spChg chg="add del mo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12" creationId="{50438734-8059-E5AE-7250-8968CF9DE134}"/>
          </ac:spMkLst>
        </pc:spChg>
        <pc:spChg chg="add del mo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13" creationId="{CECC47E4-080B-C117-4CB1-8A9F7A4075E3}"/>
          </ac:spMkLst>
        </pc:spChg>
        <pc:spChg chg="add del mo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17" creationId="{2FA5D3B7-5EC2-270E-A864-FE5B0F8E11D3}"/>
          </ac:spMkLst>
        </pc:spChg>
        <pc:spChg chg="add del">
          <ac:chgData name="최문영" userId="c9c2ca5b-20f2-48c9-9e1f-a03229bf2768" providerId="ADAL" clId="{022143C9-A375-40BE-9933-F3C84D8AD99A}" dt="2025-08-01T03:28:30.449" v="1638" actId="478"/>
          <ac:spMkLst>
            <pc:docMk/>
            <pc:sldMk cId="1348128645" sldId="878"/>
            <ac:spMk id="18" creationId="{552D2573-8F85-5F7D-02E2-D1166DF210AA}"/>
          </ac:spMkLst>
        </pc:spChg>
        <pc:spChg chg="add del mod">
          <ac:chgData name="최문영" userId="c9c2ca5b-20f2-48c9-9e1f-a03229bf2768" providerId="ADAL" clId="{022143C9-A375-40BE-9933-F3C84D8AD99A}" dt="2025-08-01T03:40:38.206" v="1853" actId="478"/>
          <ac:spMkLst>
            <pc:docMk/>
            <pc:sldMk cId="1348128645" sldId="878"/>
            <ac:spMk id="39" creationId="{CC7C06E0-A7C1-6428-4418-510D0B716957}"/>
          </ac:spMkLst>
        </pc:spChg>
        <pc:spChg chg="add del mod">
          <ac:chgData name="최문영" userId="c9c2ca5b-20f2-48c9-9e1f-a03229bf2768" providerId="ADAL" clId="{022143C9-A375-40BE-9933-F3C84D8AD99A}" dt="2025-08-01T03:40:38.206" v="1853" actId="478"/>
          <ac:spMkLst>
            <pc:docMk/>
            <pc:sldMk cId="1348128645" sldId="878"/>
            <ac:spMk id="40" creationId="{BC3FD177-8A4A-D355-8AF9-D3F347047160}"/>
          </ac:spMkLst>
        </pc:spChg>
        <pc:spChg chg="add del mod or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42" creationId="{847F443C-0058-6290-593B-6783A41A0B6E}"/>
          </ac:spMkLst>
        </pc:spChg>
        <pc:spChg chg="add del mo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43" creationId="{79B2D77B-B00A-60EA-812E-9585F13D8233}"/>
          </ac:spMkLst>
        </pc:spChg>
        <pc:spChg chg="add del mod">
          <ac:chgData name="최문영" userId="c9c2ca5b-20f2-48c9-9e1f-a03229bf2768" providerId="ADAL" clId="{022143C9-A375-40BE-9933-F3C84D8AD99A}" dt="2025-08-01T04:53:29.131" v="1881" actId="478"/>
          <ac:spMkLst>
            <pc:docMk/>
            <pc:sldMk cId="1348128645" sldId="878"/>
            <ac:spMk id="44" creationId="{FB554DC8-818E-351B-55D6-5C40646B9D4B}"/>
          </ac:spMkLst>
        </pc:spChg>
        <pc:spChg chg="mod">
          <ac:chgData name="최문영" userId="c9c2ca5b-20f2-48c9-9e1f-a03229bf2768" providerId="ADAL" clId="{022143C9-A375-40BE-9933-F3C84D8AD99A}" dt="2025-08-01T04:54:28.552" v="1922" actId="1076"/>
          <ac:spMkLst>
            <pc:docMk/>
            <pc:sldMk cId="1348128645" sldId="878"/>
            <ac:spMk id="47" creationId="{03090684-F92F-6C81-96A2-788C77DB2647}"/>
          </ac:spMkLst>
        </pc:spChg>
        <pc:spChg chg="add del mod">
          <ac:chgData name="최문영" userId="c9c2ca5b-20f2-48c9-9e1f-a03229bf2768" providerId="ADAL" clId="{022143C9-A375-40BE-9933-F3C84D8AD99A}" dt="2025-08-01T04:54:37.378" v="1948" actId="1035"/>
          <ac:spMkLst>
            <pc:docMk/>
            <pc:sldMk cId="1348128645" sldId="878"/>
            <ac:spMk id="48" creationId="{34B6E163-D1C5-E3B1-57CB-B8342C4342A6}"/>
          </ac:spMkLst>
        </pc:spChg>
        <pc:spChg chg="add mod">
          <ac:chgData name="최문영" userId="c9c2ca5b-20f2-48c9-9e1f-a03229bf2768" providerId="ADAL" clId="{022143C9-A375-40BE-9933-F3C84D8AD99A}" dt="2025-08-01T04:54:37.378" v="1948" actId="1035"/>
          <ac:spMkLst>
            <pc:docMk/>
            <pc:sldMk cId="1348128645" sldId="878"/>
            <ac:spMk id="49" creationId="{222BB63F-CD42-6FD7-C9B9-46537A1B061F}"/>
          </ac:spMkLst>
        </pc:spChg>
        <pc:spChg chg="add mod">
          <ac:chgData name="최문영" userId="c9c2ca5b-20f2-48c9-9e1f-a03229bf2768" providerId="ADAL" clId="{022143C9-A375-40BE-9933-F3C84D8AD99A}" dt="2025-08-01T04:54:37.378" v="1948" actId="1035"/>
          <ac:spMkLst>
            <pc:docMk/>
            <pc:sldMk cId="1348128645" sldId="878"/>
            <ac:spMk id="50" creationId="{C32BE737-B83F-ECD6-EE01-CD2C1C3903AC}"/>
          </ac:spMkLst>
        </pc:spChg>
        <pc:spChg chg="add mod">
          <ac:chgData name="최문영" userId="c9c2ca5b-20f2-48c9-9e1f-a03229bf2768" providerId="ADAL" clId="{022143C9-A375-40BE-9933-F3C84D8AD99A}" dt="2025-08-01T04:54:37.378" v="1948" actId="1035"/>
          <ac:spMkLst>
            <pc:docMk/>
            <pc:sldMk cId="1348128645" sldId="878"/>
            <ac:spMk id="51" creationId="{EB7C2E73-F7DF-35AD-D75B-0FC1BD6AFF70}"/>
          </ac:spMkLst>
        </pc:spChg>
        <pc:spChg chg="add mod">
          <ac:chgData name="최문영" userId="c9c2ca5b-20f2-48c9-9e1f-a03229bf2768" providerId="ADAL" clId="{022143C9-A375-40BE-9933-F3C84D8AD99A}" dt="2025-08-01T04:54:37.378" v="1948" actId="1035"/>
          <ac:spMkLst>
            <pc:docMk/>
            <pc:sldMk cId="1348128645" sldId="878"/>
            <ac:spMk id="52" creationId="{ED27E93C-7FF5-F691-BDB8-CD202C51AC9E}"/>
          </ac:spMkLst>
        </pc:spChg>
        <pc:spChg chg="add mod">
          <ac:chgData name="최문영" userId="c9c2ca5b-20f2-48c9-9e1f-a03229bf2768" providerId="ADAL" clId="{022143C9-A375-40BE-9933-F3C84D8AD99A}" dt="2025-08-01T04:54:37.378" v="1948" actId="1035"/>
          <ac:spMkLst>
            <pc:docMk/>
            <pc:sldMk cId="1348128645" sldId="878"/>
            <ac:spMk id="53" creationId="{9D7B063C-234D-D2C2-91B9-7F2CD979A430}"/>
          </ac:spMkLst>
        </pc:spChg>
        <pc:spChg chg="add mod">
          <ac:chgData name="최문영" userId="c9c2ca5b-20f2-48c9-9e1f-a03229bf2768" providerId="ADAL" clId="{022143C9-A375-40BE-9933-F3C84D8AD99A}" dt="2025-08-01T04:54:37.378" v="1948" actId="1035"/>
          <ac:spMkLst>
            <pc:docMk/>
            <pc:sldMk cId="1348128645" sldId="878"/>
            <ac:spMk id="54" creationId="{FC7E2A9F-A084-28AF-B5B5-81FDA9AECD63}"/>
          </ac:spMkLst>
        </pc:spChg>
        <pc:spChg chg="add del mod">
          <ac:chgData name="최문영" userId="c9c2ca5b-20f2-48c9-9e1f-a03229bf2768" providerId="ADAL" clId="{022143C9-A375-40BE-9933-F3C84D8AD99A}" dt="2025-08-01T04:54:23.900" v="1920" actId="478"/>
          <ac:spMkLst>
            <pc:docMk/>
            <pc:sldMk cId="1348128645" sldId="878"/>
            <ac:spMk id="61" creationId="{D4C2DE56-156E-15CD-6046-BDA74F5D3AE6}"/>
          </ac:spMkLst>
        </pc:spChg>
        <pc:spChg chg="add mod">
          <ac:chgData name="최문영" userId="c9c2ca5b-20f2-48c9-9e1f-a03229bf2768" providerId="ADAL" clId="{022143C9-A375-40BE-9933-F3C84D8AD99A}" dt="2025-08-01T04:54:37.378" v="1948" actId="1035"/>
          <ac:spMkLst>
            <pc:docMk/>
            <pc:sldMk cId="1348128645" sldId="878"/>
            <ac:spMk id="62" creationId="{C0025899-4CFB-8705-FCF4-9FBAA6BDDDDC}"/>
          </ac:spMkLst>
        </pc:spChg>
        <pc:spChg chg="add mod">
          <ac:chgData name="최문영" userId="c9c2ca5b-20f2-48c9-9e1f-a03229bf2768" providerId="ADAL" clId="{022143C9-A375-40BE-9933-F3C84D8AD99A}" dt="2025-08-01T04:54:58.462" v="1952" actId="207"/>
          <ac:spMkLst>
            <pc:docMk/>
            <pc:sldMk cId="1348128645" sldId="878"/>
            <ac:spMk id="66" creationId="{E09D6020-1C19-D359-BA89-3D8BEE581F9B}"/>
          </ac:spMkLst>
        </pc:spChg>
        <pc:spChg chg="add mod">
          <ac:chgData name="최문영" userId="c9c2ca5b-20f2-48c9-9e1f-a03229bf2768" providerId="ADAL" clId="{022143C9-A375-40BE-9933-F3C84D8AD99A}" dt="2025-08-01T04:54:58.462" v="1952" actId="207"/>
          <ac:spMkLst>
            <pc:docMk/>
            <pc:sldMk cId="1348128645" sldId="878"/>
            <ac:spMk id="67" creationId="{F7CE2751-B723-DA3A-4CF3-7BC2C508600B}"/>
          </ac:spMkLst>
        </pc:spChg>
        <pc:spChg chg="add mod">
          <ac:chgData name="최문영" userId="c9c2ca5b-20f2-48c9-9e1f-a03229bf2768" providerId="ADAL" clId="{022143C9-A375-40BE-9933-F3C84D8AD99A}" dt="2025-08-01T04:54:58.462" v="1952" actId="207"/>
          <ac:spMkLst>
            <pc:docMk/>
            <pc:sldMk cId="1348128645" sldId="878"/>
            <ac:spMk id="68" creationId="{6B72E472-450A-617E-7D9B-FF2E44527C6A}"/>
          </ac:spMkLst>
        </pc:spChg>
        <pc:spChg chg="add mod">
          <ac:chgData name="최문영" userId="c9c2ca5b-20f2-48c9-9e1f-a03229bf2768" providerId="ADAL" clId="{022143C9-A375-40BE-9933-F3C84D8AD99A}" dt="2025-08-01T04:54:58.462" v="1952" actId="207"/>
          <ac:spMkLst>
            <pc:docMk/>
            <pc:sldMk cId="1348128645" sldId="878"/>
            <ac:spMk id="69" creationId="{5DCEDD6F-5D17-8ADA-D321-777FC3CD6412}"/>
          </ac:spMkLst>
        </pc:spChg>
        <pc:spChg chg="add mod">
          <ac:chgData name="최문영" userId="c9c2ca5b-20f2-48c9-9e1f-a03229bf2768" providerId="ADAL" clId="{022143C9-A375-40BE-9933-F3C84D8AD99A}" dt="2025-08-01T04:54:58.462" v="1952" actId="207"/>
          <ac:spMkLst>
            <pc:docMk/>
            <pc:sldMk cId="1348128645" sldId="878"/>
            <ac:spMk id="70" creationId="{DCA27D87-4210-813F-CF09-94BC4CDB6A41}"/>
          </ac:spMkLst>
        </pc:spChg>
        <pc:spChg chg="add mod">
          <ac:chgData name="최문영" userId="c9c2ca5b-20f2-48c9-9e1f-a03229bf2768" providerId="ADAL" clId="{022143C9-A375-40BE-9933-F3C84D8AD99A}" dt="2025-08-01T04:54:58.462" v="1952" actId="207"/>
          <ac:spMkLst>
            <pc:docMk/>
            <pc:sldMk cId="1348128645" sldId="878"/>
            <ac:spMk id="71" creationId="{6B7D857A-D1BF-7D65-FDB3-C54614DD08F0}"/>
          </ac:spMkLst>
        </pc:spChg>
        <pc:spChg chg="add mod">
          <ac:chgData name="최문영" userId="c9c2ca5b-20f2-48c9-9e1f-a03229bf2768" providerId="ADAL" clId="{022143C9-A375-40BE-9933-F3C84D8AD99A}" dt="2025-08-01T04:54:58.462" v="1952" actId="207"/>
          <ac:spMkLst>
            <pc:docMk/>
            <pc:sldMk cId="1348128645" sldId="878"/>
            <ac:spMk id="72" creationId="{7F515AFF-F5B4-D9BF-A809-1E533FA55863}"/>
          </ac:spMkLst>
        </pc:spChg>
        <pc:spChg chg="add mod">
          <ac:chgData name="최문영" userId="c9c2ca5b-20f2-48c9-9e1f-a03229bf2768" providerId="ADAL" clId="{022143C9-A375-40BE-9933-F3C84D8AD99A}" dt="2025-08-01T04:54:58.462" v="1952" actId="207"/>
          <ac:spMkLst>
            <pc:docMk/>
            <pc:sldMk cId="1348128645" sldId="878"/>
            <ac:spMk id="79" creationId="{EE2018F0-909D-1648-4497-C84E23ECFD2E}"/>
          </ac:spMkLst>
        </pc:spChg>
        <pc:spChg chg="add mod">
          <ac:chgData name="최문영" userId="c9c2ca5b-20f2-48c9-9e1f-a03229bf2768" providerId="ADAL" clId="{022143C9-A375-40BE-9933-F3C84D8AD99A}" dt="2025-08-01T04:55:50.239" v="1997" actId="1076"/>
          <ac:spMkLst>
            <pc:docMk/>
            <pc:sldMk cId="1348128645" sldId="878"/>
            <ac:spMk id="81" creationId="{21293120-A7A1-24B5-1E9E-675F28BA78E8}"/>
          </ac:spMkLst>
        </pc:spChg>
        <pc:picChg chg="del">
          <ac:chgData name="최문영" userId="c9c2ca5b-20f2-48c9-9e1f-a03229bf2768" providerId="ADAL" clId="{022143C9-A375-40BE-9933-F3C84D8AD99A}" dt="2025-08-01T03:27:34.134" v="1599" actId="478"/>
          <ac:picMkLst>
            <pc:docMk/>
            <pc:sldMk cId="1348128645" sldId="878"/>
            <ac:picMk id="7" creationId="{C89409F0-2A79-15EE-7448-EB8AA38BAEE1}"/>
          </ac:picMkLst>
        </pc:picChg>
        <pc:picChg chg="del mod modCrop">
          <ac:chgData name="최문영" userId="c9c2ca5b-20f2-48c9-9e1f-a03229bf2768" providerId="ADAL" clId="{022143C9-A375-40BE-9933-F3C84D8AD99A}" dt="2025-08-01T03:28:59.660" v="1641" actId="478"/>
          <ac:picMkLst>
            <pc:docMk/>
            <pc:sldMk cId="1348128645" sldId="878"/>
            <ac:picMk id="14" creationId="{8343C6AD-4C7E-A6EA-2836-29849FD2D331}"/>
          </ac:picMkLst>
        </pc:picChg>
        <pc:picChg chg="del">
          <ac:chgData name="최문영" userId="c9c2ca5b-20f2-48c9-9e1f-a03229bf2768" providerId="ADAL" clId="{022143C9-A375-40BE-9933-F3C84D8AD99A}" dt="2025-08-01T03:27:34.955" v="1600" actId="478"/>
          <ac:picMkLst>
            <pc:docMk/>
            <pc:sldMk cId="1348128645" sldId="878"/>
            <ac:picMk id="16" creationId="{6A5222F3-23DB-162E-A90B-268F8368ABF2}"/>
          </ac:picMkLst>
        </pc:picChg>
        <pc:picChg chg="add del mod">
          <ac:chgData name="최문영" userId="c9c2ca5b-20f2-48c9-9e1f-a03229bf2768" providerId="ADAL" clId="{022143C9-A375-40BE-9933-F3C84D8AD99A}" dt="2025-08-01T04:59:16.870" v="2133" actId="21"/>
          <ac:picMkLst>
            <pc:docMk/>
            <pc:sldMk cId="1348128645" sldId="878"/>
            <ac:picMk id="46" creationId="{BF5EF090-55BB-2430-CB34-C53F41641293}"/>
          </ac:picMkLst>
        </pc:picChg>
        <pc:cxnChg chg="add mod">
          <ac:chgData name="최문영" userId="c9c2ca5b-20f2-48c9-9e1f-a03229bf2768" providerId="ADAL" clId="{022143C9-A375-40BE-9933-F3C84D8AD99A}" dt="2025-08-01T03:35:56.361" v="1799" actId="14100"/>
          <ac:cxnSpMkLst>
            <pc:docMk/>
            <pc:sldMk cId="1348128645" sldId="878"/>
            <ac:cxnSpMk id="20" creationId="{C82689EF-FDD5-220D-6E39-1412286B98F7}"/>
          </ac:cxnSpMkLst>
        </pc:cxnChg>
        <pc:cxnChg chg="add mod">
          <ac:chgData name="최문영" userId="c9c2ca5b-20f2-48c9-9e1f-a03229bf2768" providerId="ADAL" clId="{022143C9-A375-40BE-9933-F3C84D8AD99A}" dt="2025-08-01T03:34:24.165" v="1786" actId="208"/>
          <ac:cxnSpMkLst>
            <pc:docMk/>
            <pc:sldMk cId="1348128645" sldId="878"/>
            <ac:cxnSpMk id="21" creationId="{79346CF6-D2DD-F195-9596-FFCB0381C2B5}"/>
          </ac:cxnSpMkLst>
        </pc:cxnChg>
        <pc:cxnChg chg="add mod">
          <ac:chgData name="최문영" userId="c9c2ca5b-20f2-48c9-9e1f-a03229bf2768" providerId="ADAL" clId="{022143C9-A375-40BE-9933-F3C84D8AD99A}" dt="2025-08-01T03:34:24.165" v="1786" actId="208"/>
          <ac:cxnSpMkLst>
            <pc:docMk/>
            <pc:sldMk cId="1348128645" sldId="878"/>
            <ac:cxnSpMk id="26" creationId="{43669DD0-86C5-C0AB-AB74-CF8BB3594520}"/>
          </ac:cxnSpMkLst>
        </pc:cxnChg>
        <pc:cxnChg chg="add mod">
          <ac:chgData name="최문영" userId="c9c2ca5b-20f2-48c9-9e1f-a03229bf2768" providerId="ADAL" clId="{022143C9-A375-40BE-9933-F3C84D8AD99A}" dt="2025-08-01T03:37:14.880" v="1822" actId="14100"/>
          <ac:cxnSpMkLst>
            <pc:docMk/>
            <pc:sldMk cId="1348128645" sldId="878"/>
            <ac:cxnSpMk id="29" creationId="{18494E3E-2CA1-A175-A551-4DF5A93FAEE9}"/>
          </ac:cxnSpMkLst>
        </pc:cxnChg>
        <pc:cxnChg chg="add mod">
          <ac:chgData name="최문영" userId="c9c2ca5b-20f2-48c9-9e1f-a03229bf2768" providerId="ADAL" clId="{022143C9-A375-40BE-9933-F3C84D8AD99A}" dt="2025-08-01T03:35:56.361" v="1799" actId="14100"/>
          <ac:cxnSpMkLst>
            <pc:docMk/>
            <pc:sldMk cId="1348128645" sldId="878"/>
            <ac:cxnSpMk id="32" creationId="{03751C00-9015-C3DC-8F21-4D854D322364}"/>
          </ac:cxnSpMkLst>
        </pc:cxnChg>
        <pc:cxnChg chg="add mod">
          <ac:chgData name="최문영" userId="c9c2ca5b-20f2-48c9-9e1f-a03229bf2768" providerId="ADAL" clId="{022143C9-A375-40BE-9933-F3C84D8AD99A}" dt="2025-08-01T03:34:27.796" v="1797" actId="1036"/>
          <ac:cxnSpMkLst>
            <pc:docMk/>
            <pc:sldMk cId="1348128645" sldId="878"/>
            <ac:cxnSpMk id="36" creationId="{0D12CEDB-85DC-FCA3-E9DA-66AC8329FAAD}"/>
          </ac:cxnSpMkLst>
        </pc:cxnChg>
        <pc:cxnChg chg="mod">
          <ac:chgData name="최문영" userId="c9c2ca5b-20f2-48c9-9e1f-a03229bf2768" providerId="ADAL" clId="{022143C9-A375-40BE-9933-F3C84D8AD99A}" dt="2025-08-01T04:53:58.201" v="1907" actId="1035"/>
          <ac:cxnSpMkLst>
            <pc:docMk/>
            <pc:sldMk cId="1348128645" sldId="878"/>
            <ac:cxnSpMk id="55" creationId="{3224EE51-D09C-2915-1EE2-353927B6C1B5}"/>
          </ac:cxnSpMkLst>
        </pc:cxnChg>
        <pc:cxnChg chg="add mod">
          <ac:chgData name="최문영" userId="c9c2ca5b-20f2-48c9-9e1f-a03229bf2768" providerId="ADAL" clId="{022143C9-A375-40BE-9933-F3C84D8AD99A}" dt="2025-08-01T04:54:37.378" v="1948" actId="1035"/>
          <ac:cxnSpMkLst>
            <pc:docMk/>
            <pc:sldMk cId="1348128645" sldId="878"/>
            <ac:cxnSpMk id="56" creationId="{CC7AF9A5-5A31-095E-31C3-F1C58647FFB4}"/>
          </ac:cxnSpMkLst>
        </pc:cxnChg>
        <pc:cxnChg chg="mod">
          <ac:chgData name="최문영" userId="c9c2ca5b-20f2-48c9-9e1f-a03229bf2768" providerId="ADAL" clId="{022143C9-A375-40BE-9933-F3C84D8AD99A}" dt="2025-08-01T04:54:07.243" v="1912" actId="478"/>
          <ac:cxnSpMkLst>
            <pc:docMk/>
            <pc:sldMk cId="1348128645" sldId="878"/>
            <ac:cxnSpMk id="57" creationId="{DB893673-8877-B90B-989B-1D5479A89E71}"/>
          </ac:cxnSpMkLst>
        </pc:cxnChg>
        <pc:cxnChg chg="mod">
          <ac:chgData name="최문영" userId="c9c2ca5b-20f2-48c9-9e1f-a03229bf2768" providerId="ADAL" clId="{022143C9-A375-40BE-9933-F3C84D8AD99A}" dt="2025-08-01T04:54:07.243" v="1912" actId="478"/>
          <ac:cxnSpMkLst>
            <pc:docMk/>
            <pc:sldMk cId="1348128645" sldId="878"/>
            <ac:cxnSpMk id="58" creationId="{A6BE9D5B-5D01-F490-92BF-5724C88BD8AE}"/>
          </ac:cxnSpMkLst>
        </pc:cxnChg>
        <pc:cxnChg chg="mod">
          <ac:chgData name="최문영" userId="c9c2ca5b-20f2-48c9-9e1f-a03229bf2768" providerId="ADAL" clId="{022143C9-A375-40BE-9933-F3C84D8AD99A}" dt="2025-08-01T04:54:33.592" v="1932" actId="14100"/>
          <ac:cxnSpMkLst>
            <pc:docMk/>
            <pc:sldMk cId="1348128645" sldId="878"/>
            <ac:cxnSpMk id="59" creationId="{EAC8DD57-0E21-1CB0-4B84-6E835C6131C4}"/>
          </ac:cxnSpMkLst>
        </pc:cxnChg>
        <pc:cxnChg chg="mod">
          <ac:chgData name="최문영" userId="c9c2ca5b-20f2-48c9-9e1f-a03229bf2768" providerId="ADAL" clId="{022143C9-A375-40BE-9933-F3C84D8AD99A}" dt="2025-08-01T04:54:37.378" v="1948" actId="1035"/>
          <ac:cxnSpMkLst>
            <pc:docMk/>
            <pc:sldMk cId="1348128645" sldId="878"/>
            <ac:cxnSpMk id="60" creationId="{89CD13CC-78E4-FF8C-C99A-93FBE66F1192}"/>
          </ac:cxnSpMkLst>
        </pc:cxnChg>
        <pc:cxnChg chg="add mod">
          <ac:chgData name="최문영" userId="c9c2ca5b-20f2-48c9-9e1f-a03229bf2768" providerId="ADAL" clId="{022143C9-A375-40BE-9933-F3C84D8AD99A}" dt="2025-08-01T04:54:42.188" v="1950" actId="1076"/>
          <ac:cxnSpMkLst>
            <pc:docMk/>
            <pc:sldMk cId="1348128645" sldId="878"/>
            <ac:cxnSpMk id="73" creationId="{DAC1FF7B-41CA-06FB-E144-29723EC32B69}"/>
          </ac:cxnSpMkLst>
        </pc:cxnChg>
        <pc:cxnChg chg="add mod">
          <ac:chgData name="최문영" userId="c9c2ca5b-20f2-48c9-9e1f-a03229bf2768" providerId="ADAL" clId="{022143C9-A375-40BE-9933-F3C84D8AD99A}" dt="2025-08-01T04:54:42.188" v="1950" actId="1076"/>
          <ac:cxnSpMkLst>
            <pc:docMk/>
            <pc:sldMk cId="1348128645" sldId="878"/>
            <ac:cxnSpMk id="76" creationId="{770E4AA1-98BB-D407-F9FC-4AE9363B288B}"/>
          </ac:cxnSpMkLst>
        </pc:cxnChg>
        <pc:cxnChg chg="add mod">
          <ac:chgData name="최문영" userId="c9c2ca5b-20f2-48c9-9e1f-a03229bf2768" providerId="ADAL" clId="{022143C9-A375-40BE-9933-F3C84D8AD99A}" dt="2025-08-01T04:55:05.436" v="1953"/>
          <ac:cxnSpMkLst>
            <pc:docMk/>
            <pc:sldMk cId="1348128645" sldId="878"/>
            <ac:cxnSpMk id="80" creationId="{6964A573-DD5C-1036-53A6-B75DB907EB79}"/>
          </ac:cxnSpMkLst>
        </pc:cxnChg>
      </pc:sldChg>
      <pc:sldChg chg="modSp add del mod">
        <pc:chgData name="최문영" userId="c9c2ca5b-20f2-48c9-9e1f-a03229bf2768" providerId="ADAL" clId="{022143C9-A375-40BE-9933-F3C84D8AD99A}" dt="2025-08-01T03:37:17.734" v="1823" actId="47"/>
        <pc:sldMkLst>
          <pc:docMk/>
          <pc:sldMk cId="641405981" sldId="879"/>
        </pc:sldMkLst>
        <pc:spChg chg="mod">
          <ac:chgData name="최문영" userId="c9c2ca5b-20f2-48c9-9e1f-a03229bf2768" providerId="ADAL" clId="{022143C9-A375-40BE-9933-F3C84D8AD99A}" dt="2025-08-01T03:37:03.177" v="1821" actId="1076"/>
          <ac:spMkLst>
            <pc:docMk/>
            <pc:sldMk cId="641405981" sldId="879"/>
            <ac:spMk id="4" creationId="{4EBC5014-04FD-B3C0-B39A-D26A74DDDBDC}"/>
          </ac:spMkLst>
        </pc:spChg>
        <pc:cxnChg chg="mod">
          <ac:chgData name="최문영" userId="c9c2ca5b-20f2-48c9-9e1f-a03229bf2768" providerId="ADAL" clId="{022143C9-A375-40BE-9933-F3C84D8AD99A}" dt="2025-08-01T03:37:03.177" v="1821" actId="1076"/>
          <ac:cxnSpMkLst>
            <pc:docMk/>
            <pc:sldMk cId="641405981" sldId="879"/>
            <ac:cxnSpMk id="26" creationId="{E0E65565-64C2-9D7F-5C16-393A909C42C7}"/>
          </ac:cxnSpMkLst>
        </pc:cxnChg>
        <pc:cxnChg chg="mod">
          <ac:chgData name="최문영" userId="c9c2ca5b-20f2-48c9-9e1f-a03229bf2768" providerId="ADAL" clId="{022143C9-A375-40BE-9933-F3C84D8AD99A}" dt="2025-08-01T03:37:03.177" v="1821" actId="1076"/>
          <ac:cxnSpMkLst>
            <pc:docMk/>
            <pc:sldMk cId="641405981" sldId="879"/>
            <ac:cxnSpMk id="29" creationId="{9835BB56-9CD4-B4EC-2ABE-35A2D4EFF7A4}"/>
          </ac:cxnSpMkLst>
        </pc:cxnChg>
        <pc:cxnChg chg="mod">
          <ac:chgData name="최문영" userId="c9c2ca5b-20f2-48c9-9e1f-a03229bf2768" providerId="ADAL" clId="{022143C9-A375-40BE-9933-F3C84D8AD99A}" dt="2025-08-01T03:37:03.177" v="1821" actId="1076"/>
          <ac:cxnSpMkLst>
            <pc:docMk/>
            <pc:sldMk cId="641405981" sldId="879"/>
            <ac:cxnSpMk id="32" creationId="{7B3E0526-B27B-53DB-B96C-3B0F1EAD9642}"/>
          </ac:cxnSpMkLst>
        </pc:cxnChg>
      </pc:sldChg>
      <pc:sldChg chg="addSp delSp modSp add del mod ord modTransition delAnim modAnim">
        <pc:chgData name="최문영" userId="c9c2ca5b-20f2-48c9-9e1f-a03229bf2768" providerId="ADAL" clId="{022143C9-A375-40BE-9933-F3C84D8AD99A}" dt="2025-08-01T04:55:23.062" v="1954" actId="47"/>
        <pc:sldMkLst>
          <pc:docMk/>
          <pc:sldMk cId="1567246552" sldId="879"/>
        </pc:sldMkLst>
        <pc:spChg chg="del mod">
          <ac:chgData name="최문영" userId="c9c2ca5b-20f2-48c9-9e1f-a03229bf2768" providerId="ADAL" clId="{022143C9-A375-40BE-9933-F3C84D8AD99A}" dt="2025-08-01T03:39:01.325" v="1842" actId="21"/>
          <ac:spMkLst>
            <pc:docMk/>
            <pc:sldMk cId="1567246552" sldId="879"/>
            <ac:spMk id="4" creationId="{98801BD9-B9F1-2D9B-69A4-60DF14D4E832}"/>
          </ac:spMkLst>
        </pc:spChg>
        <pc:spChg chg="add mod">
          <ac:chgData name="최문영" userId="c9c2ca5b-20f2-48c9-9e1f-a03229bf2768" providerId="ADAL" clId="{022143C9-A375-40BE-9933-F3C84D8AD99A}" dt="2025-08-01T03:39:12.084" v="1844" actId="1076"/>
          <ac:spMkLst>
            <pc:docMk/>
            <pc:sldMk cId="1567246552" sldId="879"/>
            <ac:spMk id="11" creationId="{98801BD9-B9F1-2D9B-69A4-60DF14D4E832}"/>
          </ac:spMkLst>
        </pc:spChg>
        <pc:spChg chg="add del mod">
          <ac:chgData name="최문영" userId="c9c2ca5b-20f2-48c9-9e1f-a03229bf2768" providerId="ADAL" clId="{022143C9-A375-40BE-9933-F3C84D8AD99A}" dt="2025-08-01T04:53:43.411" v="1892" actId="478"/>
          <ac:spMkLst>
            <pc:docMk/>
            <pc:sldMk cId="1567246552" sldId="879"/>
            <ac:spMk id="14" creationId="{F4D39982-A9AB-19B4-8422-8D6172AF4FA8}"/>
          </ac:spMkLst>
        </pc:spChg>
        <pc:spChg chg="add del mod">
          <ac:chgData name="최문영" userId="c9c2ca5b-20f2-48c9-9e1f-a03229bf2768" providerId="ADAL" clId="{022143C9-A375-40BE-9933-F3C84D8AD99A}" dt="2025-08-01T04:53:46.187" v="1896" actId="1076"/>
          <ac:spMkLst>
            <pc:docMk/>
            <pc:sldMk cId="1567246552" sldId="879"/>
            <ac:spMk id="39" creationId="{347A0517-2CD1-1C75-71CE-8B55BA1DFB50}"/>
          </ac:spMkLst>
        </pc:spChg>
        <pc:spChg chg="del">
          <ac:chgData name="최문영" userId="c9c2ca5b-20f2-48c9-9e1f-a03229bf2768" providerId="ADAL" clId="{022143C9-A375-40BE-9933-F3C84D8AD99A}" dt="2025-08-01T03:38:57.195" v="1839" actId="478"/>
          <ac:spMkLst>
            <pc:docMk/>
            <pc:sldMk cId="1567246552" sldId="879"/>
            <ac:spMk id="40" creationId="{B6A53B5B-E843-66B6-70FC-108486804064}"/>
          </ac:spMkLst>
        </pc:spChg>
        <pc:cxnChg chg="mod">
          <ac:chgData name="최문영" userId="c9c2ca5b-20f2-48c9-9e1f-a03229bf2768" providerId="ADAL" clId="{022143C9-A375-40BE-9933-F3C84D8AD99A}" dt="2025-08-01T03:39:01.325" v="1842" actId="21"/>
          <ac:cxnSpMkLst>
            <pc:docMk/>
            <pc:sldMk cId="1567246552" sldId="879"/>
            <ac:cxnSpMk id="26" creationId="{E618641F-E5CE-8538-F1F7-D1F4356336C0}"/>
          </ac:cxnSpMkLst>
        </pc:cxnChg>
        <pc:cxnChg chg="mod">
          <ac:chgData name="최문영" userId="c9c2ca5b-20f2-48c9-9e1f-a03229bf2768" providerId="ADAL" clId="{022143C9-A375-40BE-9933-F3C84D8AD99A}" dt="2025-08-01T03:39:01.325" v="1842" actId="21"/>
          <ac:cxnSpMkLst>
            <pc:docMk/>
            <pc:sldMk cId="1567246552" sldId="879"/>
            <ac:cxnSpMk id="29" creationId="{5B9AE9CD-B1F7-04A5-B51F-3F8A6EBE7D25}"/>
          </ac:cxnSpMkLst>
        </pc:cxnChg>
        <pc:cxnChg chg="mod">
          <ac:chgData name="최문영" userId="c9c2ca5b-20f2-48c9-9e1f-a03229bf2768" providerId="ADAL" clId="{022143C9-A375-40BE-9933-F3C84D8AD99A}" dt="2025-08-01T03:39:01.325" v="1842" actId="21"/>
          <ac:cxnSpMkLst>
            <pc:docMk/>
            <pc:sldMk cId="1567246552" sldId="879"/>
            <ac:cxnSpMk id="32" creationId="{207DBBF3-38A1-0C44-3EDF-450E968C622F}"/>
          </ac:cxnSpMkLst>
        </pc:cxnChg>
      </pc:sldChg>
      <pc:sldChg chg="addSp delSp modSp add del mod modTransition">
        <pc:chgData name="최문영" userId="c9c2ca5b-20f2-48c9-9e1f-a03229bf2768" providerId="ADAL" clId="{022143C9-A375-40BE-9933-F3C84D8AD99A}" dt="2025-08-01T03:38:53.968" v="1837" actId="47"/>
        <pc:sldMkLst>
          <pc:docMk/>
          <pc:sldMk cId="2261415401" sldId="879"/>
        </pc:sldMkLst>
        <pc:spChg chg="del mod">
          <ac:chgData name="최문영" userId="c9c2ca5b-20f2-48c9-9e1f-a03229bf2768" providerId="ADAL" clId="{022143C9-A375-40BE-9933-F3C84D8AD99A}" dt="2025-08-01T03:37:42.764" v="1830" actId="478"/>
          <ac:spMkLst>
            <pc:docMk/>
            <pc:sldMk cId="2261415401" sldId="879"/>
            <ac:spMk id="4" creationId="{76D68FBF-22D9-56FB-0654-D5B21503FDF0}"/>
          </ac:spMkLst>
        </pc:spChg>
        <pc:spChg chg="add mod">
          <ac:chgData name="최문영" userId="c9c2ca5b-20f2-48c9-9e1f-a03229bf2768" providerId="ADAL" clId="{022143C9-A375-40BE-9933-F3C84D8AD99A}" dt="2025-08-01T03:37:37.419" v="1828" actId="1076"/>
          <ac:spMkLst>
            <pc:docMk/>
            <pc:sldMk cId="2261415401" sldId="879"/>
            <ac:spMk id="11" creationId="{F7B5A980-5E4D-A120-7CF1-F58F891DAD94}"/>
          </ac:spMkLst>
        </pc:spChg>
        <pc:spChg chg="mod">
          <ac:chgData name="최문영" userId="c9c2ca5b-20f2-48c9-9e1f-a03229bf2768" providerId="ADAL" clId="{022143C9-A375-40BE-9933-F3C84D8AD99A}" dt="2025-08-01T03:37:47.898" v="1831" actId="1076"/>
          <ac:spMkLst>
            <pc:docMk/>
            <pc:sldMk cId="2261415401" sldId="879"/>
            <ac:spMk id="39" creationId="{5E87DBBC-5EC6-D369-DEB0-F4059025A1EE}"/>
          </ac:spMkLst>
        </pc:spChg>
        <pc:cxnChg chg="mod">
          <ac:chgData name="최문영" userId="c9c2ca5b-20f2-48c9-9e1f-a03229bf2768" providerId="ADAL" clId="{022143C9-A375-40BE-9933-F3C84D8AD99A}" dt="2025-08-01T03:37:42.764" v="1830" actId="478"/>
          <ac:cxnSpMkLst>
            <pc:docMk/>
            <pc:sldMk cId="2261415401" sldId="879"/>
            <ac:cxnSpMk id="26" creationId="{C8E41691-7D1E-6D2F-7A7D-6ACF50072E7B}"/>
          </ac:cxnSpMkLst>
        </pc:cxnChg>
        <pc:cxnChg chg="mod">
          <ac:chgData name="최문영" userId="c9c2ca5b-20f2-48c9-9e1f-a03229bf2768" providerId="ADAL" clId="{022143C9-A375-40BE-9933-F3C84D8AD99A}" dt="2025-08-01T03:37:42.764" v="1830" actId="478"/>
          <ac:cxnSpMkLst>
            <pc:docMk/>
            <pc:sldMk cId="2261415401" sldId="879"/>
            <ac:cxnSpMk id="29" creationId="{9124E1CC-36FB-23A9-3F43-2FCF2BB6B9F2}"/>
          </ac:cxnSpMkLst>
        </pc:cxnChg>
        <pc:cxnChg chg="mod">
          <ac:chgData name="최문영" userId="c9c2ca5b-20f2-48c9-9e1f-a03229bf2768" providerId="ADAL" clId="{022143C9-A375-40BE-9933-F3C84D8AD99A}" dt="2025-08-01T03:37:42.764" v="1830" actId="478"/>
          <ac:cxnSpMkLst>
            <pc:docMk/>
            <pc:sldMk cId="2261415401" sldId="879"/>
            <ac:cxnSpMk id="32" creationId="{BE1F706A-98CE-124E-E938-ABA38CFA0B80}"/>
          </ac:cxnSpMkLst>
        </pc:cxnChg>
      </pc:sldChg>
      <pc:sldChg chg="addSp delSp modSp add mod">
        <pc:chgData name="최문영" userId="c9c2ca5b-20f2-48c9-9e1f-a03229bf2768" providerId="ADAL" clId="{022143C9-A375-40BE-9933-F3C84D8AD99A}" dt="2025-08-01T05:56:22.658" v="2800" actId="478"/>
        <pc:sldMkLst>
          <pc:docMk/>
          <pc:sldMk cId="2280660620" sldId="879"/>
        </pc:sldMkLst>
        <pc:spChg chg="add mod">
          <ac:chgData name="최문영" userId="c9c2ca5b-20f2-48c9-9e1f-a03229bf2768" providerId="ADAL" clId="{022143C9-A375-40BE-9933-F3C84D8AD99A}" dt="2025-08-01T04:57:52.381" v="2120" actId="20577"/>
          <ac:spMkLst>
            <pc:docMk/>
            <pc:sldMk cId="2280660620" sldId="879"/>
            <ac:spMk id="5" creationId="{8E52EA65-2E65-E6F2-1E2E-30C31A74CD01}"/>
          </ac:spMkLst>
        </pc:spChg>
        <pc:spChg chg="add mod">
          <ac:chgData name="최문영" userId="c9c2ca5b-20f2-48c9-9e1f-a03229bf2768" providerId="ADAL" clId="{022143C9-A375-40BE-9933-F3C84D8AD99A}" dt="2025-08-01T04:58:08.518" v="2128" actId="20577"/>
          <ac:spMkLst>
            <pc:docMk/>
            <pc:sldMk cId="2280660620" sldId="879"/>
            <ac:spMk id="9" creationId="{E4CA96C6-7747-2D1B-9244-77C87A1EB835}"/>
          </ac:spMkLst>
        </pc:spChg>
        <pc:spChg chg="add mod">
          <ac:chgData name="최문영" userId="c9c2ca5b-20f2-48c9-9e1f-a03229bf2768" providerId="ADAL" clId="{022143C9-A375-40BE-9933-F3C84D8AD99A}" dt="2025-08-01T05:49:38.786" v="2219" actId="20577"/>
          <ac:spMkLst>
            <pc:docMk/>
            <pc:sldMk cId="2280660620" sldId="879"/>
            <ac:spMk id="13" creationId="{D4B638B2-ABEA-D09A-70F5-1CE14F37A09B}"/>
          </ac:spMkLst>
        </pc:spChg>
        <pc:spChg chg="add mod">
          <ac:chgData name="최문영" userId="c9c2ca5b-20f2-48c9-9e1f-a03229bf2768" providerId="ADAL" clId="{022143C9-A375-40BE-9933-F3C84D8AD99A}" dt="2025-08-01T05:49:54.977" v="2246" actId="20577"/>
          <ac:spMkLst>
            <pc:docMk/>
            <pc:sldMk cId="2280660620" sldId="879"/>
            <ac:spMk id="14" creationId="{D4E24B70-A736-F1DF-8C43-9D2C291931ED}"/>
          </ac:spMkLst>
        </pc:spChg>
        <pc:spChg chg="add mod">
          <ac:chgData name="최문영" userId="c9c2ca5b-20f2-48c9-9e1f-a03229bf2768" providerId="ADAL" clId="{022143C9-A375-40BE-9933-F3C84D8AD99A}" dt="2025-08-01T05:49:43.732" v="2229" actId="20577"/>
          <ac:spMkLst>
            <pc:docMk/>
            <pc:sldMk cId="2280660620" sldId="879"/>
            <ac:spMk id="16" creationId="{D4852386-6422-039A-FE78-0AFD41465521}"/>
          </ac:spMkLst>
        </pc:spChg>
        <pc:spChg chg="add mod">
          <ac:chgData name="최문영" userId="c9c2ca5b-20f2-48c9-9e1f-a03229bf2768" providerId="ADAL" clId="{022143C9-A375-40BE-9933-F3C84D8AD99A}" dt="2025-08-01T05:49:50.490" v="2240" actId="20577"/>
          <ac:spMkLst>
            <pc:docMk/>
            <pc:sldMk cId="2280660620" sldId="879"/>
            <ac:spMk id="17" creationId="{14C62F85-7844-1504-716E-B75DDAF901DA}"/>
          </ac:spMkLst>
        </pc:spChg>
        <pc:spChg chg="add mod">
          <ac:chgData name="최문영" userId="c9c2ca5b-20f2-48c9-9e1f-a03229bf2768" providerId="ADAL" clId="{022143C9-A375-40BE-9933-F3C84D8AD99A}" dt="2025-08-01T05:49:47.752" v="2237" actId="20577"/>
          <ac:spMkLst>
            <pc:docMk/>
            <pc:sldMk cId="2280660620" sldId="879"/>
            <ac:spMk id="18" creationId="{08AD775E-71AD-3376-10E5-9F84181D5F34}"/>
          </ac:spMkLst>
        </pc:spChg>
        <pc:spChg chg="add mod">
          <ac:chgData name="최문영" userId="c9c2ca5b-20f2-48c9-9e1f-a03229bf2768" providerId="ADAL" clId="{022143C9-A375-40BE-9933-F3C84D8AD99A}" dt="2025-08-01T05:49:52.827" v="2243" actId="20577"/>
          <ac:spMkLst>
            <pc:docMk/>
            <pc:sldMk cId="2280660620" sldId="879"/>
            <ac:spMk id="19" creationId="{4C592D02-9863-4EA1-395D-CDC81C0C37A3}"/>
          </ac:spMkLst>
        </pc:spChg>
        <pc:spChg chg="mod">
          <ac:chgData name="최문영" userId="c9c2ca5b-20f2-48c9-9e1f-a03229bf2768" providerId="ADAL" clId="{022143C9-A375-40BE-9933-F3C84D8AD99A}" dt="2025-08-01T04:56:18.527" v="2034" actId="20577"/>
          <ac:spMkLst>
            <pc:docMk/>
            <pc:sldMk cId="2280660620" sldId="879"/>
            <ac:spMk id="47" creationId="{8BCC9D88-F63A-A613-FA75-278418FB7872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48" creationId="{D3E0A410-A4BD-6079-5AD3-59C79A4D9F25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49" creationId="{D1892403-C99A-82C2-9F74-F59F3F9361FB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52" creationId="{73AB2938-D59B-1820-8FB4-4875FC8BA816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53" creationId="{1EB1FB3F-A5C8-ADB3-0157-A63E3D9C2E55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62" creationId="{F5F92429-BE32-A33F-8919-3D6FEA281EEF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67" creationId="{9ED08551-C877-61A0-58E9-BD4E2A728B8A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69" creationId="{DAB28C3F-6CE2-B5F3-A9ED-D2A4EDE76BED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70" creationId="{C830F24B-E6BD-C906-6D51-637D3A62A658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71" creationId="{9CC6BFCF-5647-B0ED-F484-3930B638661D}"/>
          </ac:spMkLst>
        </pc:spChg>
        <pc:spChg chg="del">
          <ac:chgData name="최문영" userId="c9c2ca5b-20f2-48c9-9e1f-a03229bf2768" providerId="ADAL" clId="{022143C9-A375-40BE-9933-F3C84D8AD99A}" dt="2025-08-01T04:55:57.228" v="1998" actId="478"/>
          <ac:spMkLst>
            <pc:docMk/>
            <pc:sldMk cId="2280660620" sldId="879"/>
            <ac:spMk id="79" creationId="{D51CA328-9DD7-9624-69FD-C605DCE4E3C2}"/>
          </ac:spMkLst>
        </pc:spChg>
        <pc:graphicFrameChg chg="add mod modGraphic">
          <ac:chgData name="최문영" userId="c9c2ca5b-20f2-48c9-9e1f-a03229bf2768" providerId="ADAL" clId="{022143C9-A375-40BE-9933-F3C84D8AD99A}" dt="2025-08-01T05:47:50.424" v="2182" actId="6549"/>
          <ac:graphicFrameMkLst>
            <pc:docMk/>
            <pc:sldMk cId="2280660620" sldId="879"/>
            <ac:graphicFrameMk id="2" creationId="{A759ABEF-1770-6533-CC72-E0ACB8B9E18A}"/>
          </ac:graphicFrameMkLst>
        </pc:graphicFrameChg>
        <pc:graphicFrameChg chg="add mod modGraphic">
          <ac:chgData name="최문영" userId="c9c2ca5b-20f2-48c9-9e1f-a03229bf2768" providerId="ADAL" clId="{022143C9-A375-40BE-9933-F3C84D8AD99A}" dt="2025-08-01T04:58:51.251" v="2131" actId="6549"/>
          <ac:graphicFrameMkLst>
            <pc:docMk/>
            <pc:sldMk cId="2280660620" sldId="879"/>
            <ac:graphicFrameMk id="7" creationId="{C2C3AD84-70B6-91CE-673F-27351BEB04A2}"/>
          </ac:graphicFrameMkLst>
        </pc:graphicFrameChg>
        <pc:picChg chg="add del mod">
          <ac:chgData name="최문영" userId="c9c2ca5b-20f2-48c9-9e1f-a03229bf2768" providerId="ADAL" clId="{022143C9-A375-40BE-9933-F3C84D8AD99A}" dt="2025-08-01T05:56:22.658" v="2800" actId="478"/>
          <ac:picMkLst>
            <pc:docMk/>
            <pc:sldMk cId="2280660620" sldId="879"/>
            <ac:picMk id="11" creationId="{BF5EF090-55BB-2430-CB34-C53F41641293}"/>
          </ac:picMkLst>
        </pc:picChg>
        <pc:picChg chg="add mod">
          <ac:chgData name="최문영" userId="c9c2ca5b-20f2-48c9-9e1f-a03229bf2768" providerId="ADAL" clId="{022143C9-A375-40BE-9933-F3C84D8AD99A}" dt="2025-08-01T05:01:22.640" v="2136"/>
          <ac:picMkLst>
            <pc:docMk/>
            <pc:sldMk cId="2280660620" sldId="879"/>
            <ac:picMk id="12" creationId="{7760D948-EBA5-3996-D74C-4545B4632DBE}"/>
          </ac:picMkLst>
        </pc:picChg>
        <pc:picChg chg="del">
          <ac:chgData name="최문영" userId="c9c2ca5b-20f2-48c9-9e1f-a03229bf2768" providerId="ADAL" clId="{022143C9-A375-40BE-9933-F3C84D8AD99A}" dt="2025-08-01T04:59:14.140" v="2132" actId="478"/>
          <ac:picMkLst>
            <pc:docMk/>
            <pc:sldMk cId="2280660620" sldId="879"/>
            <ac:picMk id="46" creationId="{F4D9E586-8AD5-3AD8-59C7-09DA76A3728F}"/>
          </ac:picMkLst>
        </pc:picChg>
        <pc:cxnChg chg="add mod">
          <ac:chgData name="최문영" userId="c9c2ca5b-20f2-48c9-9e1f-a03229bf2768" providerId="ADAL" clId="{022143C9-A375-40BE-9933-F3C84D8AD99A}" dt="2025-08-01T04:57:41.923" v="2115" actId="1035"/>
          <ac:cxnSpMkLst>
            <pc:docMk/>
            <pc:sldMk cId="2280660620" sldId="879"/>
            <ac:cxnSpMk id="3" creationId="{A77E26B8-B51D-E632-66F6-A7A26ED42BE5}"/>
          </ac:cxnSpMkLst>
        </pc:cxnChg>
        <pc:cxnChg chg="add mod">
          <ac:chgData name="최문영" userId="c9c2ca5b-20f2-48c9-9e1f-a03229bf2768" providerId="ADAL" clId="{022143C9-A375-40BE-9933-F3C84D8AD99A}" dt="2025-08-01T04:57:48.678" v="2116"/>
          <ac:cxnSpMkLst>
            <pc:docMk/>
            <pc:sldMk cId="2280660620" sldId="879"/>
            <ac:cxnSpMk id="4" creationId="{04D4AC54-060B-5E42-0AAB-1A3E8618584B}"/>
          </ac:cxnSpMkLst>
        </pc:cxnChg>
        <pc:cxnChg chg="add mod">
          <ac:chgData name="최문영" userId="c9c2ca5b-20f2-48c9-9e1f-a03229bf2768" providerId="ADAL" clId="{022143C9-A375-40BE-9933-F3C84D8AD99A}" dt="2025-08-01T04:58:04.973" v="2126" actId="1035"/>
          <ac:cxnSpMkLst>
            <pc:docMk/>
            <pc:sldMk cId="2280660620" sldId="879"/>
            <ac:cxnSpMk id="8" creationId="{8F71401C-44FE-4B65-30FC-E51F1594A283}"/>
          </ac:cxnSpMkLst>
        </pc:cxnChg>
      </pc:sldChg>
      <pc:sldChg chg="delSp modSp add del mod">
        <pc:chgData name="최문영" userId="c9c2ca5b-20f2-48c9-9e1f-a03229bf2768" providerId="ADAL" clId="{022143C9-A375-40BE-9933-F3C84D8AD99A}" dt="2025-08-01T05:50:04.430" v="2247" actId="47"/>
        <pc:sldMkLst>
          <pc:docMk/>
          <pc:sldMk cId="833462478" sldId="880"/>
        </pc:sldMkLst>
        <pc:graphicFrameChg chg="modGraphic">
          <ac:chgData name="최문영" userId="c9c2ca5b-20f2-48c9-9e1f-a03229bf2768" providerId="ADAL" clId="{022143C9-A375-40BE-9933-F3C84D8AD99A}" dt="2025-08-01T05:02:33.388" v="2148" actId="113"/>
          <ac:graphicFrameMkLst>
            <pc:docMk/>
            <pc:sldMk cId="833462478" sldId="880"/>
            <ac:graphicFrameMk id="2" creationId="{1707AC0B-ABDD-A221-9DF5-85DBDD1BE430}"/>
          </ac:graphicFrameMkLst>
        </pc:graphicFrameChg>
        <pc:picChg chg="del">
          <ac:chgData name="최문영" userId="c9c2ca5b-20f2-48c9-9e1f-a03229bf2768" providerId="ADAL" clId="{022143C9-A375-40BE-9933-F3C84D8AD99A}" dt="2025-08-01T05:01:27.376" v="2138" actId="478"/>
          <ac:picMkLst>
            <pc:docMk/>
            <pc:sldMk cId="833462478" sldId="880"/>
            <ac:picMk id="11" creationId="{5FA15A43-D7B3-BC47-A7F0-FFE1BCEEDF79}"/>
          </ac:picMkLst>
        </pc:picChg>
      </pc:sldChg>
      <pc:sldChg chg="delSp modSp add mod modTransition">
        <pc:chgData name="최문영" userId="c9c2ca5b-20f2-48c9-9e1f-a03229bf2768" providerId="ADAL" clId="{022143C9-A375-40BE-9933-F3C84D8AD99A}" dt="2025-08-01T05:50:24.565" v="2287" actId="1035"/>
        <pc:sldMkLst>
          <pc:docMk/>
          <pc:sldMk cId="3952655488" sldId="880"/>
        </pc:sldMkLst>
        <pc:spChg chg="mod">
          <ac:chgData name="최문영" userId="c9c2ca5b-20f2-48c9-9e1f-a03229bf2768" providerId="ADAL" clId="{022143C9-A375-40BE-9933-F3C84D8AD99A}" dt="2025-08-01T05:50:24.565" v="2287" actId="1035"/>
          <ac:spMkLst>
            <pc:docMk/>
            <pc:sldMk cId="3952655488" sldId="880"/>
            <ac:spMk id="13" creationId="{7DF9B8A3-FD15-7846-46CE-EE5B284354FD}"/>
          </ac:spMkLst>
        </pc:spChg>
        <pc:spChg chg="mod">
          <ac:chgData name="최문영" userId="c9c2ca5b-20f2-48c9-9e1f-a03229bf2768" providerId="ADAL" clId="{022143C9-A375-40BE-9933-F3C84D8AD99A}" dt="2025-08-01T05:50:24.565" v="2287" actId="1035"/>
          <ac:spMkLst>
            <pc:docMk/>
            <pc:sldMk cId="3952655488" sldId="880"/>
            <ac:spMk id="14" creationId="{AF0C3DC2-B597-1A5A-ECE5-B55B33A3955F}"/>
          </ac:spMkLst>
        </pc:spChg>
        <pc:spChg chg="mod">
          <ac:chgData name="최문영" userId="c9c2ca5b-20f2-48c9-9e1f-a03229bf2768" providerId="ADAL" clId="{022143C9-A375-40BE-9933-F3C84D8AD99A}" dt="2025-08-01T05:50:24.565" v="2287" actId="1035"/>
          <ac:spMkLst>
            <pc:docMk/>
            <pc:sldMk cId="3952655488" sldId="880"/>
            <ac:spMk id="16" creationId="{D707B505-5CCE-45D6-B3A4-4EA6A6786041}"/>
          </ac:spMkLst>
        </pc:spChg>
        <pc:spChg chg="mod">
          <ac:chgData name="최문영" userId="c9c2ca5b-20f2-48c9-9e1f-a03229bf2768" providerId="ADAL" clId="{022143C9-A375-40BE-9933-F3C84D8AD99A}" dt="2025-08-01T05:50:24.565" v="2287" actId="1035"/>
          <ac:spMkLst>
            <pc:docMk/>
            <pc:sldMk cId="3952655488" sldId="880"/>
            <ac:spMk id="17" creationId="{0358E05C-BEB6-DEBD-8E36-65B6E3009275}"/>
          </ac:spMkLst>
        </pc:spChg>
        <pc:spChg chg="mod">
          <ac:chgData name="최문영" userId="c9c2ca5b-20f2-48c9-9e1f-a03229bf2768" providerId="ADAL" clId="{022143C9-A375-40BE-9933-F3C84D8AD99A}" dt="2025-08-01T05:50:24.565" v="2287" actId="1035"/>
          <ac:spMkLst>
            <pc:docMk/>
            <pc:sldMk cId="3952655488" sldId="880"/>
            <ac:spMk id="18" creationId="{11F296E1-B952-F944-AA7F-FE0F3AD35F64}"/>
          </ac:spMkLst>
        </pc:spChg>
        <pc:spChg chg="mod">
          <ac:chgData name="최문영" userId="c9c2ca5b-20f2-48c9-9e1f-a03229bf2768" providerId="ADAL" clId="{022143C9-A375-40BE-9933-F3C84D8AD99A}" dt="2025-08-01T05:50:24.565" v="2287" actId="1035"/>
          <ac:spMkLst>
            <pc:docMk/>
            <pc:sldMk cId="3952655488" sldId="880"/>
            <ac:spMk id="19" creationId="{E84B9403-BC4C-A21D-A39E-E5A6690A46B0}"/>
          </ac:spMkLst>
        </pc:spChg>
        <pc:graphicFrameChg chg="mod">
          <ac:chgData name="최문영" userId="c9c2ca5b-20f2-48c9-9e1f-a03229bf2768" providerId="ADAL" clId="{022143C9-A375-40BE-9933-F3C84D8AD99A}" dt="2025-08-01T05:50:20.456" v="2260" actId="1036"/>
          <ac:graphicFrameMkLst>
            <pc:docMk/>
            <pc:sldMk cId="3952655488" sldId="880"/>
            <ac:graphicFrameMk id="2" creationId="{53564659-3719-B554-1004-69FE36A4C441}"/>
          </ac:graphicFrameMkLst>
        </pc:graphicFrameChg>
        <pc:picChg chg="del">
          <ac:chgData name="최문영" userId="c9c2ca5b-20f2-48c9-9e1f-a03229bf2768" providerId="ADAL" clId="{022143C9-A375-40BE-9933-F3C84D8AD99A}" dt="2025-08-01T05:50:08.054" v="2249" actId="478"/>
          <ac:picMkLst>
            <pc:docMk/>
            <pc:sldMk cId="3952655488" sldId="880"/>
            <ac:picMk id="11" creationId="{19D5C945-452D-4DD4-CDF0-C92860553402}"/>
          </ac:picMkLst>
        </pc:picChg>
      </pc:sldChg>
      <pc:sldChg chg="modSp add del mod modTransition">
        <pc:chgData name="최문영" userId="c9c2ca5b-20f2-48c9-9e1f-a03229bf2768" providerId="ADAL" clId="{022143C9-A375-40BE-9933-F3C84D8AD99A}" dt="2025-08-01T05:47:43.931" v="2179" actId="47"/>
        <pc:sldMkLst>
          <pc:docMk/>
          <pc:sldMk cId="2263110283" sldId="881"/>
        </pc:sldMkLst>
        <pc:graphicFrameChg chg="modGraphic">
          <ac:chgData name="최문영" userId="c9c2ca5b-20f2-48c9-9e1f-a03229bf2768" providerId="ADAL" clId="{022143C9-A375-40BE-9933-F3C84D8AD99A}" dt="2025-08-01T05:02:15.645" v="2144" actId="6549"/>
          <ac:graphicFrameMkLst>
            <pc:docMk/>
            <pc:sldMk cId="2263110283" sldId="881"/>
            <ac:graphicFrameMk id="2" creationId="{8F376B01-D522-304E-4093-3419C10B2344}"/>
          </ac:graphicFrameMkLst>
        </pc:graphicFrameChg>
        <pc:graphicFrameChg chg="mod modGraphic">
          <ac:chgData name="최문영" userId="c9c2ca5b-20f2-48c9-9e1f-a03229bf2768" providerId="ADAL" clId="{022143C9-A375-40BE-9933-F3C84D8AD99A}" dt="2025-08-01T05:02:40.383" v="2149" actId="113"/>
          <ac:graphicFrameMkLst>
            <pc:docMk/>
            <pc:sldMk cId="2263110283" sldId="881"/>
            <ac:graphicFrameMk id="7" creationId="{ED52984F-2395-75E8-C50F-171267A2928B}"/>
          </ac:graphicFrameMkLst>
        </pc:graphicFrameChg>
      </pc:sldChg>
      <pc:sldChg chg="addSp modSp add mod">
        <pc:chgData name="최문영" userId="c9c2ca5b-20f2-48c9-9e1f-a03229bf2768" providerId="ADAL" clId="{022143C9-A375-40BE-9933-F3C84D8AD99A}" dt="2025-08-01T05:50:53.612" v="2348" actId="1038"/>
        <pc:sldMkLst>
          <pc:docMk/>
          <pc:sldMk cId="3803115035" sldId="881"/>
        </pc:sldMkLst>
        <pc:spChg chg="add mod">
          <ac:chgData name="최문영" userId="c9c2ca5b-20f2-48c9-9e1f-a03229bf2768" providerId="ADAL" clId="{022143C9-A375-40BE-9933-F3C84D8AD99A}" dt="2025-08-01T05:50:53.612" v="2348" actId="1038"/>
          <ac:spMkLst>
            <pc:docMk/>
            <pc:sldMk cId="3803115035" sldId="881"/>
            <ac:spMk id="3" creationId="{90403492-0F18-CD0A-06C7-76293CA07D36}"/>
          </ac:spMkLst>
        </pc:spChg>
        <pc:spChg chg="add mod">
          <ac:chgData name="최문영" userId="c9c2ca5b-20f2-48c9-9e1f-a03229bf2768" providerId="ADAL" clId="{022143C9-A375-40BE-9933-F3C84D8AD99A}" dt="2025-08-01T05:50:53.612" v="2348" actId="1038"/>
          <ac:spMkLst>
            <pc:docMk/>
            <pc:sldMk cId="3803115035" sldId="881"/>
            <ac:spMk id="11" creationId="{61B0CFA0-8776-AA4F-C468-298BDE5C1CBD}"/>
          </ac:spMkLst>
        </pc:spChg>
        <pc:spChg chg="add mod">
          <ac:chgData name="최문영" userId="c9c2ca5b-20f2-48c9-9e1f-a03229bf2768" providerId="ADAL" clId="{022143C9-A375-40BE-9933-F3C84D8AD99A}" dt="2025-08-01T05:50:53.612" v="2348" actId="1038"/>
          <ac:spMkLst>
            <pc:docMk/>
            <pc:sldMk cId="3803115035" sldId="881"/>
            <ac:spMk id="12" creationId="{F983C20A-D53E-34B2-8E00-9C3335C73C25}"/>
          </ac:spMkLst>
        </pc:spChg>
        <pc:spChg chg="add mod">
          <ac:chgData name="최문영" userId="c9c2ca5b-20f2-48c9-9e1f-a03229bf2768" providerId="ADAL" clId="{022143C9-A375-40BE-9933-F3C84D8AD99A}" dt="2025-08-01T05:50:53.612" v="2348" actId="1038"/>
          <ac:spMkLst>
            <pc:docMk/>
            <pc:sldMk cId="3803115035" sldId="881"/>
            <ac:spMk id="20" creationId="{A63F0A4C-420A-F0A7-24A5-24D13C7B8E5F}"/>
          </ac:spMkLst>
        </pc:spChg>
      </pc:sldChg>
      <pc:sldChg chg="delSp modSp add mod">
        <pc:chgData name="최문영" userId="c9c2ca5b-20f2-48c9-9e1f-a03229bf2768" providerId="ADAL" clId="{022143C9-A375-40BE-9933-F3C84D8AD99A}" dt="2025-08-01T05:51:12.664" v="2435" actId="1037"/>
        <pc:sldMkLst>
          <pc:docMk/>
          <pc:sldMk cId="136431344" sldId="882"/>
        </pc:sldMkLst>
        <pc:spChg chg="del">
          <ac:chgData name="최문영" userId="c9c2ca5b-20f2-48c9-9e1f-a03229bf2768" providerId="ADAL" clId="{022143C9-A375-40BE-9933-F3C84D8AD99A}" dt="2025-08-01T05:51:03.207" v="2350" actId="478"/>
          <ac:spMkLst>
            <pc:docMk/>
            <pc:sldMk cId="136431344" sldId="882"/>
            <ac:spMk id="13" creationId="{97950340-F8EA-749A-1369-826E40269CA7}"/>
          </ac:spMkLst>
        </pc:spChg>
        <pc:spChg chg="mod">
          <ac:chgData name="최문영" userId="c9c2ca5b-20f2-48c9-9e1f-a03229bf2768" providerId="ADAL" clId="{022143C9-A375-40BE-9933-F3C84D8AD99A}" dt="2025-08-01T05:51:12.664" v="2435" actId="1037"/>
          <ac:spMkLst>
            <pc:docMk/>
            <pc:sldMk cId="136431344" sldId="882"/>
            <ac:spMk id="14" creationId="{76737698-F6D0-4CDA-A406-457AA722EE70}"/>
          </ac:spMkLst>
        </pc:spChg>
        <pc:spChg chg="del">
          <ac:chgData name="최문영" userId="c9c2ca5b-20f2-48c9-9e1f-a03229bf2768" providerId="ADAL" clId="{022143C9-A375-40BE-9933-F3C84D8AD99A}" dt="2025-08-01T05:51:03.207" v="2350" actId="478"/>
          <ac:spMkLst>
            <pc:docMk/>
            <pc:sldMk cId="136431344" sldId="882"/>
            <ac:spMk id="16" creationId="{9374D15F-4693-AC5C-01A9-F9E9AD819414}"/>
          </ac:spMkLst>
        </pc:spChg>
        <pc:spChg chg="del">
          <ac:chgData name="최문영" userId="c9c2ca5b-20f2-48c9-9e1f-a03229bf2768" providerId="ADAL" clId="{022143C9-A375-40BE-9933-F3C84D8AD99A}" dt="2025-08-01T05:51:03.207" v="2350" actId="478"/>
          <ac:spMkLst>
            <pc:docMk/>
            <pc:sldMk cId="136431344" sldId="882"/>
            <ac:spMk id="17" creationId="{4FA4875C-4794-A003-5B0E-28B3FE361745}"/>
          </ac:spMkLst>
        </pc:spChg>
        <pc:spChg chg="del">
          <ac:chgData name="최문영" userId="c9c2ca5b-20f2-48c9-9e1f-a03229bf2768" providerId="ADAL" clId="{022143C9-A375-40BE-9933-F3C84D8AD99A}" dt="2025-08-01T05:51:03.207" v="2350" actId="478"/>
          <ac:spMkLst>
            <pc:docMk/>
            <pc:sldMk cId="136431344" sldId="882"/>
            <ac:spMk id="18" creationId="{1D01EF06-900A-FA62-C2EC-C104133E9E87}"/>
          </ac:spMkLst>
        </pc:spChg>
        <pc:spChg chg="mod">
          <ac:chgData name="최문영" userId="c9c2ca5b-20f2-48c9-9e1f-a03229bf2768" providerId="ADAL" clId="{022143C9-A375-40BE-9933-F3C84D8AD99A}" dt="2025-08-01T05:51:12.664" v="2435" actId="1037"/>
          <ac:spMkLst>
            <pc:docMk/>
            <pc:sldMk cId="136431344" sldId="882"/>
            <ac:spMk id="19" creationId="{897BA08C-6ADB-E572-B62F-F25E993AC86E}"/>
          </ac:spMkLst>
        </pc:spChg>
      </pc:sldChg>
      <pc:sldChg chg="modSp add del mod">
        <pc:chgData name="최문영" userId="c9c2ca5b-20f2-48c9-9e1f-a03229bf2768" providerId="ADAL" clId="{022143C9-A375-40BE-9933-F3C84D8AD99A}" dt="2025-08-01T05:47:44.229" v="2180" actId="47"/>
        <pc:sldMkLst>
          <pc:docMk/>
          <pc:sldMk cId="2718994332" sldId="882"/>
        </pc:sldMkLst>
        <pc:graphicFrameChg chg="modGraphic">
          <ac:chgData name="최문영" userId="c9c2ca5b-20f2-48c9-9e1f-a03229bf2768" providerId="ADAL" clId="{022143C9-A375-40BE-9933-F3C84D8AD99A}" dt="2025-08-01T05:02:45.846" v="2150" actId="113"/>
          <ac:graphicFrameMkLst>
            <pc:docMk/>
            <pc:sldMk cId="2718994332" sldId="882"/>
            <ac:graphicFrameMk id="2" creationId="{F5DAEAC6-F320-2F3A-743C-22EB3B103481}"/>
          </ac:graphicFrameMkLst>
        </pc:graphicFrameChg>
        <pc:graphicFrameChg chg="modGraphic">
          <ac:chgData name="최문영" userId="c9c2ca5b-20f2-48c9-9e1f-a03229bf2768" providerId="ADAL" clId="{022143C9-A375-40BE-9933-F3C84D8AD99A}" dt="2025-08-01T05:47:01.806" v="2177" actId="113"/>
          <ac:graphicFrameMkLst>
            <pc:docMk/>
            <pc:sldMk cId="2718994332" sldId="882"/>
            <ac:graphicFrameMk id="7" creationId="{200FF224-BAC7-FAF9-536A-AFDAD81BAEDA}"/>
          </ac:graphicFrameMkLst>
        </pc:graphicFrameChg>
      </pc:sldChg>
      <pc:sldChg chg="addSp delSp modSp add mod delAnim modAnim modNotesTx">
        <pc:chgData name="최문영" userId="c9c2ca5b-20f2-48c9-9e1f-a03229bf2768" providerId="ADAL" clId="{022143C9-A375-40BE-9933-F3C84D8AD99A}" dt="2025-08-01T06:46:08.060" v="3497" actId="20577"/>
        <pc:sldMkLst>
          <pc:docMk/>
          <pc:sldMk cId="738488753" sldId="883"/>
        </pc:sldMkLst>
        <pc:spChg chg="mod">
          <ac:chgData name="최문영" userId="c9c2ca5b-20f2-48c9-9e1f-a03229bf2768" providerId="ADAL" clId="{022143C9-A375-40BE-9933-F3C84D8AD99A}" dt="2025-08-01T05:51:29.078" v="2534" actId="1038"/>
          <ac:spMkLst>
            <pc:docMk/>
            <pc:sldMk cId="738488753" sldId="883"/>
            <ac:spMk id="3" creationId="{388FE92D-396A-C159-9282-685715FC064F}"/>
          </ac:spMkLst>
        </pc:spChg>
        <pc:spChg chg="mod">
          <ac:chgData name="최문영" userId="c9c2ca5b-20f2-48c9-9e1f-a03229bf2768" providerId="ADAL" clId="{022143C9-A375-40BE-9933-F3C84D8AD99A}" dt="2025-08-01T05:51:29.078" v="2534" actId="1038"/>
          <ac:spMkLst>
            <pc:docMk/>
            <pc:sldMk cId="738488753" sldId="883"/>
            <ac:spMk id="11" creationId="{801A8E1E-357E-C93F-D0F6-B228823B6260}"/>
          </ac:spMkLst>
        </pc:spChg>
        <pc:spChg chg="mod">
          <ac:chgData name="최문영" userId="c9c2ca5b-20f2-48c9-9e1f-a03229bf2768" providerId="ADAL" clId="{022143C9-A375-40BE-9933-F3C84D8AD99A}" dt="2025-08-01T05:51:29.078" v="2534" actId="1038"/>
          <ac:spMkLst>
            <pc:docMk/>
            <pc:sldMk cId="738488753" sldId="883"/>
            <ac:spMk id="12" creationId="{239D3141-894B-E047-B1E3-71902DD470F0}"/>
          </ac:spMkLst>
        </pc:spChg>
        <pc:spChg chg="add del mod">
          <ac:chgData name="최문영" userId="c9c2ca5b-20f2-48c9-9e1f-a03229bf2768" providerId="ADAL" clId="{022143C9-A375-40BE-9933-F3C84D8AD99A}" dt="2025-08-01T06:03:04.913" v="2898" actId="478"/>
          <ac:spMkLst>
            <pc:docMk/>
            <pc:sldMk cId="738488753" sldId="883"/>
            <ac:spMk id="16" creationId="{31800A60-6E3A-A2AA-BDBC-91A44EECE9C4}"/>
          </ac:spMkLst>
        </pc:spChg>
        <pc:spChg chg="add del mod">
          <ac:chgData name="최문영" userId="c9c2ca5b-20f2-48c9-9e1f-a03229bf2768" providerId="ADAL" clId="{022143C9-A375-40BE-9933-F3C84D8AD99A}" dt="2025-08-01T06:03:13.678" v="2904" actId="478"/>
          <ac:spMkLst>
            <pc:docMk/>
            <pc:sldMk cId="738488753" sldId="883"/>
            <ac:spMk id="17" creationId="{0A2B03D1-2206-24CF-B8A8-756F215BD917}"/>
          </ac:spMkLst>
        </pc:spChg>
        <pc:spChg chg="add del mod">
          <ac:chgData name="최문영" userId="c9c2ca5b-20f2-48c9-9e1f-a03229bf2768" providerId="ADAL" clId="{022143C9-A375-40BE-9933-F3C84D8AD99A}" dt="2025-08-01T06:03:04.345" v="2897" actId="478"/>
          <ac:spMkLst>
            <pc:docMk/>
            <pc:sldMk cId="738488753" sldId="883"/>
            <ac:spMk id="18" creationId="{9F5E86CF-4603-701D-DF60-AD5585EBE7DA}"/>
          </ac:spMkLst>
        </pc:spChg>
        <pc:spChg chg="mod">
          <ac:chgData name="최문영" userId="c9c2ca5b-20f2-48c9-9e1f-a03229bf2768" providerId="ADAL" clId="{022143C9-A375-40BE-9933-F3C84D8AD99A}" dt="2025-08-01T05:51:29.078" v="2534" actId="1038"/>
          <ac:spMkLst>
            <pc:docMk/>
            <pc:sldMk cId="738488753" sldId="883"/>
            <ac:spMk id="20" creationId="{F744DBF3-FD6A-DB55-2910-D26C5F1A3BE5}"/>
          </ac:spMkLst>
        </pc:spChg>
        <pc:spChg chg="add del mod">
          <ac:chgData name="최문영" userId="c9c2ca5b-20f2-48c9-9e1f-a03229bf2768" providerId="ADAL" clId="{022143C9-A375-40BE-9933-F3C84D8AD99A}" dt="2025-08-01T06:03:11.793" v="2903" actId="478"/>
          <ac:spMkLst>
            <pc:docMk/>
            <pc:sldMk cId="738488753" sldId="883"/>
            <ac:spMk id="21" creationId="{3C063E26-9FFA-657E-09F1-3935FD2C28A3}"/>
          </ac:spMkLst>
        </pc:spChg>
        <pc:spChg chg="add del mod">
          <ac:chgData name="최문영" userId="c9c2ca5b-20f2-48c9-9e1f-a03229bf2768" providerId="ADAL" clId="{022143C9-A375-40BE-9933-F3C84D8AD99A}" dt="2025-08-01T06:03:23.312" v="2906" actId="478"/>
          <ac:spMkLst>
            <pc:docMk/>
            <pc:sldMk cId="738488753" sldId="883"/>
            <ac:spMk id="22" creationId="{4B94AAB7-854B-F2F5-645E-7A448BE07AE7}"/>
          </ac:spMkLst>
        </pc:spChg>
        <pc:spChg chg="add del mod">
          <ac:chgData name="최문영" userId="c9c2ca5b-20f2-48c9-9e1f-a03229bf2768" providerId="ADAL" clId="{022143C9-A375-40BE-9933-F3C84D8AD99A}" dt="2025-08-01T06:03:41.105" v="2909"/>
          <ac:spMkLst>
            <pc:docMk/>
            <pc:sldMk cId="738488753" sldId="883"/>
            <ac:spMk id="23" creationId="{29E8C2B2-2EA9-F4A4-5C60-D8B2706E7009}"/>
          </ac:spMkLst>
        </pc:spChg>
        <pc:spChg chg="add del mod">
          <ac:chgData name="최문영" userId="c9c2ca5b-20f2-48c9-9e1f-a03229bf2768" providerId="ADAL" clId="{022143C9-A375-40BE-9933-F3C84D8AD99A}" dt="2025-08-01T06:04:13.244" v="2915" actId="478"/>
          <ac:spMkLst>
            <pc:docMk/>
            <pc:sldMk cId="738488753" sldId="883"/>
            <ac:spMk id="24" creationId="{95101E54-D361-1020-B0FD-3CAE03D44B6B}"/>
          </ac:spMkLst>
        </pc:spChg>
        <pc:picChg chg="add del mod">
          <ac:chgData name="최문영" userId="c9c2ca5b-20f2-48c9-9e1f-a03229bf2768" providerId="ADAL" clId="{022143C9-A375-40BE-9933-F3C84D8AD99A}" dt="2025-08-01T06:03:09.876" v="2902" actId="478"/>
          <ac:picMkLst>
            <pc:docMk/>
            <pc:sldMk cId="738488753" sldId="883"/>
            <ac:picMk id="13" creationId="{E647271D-6D50-9716-3BA8-D518FD7761E9}"/>
          </ac:picMkLst>
        </pc:picChg>
      </pc:sldChg>
      <pc:sldChg chg="add del">
        <pc:chgData name="최문영" userId="c9c2ca5b-20f2-48c9-9e1f-a03229bf2768" providerId="ADAL" clId="{022143C9-A375-40BE-9933-F3C84D8AD99A}" dt="2025-08-01T05:45:31.692" v="2157" actId="47"/>
        <pc:sldMkLst>
          <pc:docMk/>
          <pc:sldMk cId="1069537935" sldId="883"/>
        </pc:sldMkLst>
      </pc:sldChg>
      <pc:sldChg chg="add del">
        <pc:chgData name="최문영" userId="c9c2ca5b-20f2-48c9-9e1f-a03229bf2768" providerId="ADAL" clId="{022143C9-A375-40BE-9933-F3C84D8AD99A}" dt="2025-08-01T05:47:45.188" v="2181" actId="47"/>
        <pc:sldMkLst>
          <pc:docMk/>
          <pc:sldMk cId="2080201393" sldId="883"/>
        </pc:sldMkLst>
      </pc:sldChg>
      <pc:sldChg chg="add del">
        <pc:chgData name="최문영" userId="c9c2ca5b-20f2-48c9-9e1f-a03229bf2768" providerId="ADAL" clId="{022143C9-A375-40BE-9933-F3C84D8AD99A}" dt="2025-08-01T05:03:00.224" v="2154" actId="47"/>
        <pc:sldMkLst>
          <pc:docMk/>
          <pc:sldMk cId="2743965332" sldId="883"/>
        </pc:sldMkLst>
      </pc:sldChg>
      <pc:sldChg chg="modSp add del mod">
        <pc:chgData name="최문영" userId="c9c2ca5b-20f2-48c9-9e1f-a03229bf2768" providerId="ADAL" clId="{022143C9-A375-40BE-9933-F3C84D8AD99A}" dt="2025-08-01T05:46:14.441" v="2162" actId="47"/>
        <pc:sldMkLst>
          <pc:docMk/>
          <pc:sldMk cId="526566331" sldId="884"/>
        </pc:sldMkLst>
        <pc:graphicFrameChg chg="mod modGraphic">
          <ac:chgData name="최문영" userId="c9c2ca5b-20f2-48c9-9e1f-a03229bf2768" providerId="ADAL" clId="{022143C9-A375-40BE-9933-F3C84D8AD99A}" dt="2025-08-01T05:45:44.159" v="2161"/>
          <ac:graphicFrameMkLst>
            <pc:docMk/>
            <pc:sldMk cId="526566331" sldId="884"/>
            <ac:graphicFrameMk id="7" creationId="{232736E8-7166-81DC-F853-95FF8FC4DCD7}"/>
          </ac:graphicFrameMkLst>
        </pc:graphicFrameChg>
      </pc:sldChg>
      <pc:sldChg chg="addSp delSp modSp add mod delAnim">
        <pc:chgData name="최문영" userId="c9c2ca5b-20f2-48c9-9e1f-a03229bf2768" providerId="ADAL" clId="{022143C9-A375-40BE-9933-F3C84D8AD99A}" dt="2025-08-01T06:01:43.768" v="2880" actId="167"/>
        <pc:sldMkLst>
          <pc:docMk/>
          <pc:sldMk cId="1787494701" sldId="884"/>
        </pc:sldMkLst>
        <pc:spChg chg="add mod ord">
          <ac:chgData name="최문영" userId="c9c2ca5b-20f2-48c9-9e1f-a03229bf2768" providerId="ADAL" clId="{022143C9-A375-40BE-9933-F3C84D8AD99A}" dt="2025-08-01T06:01:43.768" v="2880" actId="167"/>
          <ac:spMkLst>
            <pc:docMk/>
            <pc:sldMk cId="1787494701" sldId="884"/>
            <ac:spMk id="3" creationId="{452A1B61-AE8C-DEF8-42EB-B91BA127C902}"/>
          </ac:spMkLst>
        </pc:spChg>
        <pc:spChg chg="add mod ord">
          <ac:chgData name="최문영" userId="c9c2ca5b-20f2-48c9-9e1f-a03229bf2768" providerId="ADAL" clId="{022143C9-A375-40BE-9933-F3C84D8AD99A}" dt="2025-08-01T06:01:43.768" v="2880" actId="167"/>
          <ac:spMkLst>
            <pc:docMk/>
            <pc:sldMk cId="1787494701" sldId="884"/>
            <ac:spMk id="4" creationId="{6AC2CD50-4F12-0ECF-B082-4B52C1A39068}"/>
          </ac:spMkLst>
        </pc:spChg>
        <pc:spChg chg="del">
          <ac:chgData name="최문영" userId="c9c2ca5b-20f2-48c9-9e1f-a03229bf2768" providerId="ADAL" clId="{022143C9-A375-40BE-9933-F3C84D8AD99A}" dt="2025-08-01T05:59:00.643" v="2827" actId="478"/>
          <ac:spMkLst>
            <pc:docMk/>
            <pc:sldMk cId="1787494701" sldId="884"/>
            <ac:spMk id="9" creationId="{D2025C40-8E36-15A8-DB39-ABE220D486FB}"/>
          </ac:spMkLst>
        </pc:spChg>
        <pc:spChg chg="mod">
          <ac:chgData name="최문영" userId="c9c2ca5b-20f2-48c9-9e1f-a03229bf2768" providerId="ADAL" clId="{022143C9-A375-40BE-9933-F3C84D8AD99A}" dt="2025-08-01T05:59:52.003" v="2857" actId="20577"/>
          <ac:spMkLst>
            <pc:docMk/>
            <pc:sldMk cId="1787494701" sldId="884"/>
            <ac:spMk id="13" creationId="{361934A6-D269-790E-9EDB-AA8BCC9297A5}"/>
          </ac:spMkLst>
        </pc:spChg>
        <pc:spChg chg="mod">
          <ac:chgData name="최문영" userId="c9c2ca5b-20f2-48c9-9e1f-a03229bf2768" providerId="ADAL" clId="{022143C9-A375-40BE-9933-F3C84D8AD99A}" dt="2025-08-01T05:59:36.448" v="2840" actId="20577"/>
          <ac:spMkLst>
            <pc:docMk/>
            <pc:sldMk cId="1787494701" sldId="884"/>
            <ac:spMk id="60" creationId="{FB698AF7-9839-BE0B-3ECB-5962A466E867}"/>
          </ac:spMkLst>
        </pc:spChg>
        <pc:spChg chg="mod">
          <ac:chgData name="최문영" userId="c9c2ca5b-20f2-48c9-9e1f-a03229bf2768" providerId="ADAL" clId="{022143C9-A375-40BE-9933-F3C84D8AD99A}" dt="2025-08-01T05:59:42.052" v="2842" actId="20577"/>
          <ac:spMkLst>
            <pc:docMk/>
            <pc:sldMk cId="1787494701" sldId="884"/>
            <ac:spMk id="61" creationId="{6BCD1A24-F8BD-BB93-958E-49D52AAFFD1E}"/>
          </ac:spMkLst>
        </pc:spChg>
        <pc:spChg chg="mod">
          <ac:chgData name="최문영" userId="c9c2ca5b-20f2-48c9-9e1f-a03229bf2768" providerId="ADAL" clId="{022143C9-A375-40BE-9933-F3C84D8AD99A}" dt="2025-08-01T05:59:45.028" v="2844" actId="20577"/>
          <ac:spMkLst>
            <pc:docMk/>
            <pc:sldMk cId="1787494701" sldId="884"/>
            <ac:spMk id="1092" creationId="{1B29A97E-19EF-7802-AFF2-6A399D5B10F7}"/>
          </ac:spMkLst>
        </pc:spChg>
      </pc:sldChg>
      <pc:sldChg chg="add del">
        <pc:chgData name="최문영" userId="c9c2ca5b-20f2-48c9-9e1f-a03229bf2768" providerId="ADAL" clId="{022143C9-A375-40BE-9933-F3C84D8AD99A}" dt="2025-08-01T05:02:59.528" v="2153" actId="47"/>
        <pc:sldMkLst>
          <pc:docMk/>
          <pc:sldMk cId="2356251170" sldId="8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/>
              <a:t>Weekly meeting </a:t>
            </a:r>
            <a:r>
              <a:rPr lang="ko-KR" altLang="en-US" sz="1100"/>
              <a:t>표지</a:t>
            </a:r>
            <a:endParaRPr lang="en-US" altLang="ko-KR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6D11-BA15-9A9E-04F0-12EBE0BF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1A1ADF-EAA9-E4DC-D4FA-71189C1DB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DC56A5-053B-9DED-C33A-DA0E4CBA7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4471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E2565-4A9D-73C3-5CB5-F801A883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307BFF-7FF4-7B3C-67B0-C6172AE9B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90C0CB-BEE3-183C-0480-39AB5D5A7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1834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E17CF-599D-D653-7455-09EBF3A4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585BDF-280D-438A-42E6-51C3C5762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A1648D-F91D-9C75-D361-6090FCF8F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283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06FBA-7FA2-57DE-A0F7-269DCDCCF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551C48-72F9-3622-43C6-484BD5FA6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CCFAC5-F672-29DA-4879-5167FF218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1:</a:t>
            </a:r>
            <a:r>
              <a:rPr kumimoji="1" lang="ko-KR" altLang="en-US" sz="1200" b="0" dirty="0">
                <a:latin typeface="+mn-lt"/>
              </a:rPr>
              <a:t> 간접솔루션 </a:t>
            </a:r>
            <a:r>
              <a:rPr kumimoji="1" lang="ko-KR" altLang="en-US" sz="1200" b="0" dirty="0" err="1">
                <a:latin typeface="+mn-lt"/>
              </a:rPr>
              <a:t>피포큐</a:t>
            </a:r>
            <a:r>
              <a:rPr kumimoji="1" lang="ko-KR" altLang="en-US" sz="1200" b="0" dirty="0">
                <a:latin typeface="+mn-lt"/>
              </a:rPr>
              <a:t> 밑에 </a:t>
            </a:r>
            <a:r>
              <a:rPr kumimoji="1" lang="ko-KR" altLang="en-US" sz="1200" b="0" dirty="0" err="1">
                <a:latin typeface="+mn-lt"/>
              </a:rPr>
              <a:t>프리어러티</a:t>
            </a:r>
            <a:r>
              <a:rPr kumimoji="1" lang="ko-KR" altLang="en-US" sz="1200" b="0" dirty="0">
                <a:latin typeface="+mn-lt"/>
              </a:rPr>
              <a:t> 큐를 </a:t>
            </a:r>
            <a:r>
              <a:rPr kumimoji="1" lang="ko-KR" altLang="en-US" sz="1200" b="0" dirty="0" err="1">
                <a:latin typeface="+mn-lt"/>
              </a:rPr>
              <a:t>만들었따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이때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한계 </a:t>
            </a:r>
            <a:r>
              <a:rPr kumimoji="1" lang="en-US" altLang="ko-KR" sz="1200" b="0" dirty="0">
                <a:latin typeface="+mn-lt"/>
              </a:rPr>
              <a:t>+ </a:t>
            </a:r>
            <a:r>
              <a:rPr kumimoji="1" lang="ko-KR" altLang="en-US" sz="1200" b="0" dirty="0">
                <a:latin typeface="+mn-lt"/>
              </a:rPr>
              <a:t>왜 </a:t>
            </a:r>
            <a:r>
              <a:rPr kumimoji="1" lang="ko-KR" altLang="en-US" sz="1200" b="0" dirty="0" err="1">
                <a:latin typeface="+mn-lt"/>
              </a:rPr>
              <a:t>이런방법을</a:t>
            </a:r>
            <a:r>
              <a:rPr kumimoji="1" lang="ko-KR" altLang="en-US" sz="1200" b="0" dirty="0">
                <a:latin typeface="+mn-lt"/>
              </a:rPr>
              <a:t> 했는지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2: </a:t>
            </a:r>
            <a:r>
              <a:rPr kumimoji="1" lang="en-US" altLang="ko-KR" sz="1200" b="0" dirty="0" err="1">
                <a:latin typeface="+mn-lt"/>
              </a:rPr>
              <a:t>pQ</a:t>
            </a:r>
            <a:r>
              <a:rPr kumimoji="1" lang="en-US" altLang="ko-KR" sz="1200" b="0" dirty="0">
                <a:latin typeface="+mn-lt"/>
              </a:rPr>
              <a:t> </a:t>
            </a:r>
            <a:r>
              <a:rPr kumimoji="1" lang="ko-KR" altLang="en-US" sz="1200" b="0" dirty="0">
                <a:latin typeface="+mn-lt"/>
              </a:rPr>
              <a:t>공부하기</a:t>
            </a:r>
            <a:r>
              <a:rPr kumimoji="1" lang="en-US" altLang="ko-KR" sz="1200" b="0" dirty="0">
                <a:latin typeface="+mn-lt"/>
              </a:rPr>
              <a:t>(</a:t>
            </a:r>
            <a:r>
              <a:rPr kumimoji="1" lang="ko-KR" altLang="en-US" sz="1200" b="0" dirty="0">
                <a:latin typeface="+mn-lt"/>
              </a:rPr>
              <a:t>웅기</a:t>
            </a:r>
            <a:r>
              <a:rPr kumimoji="1" lang="en-US" altLang="ko-KR" sz="1200" b="0" dirty="0">
                <a:latin typeface="+mn-lt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3: </a:t>
            </a:r>
            <a:r>
              <a:rPr kumimoji="1" lang="ko-KR" altLang="en-US" sz="1200" b="0" dirty="0">
                <a:latin typeface="+mn-lt"/>
              </a:rPr>
              <a:t>명백한 </a:t>
            </a:r>
            <a:r>
              <a:rPr kumimoji="1" lang="ko-KR" altLang="en-US" sz="1200" b="0" dirty="0" err="1">
                <a:latin typeface="+mn-lt"/>
              </a:rPr>
              <a:t>솔류션</a:t>
            </a:r>
            <a:r>
              <a:rPr kumimoji="1" lang="en-US" altLang="ko-KR" sz="1200" b="0" dirty="0">
                <a:latin typeface="+mn-lt"/>
              </a:rPr>
              <a:t>(</a:t>
            </a:r>
            <a:r>
              <a:rPr kumimoji="1" lang="ko-KR" altLang="en-US" sz="1200" b="0" dirty="0" err="1">
                <a:latin typeface="+mn-lt"/>
              </a:rPr>
              <a:t>립마브콘</a:t>
            </a:r>
            <a:r>
              <a:rPr kumimoji="1" lang="ko-KR" altLang="en-US" sz="1200" b="0" dirty="0">
                <a:latin typeface="+mn-lt"/>
              </a:rPr>
              <a:t> 큐를 </a:t>
            </a:r>
            <a:r>
              <a:rPr kumimoji="1" lang="ko-KR" altLang="en-US" sz="1200" b="0" dirty="0" err="1">
                <a:latin typeface="+mn-lt"/>
              </a:rPr>
              <a:t>프리어러티</a:t>
            </a:r>
            <a:r>
              <a:rPr kumimoji="1" lang="ko-KR" altLang="en-US" sz="1200" b="0" dirty="0">
                <a:latin typeface="+mn-lt"/>
              </a:rPr>
              <a:t> 큐로 수정</a:t>
            </a:r>
            <a:r>
              <a:rPr kumimoji="1" lang="en-US" altLang="ko-KR" sz="1200" b="0" dirty="0">
                <a:latin typeface="+mn-lt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왜 어려운지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 err="1">
                <a:latin typeface="+mn-lt"/>
              </a:rPr>
              <a:t>락걸리고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플로우랑</a:t>
            </a:r>
            <a:r>
              <a:rPr kumimoji="1" lang="ko-KR" altLang="en-US" sz="1200" b="0" dirty="0">
                <a:latin typeface="+mn-lt"/>
              </a:rPr>
              <a:t> 구조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잘 설명해보자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n-lt"/>
              </a:rPr>
              <a:t>새로 </a:t>
            </a:r>
            <a:r>
              <a:rPr kumimoji="1" lang="ko-KR" altLang="en-US" sz="1200" b="0" dirty="0" err="1">
                <a:latin typeface="+mn-lt"/>
              </a:rPr>
              <a:t>알게된</a:t>
            </a:r>
            <a:r>
              <a:rPr kumimoji="1" lang="ko-KR" altLang="en-US" sz="1200" b="0" dirty="0">
                <a:latin typeface="+mn-lt"/>
              </a:rPr>
              <a:t> 정보로 계획</a:t>
            </a: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8285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AA098-CFFF-C70A-2C20-1EC19CEF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F43D86-7247-226E-A930-5A621D7F0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F6CC95-47C1-C6F5-2344-B98D7EA25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8901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7E96-5A74-5163-26C5-053A4B1B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68C943-3C23-8D88-0CE5-9C6394C13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E600D9-6884-6F4F-667F-DC8D406F9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0433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E8BFA-B01C-0C73-BFCA-7C7E8D00D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320130-340A-7804-E1D6-D5E88B82F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C921BB-E20E-7D79-68B2-C814B60C3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2570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27E4-9814-7788-2BBE-7C19B08F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D0F357-ED06-BA77-2791-ADBDA3C32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A74696-FAED-F984-B0ED-560CC7DFC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7156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A831A-CFF4-F21B-07B3-ABE81486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FB0A4C-9719-3A43-5C8F-B074C85F0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8D2812-D8F4-907B-2455-C38A3AC26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589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6C330-8C14-8231-FC59-D492D8EED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EE003E-25E0-FA69-4CEC-E92EFFA0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EF34E-1BDC-DBEC-B08A-644A30DA3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6349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74ABA-654D-0A46-C109-6A65107C6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BE5C2E-D454-7EDE-0288-607ADC020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12203D-CFA2-7C89-80C0-456D56FA4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n-lt"/>
              </a:rPr>
              <a:t> multi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>
                <a:latin typeface="+mn-lt"/>
              </a:rPr>
              <a:t>level </a:t>
            </a:r>
          </a:p>
        </p:txBody>
      </p:sp>
    </p:spTree>
    <p:extLst>
      <p:ext uri="{BB962C8B-B14F-4D97-AF65-F5344CB8AC3E}">
        <p14:creationId xmlns:p14="http://schemas.microsoft.com/office/powerpoint/2010/main" val="812984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8612D-DA14-C41A-7176-5348F3DF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B60983-94C0-7E81-F34B-6304C86D5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398AC4-B497-206F-3555-2019B1599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6511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25.08.01.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3728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Analyzing Latency at Each Stage of the Process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MAVROS Communication Flow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4CE2-759E-96A5-ED1D-7FBB3CF6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D7EA963-5914-B911-3106-D2A3C11FED2F}"/>
              </a:ext>
            </a:extLst>
          </p:cNvPr>
          <p:cNvSpPr/>
          <p:nvPr/>
        </p:nvSpPr>
        <p:spPr>
          <a:xfrm>
            <a:off x="203760" y="998280"/>
            <a:ext cx="8852760" cy="3267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PX4 commander by On-boarding vs Off-boarding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On-boarding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20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20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ko-KR" sz="2000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Off-boarding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274BA352-113D-F05B-FF36-D664B73586A6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EDDD283-718B-C0A0-9E0B-054B0BF3B3D4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50D47DE9-A80B-8C79-B1AB-D4DB29B0141E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Background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99D6F20-C4AC-4AD9-15AC-93B8CB6B94BE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D13DECC-4BB0-E3E3-260F-4293224E8FD0}"/>
              </a:ext>
            </a:extLst>
          </p:cNvPr>
          <p:cNvGrpSpPr/>
          <p:nvPr/>
        </p:nvGrpSpPr>
        <p:grpSpPr>
          <a:xfrm>
            <a:off x="533659" y="1996965"/>
            <a:ext cx="1992689" cy="1206664"/>
            <a:chOff x="421560" y="4754916"/>
            <a:chExt cx="1992689" cy="1206664"/>
          </a:xfrm>
        </p:grpSpPr>
        <p:pic>
          <p:nvPicPr>
            <p:cNvPr id="1028" name="Picture 4" descr="PX4 Autopilot 사용자 안내서 | PX4 Guide (main)">
              <a:extLst>
                <a:ext uri="{FF2B5EF4-FFF2-40B4-BE49-F238E27FC236}">
                  <a16:creationId xmlns:a16="http://schemas.microsoft.com/office/drawing/2014/main" id="{60CFB8B8-8A47-CC96-B827-EB2901BF8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23" y="4754916"/>
              <a:ext cx="1216277" cy="91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23AD620-26F9-94CA-5696-DF94C5E265F4}"/>
                </a:ext>
              </a:extLst>
            </p:cNvPr>
            <p:cNvSpPr/>
            <p:nvPr/>
          </p:nvSpPr>
          <p:spPr>
            <a:xfrm>
              <a:off x="421560" y="4814263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AB51E3A-4345-5B33-907F-082E316768C0}"/>
                </a:ext>
              </a:extLst>
            </p:cNvPr>
            <p:cNvSpPr txBox="1"/>
            <p:nvPr/>
          </p:nvSpPr>
          <p:spPr>
            <a:xfrm>
              <a:off x="506326" y="5541382"/>
              <a:ext cx="1823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Drone Software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2043549-D3F5-1F3D-5246-5CC4CED1C821}"/>
              </a:ext>
            </a:extLst>
          </p:cNvPr>
          <p:cNvGrpSpPr/>
          <p:nvPr/>
        </p:nvGrpSpPr>
        <p:grpSpPr>
          <a:xfrm>
            <a:off x="3549015" y="2056312"/>
            <a:ext cx="1992689" cy="1147317"/>
            <a:chOff x="3247329" y="4814262"/>
            <a:chExt cx="1992689" cy="1147317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69CA7BD-68EB-B499-C69B-564576B4C928}"/>
                </a:ext>
              </a:extLst>
            </p:cNvPr>
            <p:cNvSpPr/>
            <p:nvPr/>
          </p:nvSpPr>
          <p:spPr>
            <a:xfrm>
              <a:off x="3247329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48E33C3B-F8E8-1B81-2FB8-7E38AD04F6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285" y="4814262"/>
              <a:ext cx="1728775" cy="844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81449C-988E-BF5A-B736-AC8643FCBE51}"/>
                </a:ext>
              </a:extLst>
            </p:cNvPr>
            <p:cNvSpPr txBox="1"/>
            <p:nvPr/>
          </p:nvSpPr>
          <p:spPr>
            <a:xfrm>
              <a:off x="341686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Simulator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6676940-1BE5-1407-B238-EE6E636A7585}"/>
              </a:ext>
            </a:extLst>
          </p:cNvPr>
          <p:cNvGrpSpPr/>
          <p:nvPr/>
        </p:nvGrpSpPr>
        <p:grpSpPr>
          <a:xfrm>
            <a:off x="534219" y="4388261"/>
            <a:ext cx="1992689" cy="1147317"/>
            <a:chOff x="6073098" y="4814262"/>
            <a:chExt cx="1992689" cy="1147317"/>
          </a:xfrm>
        </p:grpSpPr>
        <p:pic>
          <p:nvPicPr>
            <p:cNvPr id="1032" name="Picture 8" descr="ROS2 Part 1 - Create a ROS2 Python Package and Node">
              <a:extLst>
                <a:ext uri="{FF2B5EF4-FFF2-40B4-BE49-F238E27FC236}">
                  <a16:creationId xmlns:a16="http://schemas.microsoft.com/office/drawing/2014/main" id="{C1E25E13-BFF0-BCB3-2346-CED2F6826D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1427" y="5014890"/>
              <a:ext cx="1476030" cy="4276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7C23FCA-9E9A-FFFE-1095-19451F319CA8}"/>
                </a:ext>
              </a:extLst>
            </p:cNvPr>
            <p:cNvSpPr/>
            <p:nvPr/>
          </p:nvSpPr>
          <p:spPr>
            <a:xfrm>
              <a:off x="6073098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4C8270-D6E1-F4ED-4107-736DB23A99FE}"/>
                </a:ext>
              </a:extLst>
            </p:cNvPr>
            <p:cNvSpPr txBox="1"/>
            <p:nvPr/>
          </p:nvSpPr>
          <p:spPr>
            <a:xfrm>
              <a:off x="624263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Middleware</a:t>
              </a:r>
              <a:endParaRPr lang="ko-KR" altLang="en-US" dirty="0">
                <a:latin typeface="+mn-ea"/>
              </a:endParaRPr>
            </a:p>
          </p:txBody>
        </p: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4B2F5A9-CD5F-A2D1-EABF-80A3ABCFF00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526348" y="2629971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BD3AEFD-1844-D899-74D6-EFA4EEA3270C}"/>
              </a:ext>
            </a:extLst>
          </p:cNvPr>
          <p:cNvGrpSpPr/>
          <p:nvPr/>
        </p:nvGrpSpPr>
        <p:grpSpPr>
          <a:xfrm>
            <a:off x="3549015" y="4328914"/>
            <a:ext cx="1992689" cy="1206664"/>
            <a:chOff x="421560" y="4754916"/>
            <a:chExt cx="1992689" cy="1206664"/>
          </a:xfrm>
        </p:grpSpPr>
        <p:pic>
          <p:nvPicPr>
            <p:cNvPr id="37" name="Picture 4" descr="PX4 Autopilot 사용자 안내서 | PX4 Guide (main)">
              <a:extLst>
                <a:ext uri="{FF2B5EF4-FFF2-40B4-BE49-F238E27FC236}">
                  <a16:creationId xmlns:a16="http://schemas.microsoft.com/office/drawing/2014/main" id="{4D7C3E9A-B76C-0F1D-FA57-01E7B7E1F6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23" y="4754916"/>
              <a:ext cx="1216277" cy="91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53CB832-ED2B-F418-06F2-9863DCD6D4C8}"/>
                </a:ext>
              </a:extLst>
            </p:cNvPr>
            <p:cNvSpPr/>
            <p:nvPr/>
          </p:nvSpPr>
          <p:spPr>
            <a:xfrm>
              <a:off x="421560" y="4814263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23D231-CA2C-3551-1778-63A03B6B33E2}"/>
                </a:ext>
              </a:extLst>
            </p:cNvPr>
            <p:cNvSpPr txBox="1"/>
            <p:nvPr/>
          </p:nvSpPr>
          <p:spPr>
            <a:xfrm>
              <a:off x="506326" y="5541382"/>
              <a:ext cx="1823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Drone Software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9A2E02F-53E8-114E-FB0E-F2423550E961}"/>
              </a:ext>
            </a:extLst>
          </p:cNvPr>
          <p:cNvGrpSpPr/>
          <p:nvPr/>
        </p:nvGrpSpPr>
        <p:grpSpPr>
          <a:xfrm>
            <a:off x="6564371" y="4388261"/>
            <a:ext cx="1992689" cy="1147317"/>
            <a:chOff x="3247329" y="4814262"/>
            <a:chExt cx="1992689" cy="1147317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DF61616-8047-BFF6-1487-DFF094D217F0}"/>
                </a:ext>
              </a:extLst>
            </p:cNvPr>
            <p:cNvSpPr/>
            <p:nvPr/>
          </p:nvSpPr>
          <p:spPr>
            <a:xfrm>
              <a:off x="3247329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2" name="Picture 6">
              <a:extLst>
                <a:ext uri="{FF2B5EF4-FFF2-40B4-BE49-F238E27FC236}">
                  <a16:creationId xmlns:a16="http://schemas.microsoft.com/office/drawing/2014/main" id="{BBE3A241-4EFD-2024-4F52-2AAE3B25E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285" y="4814262"/>
              <a:ext cx="1728775" cy="844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235399D-EF53-A11A-D925-21D28D25C00E}"/>
                </a:ext>
              </a:extLst>
            </p:cNvPr>
            <p:cNvSpPr txBox="1"/>
            <p:nvPr/>
          </p:nvSpPr>
          <p:spPr>
            <a:xfrm>
              <a:off x="341686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Simulator</a:t>
              </a:r>
              <a:endParaRPr lang="ko-KR" altLang="en-US" dirty="0">
                <a:latin typeface="+mn-ea"/>
              </a:endParaRPr>
            </a:p>
          </p:txBody>
        </p:sp>
      </p:grp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621CDEF-7A35-72DD-D5D7-EDCC84D487DF}"/>
              </a:ext>
            </a:extLst>
          </p:cNvPr>
          <p:cNvCxnSpPr>
            <a:cxnSpLocks/>
            <a:stCxn id="38" idx="3"/>
            <a:endCxn id="41" idx="1"/>
          </p:cNvCxnSpPr>
          <p:nvPr/>
        </p:nvCxnSpPr>
        <p:spPr>
          <a:xfrm>
            <a:off x="5541704" y="4961920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DE0615B-EC42-F2EF-0F43-85F1BCDCDE52}"/>
              </a:ext>
            </a:extLst>
          </p:cNvPr>
          <p:cNvCxnSpPr>
            <a:cxnSpLocks/>
          </p:cNvCxnSpPr>
          <p:nvPr/>
        </p:nvCxnSpPr>
        <p:spPr>
          <a:xfrm>
            <a:off x="2526348" y="4961920"/>
            <a:ext cx="10226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21E5928-BC50-00DF-A5D2-81193E16BF70}"/>
              </a:ext>
            </a:extLst>
          </p:cNvPr>
          <p:cNvSpPr txBox="1"/>
          <p:nvPr/>
        </p:nvSpPr>
        <p:spPr>
          <a:xfrm>
            <a:off x="1481565" y="1939943"/>
            <a:ext cx="178001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생성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3756C9-8A91-2192-3E62-1BD8F9737098}"/>
              </a:ext>
            </a:extLst>
          </p:cNvPr>
          <p:cNvSpPr txBox="1"/>
          <p:nvPr/>
        </p:nvSpPr>
        <p:spPr>
          <a:xfrm>
            <a:off x="1535960" y="4250607"/>
            <a:ext cx="178001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생성</a:t>
            </a:r>
          </a:p>
        </p:txBody>
      </p:sp>
      <p:pic>
        <p:nvPicPr>
          <p:cNvPr id="48" name="Picture 10">
            <a:extLst>
              <a:ext uri="{FF2B5EF4-FFF2-40B4-BE49-F238E27FC236}">
                <a16:creationId xmlns:a16="http://schemas.microsoft.com/office/drawing/2014/main" id="{E2EBB3CE-DA6A-C095-DB25-D5A23742A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535" y="5008640"/>
            <a:ext cx="1022667" cy="24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7B968B0-AF35-DF70-B6F1-D06B1AA146CF}"/>
              </a:ext>
            </a:extLst>
          </p:cNvPr>
          <p:cNvSpPr txBox="1"/>
          <p:nvPr/>
        </p:nvSpPr>
        <p:spPr>
          <a:xfrm>
            <a:off x="2451692" y="4943131"/>
            <a:ext cx="1216277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MAVROS</a:t>
            </a:r>
            <a:endParaRPr lang="ko-KR" altLang="en-US" b="1" dirty="0">
              <a:solidFill>
                <a:srgbClr val="0070C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02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2E23-BF7E-C6FB-7B83-D2610757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08A8C8B-65B3-C310-93E4-19677FC41F4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vs Service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8206D70-57DE-6E11-B44B-E5D5E6FC7B3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016219-716F-7D1B-A1F4-ADFA74DDC2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2F8EA54-2046-E6F8-1681-56A9802D5DA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Background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1F98FD-CF8A-A4A4-C05C-CA837D9FE8A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4541B1-1AA0-1F13-C89A-0D0F9BF99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754470"/>
              </p:ext>
            </p:extLst>
          </p:nvPr>
        </p:nvGraphicFramePr>
        <p:xfrm>
          <a:off x="629699" y="1503146"/>
          <a:ext cx="75872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067">
                  <a:extLst>
                    <a:ext uri="{9D8B030D-6E8A-4147-A177-3AD203B41FA5}">
                      <a16:colId xmlns:a16="http://schemas.microsoft.com/office/drawing/2014/main" val="3697497788"/>
                    </a:ext>
                  </a:extLst>
                </a:gridCol>
                <a:gridCol w="2529067">
                  <a:extLst>
                    <a:ext uri="{9D8B030D-6E8A-4147-A177-3AD203B41FA5}">
                      <a16:colId xmlns:a16="http://schemas.microsoft.com/office/drawing/2014/main" val="3675343210"/>
                    </a:ext>
                  </a:extLst>
                </a:gridCol>
                <a:gridCol w="2529067">
                  <a:extLst>
                    <a:ext uri="{9D8B030D-6E8A-4147-A177-3AD203B41FA5}">
                      <a16:colId xmlns:a16="http://schemas.microsoft.com/office/drawing/2014/main" val="3107816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74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Publisher-Subscriber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Request-Response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76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지속적인 데이터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일회성 명령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80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 (by user)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218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sensor, position, status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91911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A8C7239-0C5C-543F-8275-2A2610614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99" y="3579355"/>
            <a:ext cx="4886712" cy="274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995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8E025-7061-FAD9-272D-4A9C3327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D70E24C-5B41-E699-054E-11318E26A4CC}"/>
              </a:ext>
            </a:extLst>
          </p:cNvPr>
          <p:cNvSpPr txBox="1"/>
          <p:nvPr/>
        </p:nvSpPr>
        <p:spPr>
          <a:xfrm>
            <a:off x="203699" y="998257"/>
            <a:ext cx="868630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of Service Commands under topic traffic in MAVROS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call: arming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pub: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DF89D8A8-55EF-E325-CFAF-89502770F1E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153A93-C6D1-90B6-ED6A-CD8DBDC400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BE3F08A-E616-A769-E7DF-EE34A94E5FC7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To do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64292D9-905E-23EA-2412-FDD5613E1E2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자료구조] 우선순위 큐(Priority Queue) 사용법">
            <a:extLst>
              <a:ext uri="{FF2B5EF4-FFF2-40B4-BE49-F238E27FC236}">
                <a16:creationId xmlns:a16="http://schemas.microsoft.com/office/drawing/2014/main" id="{9A1200AE-B2A2-65AE-FC78-50123EA11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764" y="3296799"/>
            <a:ext cx="3436068" cy="141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2D4905-382B-79D3-A56B-12317BD72156}"/>
              </a:ext>
            </a:extLst>
          </p:cNvPr>
          <p:cNvSpPr/>
          <p:nvPr/>
        </p:nvSpPr>
        <p:spPr>
          <a:xfrm>
            <a:off x="774720" y="3533487"/>
            <a:ext cx="1332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6AFC8E2-9A98-1E10-082F-F6EB552F81A6}"/>
              </a:ext>
            </a:extLst>
          </p:cNvPr>
          <p:cNvSpPr/>
          <p:nvPr/>
        </p:nvSpPr>
        <p:spPr>
          <a:xfrm>
            <a:off x="763412" y="2993444"/>
            <a:ext cx="1354617" cy="3626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0E4469-6A1C-F5F3-DF7D-C8EEC67B053D}"/>
              </a:ext>
            </a:extLst>
          </p:cNvPr>
          <p:cNvSpPr/>
          <p:nvPr/>
        </p:nvSpPr>
        <p:spPr>
          <a:xfrm>
            <a:off x="580434" y="2629265"/>
            <a:ext cx="1720574" cy="142199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ROS2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E786C9-712E-098B-6EB0-9F228379DE05}"/>
              </a:ext>
            </a:extLst>
          </p:cNvPr>
          <p:cNvSpPr/>
          <p:nvPr/>
        </p:nvSpPr>
        <p:spPr>
          <a:xfrm>
            <a:off x="2959199" y="2617916"/>
            <a:ext cx="1720574" cy="359735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MAVROS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86591F1-0F14-41A5-E428-60609F16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57533"/>
              </p:ext>
            </p:extLst>
          </p:nvPr>
        </p:nvGraphicFramePr>
        <p:xfrm>
          <a:off x="3146078" y="2973244"/>
          <a:ext cx="135461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16">
                  <a:extLst>
                    <a:ext uri="{9D8B030D-6E8A-4147-A177-3AD203B41FA5}">
                      <a16:colId xmlns:a16="http://schemas.microsoft.com/office/drawing/2014/main" val="4141298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set_position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1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set_position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677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set_position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23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set_position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41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arming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8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094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696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817638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AFC3478-F4A8-6819-DE70-0B8CB592F496}"/>
              </a:ext>
            </a:extLst>
          </p:cNvPr>
          <p:cNvCxnSpPr>
            <a:stCxn id="4" idx="3"/>
          </p:cNvCxnSpPr>
          <p:nvPr/>
        </p:nvCxnSpPr>
        <p:spPr>
          <a:xfrm flipV="1">
            <a:off x="2118029" y="3147400"/>
            <a:ext cx="1028049" cy="2735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E2AB69D-3552-E9F9-FE7F-64FB0D806548}"/>
              </a:ext>
            </a:extLst>
          </p:cNvPr>
          <p:cNvCxnSpPr>
            <a:cxnSpLocks/>
          </p:cNvCxnSpPr>
          <p:nvPr/>
        </p:nvCxnSpPr>
        <p:spPr>
          <a:xfrm>
            <a:off x="2118029" y="3174754"/>
            <a:ext cx="1028049" cy="3626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90D411F-FE1E-95F8-568F-CFAD18221DF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118029" y="3174754"/>
            <a:ext cx="1028049" cy="71873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136086A-56B7-B177-6F38-3ADE2166D78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118029" y="3174754"/>
            <a:ext cx="1028049" cy="10855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E2FECE2-1755-9585-88F0-81F51B7EAAD8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106720" y="3713487"/>
            <a:ext cx="1035458" cy="965675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6DF56CE-6A0B-1B2E-524E-5E6AAA1B1D44}"/>
              </a:ext>
            </a:extLst>
          </p:cNvPr>
          <p:cNvSpPr/>
          <p:nvPr/>
        </p:nvSpPr>
        <p:spPr>
          <a:xfrm>
            <a:off x="5337964" y="2617916"/>
            <a:ext cx="1720574" cy="1433341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PX4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9" name="Picture 4" descr="PX4 Autopilot 사용자 안내서 | PX4 Guide (main)">
            <a:extLst>
              <a:ext uri="{FF2B5EF4-FFF2-40B4-BE49-F238E27FC236}">
                <a16:creationId xmlns:a16="http://schemas.microsoft.com/office/drawing/2014/main" id="{E5269E44-62BE-624B-FC7A-1BA15D0E0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121" y="2900170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8503303-2A73-A2E0-A2DA-E7F6EC377AAC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504594" y="3174753"/>
            <a:ext cx="1106527" cy="18131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6524024-FC3C-AEC4-34A5-4BE38B5D068F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500694" y="3356063"/>
            <a:ext cx="1110427" cy="17742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7DB7E72-B8A7-B605-08FF-060DBB7FF814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500694" y="3356063"/>
            <a:ext cx="1110427" cy="53742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2BC9E41-1707-28D5-FCC7-D026722D51E8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504594" y="3356063"/>
            <a:ext cx="1106527" cy="89286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05F7B34-F6C3-4DD7-0199-4AF3EAB07767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504594" y="3356063"/>
            <a:ext cx="1106527" cy="129228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C2CD11C-BE6B-9192-829F-E1894BFFD9A3}"/>
              </a:ext>
            </a:extLst>
          </p:cNvPr>
          <p:cNvSpPr txBox="1"/>
          <p:nvPr/>
        </p:nvSpPr>
        <p:spPr>
          <a:xfrm>
            <a:off x="1202588" y="2496595"/>
            <a:ext cx="2275784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 message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(offboard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유지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70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D384-C5B7-4324-5264-3949BE4F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직사각형 1103">
            <a:extLst>
              <a:ext uri="{FF2B5EF4-FFF2-40B4-BE49-F238E27FC236}">
                <a16:creationId xmlns:a16="http://schemas.microsoft.com/office/drawing/2014/main" id="{65A5F271-97E4-81F1-50EE-C96386E67A3E}"/>
              </a:ext>
            </a:extLst>
          </p:cNvPr>
          <p:cNvSpPr/>
          <p:nvPr/>
        </p:nvSpPr>
        <p:spPr>
          <a:xfrm>
            <a:off x="203698" y="4546688"/>
            <a:ext cx="8686300" cy="17336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3" name="직사각형 1102">
            <a:extLst>
              <a:ext uri="{FF2B5EF4-FFF2-40B4-BE49-F238E27FC236}">
                <a16:creationId xmlns:a16="http://schemas.microsoft.com/office/drawing/2014/main" id="{05EF0B7B-FA98-DD8F-44EE-6A68845FAFF6}"/>
              </a:ext>
            </a:extLst>
          </p:cNvPr>
          <p:cNvSpPr/>
          <p:nvPr/>
        </p:nvSpPr>
        <p:spPr>
          <a:xfrm>
            <a:off x="203698" y="2320607"/>
            <a:ext cx="8686300" cy="21509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3CB9E3-D748-3F3C-E688-87A6DE5EBB99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3B66494-C100-CAF0-3864-8D4A5B9AA9D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960EA09-80B2-B559-16B5-71D1F6F04B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D0E0D9C-42EE-26D8-E3FB-C1DA4C957E2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(Old)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AF0ADD-5780-B301-372B-362FA343D399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C81CDD9-918D-C018-A00E-02A67B722760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D658884-CA65-6B2D-B088-6A2E09D2BB8B}"/>
              </a:ext>
            </a:extLst>
          </p:cNvPr>
          <p:cNvCxnSpPr>
            <a:cxnSpLocks/>
          </p:cNvCxnSpPr>
          <p:nvPr/>
        </p:nvCxnSpPr>
        <p:spPr>
          <a:xfrm flipH="1">
            <a:off x="203698" y="228050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68B9940-4948-A914-4E53-AA46D7FF0376}"/>
              </a:ext>
            </a:extLst>
          </p:cNvPr>
          <p:cNvCxnSpPr>
            <a:cxnSpLocks/>
          </p:cNvCxnSpPr>
          <p:nvPr/>
        </p:nvCxnSpPr>
        <p:spPr>
          <a:xfrm flipH="1">
            <a:off x="203698" y="3021647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3907ECF-8C2B-619F-2894-9C5750DE8BA4}"/>
              </a:ext>
            </a:extLst>
          </p:cNvPr>
          <p:cNvCxnSpPr>
            <a:cxnSpLocks/>
          </p:cNvCxnSpPr>
          <p:nvPr/>
        </p:nvCxnSpPr>
        <p:spPr>
          <a:xfrm flipH="1">
            <a:off x="203698" y="376278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6399F58-523B-8313-E923-F0BD38BF500C}"/>
              </a:ext>
            </a:extLst>
          </p:cNvPr>
          <p:cNvCxnSpPr>
            <a:cxnSpLocks/>
          </p:cNvCxnSpPr>
          <p:nvPr/>
        </p:nvCxnSpPr>
        <p:spPr>
          <a:xfrm flipH="1">
            <a:off x="203698" y="450392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EB1269-375C-7524-AFCF-8EA3AA67800A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F6FE3A-5DE9-7A91-4CE3-A32B6EDFAFF7}"/>
              </a:ext>
            </a:extLst>
          </p:cNvPr>
          <p:cNvSpPr txBox="1"/>
          <p:nvPr/>
        </p:nvSpPr>
        <p:spPr>
          <a:xfrm>
            <a:off x="203698" y="451510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499212-3EFC-1A4A-93A8-737179F787E8}"/>
              </a:ext>
            </a:extLst>
          </p:cNvPr>
          <p:cNvSpPr txBox="1"/>
          <p:nvPr/>
        </p:nvSpPr>
        <p:spPr>
          <a:xfrm>
            <a:off x="203698" y="2285484"/>
            <a:ext cx="121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1F54F-9C85-6B42-F50C-399F4016C15E}"/>
              </a:ext>
            </a:extLst>
          </p:cNvPr>
          <p:cNvSpPr txBox="1"/>
          <p:nvPr/>
        </p:nvSpPr>
        <p:spPr>
          <a:xfrm>
            <a:off x="203698" y="377355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DCB7119-FBD3-9E92-2017-C72AC14FC33F}"/>
              </a:ext>
            </a:extLst>
          </p:cNvPr>
          <p:cNvSpPr/>
          <p:nvPr/>
        </p:nvSpPr>
        <p:spPr>
          <a:xfrm>
            <a:off x="4463070" y="4688464"/>
            <a:ext cx="360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1E2E170-1628-859B-AACA-E2544C6E6A66}"/>
              </a:ext>
            </a:extLst>
          </p:cNvPr>
          <p:cNvSpPr/>
          <p:nvPr/>
        </p:nvSpPr>
        <p:spPr>
          <a:xfrm>
            <a:off x="3925021" y="1725454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50E5ED3-F8C1-D1D1-3C0B-D379721103E3}"/>
              </a:ext>
            </a:extLst>
          </p:cNvPr>
          <p:cNvSpPr/>
          <p:nvPr/>
        </p:nvSpPr>
        <p:spPr>
          <a:xfrm>
            <a:off x="2244159" y="1725454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212F0C2-2B9D-D50B-7878-E3E85720FCA3}"/>
              </a:ext>
            </a:extLst>
          </p:cNvPr>
          <p:cNvSpPr/>
          <p:nvPr/>
        </p:nvSpPr>
        <p:spPr>
          <a:xfrm>
            <a:off x="5605883" y="1725454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67569D7-A42E-5137-BDB8-11DE234D64AC}"/>
              </a:ext>
            </a:extLst>
          </p:cNvPr>
          <p:cNvSpPr/>
          <p:nvPr/>
        </p:nvSpPr>
        <p:spPr>
          <a:xfrm>
            <a:off x="7286744" y="173326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A63762F-E2DA-FF96-0F9F-FB3D5096E891}"/>
              </a:ext>
            </a:extLst>
          </p:cNvPr>
          <p:cNvSpPr/>
          <p:nvPr/>
        </p:nvSpPr>
        <p:spPr>
          <a:xfrm>
            <a:off x="7286744" y="2474399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3F3B75E-10CF-BC24-7D31-04DD22C30650}"/>
              </a:ext>
            </a:extLst>
          </p:cNvPr>
          <p:cNvSpPr/>
          <p:nvPr/>
        </p:nvSpPr>
        <p:spPr>
          <a:xfrm>
            <a:off x="2244159" y="2464910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6D630B7-8227-39A2-70CC-C32C1933FFA3}"/>
              </a:ext>
            </a:extLst>
          </p:cNvPr>
          <p:cNvSpPr/>
          <p:nvPr/>
        </p:nvSpPr>
        <p:spPr>
          <a:xfrm>
            <a:off x="3925021" y="2464910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035E5D4-2287-A146-F971-14684F2D61A7}"/>
              </a:ext>
            </a:extLst>
          </p:cNvPr>
          <p:cNvSpPr/>
          <p:nvPr/>
        </p:nvSpPr>
        <p:spPr>
          <a:xfrm>
            <a:off x="5605883" y="2464910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0BA43C6-839D-8C15-AA7F-DA7CF6C24065}"/>
              </a:ext>
            </a:extLst>
          </p:cNvPr>
          <p:cNvCxnSpPr>
            <a:stCxn id="33" idx="2"/>
            <a:endCxn id="41" idx="0"/>
          </p:cNvCxnSpPr>
          <p:nvPr/>
        </p:nvCxnSpPr>
        <p:spPr>
          <a:xfrm>
            <a:off x="2910159" y="2085454"/>
            <a:ext cx="0" cy="37945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9DD7461-72C4-F89F-4F37-304B1AA9894B}"/>
              </a:ext>
            </a:extLst>
          </p:cNvPr>
          <p:cNvCxnSpPr>
            <a:stCxn id="36" idx="2"/>
            <a:endCxn id="43" idx="0"/>
          </p:cNvCxnSpPr>
          <p:nvPr/>
        </p:nvCxnSpPr>
        <p:spPr>
          <a:xfrm>
            <a:off x="4591021" y="2085454"/>
            <a:ext cx="0" cy="37945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5DCA788-EB53-3B13-A86D-E3177AF50BA6}"/>
              </a:ext>
            </a:extLst>
          </p:cNvPr>
          <p:cNvCxnSpPr>
            <a:stCxn id="38" idx="2"/>
            <a:endCxn id="45" idx="0"/>
          </p:cNvCxnSpPr>
          <p:nvPr/>
        </p:nvCxnSpPr>
        <p:spPr>
          <a:xfrm>
            <a:off x="6271883" y="2085454"/>
            <a:ext cx="0" cy="37945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44B8182-8C78-F712-E586-A6A1AF9A7084}"/>
              </a:ext>
            </a:extLst>
          </p:cNvPr>
          <p:cNvCxnSpPr>
            <a:stCxn id="40" idx="2"/>
            <a:endCxn id="42" idx="0"/>
          </p:cNvCxnSpPr>
          <p:nvPr/>
        </p:nvCxnSpPr>
        <p:spPr>
          <a:xfrm>
            <a:off x="7952744" y="2093260"/>
            <a:ext cx="0" cy="3811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B053823-790A-2C68-7413-34178454B182}"/>
              </a:ext>
            </a:extLst>
          </p:cNvPr>
          <p:cNvCxnSpPr>
            <a:cxnSpLocks/>
            <a:stCxn id="41" idx="2"/>
            <a:endCxn id="56" idx="0"/>
          </p:cNvCxnSpPr>
          <p:nvPr/>
        </p:nvCxnSpPr>
        <p:spPr>
          <a:xfrm>
            <a:off x="2910159" y="2824910"/>
            <a:ext cx="0" cy="39062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409B912-446A-6EE5-5D0E-5D9F505DC971}"/>
              </a:ext>
            </a:extLst>
          </p:cNvPr>
          <p:cNvCxnSpPr>
            <a:cxnSpLocks/>
            <a:stCxn id="43" idx="2"/>
            <a:endCxn id="57" idx="0"/>
          </p:cNvCxnSpPr>
          <p:nvPr/>
        </p:nvCxnSpPr>
        <p:spPr>
          <a:xfrm>
            <a:off x="4591021" y="2824910"/>
            <a:ext cx="2808" cy="39062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90FB75B-F168-7286-CEF6-2159F4794057}"/>
              </a:ext>
            </a:extLst>
          </p:cNvPr>
          <p:cNvCxnSpPr>
            <a:cxnSpLocks/>
            <a:stCxn id="42" idx="2"/>
            <a:endCxn id="59" idx="0"/>
          </p:cNvCxnSpPr>
          <p:nvPr/>
        </p:nvCxnSpPr>
        <p:spPr>
          <a:xfrm>
            <a:off x="7952744" y="2834399"/>
            <a:ext cx="8424" cy="3811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6BC9431-2CF2-72FC-BE83-5A3C06D81556}"/>
              </a:ext>
            </a:extLst>
          </p:cNvPr>
          <p:cNvCxnSpPr>
            <a:cxnSpLocks/>
            <a:stCxn id="45" idx="2"/>
            <a:endCxn id="58" idx="0"/>
          </p:cNvCxnSpPr>
          <p:nvPr/>
        </p:nvCxnSpPr>
        <p:spPr>
          <a:xfrm>
            <a:off x="6271883" y="2824910"/>
            <a:ext cx="5616" cy="39062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10519C9-1087-82E7-128A-8778026285D0}"/>
              </a:ext>
            </a:extLst>
          </p:cNvPr>
          <p:cNvSpPr/>
          <p:nvPr/>
        </p:nvSpPr>
        <p:spPr>
          <a:xfrm>
            <a:off x="2175397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9E82140-E4E0-E305-0753-E0B5FBA62BEF}"/>
              </a:ext>
            </a:extLst>
          </p:cNvPr>
          <p:cNvSpPr/>
          <p:nvPr/>
        </p:nvSpPr>
        <p:spPr>
          <a:xfrm>
            <a:off x="3859067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BBA6157-E362-EA64-FC65-D314644F417C}"/>
              </a:ext>
            </a:extLst>
          </p:cNvPr>
          <p:cNvSpPr/>
          <p:nvPr/>
        </p:nvSpPr>
        <p:spPr>
          <a:xfrm>
            <a:off x="5542737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C5E3EDC-F453-2C9C-80B8-68EFAD3145E2}"/>
              </a:ext>
            </a:extLst>
          </p:cNvPr>
          <p:cNvSpPr/>
          <p:nvPr/>
        </p:nvSpPr>
        <p:spPr>
          <a:xfrm>
            <a:off x="7226406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AFF44E8-7101-D904-4E2A-364F604C66BC}"/>
              </a:ext>
            </a:extLst>
          </p:cNvPr>
          <p:cNvSpPr/>
          <p:nvPr/>
        </p:nvSpPr>
        <p:spPr>
          <a:xfrm>
            <a:off x="2175397" y="395396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6C6E9EA-603D-13CD-7800-AC2E8C09827B}"/>
              </a:ext>
            </a:extLst>
          </p:cNvPr>
          <p:cNvSpPr/>
          <p:nvPr/>
        </p:nvSpPr>
        <p:spPr>
          <a:xfrm>
            <a:off x="3856259" y="396121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713A4AA8-0660-233C-5F05-37554D6D7437}"/>
              </a:ext>
            </a:extLst>
          </p:cNvPr>
          <p:cNvCxnSpPr>
            <a:cxnSpLocks/>
            <a:stCxn id="60" idx="2"/>
            <a:endCxn id="32" idx="0"/>
          </p:cNvCxnSpPr>
          <p:nvPr/>
        </p:nvCxnSpPr>
        <p:spPr>
          <a:xfrm>
            <a:off x="2910159" y="4313968"/>
            <a:ext cx="3352911" cy="37449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64851C77-F1D5-D34A-3967-FA612032584B}"/>
              </a:ext>
            </a:extLst>
          </p:cNvPr>
          <p:cNvCxnSpPr>
            <a:stCxn id="61" idx="2"/>
            <a:endCxn id="32" idx="0"/>
          </p:cNvCxnSpPr>
          <p:nvPr/>
        </p:nvCxnSpPr>
        <p:spPr>
          <a:xfrm>
            <a:off x="4591021" y="4321217"/>
            <a:ext cx="1672049" cy="36724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1029">
            <a:extLst>
              <a:ext uri="{FF2B5EF4-FFF2-40B4-BE49-F238E27FC236}">
                <a16:creationId xmlns:a16="http://schemas.microsoft.com/office/drawing/2014/main" id="{1235F9E6-3F0E-DAB3-3A85-20B563182DA1}"/>
              </a:ext>
            </a:extLst>
          </p:cNvPr>
          <p:cNvSpPr txBox="1"/>
          <p:nvPr/>
        </p:nvSpPr>
        <p:spPr>
          <a:xfrm>
            <a:off x="6937883" y="4636773"/>
            <a:ext cx="2618123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명령이 모인다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F464F057-CB42-BEBF-4610-A60E386804D4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2910159" y="3575538"/>
            <a:ext cx="0" cy="37843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91A16B38-D021-F424-2915-7249A9058085}"/>
              </a:ext>
            </a:extLst>
          </p:cNvPr>
          <p:cNvCxnSpPr>
            <a:stCxn id="57" idx="2"/>
            <a:endCxn id="61" idx="0"/>
          </p:cNvCxnSpPr>
          <p:nvPr/>
        </p:nvCxnSpPr>
        <p:spPr>
          <a:xfrm flipH="1">
            <a:off x="4591021" y="3575538"/>
            <a:ext cx="2808" cy="38567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4DB4A2AD-8AA9-558F-505C-3534C5453432}"/>
              </a:ext>
            </a:extLst>
          </p:cNvPr>
          <p:cNvCxnSpPr>
            <a:cxnSpLocks/>
            <a:stCxn id="58" idx="2"/>
            <a:endCxn id="1092" idx="0"/>
          </p:cNvCxnSpPr>
          <p:nvPr/>
        </p:nvCxnSpPr>
        <p:spPr>
          <a:xfrm flipH="1">
            <a:off x="6269355" y="3575538"/>
            <a:ext cx="8144" cy="38838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CF621A9A-CE21-6DF3-BF01-22FF1EC67B6D}"/>
              </a:ext>
            </a:extLst>
          </p:cNvPr>
          <p:cNvCxnSpPr>
            <a:cxnSpLocks/>
            <a:stCxn id="59" idx="2"/>
            <a:endCxn id="32" idx="0"/>
          </p:cNvCxnSpPr>
          <p:nvPr/>
        </p:nvCxnSpPr>
        <p:spPr>
          <a:xfrm flipH="1">
            <a:off x="6263070" y="3575538"/>
            <a:ext cx="1698098" cy="111292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TextBox 1086">
            <a:extLst>
              <a:ext uri="{FF2B5EF4-FFF2-40B4-BE49-F238E27FC236}">
                <a16:creationId xmlns:a16="http://schemas.microsoft.com/office/drawing/2014/main" id="{58A1E786-1C4E-2A25-97B8-44B9E86A3541}"/>
              </a:ext>
            </a:extLst>
          </p:cNvPr>
          <p:cNvSpPr txBox="1"/>
          <p:nvPr/>
        </p:nvSpPr>
        <p:spPr>
          <a:xfrm>
            <a:off x="5534593" y="1110979"/>
            <a:ext cx="2275784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 message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(offboard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유지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D8D9FA00-035D-7BC7-5A3F-52CF85E9FEC5}"/>
              </a:ext>
            </a:extLst>
          </p:cNvPr>
          <p:cNvSpPr txBox="1"/>
          <p:nvPr/>
        </p:nvSpPr>
        <p:spPr>
          <a:xfrm>
            <a:off x="3935503" y="3694372"/>
            <a:ext cx="1536101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개별적으로 처리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2" name="직사각형 1091">
            <a:extLst>
              <a:ext uri="{FF2B5EF4-FFF2-40B4-BE49-F238E27FC236}">
                <a16:creationId xmlns:a16="http://schemas.microsoft.com/office/drawing/2014/main" id="{B71B5181-106D-A034-9F35-88B15026A682}"/>
              </a:ext>
            </a:extLst>
          </p:cNvPr>
          <p:cNvSpPr/>
          <p:nvPr/>
        </p:nvSpPr>
        <p:spPr>
          <a:xfrm>
            <a:off x="5534593" y="3963925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1096" name="직선 화살표 연결선 1095">
            <a:extLst>
              <a:ext uri="{FF2B5EF4-FFF2-40B4-BE49-F238E27FC236}">
                <a16:creationId xmlns:a16="http://schemas.microsoft.com/office/drawing/2014/main" id="{EF4034CB-3525-34C0-C3DC-8343FB34549D}"/>
              </a:ext>
            </a:extLst>
          </p:cNvPr>
          <p:cNvCxnSpPr>
            <a:cxnSpLocks/>
            <a:stCxn id="1092" idx="2"/>
            <a:endCxn id="32" idx="0"/>
          </p:cNvCxnSpPr>
          <p:nvPr/>
        </p:nvCxnSpPr>
        <p:spPr>
          <a:xfrm flipH="1">
            <a:off x="6263070" y="4323925"/>
            <a:ext cx="6285" cy="3645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297DA167-CDE8-C65A-12B3-24435395610E}"/>
              </a:ext>
            </a:extLst>
          </p:cNvPr>
          <p:cNvCxnSpPr>
            <a:cxnSpLocks/>
          </p:cNvCxnSpPr>
          <p:nvPr/>
        </p:nvCxnSpPr>
        <p:spPr>
          <a:xfrm flipH="1">
            <a:off x="203698" y="524506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3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" grpId="0" animBg="1"/>
      <p:bldP spid="1087" grpId="0" animBg="1"/>
      <p:bldP spid="10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E8154-1738-8B63-7C2D-C5F2C0A02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DE929C-9ED5-18A5-5E9C-A83C067C5725}"/>
              </a:ext>
            </a:extLst>
          </p:cNvPr>
          <p:cNvSpPr/>
          <p:nvPr/>
        </p:nvSpPr>
        <p:spPr>
          <a:xfrm>
            <a:off x="203698" y="5280415"/>
            <a:ext cx="8686300" cy="9999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F91B49-24EC-4F06-57E4-DCF7DC7EA1BD}"/>
              </a:ext>
            </a:extLst>
          </p:cNvPr>
          <p:cNvSpPr/>
          <p:nvPr/>
        </p:nvSpPr>
        <p:spPr>
          <a:xfrm>
            <a:off x="203698" y="2320607"/>
            <a:ext cx="8686300" cy="28678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920DF371-9023-9503-4DAC-3E7057E7CEAC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C351B72-5C85-7452-F823-44D9E8920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6CF221D-200E-3971-D965-844E2661BBD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(New)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0B0E4A9-99BD-FE51-EEBA-2C5376E25D19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E957CD8-D645-9268-4859-C540028B853F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D5B7C82-ECF8-B05F-9FB7-7BF2D1AEA982}"/>
              </a:ext>
            </a:extLst>
          </p:cNvPr>
          <p:cNvCxnSpPr>
            <a:cxnSpLocks/>
          </p:cNvCxnSpPr>
          <p:nvPr/>
        </p:nvCxnSpPr>
        <p:spPr>
          <a:xfrm flipH="1">
            <a:off x="203698" y="228050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8BF10B7-96F0-938B-B3BB-F73819CAAE99}"/>
              </a:ext>
            </a:extLst>
          </p:cNvPr>
          <p:cNvCxnSpPr>
            <a:cxnSpLocks/>
          </p:cNvCxnSpPr>
          <p:nvPr/>
        </p:nvCxnSpPr>
        <p:spPr>
          <a:xfrm flipH="1">
            <a:off x="203698" y="3021647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535F3D4-F688-6E08-BF4D-0202AFC3A806}"/>
              </a:ext>
            </a:extLst>
          </p:cNvPr>
          <p:cNvCxnSpPr>
            <a:cxnSpLocks/>
          </p:cNvCxnSpPr>
          <p:nvPr/>
        </p:nvCxnSpPr>
        <p:spPr>
          <a:xfrm flipH="1">
            <a:off x="203698" y="376278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B86D42E-7363-37F5-FBC3-A88D600957C4}"/>
              </a:ext>
            </a:extLst>
          </p:cNvPr>
          <p:cNvCxnSpPr>
            <a:cxnSpLocks/>
          </p:cNvCxnSpPr>
          <p:nvPr/>
        </p:nvCxnSpPr>
        <p:spPr>
          <a:xfrm flipH="1">
            <a:off x="203698" y="450392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AFFA7CD-4614-078F-7B6D-12FB307BEB78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F33BEF-0267-EF59-5B26-F32F4B7394CF}"/>
              </a:ext>
            </a:extLst>
          </p:cNvPr>
          <p:cNvSpPr txBox="1"/>
          <p:nvPr/>
        </p:nvSpPr>
        <p:spPr>
          <a:xfrm>
            <a:off x="203698" y="525170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A9E91-3334-C962-EC9D-56EEE10FA664}"/>
              </a:ext>
            </a:extLst>
          </p:cNvPr>
          <p:cNvSpPr txBox="1"/>
          <p:nvPr/>
        </p:nvSpPr>
        <p:spPr>
          <a:xfrm>
            <a:off x="203698" y="2285484"/>
            <a:ext cx="121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62E3CC-2D47-1E3C-B558-98823C465B34}"/>
              </a:ext>
            </a:extLst>
          </p:cNvPr>
          <p:cNvSpPr txBox="1"/>
          <p:nvPr/>
        </p:nvSpPr>
        <p:spPr>
          <a:xfrm>
            <a:off x="203698" y="377355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2B90B70-C43B-42E2-24A5-A7304AAF3FB7}"/>
              </a:ext>
            </a:extLst>
          </p:cNvPr>
          <p:cNvSpPr/>
          <p:nvPr/>
        </p:nvSpPr>
        <p:spPr>
          <a:xfrm>
            <a:off x="4463070" y="5425064"/>
            <a:ext cx="360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4771C27-98C7-E2DF-75EB-38A6F2827D01}"/>
              </a:ext>
            </a:extLst>
          </p:cNvPr>
          <p:cNvSpPr/>
          <p:nvPr/>
        </p:nvSpPr>
        <p:spPr>
          <a:xfrm>
            <a:off x="3925021" y="1725454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1FC3AEF-8085-258E-C867-8FC700CBB620}"/>
              </a:ext>
            </a:extLst>
          </p:cNvPr>
          <p:cNvSpPr/>
          <p:nvPr/>
        </p:nvSpPr>
        <p:spPr>
          <a:xfrm>
            <a:off x="2244159" y="1725454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32AA3D4-DA4F-CCE6-92F8-4A57A76462C3}"/>
              </a:ext>
            </a:extLst>
          </p:cNvPr>
          <p:cNvSpPr/>
          <p:nvPr/>
        </p:nvSpPr>
        <p:spPr>
          <a:xfrm>
            <a:off x="5605883" y="1725454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7134EF-4219-C48C-DACA-BBBE0741CADA}"/>
              </a:ext>
            </a:extLst>
          </p:cNvPr>
          <p:cNvSpPr/>
          <p:nvPr/>
        </p:nvSpPr>
        <p:spPr>
          <a:xfrm>
            <a:off x="7286744" y="173326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F754422-8752-E45A-123C-088FDF690BAB}"/>
              </a:ext>
            </a:extLst>
          </p:cNvPr>
          <p:cNvSpPr/>
          <p:nvPr/>
        </p:nvSpPr>
        <p:spPr>
          <a:xfrm>
            <a:off x="7286744" y="2474399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CB87908-813C-6194-A6E2-BE2938E6FC28}"/>
              </a:ext>
            </a:extLst>
          </p:cNvPr>
          <p:cNvSpPr/>
          <p:nvPr/>
        </p:nvSpPr>
        <p:spPr>
          <a:xfrm>
            <a:off x="2244159" y="2464910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8953EEF-59FA-773B-95EC-001C0E59C829}"/>
              </a:ext>
            </a:extLst>
          </p:cNvPr>
          <p:cNvSpPr/>
          <p:nvPr/>
        </p:nvSpPr>
        <p:spPr>
          <a:xfrm>
            <a:off x="3925021" y="2464910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D503ACB-95F6-86C6-5938-85E7BAC4250F}"/>
              </a:ext>
            </a:extLst>
          </p:cNvPr>
          <p:cNvSpPr/>
          <p:nvPr/>
        </p:nvSpPr>
        <p:spPr>
          <a:xfrm>
            <a:off x="5605883" y="2464910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49CD435B-6D3B-9EB3-36F9-0A04B2917343}"/>
              </a:ext>
            </a:extLst>
          </p:cNvPr>
          <p:cNvCxnSpPr>
            <a:stCxn id="33" idx="2"/>
            <a:endCxn id="41" idx="0"/>
          </p:cNvCxnSpPr>
          <p:nvPr/>
        </p:nvCxnSpPr>
        <p:spPr>
          <a:xfrm>
            <a:off x="2910159" y="2085454"/>
            <a:ext cx="0" cy="37945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DA47A02-C8FF-5CA8-02E4-57CE4F15BC4B}"/>
              </a:ext>
            </a:extLst>
          </p:cNvPr>
          <p:cNvCxnSpPr>
            <a:stCxn id="36" idx="2"/>
            <a:endCxn id="43" idx="0"/>
          </p:cNvCxnSpPr>
          <p:nvPr/>
        </p:nvCxnSpPr>
        <p:spPr>
          <a:xfrm>
            <a:off x="4591021" y="2085454"/>
            <a:ext cx="0" cy="37945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A9A2BE1-90F5-E082-8E32-802B4B25CBE7}"/>
              </a:ext>
            </a:extLst>
          </p:cNvPr>
          <p:cNvCxnSpPr>
            <a:stCxn id="38" idx="2"/>
            <a:endCxn id="45" idx="0"/>
          </p:cNvCxnSpPr>
          <p:nvPr/>
        </p:nvCxnSpPr>
        <p:spPr>
          <a:xfrm>
            <a:off x="6271883" y="2085454"/>
            <a:ext cx="0" cy="37945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C553E10-1E08-237A-B764-1FA2900B800A}"/>
              </a:ext>
            </a:extLst>
          </p:cNvPr>
          <p:cNvCxnSpPr>
            <a:stCxn id="40" idx="2"/>
            <a:endCxn id="42" idx="0"/>
          </p:cNvCxnSpPr>
          <p:nvPr/>
        </p:nvCxnSpPr>
        <p:spPr>
          <a:xfrm>
            <a:off x="7952744" y="2093260"/>
            <a:ext cx="0" cy="3811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CEF5382-CC1D-0644-95DD-D71ED2A94216}"/>
              </a:ext>
            </a:extLst>
          </p:cNvPr>
          <p:cNvCxnSpPr>
            <a:cxnSpLocks/>
            <a:stCxn id="41" idx="2"/>
            <a:endCxn id="56" idx="0"/>
          </p:cNvCxnSpPr>
          <p:nvPr/>
        </p:nvCxnSpPr>
        <p:spPr>
          <a:xfrm>
            <a:off x="2910159" y="2824910"/>
            <a:ext cx="0" cy="39062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4028A2F-DF23-95DF-83D7-8FC99DE9F6DB}"/>
              </a:ext>
            </a:extLst>
          </p:cNvPr>
          <p:cNvCxnSpPr>
            <a:cxnSpLocks/>
            <a:stCxn id="43" idx="2"/>
            <a:endCxn id="57" idx="0"/>
          </p:cNvCxnSpPr>
          <p:nvPr/>
        </p:nvCxnSpPr>
        <p:spPr>
          <a:xfrm>
            <a:off x="4591021" y="2824910"/>
            <a:ext cx="2808" cy="39062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F2704EB-519D-0F02-F6C1-24CA0A57D00A}"/>
              </a:ext>
            </a:extLst>
          </p:cNvPr>
          <p:cNvCxnSpPr>
            <a:cxnSpLocks/>
            <a:stCxn id="42" idx="2"/>
            <a:endCxn id="59" idx="0"/>
          </p:cNvCxnSpPr>
          <p:nvPr/>
        </p:nvCxnSpPr>
        <p:spPr>
          <a:xfrm>
            <a:off x="7952744" y="2834399"/>
            <a:ext cx="8424" cy="3811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46130B1-1F60-E366-6E8A-942AF5B3A0FA}"/>
              </a:ext>
            </a:extLst>
          </p:cNvPr>
          <p:cNvCxnSpPr>
            <a:cxnSpLocks/>
            <a:stCxn id="45" idx="2"/>
            <a:endCxn id="58" idx="0"/>
          </p:cNvCxnSpPr>
          <p:nvPr/>
        </p:nvCxnSpPr>
        <p:spPr>
          <a:xfrm>
            <a:off x="6271883" y="2824910"/>
            <a:ext cx="5616" cy="39062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D9C1EB8-D3CE-645D-E522-F3B4473BEC1C}"/>
              </a:ext>
            </a:extLst>
          </p:cNvPr>
          <p:cNvSpPr/>
          <p:nvPr/>
        </p:nvSpPr>
        <p:spPr>
          <a:xfrm>
            <a:off x="2175397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9EEBD01-B662-C9C7-B091-5F6332258E05}"/>
              </a:ext>
            </a:extLst>
          </p:cNvPr>
          <p:cNvSpPr/>
          <p:nvPr/>
        </p:nvSpPr>
        <p:spPr>
          <a:xfrm>
            <a:off x="3859067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195E965-07EC-ACA5-568E-840E20C29141}"/>
              </a:ext>
            </a:extLst>
          </p:cNvPr>
          <p:cNvSpPr/>
          <p:nvPr/>
        </p:nvSpPr>
        <p:spPr>
          <a:xfrm>
            <a:off x="5542737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93BA1A2-9426-8464-10B8-6AC03E9F10B0}"/>
              </a:ext>
            </a:extLst>
          </p:cNvPr>
          <p:cNvSpPr/>
          <p:nvPr/>
        </p:nvSpPr>
        <p:spPr>
          <a:xfrm>
            <a:off x="7226406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B1BEE9B-2125-3363-1CFD-B209FB591F2B}"/>
              </a:ext>
            </a:extLst>
          </p:cNvPr>
          <p:cNvSpPr/>
          <p:nvPr/>
        </p:nvSpPr>
        <p:spPr>
          <a:xfrm>
            <a:off x="2175397" y="395396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send_to_pQ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2DEB82E-2FC0-A519-BB16-725BD61AB6A6}"/>
              </a:ext>
            </a:extLst>
          </p:cNvPr>
          <p:cNvSpPr/>
          <p:nvPr/>
        </p:nvSpPr>
        <p:spPr>
          <a:xfrm>
            <a:off x="3856259" y="396121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send_to_pQ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D5C7BCBB-AEED-7CCF-386E-954E1D2603C9}"/>
              </a:ext>
            </a:extLst>
          </p:cNvPr>
          <p:cNvCxnSpPr>
            <a:cxnSpLocks/>
            <a:stCxn id="60" idx="2"/>
            <a:endCxn id="2" idx="0"/>
          </p:cNvCxnSpPr>
          <p:nvPr/>
        </p:nvCxnSpPr>
        <p:spPr>
          <a:xfrm>
            <a:off x="2910159" y="4313968"/>
            <a:ext cx="1682266" cy="39774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9FE031DC-D483-CF32-4E35-A8C0CF55938E}"/>
              </a:ext>
            </a:extLst>
          </p:cNvPr>
          <p:cNvCxnSpPr>
            <a:cxnSpLocks/>
            <a:stCxn id="61" idx="2"/>
            <a:endCxn id="2" idx="0"/>
          </p:cNvCxnSpPr>
          <p:nvPr/>
        </p:nvCxnSpPr>
        <p:spPr>
          <a:xfrm>
            <a:off x="4591021" y="4321217"/>
            <a:ext cx="1404" cy="39049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55313151-F07D-19E3-082D-98B62523735E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2910159" y="3575538"/>
            <a:ext cx="0" cy="37843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43E962D1-953D-AA83-0132-4260F3342325}"/>
              </a:ext>
            </a:extLst>
          </p:cNvPr>
          <p:cNvCxnSpPr>
            <a:stCxn id="57" idx="2"/>
            <a:endCxn id="61" idx="0"/>
          </p:cNvCxnSpPr>
          <p:nvPr/>
        </p:nvCxnSpPr>
        <p:spPr>
          <a:xfrm flipH="1">
            <a:off x="4591021" y="3575538"/>
            <a:ext cx="2808" cy="38567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8EDDF965-36E8-7E0D-538A-B2C879BE7808}"/>
              </a:ext>
            </a:extLst>
          </p:cNvPr>
          <p:cNvCxnSpPr>
            <a:cxnSpLocks/>
            <a:stCxn id="58" idx="2"/>
            <a:endCxn id="1092" idx="0"/>
          </p:cNvCxnSpPr>
          <p:nvPr/>
        </p:nvCxnSpPr>
        <p:spPr>
          <a:xfrm flipH="1">
            <a:off x="6269355" y="3575538"/>
            <a:ext cx="8144" cy="38838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4978AE8B-45F3-2580-1B07-94048115F388}"/>
              </a:ext>
            </a:extLst>
          </p:cNvPr>
          <p:cNvCxnSpPr>
            <a:cxnSpLocks/>
            <a:stCxn id="59" idx="2"/>
            <a:endCxn id="32" idx="0"/>
          </p:cNvCxnSpPr>
          <p:nvPr/>
        </p:nvCxnSpPr>
        <p:spPr>
          <a:xfrm flipH="1">
            <a:off x="6263070" y="3575538"/>
            <a:ext cx="1698098" cy="184952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직사각형 1091">
            <a:extLst>
              <a:ext uri="{FF2B5EF4-FFF2-40B4-BE49-F238E27FC236}">
                <a16:creationId xmlns:a16="http://schemas.microsoft.com/office/drawing/2014/main" id="{A4E82791-D134-0071-ED81-610749DCC7C4}"/>
              </a:ext>
            </a:extLst>
          </p:cNvPr>
          <p:cNvSpPr/>
          <p:nvPr/>
        </p:nvSpPr>
        <p:spPr>
          <a:xfrm>
            <a:off x="5534593" y="3963925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send_to_pQ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1096" name="직선 화살표 연결선 1095">
            <a:extLst>
              <a:ext uri="{FF2B5EF4-FFF2-40B4-BE49-F238E27FC236}">
                <a16:creationId xmlns:a16="http://schemas.microsoft.com/office/drawing/2014/main" id="{50BD1968-8522-FB26-DC1D-F18C3CACFE56}"/>
              </a:ext>
            </a:extLst>
          </p:cNvPr>
          <p:cNvCxnSpPr>
            <a:cxnSpLocks/>
            <a:stCxn id="1092" idx="2"/>
            <a:endCxn id="2" idx="0"/>
          </p:cNvCxnSpPr>
          <p:nvPr/>
        </p:nvCxnSpPr>
        <p:spPr>
          <a:xfrm flipH="1">
            <a:off x="4592425" y="4323925"/>
            <a:ext cx="1676930" cy="38778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7E3AFDEF-B393-43E3-27F2-84F6C105E7B3}"/>
              </a:ext>
            </a:extLst>
          </p:cNvPr>
          <p:cNvCxnSpPr>
            <a:cxnSpLocks/>
          </p:cNvCxnSpPr>
          <p:nvPr/>
        </p:nvCxnSpPr>
        <p:spPr>
          <a:xfrm flipH="1">
            <a:off x="203698" y="524506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7D4860-1370-B679-C025-87E9D1CA7608}"/>
              </a:ext>
            </a:extLst>
          </p:cNvPr>
          <p:cNvSpPr/>
          <p:nvPr/>
        </p:nvSpPr>
        <p:spPr>
          <a:xfrm>
            <a:off x="3152425" y="4711709"/>
            <a:ext cx="288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C3A57B8-D27A-D3E8-BC77-A6522B89B3D7}"/>
              </a:ext>
            </a:extLst>
          </p:cNvPr>
          <p:cNvCxnSpPr>
            <a:stCxn id="2" idx="2"/>
            <a:endCxn id="32" idx="0"/>
          </p:cNvCxnSpPr>
          <p:nvPr/>
        </p:nvCxnSpPr>
        <p:spPr>
          <a:xfrm>
            <a:off x="4592425" y="5071709"/>
            <a:ext cx="1670645" cy="3533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1A3A29-7CB1-BBEB-28E5-C04EBBE6E1C6}"/>
              </a:ext>
            </a:extLst>
          </p:cNvPr>
          <p:cNvSpPr txBox="1"/>
          <p:nvPr/>
        </p:nvSpPr>
        <p:spPr>
          <a:xfrm>
            <a:off x="3929461" y="4358942"/>
            <a:ext cx="1332615" cy="3150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우선순위 부여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20FBBE-28A3-2843-FD19-7E9C6E7DA4E9}"/>
              </a:ext>
            </a:extLst>
          </p:cNvPr>
          <p:cNvSpPr txBox="1"/>
          <p:nvPr/>
        </p:nvSpPr>
        <p:spPr>
          <a:xfrm>
            <a:off x="4463070" y="5087551"/>
            <a:ext cx="1332615" cy="3150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우선순위 처리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547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8395-183E-86AA-64D6-5BAB8C066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52A1B61-AE8C-DEF8-42EB-B91BA127C902}"/>
              </a:ext>
            </a:extLst>
          </p:cNvPr>
          <p:cNvSpPr/>
          <p:nvPr/>
        </p:nvSpPr>
        <p:spPr>
          <a:xfrm>
            <a:off x="203698" y="5280415"/>
            <a:ext cx="8686300" cy="9999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C2CD50-4F12-0ECF-B082-4B52C1A39068}"/>
              </a:ext>
            </a:extLst>
          </p:cNvPr>
          <p:cNvSpPr/>
          <p:nvPr/>
        </p:nvSpPr>
        <p:spPr>
          <a:xfrm>
            <a:off x="203698" y="2320607"/>
            <a:ext cx="8686300" cy="28678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AAEDFF25-08F1-369E-2E8D-56C560524AF7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30D2D4-BACF-F226-833D-F0F5C7965E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C1C2B94-F7FA-6AFF-B50E-684E969EE361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(New)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F9BBD31-BEFF-996B-4A80-9F0365732249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768C6B4-23F3-B2D7-16B9-48F8E57B71EF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A18EED1-BD98-99E0-912D-1BAB8CB5AB18}"/>
              </a:ext>
            </a:extLst>
          </p:cNvPr>
          <p:cNvCxnSpPr>
            <a:cxnSpLocks/>
          </p:cNvCxnSpPr>
          <p:nvPr/>
        </p:nvCxnSpPr>
        <p:spPr>
          <a:xfrm flipH="1">
            <a:off x="203698" y="2280508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877C1DC-9A6B-1B7C-6E42-F9A84DD5B072}"/>
              </a:ext>
            </a:extLst>
          </p:cNvPr>
          <p:cNvCxnSpPr>
            <a:cxnSpLocks/>
          </p:cNvCxnSpPr>
          <p:nvPr/>
        </p:nvCxnSpPr>
        <p:spPr>
          <a:xfrm flipH="1">
            <a:off x="203698" y="3021647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32BE1BB-6FCB-796B-9B66-3A3AA06103EA}"/>
              </a:ext>
            </a:extLst>
          </p:cNvPr>
          <p:cNvCxnSpPr>
            <a:cxnSpLocks/>
          </p:cNvCxnSpPr>
          <p:nvPr/>
        </p:nvCxnSpPr>
        <p:spPr>
          <a:xfrm flipH="1">
            <a:off x="203698" y="376278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F00A690-7B6B-9AA6-AC56-E64F96CB6F0D}"/>
              </a:ext>
            </a:extLst>
          </p:cNvPr>
          <p:cNvCxnSpPr>
            <a:cxnSpLocks/>
          </p:cNvCxnSpPr>
          <p:nvPr/>
        </p:nvCxnSpPr>
        <p:spPr>
          <a:xfrm flipH="1">
            <a:off x="203698" y="450392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2F2026C-3099-4FE1-19E6-8721BAB419D9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91519-0E04-40EA-611A-25ACF3732A18}"/>
              </a:ext>
            </a:extLst>
          </p:cNvPr>
          <p:cNvSpPr txBox="1"/>
          <p:nvPr/>
        </p:nvSpPr>
        <p:spPr>
          <a:xfrm>
            <a:off x="203698" y="525170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99ED86-66AC-769B-3011-1B215D7DF267}"/>
              </a:ext>
            </a:extLst>
          </p:cNvPr>
          <p:cNvSpPr txBox="1"/>
          <p:nvPr/>
        </p:nvSpPr>
        <p:spPr>
          <a:xfrm>
            <a:off x="203698" y="2285484"/>
            <a:ext cx="121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08183E-CD2E-B12F-B893-B4D87CBED649}"/>
              </a:ext>
            </a:extLst>
          </p:cNvPr>
          <p:cNvSpPr txBox="1"/>
          <p:nvPr/>
        </p:nvSpPr>
        <p:spPr>
          <a:xfrm>
            <a:off x="203698" y="377355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2B4CE84-3A25-2E48-569B-28C7B0F5B83A}"/>
              </a:ext>
            </a:extLst>
          </p:cNvPr>
          <p:cNvSpPr/>
          <p:nvPr/>
        </p:nvSpPr>
        <p:spPr>
          <a:xfrm>
            <a:off x="4463070" y="5425064"/>
            <a:ext cx="360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PX4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79A24C4-35D3-6543-0B16-FE154F1D30A8}"/>
              </a:ext>
            </a:extLst>
          </p:cNvPr>
          <p:cNvSpPr/>
          <p:nvPr/>
        </p:nvSpPr>
        <p:spPr>
          <a:xfrm>
            <a:off x="3925021" y="1725454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7B9DEAE-30D6-99CF-B883-14F192EF508E}"/>
              </a:ext>
            </a:extLst>
          </p:cNvPr>
          <p:cNvSpPr/>
          <p:nvPr/>
        </p:nvSpPr>
        <p:spPr>
          <a:xfrm>
            <a:off x="2244159" y="1725454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05ED046-DDBC-A543-A8AA-44FA4093D17B}"/>
              </a:ext>
            </a:extLst>
          </p:cNvPr>
          <p:cNvSpPr/>
          <p:nvPr/>
        </p:nvSpPr>
        <p:spPr>
          <a:xfrm>
            <a:off x="5605883" y="1725454"/>
            <a:ext cx="1332000" cy="360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C30FE4C-86EC-BE7C-7AFD-391BEE4FE48E}"/>
              </a:ext>
            </a:extLst>
          </p:cNvPr>
          <p:cNvSpPr/>
          <p:nvPr/>
        </p:nvSpPr>
        <p:spPr>
          <a:xfrm>
            <a:off x="7286744" y="1733260"/>
            <a:ext cx="1332000" cy="360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96699E1-572C-0C9E-B610-0E77AE141274}"/>
              </a:ext>
            </a:extLst>
          </p:cNvPr>
          <p:cNvSpPr/>
          <p:nvPr/>
        </p:nvSpPr>
        <p:spPr>
          <a:xfrm>
            <a:off x="7286744" y="2474399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8C9E5AE-30CF-91C9-1394-7D06D4495FD1}"/>
              </a:ext>
            </a:extLst>
          </p:cNvPr>
          <p:cNvSpPr/>
          <p:nvPr/>
        </p:nvSpPr>
        <p:spPr>
          <a:xfrm>
            <a:off x="2244159" y="2464910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569851F-A313-8323-0F3C-BDFD5CDF864C}"/>
              </a:ext>
            </a:extLst>
          </p:cNvPr>
          <p:cNvSpPr/>
          <p:nvPr/>
        </p:nvSpPr>
        <p:spPr>
          <a:xfrm>
            <a:off x="3925021" y="2464910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D39298C-17B4-712E-5107-9903D4B6EB06}"/>
              </a:ext>
            </a:extLst>
          </p:cNvPr>
          <p:cNvSpPr/>
          <p:nvPr/>
        </p:nvSpPr>
        <p:spPr>
          <a:xfrm>
            <a:off x="5605883" y="2464910"/>
            <a:ext cx="1332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6A07D3E2-0FD3-0700-0A5D-7F876287C06B}"/>
              </a:ext>
            </a:extLst>
          </p:cNvPr>
          <p:cNvCxnSpPr>
            <a:stCxn id="33" idx="2"/>
            <a:endCxn id="41" idx="0"/>
          </p:cNvCxnSpPr>
          <p:nvPr/>
        </p:nvCxnSpPr>
        <p:spPr>
          <a:xfrm>
            <a:off x="2910159" y="2085454"/>
            <a:ext cx="0" cy="37945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C2F8632-84FC-C8A1-BD3A-FC8CE0759F6C}"/>
              </a:ext>
            </a:extLst>
          </p:cNvPr>
          <p:cNvCxnSpPr>
            <a:stCxn id="36" idx="2"/>
            <a:endCxn id="43" idx="0"/>
          </p:cNvCxnSpPr>
          <p:nvPr/>
        </p:nvCxnSpPr>
        <p:spPr>
          <a:xfrm>
            <a:off x="4591021" y="2085454"/>
            <a:ext cx="0" cy="37945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1855867-422B-9047-B927-2A4A31DFA1BF}"/>
              </a:ext>
            </a:extLst>
          </p:cNvPr>
          <p:cNvCxnSpPr>
            <a:stCxn id="38" idx="2"/>
            <a:endCxn id="45" idx="0"/>
          </p:cNvCxnSpPr>
          <p:nvPr/>
        </p:nvCxnSpPr>
        <p:spPr>
          <a:xfrm>
            <a:off x="6271883" y="2085454"/>
            <a:ext cx="0" cy="37945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86BF3D2-2D89-0154-DB8C-DBD57202C8BE}"/>
              </a:ext>
            </a:extLst>
          </p:cNvPr>
          <p:cNvCxnSpPr>
            <a:stCxn id="40" idx="2"/>
            <a:endCxn id="42" idx="0"/>
          </p:cNvCxnSpPr>
          <p:nvPr/>
        </p:nvCxnSpPr>
        <p:spPr>
          <a:xfrm>
            <a:off x="7952744" y="2093260"/>
            <a:ext cx="0" cy="3811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9CAC70B1-D2FB-AC5B-02F3-C7BB696E2F1B}"/>
              </a:ext>
            </a:extLst>
          </p:cNvPr>
          <p:cNvCxnSpPr>
            <a:cxnSpLocks/>
            <a:stCxn id="41" idx="2"/>
            <a:endCxn id="56" idx="0"/>
          </p:cNvCxnSpPr>
          <p:nvPr/>
        </p:nvCxnSpPr>
        <p:spPr>
          <a:xfrm>
            <a:off x="2910159" y="2824910"/>
            <a:ext cx="0" cy="39062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6C3A650-D308-740F-EFE0-2F8A8C162BE8}"/>
              </a:ext>
            </a:extLst>
          </p:cNvPr>
          <p:cNvCxnSpPr>
            <a:cxnSpLocks/>
            <a:stCxn id="43" idx="2"/>
            <a:endCxn id="57" idx="0"/>
          </p:cNvCxnSpPr>
          <p:nvPr/>
        </p:nvCxnSpPr>
        <p:spPr>
          <a:xfrm>
            <a:off x="4591021" y="2824910"/>
            <a:ext cx="2808" cy="39062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F3FBCB5-1D13-A937-D78F-95C9E29950D8}"/>
              </a:ext>
            </a:extLst>
          </p:cNvPr>
          <p:cNvCxnSpPr>
            <a:cxnSpLocks/>
            <a:stCxn id="42" idx="2"/>
            <a:endCxn id="59" idx="0"/>
          </p:cNvCxnSpPr>
          <p:nvPr/>
        </p:nvCxnSpPr>
        <p:spPr>
          <a:xfrm>
            <a:off x="7952744" y="2834399"/>
            <a:ext cx="8424" cy="38113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35B7668-CA75-7544-1358-2780915B0098}"/>
              </a:ext>
            </a:extLst>
          </p:cNvPr>
          <p:cNvCxnSpPr>
            <a:cxnSpLocks/>
            <a:stCxn id="45" idx="2"/>
            <a:endCxn id="58" idx="0"/>
          </p:cNvCxnSpPr>
          <p:nvPr/>
        </p:nvCxnSpPr>
        <p:spPr>
          <a:xfrm>
            <a:off x="6271883" y="2824910"/>
            <a:ext cx="5616" cy="39062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90DA254-28F8-4489-679D-AE7D150BF66E}"/>
              </a:ext>
            </a:extLst>
          </p:cNvPr>
          <p:cNvSpPr/>
          <p:nvPr/>
        </p:nvSpPr>
        <p:spPr>
          <a:xfrm>
            <a:off x="2175397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EA0BB48-038F-4F70-CC2C-07FEE5C7FF4A}"/>
              </a:ext>
            </a:extLst>
          </p:cNvPr>
          <p:cNvSpPr/>
          <p:nvPr/>
        </p:nvSpPr>
        <p:spPr>
          <a:xfrm>
            <a:off x="3859067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46C3FD-D94B-80F2-DA15-73EC42AED076}"/>
              </a:ext>
            </a:extLst>
          </p:cNvPr>
          <p:cNvSpPr/>
          <p:nvPr/>
        </p:nvSpPr>
        <p:spPr>
          <a:xfrm>
            <a:off x="5542737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19A7E03-A34B-C22C-2DAD-EFD1DA05F3CF}"/>
              </a:ext>
            </a:extLst>
          </p:cNvPr>
          <p:cNvSpPr/>
          <p:nvPr/>
        </p:nvSpPr>
        <p:spPr>
          <a:xfrm>
            <a:off x="7226406" y="321553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B698AF7-9839-BE0B-3ECB-5962A466E867}"/>
              </a:ext>
            </a:extLst>
          </p:cNvPr>
          <p:cNvSpPr/>
          <p:nvPr/>
        </p:nvSpPr>
        <p:spPr>
          <a:xfrm>
            <a:off x="2175397" y="3953968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send_to_pQ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CD1A24-F8BD-BB93-958E-49D52AAFFD1E}"/>
              </a:ext>
            </a:extLst>
          </p:cNvPr>
          <p:cNvSpPr/>
          <p:nvPr/>
        </p:nvSpPr>
        <p:spPr>
          <a:xfrm>
            <a:off x="3856259" y="3961217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send_to_pQ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E491E199-6B55-0614-C93C-C6A1F1026B6B}"/>
              </a:ext>
            </a:extLst>
          </p:cNvPr>
          <p:cNvCxnSpPr>
            <a:cxnSpLocks/>
            <a:stCxn id="60" idx="2"/>
            <a:endCxn id="2" idx="0"/>
          </p:cNvCxnSpPr>
          <p:nvPr/>
        </p:nvCxnSpPr>
        <p:spPr>
          <a:xfrm>
            <a:off x="2910159" y="4313968"/>
            <a:ext cx="1682266" cy="39774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F1D48313-327A-FB18-D9F1-3E1ADA6AFDD6}"/>
              </a:ext>
            </a:extLst>
          </p:cNvPr>
          <p:cNvCxnSpPr>
            <a:cxnSpLocks/>
            <a:stCxn id="61" idx="2"/>
            <a:endCxn id="2" idx="0"/>
          </p:cNvCxnSpPr>
          <p:nvPr/>
        </p:nvCxnSpPr>
        <p:spPr>
          <a:xfrm>
            <a:off x="4591021" y="4321217"/>
            <a:ext cx="1404" cy="39049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55C4A9D6-E4A8-EC71-BD57-BCF156B9AA76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>
            <a:off x="2910159" y="3575538"/>
            <a:ext cx="0" cy="37843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FD374C17-E617-CDF9-453C-B2F3A8A9E428}"/>
              </a:ext>
            </a:extLst>
          </p:cNvPr>
          <p:cNvCxnSpPr>
            <a:stCxn id="57" idx="2"/>
            <a:endCxn id="61" idx="0"/>
          </p:cNvCxnSpPr>
          <p:nvPr/>
        </p:nvCxnSpPr>
        <p:spPr>
          <a:xfrm flipH="1">
            <a:off x="4591021" y="3575538"/>
            <a:ext cx="2808" cy="38567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2D4E4C80-FA17-D8D9-3F2A-6186E7C6B2E9}"/>
              </a:ext>
            </a:extLst>
          </p:cNvPr>
          <p:cNvCxnSpPr>
            <a:cxnSpLocks/>
            <a:stCxn id="58" idx="2"/>
            <a:endCxn id="1092" idx="0"/>
          </p:cNvCxnSpPr>
          <p:nvPr/>
        </p:nvCxnSpPr>
        <p:spPr>
          <a:xfrm flipH="1">
            <a:off x="6269355" y="3575538"/>
            <a:ext cx="8144" cy="38838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CB94B0E3-F2AC-6C61-F19E-1430ACF39F69}"/>
              </a:ext>
            </a:extLst>
          </p:cNvPr>
          <p:cNvCxnSpPr>
            <a:cxnSpLocks/>
            <a:stCxn id="59" idx="2"/>
            <a:endCxn id="32" idx="0"/>
          </p:cNvCxnSpPr>
          <p:nvPr/>
        </p:nvCxnSpPr>
        <p:spPr>
          <a:xfrm flipH="1">
            <a:off x="6263070" y="3575538"/>
            <a:ext cx="1698098" cy="1849526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직사각형 1091">
            <a:extLst>
              <a:ext uri="{FF2B5EF4-FFF2-40B4-BE49-F238E27FC236}">
                <a16:creationId xmlns:a16="http://schemas.microsoft.com/office/drawing/2014/main" id="{1B29A97E-19EF-7802-AFF2-6A399D5B10F7}"/>
              </a:ext>
            </a:extLst>
          </p:cNvPr>
          <p:cNvSpPr/>
          <p:nvPr/>
        </p:nvSpPr>
        <p:spPr>
          <a:xfrm>
            <a:off x="5534593" y="3963925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send_to_pQ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cxnSp>
        <p:nvCxnSpPr>
          <p:cNvPr id="1096" name="직선 화살표 연결선 1095">
            <a:extLst>
              <a:ext uri="{FF2B5EF4-FFF2-40B4-BE49-F238E27FC236}">
                <a16:creationId xmlns:a16="http://schemas.microsoft.com/office/drawing/2014/main" id="{9E128B44-F40B-E33F-FF30-6FF2FE55C0CC}"/>
              </a:ext>
            </a:extLst>
          </p:cNvPr>
          <p:cNvCxnSpPr>
            <a:cxnSpLocks/>
            <a:stCxn id="1092" idx="2"/>
            <a:endCxn id="2" idx="0"/>
          </p:cNvCxnSpPr>
          <p:nvPr/>
        </p:nvCxnSpPr>
        <p:spPr>
          <a:xfrm flipH="1">
            <a:off x="4592425" y="4323925"/>
            <a:ext cx="1676930" cy="38778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F427EB1D-BBCB-F961-F743-4F957DFAFF56}"/>
              </a:ext>
            </a:extLst>
          </p:cNvPr>
          <p:cNvCxnSpPr>
            <a:cxnSpLocks/>
          </p:cNvCxnSpPr>
          <p:nvPr/>
        </p:nvCxnSpPr>
        <p:spPr>
          <a:xfrm flipH="1">
            <a:off x="203698" y="524506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3E3FA3-06DF-E44E-59E8-B428EA594F01}"/>
              </a:ext>
            </a:extLst>
          </p:cNvPr>
          <p:cNvSpPr/>
          <p:nvPr/>
        </p:nvSpPr>
        <p:spPr>
          <a:xfrm>
            <a:off x="3152425" y="4711709"/>
            <a:ext cx="2880000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6C5200B-25B6-378E-FCF2-1C80A3283734}"/>
              </a:ext>
            </a:extLst>
          </p:cNvPr>
          <p:cNvCxnSpPr>
            <a:stCxn id="2" idx="2"/>
            <a:endCxn id="32" idx="0"/>
          </p:cNvCxnSpPr>
          <p:nvPr/>
        </p:nvCxnSpPr>
        <p:spPr>
          <a:xfrm>
            <a:off x="4592425" y="5071709"/>
            <a:ext cx="1670645" cy="3533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1934A6-D269-790E-9EDB-AA8BCC9297A5}"/>
              </a:ext>
            </a:extLst>
          </p:cNvPr>
          <p:cNvSpPr txBox="1"/>
          <p:nvPr/>
        </p:nvSpPr>
        <p:spPr>
          <a:xfrm>
            <a:off x="4463070" y="5087551"/>
            <a:ext cx="1332615" cy="3150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send_to_lib</a:t>
            </a:r>
            <a:r>
              <a:rPr lang="en-US" altLang="ko-KR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494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code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F0F6BB-ADD2-20E4-0317-12E727B72B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814"/>
          <a:stretch>
            <a:fillRect/>
          </a:stretch>
        </p:blipFill>
        <p:spPr>
          <a:xfrm>
            <a:off x="567042" y="1938073"/>
            <a:ext cx="3135581" cy="48519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3B72AF2-4C42-4DD7-38C4-BF76053BC6B5}"/>
              </a:ext>
            </a:extLst>
          </p:cNvPr>
          <p:cNvSpPr/>
          <p:nvPr/>
        </p:nvSpPr>
        <p:spPr>
          <a:xfrm>
            <a:off x="519301" y="1536941"/>
            <a:ext cx="3231064" cy="946378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Old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B006D4-78B1-DCFC-D0EA-77EE6AFA9A4A}"/>
              </a:ext>
            </a:extLst>
          </p:cNvPr>
          <p:cNvSpPr/>
          <p:nvPr/>
        </p:nvSpPr>
        <p:spPr>
          <a:xfrm>
            <a:off x="519301" y="2742112"/>
            <a:ext cx="3231064" cy="118701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New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438BB4E-20F6-57D5-37B3-93FB616313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927" b="13260"/>
          <a:stretch>
            <a:fillRect/>
          </a:stretch>
        </p:blipFill>
        <p:spPr>
          <a:xfrm>
            <a:off x="4319290" y="1938073"/>
            <a:ext cx="3135581" cy="323024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1ACA442-23C9-9766-B24A-8A0F1D0530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5000"/>
          <a:stretch>
            <a:fillRect/>
          </a:stretch>
        </p:blipFill>
        <p:spPr>
          <a:xfrm>
            <a:off x="567042" y="3143245"/>
            <a:ext cx="3135581" cy="714498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B49452-438A-2EB3-9442-B4C81AE8C433}"/>
              </a:ext>
            </a:extLst>
          </p:cNvPr>
          <p:cNvSpPr/>
          <p:nvPr/>
        </p:nvSpPr>
        <p:spPr>
          <a:xfrm>
            <a:off x="4271549" y="1541260"/>
            <a:ext cx="3231064" cy="369488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추가된 함수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8A6AEE-3032-A1F7-F0F1-96E5DF34181A}"/>
              </a:ext>
            </a:extLst>
          </p:cNvPr>
          <p:cNvSpPr/>
          <p:nvPr/>
        </p:nvSpPr>
        <p:spPr>
          <a:xfrm>
            <a:off x="813346" y="3401436"/>
            <a:ext cx="2702013" cy="4563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9148BF-5E21-72BE-AEA6-D3D8927A5BA8}"/>
              </a:ext>
            </a:extLst>
          </p:cNvPr>
          <p:cNvSpPr/>
          <p:nvPr/>
        </p:nvSpPr>
        <p:spPr>
          <a:xfrm>
            <a:off x="4546849" y="4919845"/>
            <a:ext cx="2046991" cy="228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01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445D3-0D3A-0462-E33C-15EE9BBA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03090684-F92F-6C81-96A2-788C77DB2647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처리 방식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4583D24-3A77-9CCC-6A16-4040C349494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2C9C31A-F8DA-E72A-B563-B402EC4715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33F57DA-F990-ECCC-7629-38ECB512B30B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9A512E-1668-5FB7-E47B-5247BE8576E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4B6E163-D1C5-E3B1-57CB-B8342C4342A6}"/>
              </a:ext>
            </a:extLst>
          </p:cNvPr>
          <p:cNvSpPr/>
          <p:nvPr/>
        </p:nvSpPr>
        <p:spPr>
          <a:xfrm>
            <a:off x="5010312" y="2348503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22BB63F-CD42-6FD7-C9B9-46537A1B061F}"/>
              </a:ext>
            </a:extLst>
          </p:cNvPr>
          <p:cNvSpPr/>
          <p:nvPr/>
        </p:nvSpPr>
        <p:spPr>
          <a:xfrm>
            <a:off x="3240000" y="1710603"/>
            <a:ext cx="108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32BE737-B83F-ECD6-EE01-CD2C1C3903AC}"/>
              </a:ext>
            </a:extLst>
          </p:cNvPr>
          <p:cNvSpPr/>
          <p:nvPr/>
        </p:nvSpPr>
        <p:spPr>
          <a:xfrm>
            <a:off x="1532012" y="2348503"/>
            <a:ext cx="1080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B7C2E73-F7DF-35AD-D75B-0FC1BD6AFF70}"/>
              </a:ext>
            </a:extLst>
          </p:cNvPr>
          <p:cNvSpPr/>
          <p:nvPr/>
        </p:nvSpPr>
        <p:spPr>
          <a:xfrm>
            <a:off x="5880175" y="2979765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D27E93C-7FF5-F691-BDB8-CD202C51AC9E}"/>
              </a:ext>
            </a:extLst>
          </p:cNvPr>
          <p:cNvSpPr/>
          <p:nvPr/>
        </p:nvSpPr>
        <p:spPr>
          <a:xfrm>
            <a:off x="4138188" y="2979765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D7B063C-234D-D2C2-91B9-7F2CD979A430}"/>
              </a:ext>
            </a:extLst>
          </p:cNvPr>
          <p:cNvSpPr/>
          <p:nvPr/>
        </p:nvSpPr>
        <p:spPr>
          <a:xfrm>
            <a:off x="2396200" y="2979765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C7E2A9F-A084-28AF-B5B5-81FDA9AECD63}"/>
              </a:ext>
            </a:extLst>
          </p:cNvPr>
          <p:cNvSpPr/>
          <p:nvPr/>
        </p:nvSpPr>
        <p:spPr>
          <a:xfrm>
            <a:off x="654212" y="2979765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224EE51-D09C-2915-1EE2-353927B6C1B5}"/>
              </a:ext>
            </a:extLst>
          </p:cNvPr>
          <p:cNvCxnSpPr>
            <a:stCxn id="50" idx="2"/>
            <a:endCxn id="54" idx="0"/>
          </p:cNvCxnSpPr>
          <p:nvPr/>
        </p:nvCxnSpPr>
        <p:spPr>
          <a:xfrm flipH="1">
            <a:off x="1194212" y="2708503"/>
            <a:ext cx="877800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C7AF9A5-5A31-095E-31C3-F1C58647FFB4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>
            <a:off x="2072012" y="2708503"/>
            <a:ext cx="864188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B893673-8877-B90B-989B-1D5479A89E71}"/>
              </a:ext>
            </a:extLst>
          </p:cNvPr>
          <p:cNvCxnSpPr>
            <a:cxnSpLocks/>
            <a:stCxn id="48" idx="2"/>
            <a:endCxn id="52" idx="0"/>
          </p:cNvCxnSpPr>
          <p:nvPr/>
        </p:nvCxnSpPr>
        <p:spPr>
          <a:xfrm flipH="1">
            <a:off x="4678188" y="2708503"/>
            <a:ext cx="872124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6BE9D5B-5D01-F490-92BF-5724C88BD8AE}"/>
              </a:ext>
            </a:extLst>
          </p:cNvPr>
          <p:cNvCxnSpPr>
            <a:cxnSpLocks/>
            <a:stCxn id="48" idx="2"/>
            <a:endCxn id="51" idx="0"/>
          </p:cNvCxnSpPr>
          <p:nvPr/>
        </p:nvCxnSpPr>
        <p:spPr>
          <a:xfrm>
            <a:off x="5550312" y="2708503"/>
            <a:ext cx="869863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C8DD57-0E21-1CB0-4B84-6E835C6131C4}"/>
              </a:ext>
            </a:extLst>
          </p:cNvPr>
          <p:cNvCxnSpPr>
            <a:cxnSpLocks/>
            <a:stCxn id="49" idx="2"/>
            <a:endCxn id="48" idx="0"/>
          </p:cNvCxnSpPr>
          <p:nvPr/>
        </p:nvCxnSpPr>
        <p:spPr>
          <a:xfrm>
            <a:off x="3780000" y="2070603"/>
            <a:ext cx="1770312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9CD13CC-78E4-FF8C-C99A-93FBE66F1192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 flipH="1">
            <a:off x="2072012" y="2070603"/>
            <a:ext cx="1707988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0025899-4CFB-8705-FCF4-9FBAA6BDDDDC}"/>
              </a:ext>
            </a:extLst>
          </p:cNvPr>
          <p:cNvSpPr/>
          <p:nvPr/>
        </p:nvSpPr>
        <p:spPr>
          <a:xfrm>
            <a:off x="4138187" y="2979765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E09D6020-1C19-D359-BA89-3D8BEE581F9B}"/>
              </a:ext>
            </a:extLst>
          </p:cNvPr>
          <p:cNvSpPr/>
          <p:nvPr/>
        </p:nvSpPr>
        <p:spPr>
          <a:xfrm>
            <a:off x="50103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F7CE2751-B723-DA3A-4CF3-7BC2C508600B}"/>
              </a:ext>
            </a:extLst>
          </p:cNvPr>
          <p:cNvSpPr/>
          <p:nvPr/>
        </p:nvSpPr>
        <p:spPr>
          <a:xfrm>
            <a:off x="3240000" y="40525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B72E472-450A-617E-7D9B-FF2E44527C6A}"/>
              </a:ext>
            </a:extLst>
          </p:cNvPr>
          <p:cNvSpPr/>
          <p:nvPr/>
        </p:nvSpPr>
        <p:spPr>
          <a:xfrm>
            <a:off x="1532012" y="4690436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DCEDD6F-5D17-8ADA-D321-777FC3CD6412}"/>
              </a:ext>
            </a:extLst>
          </p:cNvPr>
          <p:cNvSpPr/>
          <p:nvPr/>
        </p:nvSpPr>
        <p:spPr>
          <a:xfrm>
            <a:off x="5880175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CA27D87-4210-813F-CF09-94BC4CDB6A41}"/>
              </a:ext>
            </a:extLst>
          </p:cNvPr>
          <p:cNvSpPr/>
          <p:nvPr/>
        </p:nvSpPr>
        <p:spPr>
          <a:xfrm>
            <a:off x="4138188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6B7D857A-D1BF-7D65-FDB3-C54614DD08F0}"/>
              </a:ext>
            </a:extLst>
          </p:cNvPr>
          <p:cNvSpPr/>
          <p:nvPr/>
        </p:nvSpPr>
        <p:spPr>
          <a:xfrm>
            <a:off x="2396200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7F515AFF-F5B4-D9BF-A809-1E533FA55863}"/>
              </a:ext>
            </a:extLst>
          </p:cNvPr>
          <p:cNvSpPr/>
          <p:nvPr/>
        </p:nvSpPr>
        <p:spPr>
          <a:xfrm>
            <a:off x="654212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AC1FF7B-41CA-06FB-E144-29723EC32B69}"/>
              </a:ext>
            </a:extLst>
          </p:cNvPr>
          <p:cNvCxnSpPr>
            <a:stCxn id="68" idx="2"/>
            <a:endCxn id="72" idx="0"/>
          </p:cNvCxnSpPr>
          <p:nvPr/>
        </p:nvCxnSpPr>
        <p:spPr>
          <a:xfrm flipH="1">
            <a:off x="1194212" y="5050436"/>
            <a:ext cx="877800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24D8C084-B62E-17AD-5D1A-1877562AAB3B}"/>
              </a:ext>
            </a:extLst>
          </p:cNvPr>
          <p:cNvCxnSpPr>
            <a:cxnSpLocks/>
            <a:stCxn id="68" idx="2"/>
            <a:endCxn id="71" idx="0"/>
          </p:cNvCxnSpPr>
          <p:nvPr/>
        </p:nvCxnSpPr>
        <p:spPr>
          <a:xfrm>
            <a:off x="2072012" y="5050436"/>
            <a:ext cx="864188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810C888-39CE-751A-E4D4-DFC52DA3683E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flipH="1">
            <a:off x="4678188" y="5050436"/>
            <a:ext cx="872124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770E4AA1-98BB-D407-F9FC-4AE9363B288B}"/>
              </a:ext>
            </a:extLst>
          </p:cNvPr>
          <p:cNvCxnSpPr>
            <a:cxnSpLocks/>
            <a:stCxn id="66" idx="2"/>
            <a:endCxn id="69" idx="0"/>
          </p:cNvCxnSpPr>
          <p:nvPr/>
        </p:nvCxnSpPr>
        <p:spPr>
          <a:xfrm>
            <a:off x="5550312" y="5050436"/>
            <a:ext cx="869863" cy="27126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1355018-BF84-E4C8-C56F-495CA05C7111}"/>
              </a:ext>
            </a:extLst>
          </p:cNvPr>
          <p:cNvCxnSpPr>
            <a:cxnSpLocks/>
            <a:stCxn id="67" idx="2"/>
            <a:endCxn id="66" idx="0"/>
          </p:cNvCxnSpPr>
          <p:nvPr/>
        </p:nvCxnSpPr>
        <p:spPr>
          <a:xfrm>
            <a:off x="3780000" y="4412536"/>
            <a:ext cx="1770312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FBDC2E4-E651-2E7E-932F-132DEE085BF9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flipH="1">
            <a:off x="2072012" y="4412536"/>
            <a:ext cx="1707988" cy="2779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EE2018F0-909D-1648-4497-C84E23ECFD2E}"/>
              </a:ext>
            </a:extLst>
          </p:cNvPr>
          <p:cNvSpPr/>
          <p:nvPr/>
        </p:nvSpPr>
        <p:spPr>
          <a:xfrm>
            <a:off x="4138187" y="5321698"/>
            <a:ext cx="1080000" cy="3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964A573-DD5C-1036-53A6-B75DB907EB79}"/>
              </a:ext>
            </a:extLst>
          </p:cNvPr>
          <p:cNvCxnSpPr>
            <a:cxnSpLocks/>
          </p:cNvCxnSpPr>
          <p:nvPr/>
        </p:nvCxnSpPr>
        <p:spPr>
          <a:xfrm flipH="1">
            <a:off x="203698" y="3762786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1293120-A7A1-24B5-1E9E-675F28BA78E8}"/>
              </a:ext>
            </a:extLst>
          </p:cNvPr>
          <p:cNvSpPr txBox="1"/>
          <p:nvPr/>
        </p:nvSpPr>
        <p:spPr>
          <a:xfrm>
            <a:off x="6420175" y="3615540"/>
            <a:ext cx="2178833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주기적으로 일괄 처리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12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8A1B-F56C-F82B-9F26-B82C5EAA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BCC9D88-F63A-A613-FA75-278418FB7872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&amp;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34557A3-7B3E-4BA3-98E8-0BB9B4B3CD3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11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4DC9BB9-E5CA-AFBC-48AF-8A221B2115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4C02687-A589-D250-09C0-B0766D78690C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0C6C39D-AA36-E47A-0E7A-74A482431A4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59ABEF-1770-6533-CC72-E0ACB8B9E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862062"/>
              </p:ext>
            </p:extLst>
          </p:nvPr>
        </p:nvGraphicFramePr>
        <p:xfrm>
          <a:off x="1402198" y="171164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4D4AC54-060B-5E42-0AAB-1A3E8618584B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52EA65-2E65-E6F2-1E2E-30C31A74CD01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2C3AD84-70B6-91CE-673F-27351BEB0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154735"/>
              </p:ext>
            </p:extLst>
          </p:nvPr>
        </p:nvGraphicFramePr>
        <p:xfrm>
          <a:off x="1401700" y="244746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F71401C-44FE-4B65-30FC-E51F1594A283}"/>
              </a:ext>
            </a:extLst>
          </p:cNvPr>
          <p:cNvCxnSpPr>
            <a:cxnSpLocks/>
          </p:cNvCxnSpPr>
          <p:nvPr/>
        </p:nvCxnSpPr>
        <p:spPr>
          <a:xfrm flipH="1">
            <a:off x="203200" y="227518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CA96C6-7747-2D1B-9244-77C87A1EB835}"/>
              </a:ext>
            </a:extLst>
          </p:cNvPr>
          <p:cNvSpPr txBox="1"/>
          <p:nvPr/>
        </p:nvSpPr>
        <p:spPr>
          <a:xfrm>
            <a:off x="203200" y="22797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4B638B2-ABEA-D09A-70F5-1CE14F37A09B}"/>
              </a:ext>
            </a:extLst>
          </p:cNvPr>
          <p:cNvSpPr/>
          <p:nvPr/>
        </p:nvSpPr>
        <p:spPr>
          <a:xfrm>
            <a:off x="1416940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4E24B70-A736-F1DF-8C43-9D2C291931ED}"/>
              </a:ext>
            </a:extLst>
          </p:cNvPr>
          <p:cNvSpPr/>
          <p:nvPr/>
        </p:nvSpPr>
        <p:spPr>
          <a:xfrm>
            <a:off x="5775580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4852386-6422-039A-FE78-0AFD41465521}"/>
              </a:ext>
            </a:extLst>
          </p:cNvPr>
          <p:cNvSpPr/>
          <p:nvPr/>
        </p:nvSpPr>
        <p:spPr>
          <a:xfrm>
            <a:off x="2288668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4C62F85-7844-1504-716E-B75DDAF901DA}"/>
              </a:ext>
            </a:extLst>
          </p:cNvPr>
          <p:cNvSpPr/>
          <p:nvPr/>
        </p:nvSpPr>
        <p:spPr>
          <a:xfrm>
            <a:off x="4032124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8AD775E-71AD-3376-10E5-9F84181D5F34}"/>
              </a:ext>
            </a:extLst>
          </p:cNvPr>
          <p:cNvSpPr/>
          <p:nvPr/>
        </p:nvSpPr>
        <p:spPr>
          <a:xfrm>
            <a:off x="3160396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C592D02-9863-4EA1-395D-CDC81C0C37A3}"/>
              </a:ext>
            </a:extLst>
          </p:cNvPr>
          <p:cNvSpPr/>
          <p:nvPr/>
        </p:nvSpPr>
        <p:spPr>
          <a:xfrm>
            <a:off x="4903852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2280660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08F81-DD24-D049-2B30-467AFF28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FDF30C8-5FFC-E63E-0BDB-56FF99DD0CB0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&amp;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A4571924-9024-F92A-D5E7-BA4B7E5D5D9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3342352-AECB-0811-D0FD-9DFD13E03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CC0A7E4-28A2-F62F-9427-F91F2C2BCAC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4584C7-5563-E3D3-FD58-B4CF4FFBB8F4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3564659-3719-B554-1004-69FE36A4C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468776"/>
              </p:ext>
            </p:extLst>
          </p:nvPr>
        </p:nvGraphicFramePr>
        <p:xfrm>
          <a:off x="1402198" y="171164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BE92959-8026-45B9-A920-F5282900C8F0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F54D7ED-9E0F-132B-93D1-945B47167157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FF8BF5C-FAF6-C9D4-56F5-7DA39A6F6150}"/>
              </a:ext>
            </a:extLst>
          </p:cNvPr>
          <p:cNvGraphicFramePr>
            <a:graphicFrameLocks noGrp="1"/>
          </p:cNvGraphicFramePr>
          <p:nvPr/>
        </p:nvGraphicFramePr>
        <p:xfrm>
          <a:off x="1401700" y="244746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EAA3F2C-DD4C-A1E4-B0B9-1E065DFAAD63}"/>
              </a:ext>
            </a:extLst>
          </p:cNvPr>
          <p:cNvCxnSpPr>
            <a:cxnSpLocks/>
          </p:cNvCxnSpPr>
          <p:nvPr/>
        </p:nvCxnSpPr>
        <p:spPr>
          <a:xfrm flipH="1">
            <a:off x="203200" y="227518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0F5735-F271-F03E-8561-75F0930F6114}"/>
              </a:ext>
            </a:extLst>
          </p:cNvPr>
          <p:cNvSpPr txBox="1"/>
          <p:nvPr/>
        </p:nvSpPr>
        <p:spPr>
          <a:xfrm>
            <a:off x="203200" y="22797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DF9B8A3-FD15-7846-46CE-EE5B284354FD}"/>
              </a:ext>
            </a:extLst>
          </p:cNvPr>
          <p:cNvSpPr/>
          <p:nvPr/>
        </p:nvSpPr>
        <p:spPr>
          <a:xfrm>
            <a:off x="1416940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F0C3DC2-B597-1A5A-ECE5-B55B33A3955F}"/>
              </a:ext>
            </a:extLst>
          </p:cNvPr>
          <p:cNvSpPr/>
          <p:nvPr/>
        </p:nvSpPr>
        <p:spPr>
          <a:xfrm>
            <a:off x="5775580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707B505-5CCE-45D6-B3A4-4EA6A6786041}"/>
              </a:ext>
            </a:extLst>
          </p:cNvPr>
          <p:cNvSpPr/>
          <p:nvPr/>
        </p:nvSpPr>
        <p:spPr>
          <a:xfrm>
            <a:off x="2288668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358E05C-BEB6-DEBD-8E36-65B6E3009275}"/>
              </a:ext>
            </a:extLst>
          </p:cNvPr>
          <p:cNvSpPr/>
          <p:nvPr/>
        </p:nvSpPr>
        <p:spPr>
          <a:xfrm>
            <a:off x="4032124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1F296E1-B952-F944-AA7F-FE0F3AD35F64}"/>
              </a:ext>
            </a:extLst>
          </p:cNvPr>
          <p:cNvSpPr/>
          <p:nvPr/>
        </p:nvSpPr>
        <p:spPr>
          <a:xfrm>
            <a:off x="3160396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4B9403-BC4C-A21D-A39E-E5A6690A46B0}"/>
              </a:ext>
            </a:extLst>
          </p:cNvPr>
          <p:cNvSpPr/>
          <p:nvPr/>
        </p:nvSpPr>
        <p:spPr>
          <a:xfrm>
            <a:off x="4903852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3952655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B27E-BA24-C641-03FB-6B43304F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5875DE7-FAD7-61AE-774E-99DB190CAD1C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&amp;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106821D-04EB-E600-EB21-04CC4D40D83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445C68-BDF5-D544-D888-38B8A820BE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0F07A26B-488E-7023-4C74-60DB9BD6B036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C58E71E-A7C9-E145-7921-29994D1B8BE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17BE011-8BC4-2719-4850-6CFDFE9293D5}"/>
              </a:ext>
            </a:extLst>
          </p:cNvPr>
          <p:cNvGraphicFramePr>
            <a:graphicFrameLocks noGrp="1"/>
          </p:cNvGraphicFramePr>
          <p:nvPr/>
        </p:nvGraphicFramePr>
        <p:xfrm>
          <a:off x="1402198" y="171164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177DD03-3E16-5BE4-ECC8-E023593A11EA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CA81B8-DF06-CC96-2413-9A9977361036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ADF8557-143A-67B5-B7F7-51A13822E578}"/>
              </a:ext>
            </a:extLst>
          </p:cNvPr>
          <p:cNvGraphicFramePr>
            <a:graphicFrameLocks noGrp="1"/>
          </p:cNvGraphicFramePr>
          <p:nvPr/>
        </p:nvGraphicFramePr>
        <p:xfrm>
          <a:off x="1401700" y="244746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B63D57-5CF0-5ADE-6447-AFCF5F39BB1F}"/>
              </a:ext>
            </a:extLst>
          </p:cNvPr>
          <p:cNvCxnSpPr>
            <a:cxnSpLocks/>
          </p:cNvCxnSpPr>
          <p:nvPr/>
        </p:nvCxnSpPr>
        <p:spPr>
          <a:xfrm flipH="1">
            <a:off x="203200" y="227518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7E7E54-A5E0-D396-A3E6-7D4E06CA9087}"/>
              </a:ext>
            </a:extLst>
          </p:cNvPr>
          <p:cNvSpPr txBox="1"/>
          <p:nvPr/>
        </p:nvSpPr>
        <p:spPr>
          <a:xfrm>
            <a:off x="203200" y="22797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478D4DB-295B-42FC-D313-9934D5E82CBB}"/>
              </a:ext>
            </a:extLst>
          </p:cNvPr>
          <p:cNvSpPr/>
          <p:nvPr/>
        </p:nvSpPr>
        <p:spPr>
          <a:xfrm>
            <a:off x="1416940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F06F532-3F9C-6126-1E3C-20E372521C60}"/>
              </a:ext>
            </a:extLst>
          </p:cNvPr>
          <p:cNvSpPr/>
          <p:nvPr/>
        </p:nvSpPr>
        <p:spPr>
          <a:xfrm>
            <a:off x="5775580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DA78827-ABBB-EAFB-9367-677C136C51DE}"/>
              </a:ext>
            </a:extLst>
          </p:cNvPr>
          <p:cNvSpPr/>
          <p:nvPr/>
        </p:nvSpPr>
        <p:spPr>
          <a:xfrm>
            <a:off x="2288668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61BE3AF-054C-13D3-4D01-350B37682070}"/>
              </a:ext>
            </a:extLst>
          </p:cNvPr>
          <p:cNvSpPr/>
          <p:nvPr/>
        </p:nvSpPr>
        <p:spPr>
          <a:xfrm>
            <a:off x="4032124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492CFB8-583B-364C-4EE9-57C306DB0335}"/>
              </a:ext>
            </a:extLst>
          </p:cNvPr>
          <p:cNvSpPr/>
          <p:nvPr/>
        </p:nvSpPr>
        <p:spPr>
          <a:xfrm>
            <a:off x="3160396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0D9F0B6-508E-2531-2FBD-811D66D7590D}"/>
              </a:ext>
            </a:extLst>
          </p:cNvPr>
          <p:cNvSpPr/>
          <p:nvPr/>
        </p:nvSpPr>
        <p:spPr>
          <a:xfrm>
            <a:off x="4903852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0403492-0F18-CD0A-06C7-76293CA07D36}"/>
              </a:ext>
            </a:extLst>
          </p:cNvPr>
          <p:cNvSpPr/>
          <p:nvPr/>
        </p:nvSpPr>
        <p:spPr>
          <a:xfrm>
            <a:off x="4030600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1B0CFA0-8776-AA4F-C468-298BDE5C1CBD}"/>
              </a:ext>
            </a:extLst>
          </p:cNvPr>
          <p:cNvSpPr/>
          <p:nvPr/>
        </p:nvSpPr>
        <p:spPr>
          <a:xfrm>
            <a:off x="2287144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983C20A-D53E-34B2-8E00-9C3335C73C25}"/>
              </a:ext>
            </a:extLst>
          </p:cNvPr>
          <p:cNvSpPr/>
          <p:nvPr/>
        </p:nvSpPr>
        <p:spPr>
          <a:xfrm>
            <a:off x="1415416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63F0A4C-420A-F0A7-24A5-24D13C7B8E5F}"/>
              </a:ext>
            </a:extLst>
          </p:cNvPr>
          <p:cNvSpPr/>
          <p:nvPr/>
        </p:nvSpPr>
        <p:spPr>
          <a:xfrm>
            <a:off x="3158872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3803115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7C8E3-0386-D78D-D06B-2966F940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95453E2E-1E57-07F3-6D01-CFEF89F4A929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&amp;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1667001-1B06-5CAD-BE6F-5FD49E423DB1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27B202C-0273-7FEC-BE2B-230F114BDA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9DE2539-7627-21B6-6A8D-8CE574F67AF2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6963520-A93A-C94F-D7ED-C2C8031381E8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BFA85AE-6971-B33A-962A-2CC885F03398}"/>
              </a:ext>
            </a:extLst>
          </p:cNvPr>
          <p:cNvGraphicFramePr>
            <a:graphicFrameLocks noGrp="1"/>
          </p:cNvGraphicFramePr>
          <p:nvPr/>
        </p:nvGraphicFramePr>
        <p:xfrm>
          <a:off x="1402198" y="171164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872563-4B5D-005B-CE56-DE6E8E89FDDF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F78B05C-A26A-6BDF-833C-400339F5F82E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AD83F92-D481-55C8-924C-E9AA5AE09917}"/>
              </a:ext>
            </a:extLst>
          </p:cNvPr>
          <p:cNvGraphicFramePr>
            <a:graphicFrameLocks noGrp="1"/>
          </p:cNvGraphicFramePr>
          <p:nvPr/>
        </p:nvGraphicFramePr>
        <p:xfrm>
          <a:off x="1401700" y="244746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45A704-5CC1-68FD-6218-A79B96B938A2}"/>
              </a:ext>
            </a:extLst>
          </p:cNvPr>
          <p:cNvCxnSpPr>
            <a:cxnSpLocks/>
          </p:cNvCxnSpPr>
          <p:nvPr/>
        </p:nvCxnSpPr>
        <p:spPr>
          <a:xfrm flipH="1">
            <a:off x="203200" y="227518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88456D-A501-F832-2F7C-F1299A182956}"/>
              </a:ext>
            </a:extLst>
          </p:cNvPr>
          <p:cNvSpPr txBox="1"/>
          <p:nvPr/>
        </p:nvSpPr>
        <p:spPr>
          <a:xfrm>
            <a:off x="203200" y="22797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737698-F6D0-4CDA-A406-457AA722EE70}"/>
              </a:ext>
            </a:extLst>
          </p:cNvPr>
          <p:cNvSpPr/>
          <p:nvPr/>
        </p:nvSpPr>
        <p:spPr>
          <a:xfrm>
            <a:off x="2293240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97BA08C-6ADB-E572-B62F-F25E993AC86E}"/>
              </a:ext>
            </a:extLst>
          </p:cNvPr>
          <p:cNvSpPr/>
          <p:nvPr/>
        </p:nvSpPr>
        <p:spPr>
          <a:xfrm>
            <a:off x="1421512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CEE1057-0DE2-3D5F-23DE-13210FAD504B}"/>
              </a:ext>
            </a:extLst>
          </p:cNvPr>
          <p:cNvSpPr/>
          <p:nvPr/>
        </p:nvSpPr>
        <p:spPr>
          <a:xfrm>
            <a:off x="4030600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64FD319-04F6-163D-7EC0-DAB0FA14AA7F}"/>
              </a:ext>
            </a:extLst>
          </p:cNvPr>
          <p:cNvSpPr/>
          <p:nvPr/>
        </p:nvSpPr>
        <p:spPr>
          <a:xfrm>
            <a:off x="2287144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8058773-0940-FA1B-EAB0-D136D80D931F}"/>
              </a:ext>
            </a:extLst>
          </p:cNvPr>
          <p:cNvSpPr/>
          <p:nvPr/>
        </p:nvSpPr>
        <p:spPr>
          <a:xfrm>
            <a:off x="1415416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7107C83-1E99-572B-2769-A463D54D086A}"/>
              </a:ext>
            </a:extLst>
          </p:cNvPr>
          <p:cNvSpPr/>
          <p:nvPr/>
        </p:nvSpPr>
        <p:spPr>
          <a:xfrm>
            <a:off x="3158872" y="171164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136431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EC0A-91B0-B1E5-B8BC-8629D120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EBE10399-872C-508E-9AAB-00E0BD056647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&amp;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A8EAB77F-DDA6-8D50-39BA-75FF8B35F92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5A05BE4-006C-9F50-4A6B-7C43ECC052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01D4E12-F5B4-CD81-2CC4-4A495C05857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Priority Queue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872CD32-A3B2-6B8C-2C9D-19777720372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E895867-3AA2-5BB8-16FA-FCCA21EDAC43}"/>
              </a:ext>
            </a:extLst>
          </p:cNvPr>
          <p:cNvGraphicFramePr>
            <a:graphicFrameLocks noGrp="1"/>
          </p:cNvGraphicFramePr>
          <p:nvPr/>
        </p:nvGraphicFramePr>
        <p:xfrm>
          <a:off x="1402198" y="171164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5DC1ED-F53B-3EED-2BA1-5860895D6EAA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B11455-0957-12FB-9845-44C4C9B7C300}"/>
              </a:ext>
            </a:extLst>
          </p:cNvPr>
          <p:cNvSpPr txBox="1"/>
          <p:nvPr/>
        </p:nvSpPr>
        <p:spPr>
          <a:xfrm>
            <a:off x="203698" y="154392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58D4C8C-5C80-F009-D7EE-F75EEAA00624}"/>
              </a:ext>
            </a:extLst>
          </p:cNvPr>
          <p:cNvGraphicFramePr>
            <a:graphicFrameLocks noGrp="1"/>
          </p:cNvGraphicFramePr>
          <p:nvPr/>
        </p:nvGraphicFramePr>
        <p:xfrm>
          <a:off x="1401700" y="244746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2168693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884037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15409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2566307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2039565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40290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13901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51223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70C5D8D-25A0-68D4-A298-1A34A1306410}"/>
              </a:ext>
            </a:extLst>
          </p:cNvPr>
          <p:cNvCxnSpPr>
            <a:cxnSpLocks/>
          </p:cNvCxnSpPr>
          <p:nvPr/>
        </p:nvCxnSpPr>
        <p:spPr>
          <a:xfrm flipH="1">
            <a:off x="203200" y="227518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3426DBE-5C6B-97D7-82BD-CB5ACF0DC873}"/>
              </a:ext>
            </a:extLst>
          </p:cNvPr>
          <p:cNvSpPr txBox="1"/>
          <p:nvPr/>
        </p:nvSpPr>
        <p:spPr>
          <a:xfrm>
            <a:off x="203200" y="22797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lQ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B7F2A02-8E32-099B-A1C2-44773A2E8629}"/>
              </a:ext>
            </a:extLst>
          </p:cNvPr>
          <p:cNvSpPr/>
          <p:nvPr/>
        </p:nvSpPr>
        <p:spPr>
          <a:xfrm>
            <a:off x="2293240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2C31613-640B-14B3-9892-55701F24F3D9}"/>
              </a:ext>
            </a:extLst>
          </p:cNvPr>
          <p:cNvSpPr/>
          <p:nvPr/>
        </p:nvSpPr>
        <p:spPr>
          <a:xfrm>
            <a:off x="1421512" y="245840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88FE92D-396A-C159-9282-685715FC064F}"/>
              </a:ext>
            </a:extLst>
          </p:cNvPr>
          <p:cNvSpPr/>
          <p:nvPr/>
        </p:nvSpPr>
        <p:spPr>
          <a:xfrm>
            <a:off x="5767960" y="245078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01A8E1E-357E-C93F-D0F6-B228823B6260}"/>
              </a:ext>
            </a:extLst>
          </p:cNvPr>
          <p:cNvSpPr/>
          <p:nvPr/>
        </p:nvSpPr>
        <p:spPr>
          <a:xfrm>
            <a:off x="4024504" y="245078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9D3141-894B-E047-B1E3-71902DD470F0}"/>
              </a:ext>
            </a:extLst>
          </p:cNvPr>
          <p:cNvSpPr/>
          <p:nvPr/>
        </p:nvSpPr>
        <p:spPr>
          <a:xfrm>
            <a:off x="3152776" y="245078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744DBF3-FD6A-DB55-2910-D26C5F1A3BE5}"/>
              </a:ext>
            </a:extLst>
          </p:cNvPr>
          <p:cNvSpPr/>
          <p:nvPr/>
        </p:nvSpPr>
        <p:spPr>
          <a:xfrm>
            <a:off x="4896232" y="2450789"/>
            <a:ext cx="829080" cy="3626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647271D-6D50-9716-3BA8-D518FD776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5802"/>
            <a:ext cx="9144000" cy="224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887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CCDCD-31AE-C1D7-E136-3E10BCE5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A82E27A-6E14-72F1-5FB1-CC8D50D529C7}"/>
              </a:ext>
            </a:extLst>
          </p:cNvPr>
          <p:cNvSpPr txBox="1"/>
          <p:nvPr/>
        </p:nvSpPr>
        <p:spPr>
          <a:xfrm>
            <a:off x="203699" y="998257"/>
            <a:ext cx="8686301" cy="1882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&amp; FIFO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출력하기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처리 방식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이게 맞나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delay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비교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Priority Queue vs FIFO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E585CE2-9AD3-7DD8-19CE-91A2044A610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9D0EE8D-5922-5813-F2E1-550C1AA7D0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FC4232A-B94D-2B0E-0B74-8D866BF97B7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To do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9B647F-D6B0-5C86-18B4-567E160B3E4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948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75396</TotalTime>
  <Words>599</Words>
  <Application>Microsoft Office PowerPoint</Application>
  <PresentationFormat>화면 슬라이드 쇼(4:3)</PresentationFormat>
  <Paragraphs>275</Paragraphs>
  <Slides>17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맑은 고딕</vt:lpstr>
      <vt:lpstr>Arial</vt:lpstr>
      <vt:lpstr>Calibri</vt:lpstr>
      <vt:lpstr>Calibri Light</vt:lpstr>
      <vt:lpstr>MV Boli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1445</cp:revision>
  <cp:lastPrinted>2021-08-19T05:10:09Z</cp:lastPrinted>
  <dcterms:created xsi:type="dcterms:W3CDTF">2020-05-28T10:10:30Z</dcterms:created>
  <dcterms:modified xsi:type="dcterms:W3CDTF">2025-08-01T06:50:06Z</dcterms:modified>
</cp:coreProperties>
</file>