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</p:sldMasterIdLst>
  <p:notesMasterIdLst>
    <p:notesMasterId r:id="rId12"/>
  </p:notesMasterIdLst>
  <p:sldIdLst>
    <p:sldId id="256" r:id="rId3"/>
    <p:sldId id="257" r:id="rId4"/>
    <p:sldId id="273" r:id="rId5"/>
    <p:sldId id="276" r:id="rId6"/>
    <p:sldId id="275" r:id="rId7"/>
    <p:sldId id="277" r:id="rId8"/>
    <p:sldId id="278" r:id="rId9"/>
    <p:sldId id="279" r:id="rId10"/>
    <p:sldId id="265" r:id="rId11"/>
  </p:sldIdLst>
  <p:sldSz cx="9144000" cy="6858000" type="screen4x3"/>
  <p:notesSz cx="9928225" cy="6797675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007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7CF5E3B-FF40-4FA4-977B-C1712895A1BF}" v="1" dt="2025-05-12T08:42:00.54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77" y="37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최문영" userId="c9c2ca5b-20f2-48c9-9e1f-a03229bf2768" providerId="ADAL" clId="{67CF5E3B-FF40-4FA4-977B-C1712895A1BF}"/>
    <pc:docChg chg="undo custSel addSld modSld sldOrd">
      <pc:chgData name="최문영" userId="c9c2ca5b-20f2-48c9-9e1f-a03229bf2768" providerId="ADAL" clId="{67CF5E3B-FF40-4FA4-977B-C1712895A1BF}" dt="2025-05-12T08:43:03.918" v="21" actId="20577"/>
      <pc:docMkLst>
        <pc:docMk/>
      </pc:docMkLst>
      <pc:sldChg chg="add ord">
        <pc:chgData name="최문영" userId="c9c2ca5b-20f2-48c9-9e1f-a03229bf2768" providerId="ADAL" clId="{67CF5E3B-FF40-4FA4-977B-C1712895A1BF}" dt="2025-05-12T08:42:02.874" v="2"/>
        <pc:sldMkLst>
          <pc:docMk/>
          <pc:sldMk cId="24990221" sldId="273"/>
        </pc:sldMkLst>
      </pc:sldChg>
      <pc:sldChg chg="modSp mod">
        <pc:chgData name="최문영" userId="c9c2ca5b-20f2-48c9-9e1f-a03229bf2768" providerId="ADAL" clId="{67CF5E3B-FF40-4FA4-977B-C1712895A1BF}" dt="2025-05-12T08:43:03.918" v="21" actId="20577"/>
        <pc:sldMkLst>
          <pc:docMk/>
          <pc:sldMk cId="1478512985" sldId="275"/>
        </pc:sldMkLst>
        <pc:spChg chg="mod">
          <ac:chgData name="최문영" userId="c9c2ca5b-20f2-48c9-9e1f-a03229bf2768" providerId="ADAL" clId="{67CF5E3B-FF40-4FA4-977B-C1712895A1BF}" dt="2025-05-12T08:43:03.918" v="21" actId="20577"/>
          <ac:spMkLst>
            <pc:docMk/>
            <pc:sldMk cId="1478512985" sldId="275"/>
            <ac:spMk id="97" creationId="{15E7EA08-B5CE-4361-353C-C32F9904F518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&#53685;&#54633;%20&#47928;&#49436;1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&#53685;&#54633;%20&#47928;&#49436;1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&#53685;&#54633;%20&#47928;&#49436;1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1/s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val>
            <c:numRef>
              <c:f>Sheet1!$B$2:$B$92</c:f>
              <c:numCache>
                <c:formatCode>General</c:formatCode>
                <c:ptCount val="91"/>
                <c:pt idx="0">
                  <c:v>1.5419</c:v>
                </c:pt>
                <c:pt idx="1">
                  <c:v>0.29920000000000002</c:v>
                </c:pt>
                <c:pt idx="2">
                  <c:v>1.2679</c:v>
                </c:pt>
                <c:pt idx="3">
                  <c:v>3.6999999999999998E-2</c:v>
                </c:pt>
                <c:pt idx="4">
                  <c:v>0.1187</c:v>
                </c:pt>
                <c:pt idx="5">
                  <c:v>0.89100000000000001</c:v>
                </c:pt>
                <c:pt idx="6">
                  <c:v>0.77380000000000004</c:v>
                </c:pt>
                <c:pt idx="7">
                  <c:v>0.69130000000000003</c:v>
                </c:pt>
                <c:pt idx="8">
                  <c:v>0.71450000000000002</c:v>
                </c:pt>
                <c:pt idx="9">
                  <c:v>0.6966</c:v>
                </c:pt>
                <c:pt idx="10">
                  <c:v>0.68899999999999995</c:v>
                </c:pt>
                <c:pt idx="11">
                  <c:v>0.66559999999999997</c:v>
                </c:pt>
                <c:pt idx="12">
                  <c:v>0.73729999999999996</c:v>
                </c:pt>
                <c:pt idx="13">
                  <c:v>0.85940000000000005</c:v>
                </c:pt>
                <c:pt idx="14">
                  <c:v>0.64</c:v>
                </c:pt>
                <c:pt idx="15">
                  <c:v>1.0210999999999999</c:v>
                </c:pt>
                <c:pt idx="16">
                  <c:v>1.0187999999999999</c:v>
                </c:pt>
                <c:pt idx="17">
                  <c:v>9.9599999999999994E-2</c:v>
                </c:pt>
                <c:pt idx="18">
                  <c:v>0.66559999999999997</c:v>
                </c:pt>
                <c:pt idx="19">
                  <c:v>0.61250000000000004</c:v>
                </c:pt>
                <c:pt idx="20">
                  <c:v>0.65029999999999999</c:v>
                </c:pt>
                <c:pt idx="21">
                  <c:v>0.69940000000000002</c:v>
                </c:pt>
                <c:pt idx="22">
                  <c:v>0.76359999999999995</c:v>
                </c:pt>
                <c:pt idx="23">
                  <c:v>0.79730000000000001</c:v>
                </c:pt>
                <c:pt idx="24">
                  <c:v>1.0466</c:v>
                </c:pt>
                <c:pt idx="25">
                  <c:v>5.9999999999999995E-4</c:v>
                </c:pt>
                <c:pt idx="26">
                  <c:v>1.8170999999999999</c:v>
                </c:pt>
                <c:pt idx="27">
                  <c:v>1.2241</c:v>
                </c:pt>
                <c:pt idx="28">
                  <c:v>1.0294000000000001</c:v>
                </c:pt>
                <c:pt idx="29">
                  <c:v>0.3745</c:v>
                </c:pt>
                <c:pt idx="30">
                  <c:v>0.18160000000000001</c:v>
                </c:pt>
                <c:pt idx="31">
                  <c:v>1.2562</c:v>
                </c:pt>
                <c:pt idx="32">
                  <c:v>0.16669999999999999</c:v>
                </c:pt>
                <c:pt idx="33">
                  <c:v>0.24</c:v>
                </c:pt>
                <c:pt idx="34">
                  <c:v>0.22589999999999999</c:v>
                </c:pt>
                <c:pt idx="35">
                  <c:v>0.19950000000000001</c:v>
                </c:pt>
                <c:pt idx="36">
                  <c:v>0.20799999999999999</c:v>
                </c:pt>
                <c:pt idx="37">
                  <c:v>5.9999999999999995E-4</c:v>
                </c:pt>
                <c:pt idx="38">
                  <c:v>6.4899999999999999E-2</c:v>
                </c:pt>
                <c:pt idx="39">
                  <c:v>0.2238</c:v>
                </c:pt>
                <c:pt idx="40">
                  <c:v>1.218</c:v>
                </c:pt>
                <c:pt idx="41">
                  <c:v>1.1897</c:v>
                </c:pt>
                <c:pt idx="42">
                  <c:v>0.20019999999999999</c:v>
                </c:pt>
                <c:pt idx="43">
                  <c:v>0.23860000000000001</c:v>
                </c:pt>
                <c:pt idx="44">
                  <c:v>0.16789999999999999</c:v>
                </c:pt>
                <c:pt idx="45">
                  <c:v>0.23019999999999999</c:v>
                </c:pt>
                <c:pt idx="46">
                  <c:v>0.17430000000000001</c:v>
                </c:pt>
                <c:pt idx="47">
                  <c:v>0.1731</c:v>
                </c:pt>
                <c:pt idx="48">
                  <c:v>0.18840000000000001</c:v>
                </c:pt>
                <c:pt idx="49">
                  <c:v>0.16139999999999999</c:v>
                </c:pt>
                <c:pt idx="50">
                  <c:v>0.25659999999999999</c:v>
                </c:pt>
                <c:pt idx="51">
                  <c:v>0.1414</c:v>
                </c:pt>
                <c:pt idx="52">
                  <c:v>0.128</c:v>
                </c:pt>
                <c:pt idx="53">
                  <c:v>0.19439999999999999</c:v>
                </c:pt>
                <c:pt idx="54">
                  <c:v>0.21959999999999999</c:v>
                </c:pt>
                <c:pt idx="55">
                  <c:v>0.22850000000000001</c:v>
                </c:pt>
                <c:pt idx="56">
                  <c:v>1.2665</c:v>
                </c:pt>
                <c:pt idx="57">
                  <c:v>0.1704</c:v>
                </c:pt>
                <c:pt idx="58">
                  <c:v>0.1832</c:v>
                </c:pt>
                <c:pt idx="59">
                  <c:v>0.2288</c:v>
                </c:pt>
                <c:pt idx="60">
                  <c:v>0.13250000000000001</c:v>
                </c:pt>
                <c:pt idx="61">
                  <c:v>0.1867</c:v>
                </c:pt>
                <c:pt idx="62">
                  <c:v>1.0154000000000001</c:v>
                </c:pt>
                <c:pt idx="63">
                  <c:v>0.39479999999999998</c:v>
                </c:pt>
                <c:pt idx="64">
                  <c:v>1.2283999999999999</c:v>
                </c:pt>
                <c:pt idx="65">
                  <c:v>0.16800000000000001</c:v>
                </c:pt>
                <c:pt idx="66">
                  <c:v>0.15939999999999999</c:v>
                </c:pt>
                <c:pt idx="67">
                  <c:v>1.2716000000000001</c:v>
                </c:pt>
                <c:pt idx="68">
                  <c:v>0.22450000000000001</c:v>
                </c:pt>
                <c:pt idx="69">
                  <c:v>0.2334</c:v>
                </c:pt>
                <c:pt idx="70">
                  <c:v>0.26190000000000002</c:v>
                </c:pt>
                <c:pt idx="71">
                  <c:v>0.15240000000000001</c:v>
                </c:pt>
                <c:pt idx="72">
                  <c:v>0.1295</c:v>
                </c:pt>
                <c:pt idx="73">
                  <c:v>0.21870000000000001</c:v>
                </c:pt>
                <c:pt idx="74">
                  <c:v>0.1852</c:v>
                </c:pt>
                <c:pt idx="75">
                  <c:v>0.95609999999999995</c:v>
                </c:pt>
                <c:pt idx="76">
                  <c:v>0.1993</c:v>
                </c:pt>
                <c:pt idx="77">
                  <c:v>1.0196000000000001</c:v>
                </c:pt>
                <c:pt idx="78">
                  <c:v>6.9999999999999999E-4</c:v>
                </c:pt>
                <c:pt idx="79">
                  <c:v>0.66900000000000004</c:v>
                </c:pt>
                <c:pt idx="80">
                  <c:v>1.2692000000000001</c:v>
                </c:pt>
                <c:pt idx="81">
                  <c:v>0.187</c:v>
                </c:pt>
                <c:pt idx="82">
                  <c:v>0.2261</c:v>
                </c:pt>
                <c:pt idx="83">
                  <c:v>0.1754</c:v>
                </c:pt>
                <c:pt idx="84">
                  <c:v>0.18590000000000001</c:v>
                </c:pt>
                <c:pt idx="85">
                  <c:v>0.26069999999999999</c:v>
                </c:pt>
                <c:pt idx="86">
                  <c:v>0.18029999999999999</c:v>
                </c:pt>
                <c:pt idx="87">
                  <c:v>1.2827999999999999</c:v>
                </c:pt>
                <c:pt idx="88">
                  <c:v>0.18540000000000001</c:v>
                </c:pt>
                <c:pt idx="89">
                  <c:v>0.1946</c:v>
                </c:pt>
                <c:pt idx="90">
                  <c:v>1.25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A62-4C65-BB45-9858453563B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10/s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val>
            <c:numRef>
              <c:f>Sheet1!$C$2:$C$92</c:f>
              <c:numCache>
                <c:formatCode>General</c:formatCode>
                <c:ptCount val="91"/>
                <c:pt idx="0">
                  <c:v>5.0700000000000002E-2</c:v>
                </c:pt>
                <c:pt idx="1">
                  <c:v>0.94779999999999998</c:v>
                </c:pt>
                <c:pt idx="2">
                  <c:v>2.0848</c:v>
                </c:pt>
                <c:pt idx="3">
                  <c:v>0.82620000000000005</c:v>
                </c:pt>
                <c:pt idx="4">
                  <c:v>1.0195000000000001</c:v>
                </c:pt>
                <c:pt idx="5">
                  <c:v>0.77610000000000001</c:v>
                </c:pt>
                <c:pt idx="6">
                  <c:v>0.90769999999999995</c:v>
                </c:pt>
                <c:pt idx="7">
                  <c:v>0.93400000000000005</c:v>
                </c:pt>
                <c:pt idx="8">
                  <c:v>0.9748</c:v>
                </c:pt>
                <c:pt idx="9">
                  <c:v>0.96540000000000004</c:v>
                </c:pt>
                <c:pt idx="10">
                  <c:v>2.0129999999999999</c:v>
                </c:pt>
                <c:pt idx="11">
                  <c:v>0.24660000000000001</c:v>
                </c:pt>
                <c:pt idx="12">
                  <c:v>1.0064</c:v>
                </c:pt>
                <c:pt idx="13">
                  <c:v>0.9778</c:v>
                </c:pt>
                <c:pt idx="14">
                  <c:v>0.97419999999999995</c:v>
                </c:pt>
                <c:pt idx="15">
                  <c:v>0.87549999999999994</c:v>
                </c:pt>
                <c:pt idx="16">
                  <c:v>1.0650999999999999</c:v>
                </c:pt>
                <c:pt idx="17">
                  <c:v>0.93159999999999998</c:v>
                </c:pt>
                <c:pt idx="18">
                  <c:v>0.99560000000000004</c:v>
                </c:pt>
                <c:pt idx="19">
                  <c:v>0.97550000000000003</c:v>
                </c:pt>
                <c:pt idx="20">
                  <c:v>2.0055999999999998</c:v>
                </c:pt>
                <c:pt idx="21">
                  <c:v>0.98919999999999997</c:v>
                </c:pt>
                <c:pt idx="22">
                  <c:v>1.0118</c:v>
                </c:pt>
                <c:pt idx="23">
                  <c:v>0.94279999999999997</c:v>
                </c:pt>
                <c:pt idx="24">
                  <c:v>0.94230000000000003</c:v>
                </c:pt>
                <c:pt idx="25">
                  <c:v>0.96950000000000003</c:v>
                </c:pt>
                <c:pt idx="26">
                  <c:v>0.96779999999999999</c:v>
                </c:pt>
                <c:pt idx="27">
                  <c:v>1.0185999999999999</c:v>
                </c:pt>
                <c:pt idx="28">
                  <c:v>0.56940000000000002</c:v>
                </c:pt>
                <c:pt idx="29">
                  <c:v>0.93189999999999995</c:v>
                </c:pt>
                <c:pt idx="30">
                  <c:v>1.0130999999999999</c:v>
                </c:pt>
                <c:pt idx="31">
                  <c:v>0.92979999999999996</c:v>
                </c:pt>
                <c:pt idx="32">
                  <c:v>2.0381</c:v>
                </c:pt>
                <c:pt idx="33">
                  <c:v>0.89370000000000005</c:v>
                </c:pt>
                <c:pt idx="34">
                  <c:v>2.0217000000000001</c:v>
                </c:pt>
                <c:pt idx="35">
                  <c:v>0.875</c:v>
                </c:pt>
                <c:pt idx="36">
                  <c:v>2.0800999999999998</c:v>
                </c:pt>
                <c:pt idx="37">
                  <c:v>0.87419999999999998</c:v>
                </c:pt>
                <c:pt idx="38">
                  <c:v>0.90029999999999999</c:v>
                </c:pt>
                <c:pt idx="39">
                  <c:v>0.93189999999999995</c:v>
                </c:pt>
                <c:pt idx="40">
                  <c:v>1.0099</c:v>
                </c:pt>
                <c:pt idx="41">
                  <c:v>0.94699999999999995</c:v>
                </c:pt>
                <c:pt idx="42">
                  <c:v>1.0726</c:v>
                </c:pt>
                <c:pt idx="43">
                  <c:v>2.0421</c:v>
                </c:pt>
                <c:pt idx="44">
                  <c:v>0.77270000000000005</c:v>
                </c:pt>
                <c:pt idx="45">
                  <c:v>0.91169999999999995</c:v>
                </c:pt>
                <c:pt idx="46">
                  <c:v>0.92579999999999996</c:v>
                </c:pt>
                <c:pt idx="47">
                  <c:v>0.99709999999999999</c:v>
                </c:pt>
                <c:pt idx="48">
                  <c:v>2.0461999999999998</c:v>
                </c:pt>
                <c:pt idx="49">
                  <c:v>0.90200000000000002</c:v>
                </c:pt>
                <c:pt idx="50">
                  <c:v>1.0304</c:v>
                </c:pt>
                <c:pt idx="51">
                  <c:v>2.0573999999999999</c:v>
                </c:pt>
                <c:pt idx="52">
                  <c:v>0.91679999999999995</c:v>
                </c:pt>
                <c:pt idx="53">
                  <c:v>0.73109999999999997</c:v>
                </c:pt>
                <c:pt idx="54">
                  <c:v>0.91269999999999996</c:v>
                </c:pt>
                <c:pt idx="55">
                  <c:v>0.9637</c:v>
                </c:pt>
                <c:pt idx="56">
                  <c:v>0.93530000000000002</c:v>
                </c:pt>
                <c:pt idx="57">
                  <c:v>2.0672000000000001</c:v>
                </c:pt>
                <c:pt idx="58">
                  <c:v>1.0190999999999999</c:v>
                </c:pt>
                <c:pt idx="59">
                  <c:v>0.81210000000000004</c:v>
                </c:pt>
                <c:pt idx="60">
                  <c:v>0.96830000000000005</c:v>
                </c:pt>
                <c:pt idx="61">
                  <c:v>0.93300000000000005</c:v>
                </c:pt>
                <c:pt idx="62">
                  <c:v>0.94940000000000002</c:v>
                </c:pt>
                <c:pt idx="63">
                  <c:v>2.1480999999999999</c:v>
                </c:pt>
                <c:pt idx="64">
                  <c:v>2.0124</c:v>
                </c:pt>
                <c:pt idx="65">
                  <c:v>1.0379</c:v>
                </c:pt>
                <c:pt idx="66">
                  <c:v>0.58579999999999999</c:v>
                </c:pt>
                <c:pt idx="67">
                  <c:v>2.0682</c:v>
                </c:pt>
                <c:pt idx="68">
                  <c:v>2.0958999999999999</c:v>
                </c:pt>
                <c:pt idx="69">
                  <c:v>0.95369999999999999</c:v>
                </c:pt>
                <c:pt idx="70">
                  <c:v>0.90090000000000003</c:v>
                </c:pt>
                <c:pt idx="71">
                  <c:v>0.67879999999999996</c:v>
                </c:pt>
                <c:pt idx="72">
                  <c:v>0.92130000000000001</c:v>
                </c:pt>
                <c:pt idx="73">
                  <c:v>1.0115000000000001</c:v>
                </c:pt>
                <c:pt idx="74">
                  <c:v>1.0094000000000001</c:v>
                </c:pt>
                <c:pt idx="75">
                  <c:v>0.95960000000000001</c:v>
                </c:pt>
                <c:pt idx="76">
                  <c:v>0.9304</c:v>
                </c:pt>
                <c:pt idx="77">
                  <c:v>2.0247999999999999</c:v>
                </c:pt>
                <c:pt idx="78">
                  <c:v>2.0345</c:v>
                </c:pt>
                <c:pt idx="79">
                  <c:v>1.0286</c:v>
                </c:pt>
                <c:pt idx="80">
                  <c:v>0.95689999999999997</c:v>
                </c:pt>
                <c:pt idx="81">
                  <c:v>0.92449999999999999</c:v>
                </c:pt>
                <c:pt idx="82">
                  <c:v>1.0565</c:v>
                </c:pt>
                <c:pt idx="83">
                  <c:v>1.0264</c:v>
                </c:pt>
                <c:pt idx="84">
                  <c:v>0.9304</c:v>
                </c:pt>
                <c:pt idx="85">
                  <c:v>0.93730000000000002</c:v>
                </c:pt>
                <c:pt idx="86">
                  <c:v>2.0809000000000002</c:v>
                </c:pt>
                <c:pt idx="87">
                  <c:v>1.0304</c:v>
                </c:pt>
                <c:pt idx="88">
                  <c:v>1.0275000000000001</c:v>
                </c:pt>
                <c:pt idx="89">
                  <c:v>1.0242</c:v>
                </c:pt>
                <c:pt idx="90">
                  <c:v>0.93310000000000004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DA62-4C65-BB45-9858453563B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093418975"/>
        <c:axId val="2093421855"/>
      </c:lineChart>
      <c:catAx>
        <c:axId val="2093418975"/>
        <c:scaling>
          <c:orientation val="minMax"/>
        </c:scaling>
        <c:delete val="1"/>
        <c:axPos val="b"/>
        <c:majorTickMark val="none"/>
        <c:minorTickMark val="none"/>
        <c:tickLblPos val="nextTo"/>
        <c:crossAx val="2093421855"/>
        <c:crosses val="autoZero"/>
        <c:auto val="1"/>
        <c:lblAlgn val="ctr"/>
        <c:lblOffset val="100"/>
        <c:noMultiLvlLbl val="0"/>
      </c:catAx>
      <c:valAx>
        <c:axId val="209342185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209341897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Sheet1!$D$1</c:f>
              <c:strCache>
                <c:ptCount val="1"/>
                <c:pt idx="0">
                  <c:v>besteffort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val>
            <c:numRef>
              <c:f>Sheet1!$D$2:$D$92</c:f>
              <c:numCache>
                <c:formatCode>General</c:formatCode>
                <c:ptCount val="91"/>
                <c:pt idx="0">
                  <c:v>0.23760000000000001</c:v>
                </c:pt>
                <c:pt idx="1">
                  <c:v>0.55820000000000003</c:v>
                </c:pt>
                <c:pt idx="2">
                  <c:v>1.5662</c:v>
                </c:pt>
                <c:pt idx="3">
                  <c:v>0.55930000000000002</c:v>
                </c:pt>
                <c:pt idx="4">
                  <c:v>0.55530000000000002</c:v>
                </c:pt>
                <c:pt idx="5">
                  <c:v>0.56200000000000006</c:v>
                </c:pt>
                <c:pt idx="6">
                  <c:v>1.5587</c:v>
                </c:pt>
                <c:pt idx="7">
                  <c:v>0.55559999999999998</c:v>
                </c:pt>
                <c:pt idx="8">
                  <c:v>1.5579000000000001</c:v>
                </c:pt>
                <c:pt idx="9">
                  <c:v>0.56140000000000001</c:v>
                </c:pt>
                <c:pt idx="10">
                  <c:v>0.56279999999999997</c:v>
                </c:pt>
                <c:pt idx="11">
                  <c:v>1.5618000000000001</c:v>
                </c:pt>
                <c:pt idx="12">
                  <c:v>0.31380000000000002</c:v>
                </c:pt>
                <c:pt idx="13">
                  <c:v>0.55920000000000003</c:v>
                </c:pt>
                <c:pt idx="14">
                  <c:v>0.56210000000000004</c:v>
                </c:pt>
                <c:pt idx="15">
                  <c:v>0.56159999999999999</c:v>
                </c:pt>
                <c:pt idx="16">
                  <c:v>0.55879999999999996</c:v>
                </c:pt>
                <c:pt idx="17">
                  <c:v>0.54620000000000002</c:v>
                </c:pt>
                <c:pt idx="18">
                  <c:v>0.53490000000000004</c:v>
                </c:pt>
                <c:pt idx="19">
                  <c:v>0.56159999999999999</c:v>
                </c:pt>
                <c:pt idx="20">
                  <c:v>0.56210000000000004</c:v>
                </c:pt>
                <c:pt idx="21">
                  <c:v>1.5636000000000001</c:v>
                </c:pt>
                <c:pt idx="22">
                  <c:v>0.55920000000000003</c:v>
                </c:pt>
                <c:pt idx="23">
                  <c:v>0.56130000000000002</c:v>
                </c:pt>
                <c:pt idx="24">
                  <c:v>0.56289999999999996</c:v>
                </c:pt>
                <c:pt idx="25">
                  <c:v>1.5625</c:v>
                </c:pt>
                <c:pt idx="26">
                  <c:v>0.5655</c:v>
                </c:pt>
                <c:pt idx="27">
                  <c:v>0.56399999999999995</c:v>
                </c:pt>
                <c:pt idx="28">
                  <c:v>0.47839999999999999</c:v>
                </c:pt>
                <c:pt idx="29">
                  <c:v>5.9999999999999995E-4</c:v>
                </c:pt>
                <c:pt idx="30">
                  <c:v>3.6200000000000003E-2</c:v>
                </c:pt>
                <c:pt idx="31">
                  <c:v>5.9999999999999995E-4</c:v>
                </c:pt>
                <c:pt idx="32">
                  <c:v>2.52E-2</c:v>
                </c:pt>
                <c:pt idx="33">
                  <c:v>0.56059999999999999</c:v>
                </c:pt>
                <c:pt idx="34">
                  <c:v>0.56110000000000004</c:v>
                </c:pt>
                <c:pt idx="35">
                  <c:v>0.31719999999999998</c:v>
                </c:pt>
                <c:pt idx="36">
                  <c:v>0.55710000000000004</c:v>
                </c:pt>
                <c:pt idx="37">
                  <c:v>0.55959999999999999</c:v>
                </c:pt>
                <c:pt idx="38">
                  <c:v>0.56210000000000004</c:v>
                </c:pt>
                <c:pt idx="39">
                  <c:v>0.55810000000000004</c:v>
                </c:pt>
                <c:pt idx="40">
                  <c:v>0.55859999999999999</c:v>
                </c:pt>
                <c:pt idx="41">
                  <c:v>1.5567</c:v>
                </c:pt>
                <c:pt idx="42">
                  <c:v>1.5599000000000001</c:v>
                </c:pt>
                <c:pt idx="43">
                  <c:v>1.5528999999999999</c:v>
                </c:pt>
                <c:pt idx="44">
                  <c:v>0.55840000000000001</c:v>
                </c:pt>
                <c:pt idx="45">
                  <c:v>0.55889999999999995</c:v>
                </c:pt>
                <c:pt idx="46">
                  <c:v>0.55510000000000004</c:v>
                </c:pt>
                <c:pt idx="47">
                  <c:v>0.56310000000000004</c:v>
                </c:pt>
                <c:pt idx="48">
                  <c:v>0.56469999999999998</c:v>
                </c:pt>
                <c:pt idx="49">
                  <c:v>0.5675</c:v>
                </c:pt>
                <c:pt idx="50">
                  <c:v>1.5649999999999999</c:v>
                </c:pt>
                <c:pt idx="51">
                  <c:v>0.56399999999999995</c:v>
                </c:pt>
                <c:pt idx="52">
                  <c:v>0.56169999999999998</c:v>
                </c:pt>
                <c:pt idx="53">
                  <c:v>0.56210000000000004</c:v>
                </c:pt>
                <c:pt idx="54">
                  <c:v>0.56389999999999996</c:v>
                </c:pt>
                <c:pt idx="55">
                  <c:v>0.56289999999999996</c:v>
                </c:pt>
                <c:pt idx="56">
                  <c:v>1.5563</c:v>
                </c:pt>
                <c:pt idx="57">
                  <c:v>1.5682</c:v>
                </c:pt>
                <c:pt idx="58">
                  <c:v>0.31219999999999998</c:v>
                </c:pt>
                <c:pt idx="59">
                  <c:v>1.5566</c:v>
                </c:pt>
                <c:pt idx="60">
                  <c:v>1.2442</c:v>
                </c:pt>
                <c:pt idx="61">
                  <c:v>0.56220000000000003</c:v>
                </c:pt>
                <c:pt idx="62">
                  <c:v>0.5575</c:v>
                </c:pt>
                <c:pt idx="63">
                  <c:v>1.5589</c:v>
                </c:pt>
                <c:pt idx="64">
                  <c:v>6.9999999999999999E-4</c:v>
                </c:pt>
                <c:pt idx="65">
                  <c:v>3.2300000000000002E-2</c:v>
                </c:pt>
                <c:pt idx="66">
                  <c:v>6.9999999999999999E-4</c:v>
                </c:pt>
                <c:pt idx="67">
                  <c:v>2.5999999999999999E-3</c:v>
                </c:pt>
                <c:pt idx="68">
                  <c:v>0.55100000000000005</c:v>
                </c:pt>
                <c:pt idx="69">
                  <c:v>0.55889999999999995</c:v>
                </c:pt>
                <c:pt idx="70">
                  <c:v>0.55989999999999995</c:v>
                </c:pt>
                <c:pt idx="71">
                  <c:v>1.5679000000000001</c:v>
                </c:pt>
                <c:pt idx="72">
                  <c:v>0.55879999999999996</c:v>
                </c:pt>
                <c:pt idx="73">
                  <c:v>0.5635</c:v>
                </c:pt>
                <c:pt idx="74">
                  <c:v>1.5609</c:v>
                </c:pt>
                <c:pt idx="75">
                  <c:v>1.5671999999999999</c:v>
                </c:pt>
                <c:pt idx="76">
                  <c:v>0.56010000000000004</c:v>
                </c:pt>
                <c:pt idx="77">
                  <c:v>0.56220000000000003</c:v>
                </c:pt>
                <c:pt idx="78">
                  <c:v>0.56159999999999999</c:v>
                </c:pt>
                <c:pt idx="79">
                  <c:v>0.56240000000000001</c:v>
                </c:pt>
                <c:pt idx="80">
                  <c:v>0.56320000000000003</c:v>
                </c:pt>
                <c:pt idx="81">
                  <c:v>1.5624</c:v>
                </c:pt>
                <c:pt idx="82">
                  <c:v>1.5616000000000001</c:v>
                </c:pt>
                <c:pt idx="83">
                  <c:v>0.55740000000000001</c:v>
                </c:pt>
                <c:pt idx="84">
                  <c:v>0.5585</c:v>
                </c:pt>
                <c:pt idx="85">
                  <c:v>0.56299999999999994</c:v>
                </c:pt>
                <c:pt idx="86">
                  <c:v>0.56200000000000006</c:v>
                </c:pt>
                <c:pt idx="87">
                  <c:v>0.55349999999999999</c:v>
                </c:pt>
                <c:pt idx="88">
                  <c:v>0.56000000000000005</c:v>
                </c:pt>
                <c:pt idx="89">
                  <c:v>1.5652999999999999</c:v>
                </c:pt>
                <c:pt idx="90">
                  <c:v>0.56299999999999994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266-49AB-92BC-D2C1FC1A1C15}"/>
            </c:ext>
          </c:extLst>
        </c:ser>
        <c:ser>
          <c:idx val="1"/>
          <c:order val="1"/>
          <c:tx>
            <c:strRef>
              <c:f>Sheet1!$E$1</c:f>
              <c:strCache>
                <c:ptCount val="1"/>
                <c:pt idx="0">
                  <c:v>reliable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val>
            <c:numRef>
              <c:f>Sheet1!$E$2:$E$92</c:f>
              <c:numCache>
                <c:formatCode>General</c:formatCode>
                <c:ptCount val="91"/>
                <c:pt idx="0">
                  <c:v>0.48010000000000003</c:v>
                </c:pt>
                <c:pt idx="1">
                  <c:v>1.0579000000000001</c:v>
                </c:pt>
                <c:pt idx="2">
                  <c:v>0.1113</c:v>
                </c:pt>
                <c:pt idx="3">
                  <c:v>1.1618999999999999</c:v>
                </c:pt>
                <c:pt idx="4">
                  <c:v>1.2437</c:v>
                </c:pt>
                <c:pt idx="5">
                  <c:v>7.9799999999999996E-2</c:v>
                </c:pt>
                <c:pt idx="6">
                  <c:v>0.56769999999999998</c:v>
                </c:pt>
                <c:pt idx="7">
                  <c:v>1.5786</c:v>
                </c:pt>
                <c:pt idx="8">
                  <c:v>0.45939999999999998</c:v>
                </c:pt>
                <c:pt idx="9">
                  <c:v>0.36809999999999998</c:v>
                </c:pt>
                <c:pt idx="10">
                  <c:v>0.54800000000000004</c:v>
                </c:pt>
                <c:pt idx="11">
                  <c:v>0.98519999999999996</c:v>
                </c:pt>
                <c:pt idx="12">
                  <c:v>5.9999999999999995E-4</c:v>
                </c:pt>
                <c:pt idx="13">
                  <c:v>1.0075000000000001</c:v>
                </c:pt>
                <c:pt idx="14">
                  <c:v>0.89280000000000004</c:v>
                </c:pt>
                <c:pt idx="15">
                  <c:v>0.95279999999999998</c:v>
                </c:pt>
                <c:pt idx="16">
                  <c:v>6.9999999999999999E-4</c:v>
                </c:pt>
                <c:pt idx="17">
                  <c:v>0.1338</c:v>
                </c:pt>
                <c:pt idx="18">
                  <c:v>0.87039999999999995</c:v>
                </c:pt>
                <c:pt idx="19">
                  <c:v>1.0190999999999999</c:v>
                </c:pt>
                <c:pt idx="20">
                  <c:v>0.83409999999999995</c:v>
                </c:pt>
                <c:pt idx="21">
                  <c:v>0.90880000000000005</c:v>
                </c:pt>
                <c:pt idx="22">
                  <c:v>0.78620000000000001</c:v>
                </c:pt>
                <c:pt idx="23">
                  <c:v>1.3082</c:v>
                </c:pt>
                <c:pt idx="24">
                  <c:v>1.5022</c:v>
                </c:pt>
                <c:pt idx="25">
                  <c:v>1.4994000000000001</c:v>
                </c:pt>
                <c:pt idx="26">
                  <c:v>0.47049999999999997</c:v>
                </c:pt>
                <c:pt idx="27">
                  <c:v>0.22140000000000001</c:v>
                </c:pt>
                <c:pt idx="28">
                  <c:v>0.25290000000000001</c:v>
                </c:pt>
                <c:pt idx="29">
                  <c:v>7.4800000000000005E-2</c:v>
                </c:pt>
                <c:pt idx="30">
                  <c:v>8.4199999999999997E-2</c:v>
                </c:pt>
                <c:pt idx="31">
                  <c:v>0.1118</c:v>
                </c:pt>
                <c:pt idx="32">
                  <c:v>9.3299999999999994E-2</c:v>
                </c:pt>
                <c:pt idx="33">
                  <c:v>1.0176000000000001</c:v>
                </c:pt>
                <c:pt idx="34">
                  <c:v>0.57110000000000005</c:v>
                </c:pt>
                <c:pt idx="35">
                  <c:v>0.28689999999999999</c:v>
                </c:pt>
                <c:pt idx="36">
                  <c:v>2.0400000000000001E-2</c:v>
                </c:pt>
                <c:pt idx="37">
                  <c:v>0.9839</c:v>
                </c:pt>
                <c:pt idx="38">
                  <c:v>1.0569</c:v>
                </c:pt>
                <c:pt idx="39">
                  <c:v>4.65E-2</c:v>
                </c:pt>
                <c:pt idx="40">
                  <c:v>0.10539999999999999</c:v>
                </c:pt>
                <c:pt idx="41">
                  <c:v>0.1099</c:v>
                </c:pt>
                <c:pt idx="42">
                  <c:v>6.0299999999999999E-2</c:v>
                </c:pt>
                <c:pt idx="43">
                  <c:v>6.4000000000000001E-2</c:v>
                </c:pt>
                <c:pt idx="44">
                  <c:v>0.78910000000000002</c:v>
                </c:pt>
                <c:pt idx="45">
                  <c:v>0.95760000000000001</c:v>
                </c:pt>
                <c:pt idx="46">
                  <c:v>0.1082</c:v>
                </c:pt>
                <c:pt idx="47">
                  <c:v>1.0128999999999999</c:v>
                </c:pt>
                <c:pt idx="48">
                  <c:v>1.0185999999999999</c:v>
                </c:pt>
                <c:pt idx="49">
                  <c:v>1.0128999999999999</c:v>
                </c:pt>
                <c:pt idx="50">
                  <c:v>1.0149999999999999</c:v>
                </c:pt>
                <c:pt idx="51">
                  <c:v>1.0127999999999999</c:v>
                </c:pt>
                <c:pt idx="52">
                  <c:v>3.49E-2</c:v>
                </c:pt>
                <c:pt idx="53">
                  <c:v>0.1883</c:v>
                </c:pt>
                <c:pt idx="54">
                  <c:v>0.32</c:v>
                </c:pt>
                <c:pt idx="55">
                  <c:v>0.4788</c:v>
                </c:pt>
                <c:pt idx="56">
                  <c:v>1.6558999999999999</c:v>
                </c:pt>
                <c:pt idx="57">
                  <c:v>1.7331000000000001</c:v>
                </c:pt>
                <c:pt idx="58">
                  <c:v>0.56210000000000004</c:v>
                </c:pt>
                <c:pt idx="59">
                  <c:v>1.0238</c:v>
                </c:pt>
                <c:pt idx="60">
                  <c:v>9.69E-2</c:v>
                </c:pt>
                <c:pt idx="61">
                  <c:v>1.5648</c:v>
                </c:pt>
                <c:pt idx="62">
                  <c:v>1.0194000000000001</c:v>
                </c:pt>
                <c:pt idx="63">
                  <c:v>9.8799999999999999E-2</c:v>
                </c:pt>
                <c:pt idx="64">
                  <c:v>0.56059999999999999</c:v>
                </c:pt>
                <c:pt idx="65">
                  <c:v>6.9999999999999999E-4</c:v>
                </c:pt>
                <c:pt idx="66">
                  <c:v>3.4700000000000002E-2</c:v>
                </c:pt>
                <c:pt idx="67">
                  <c:v>5.9999999999999995E-4</c:v>
                </c:pt>
                <c:pt idx="68">
                  <c:v>1.0323</c:v>
                </c:pt>
                <c:pt idx="69">
                  <c:v>5.9999999999999995E-4</c:v>
                </c:pt>
                <c:pt idx="70">
                  <c:v>1.0254000000000001</c:v>
                </c:pt>
                <c:pt idx="71">
                  <c:v>0.2457</c:v>
                </c:pt>
                <c:pt idx="72">
                  <c:v>0.56399999999999995</c:v>
                </c:pt>
                <c:pt idx="73">
                  <c:v>0.56210000000000004</c:v>
                </c:pt>
                <c:pt idx="74">
                  <c:v>1.0216000000000001</c:v>
                </c:pt>
                <c:pt idx="75">
                  <c:v>9.8500000000000004E-2</c:v>
                </c:pt>
                <c:pt idx="76">
                  <c:v>0.56189999999999996</c:v>
                </c:pt>
                <c:pt idx="77">
                  <c:v>0.55789999999999995</c:v>
                </c:pt>
                <c:pt idx="78">
                  <c:v>0.55869999999999997</c:v>
                </c:pt>
                <c:pt idx="79">
                  <c:v>0.57479999999999998</c:v>
                </c:pt>
                <c:pt idx="80">
                  <c:v>1.5616000000000001</c:v>
                </c:pt>
                <c:pt idx="81">
                  <c:v>1.5641</c:v>
                </c:pt>
                <c:pt idx="82">
                  <c:v>0.55469999999999997</c:v>
                </c:pt>
                <c:pt idx="83">
                  <c:v>1.5619000000000001</c:v>
                </c:pt>
                <c:pt idx="84">
                  <c:v>0.55640000000000001</c:v>
                </c:pt>
                <c:pt idx="85">
                  <c:v>0.5635</c:v>
                </c:pt>
                <c:pt idx="86">
                  <c:v>0.56230000000000002</c:v>
                </c:pt>
                <c:pt idx="87">
                  <c:v>1.0183</c:v>
                </c:pt>
                <c:pt idx="88">
                  <c:v>1.8800000000000001E-2</c:v>
                </c:pt>
                <c:pt idx="89">
                  <c:v>0.55889999999999995</c:v>
                </c:pt>
                <c:pt idx="90">
                  <c:v>0.56020000000000003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266-49AB-92BC-D2C1FC1A1C1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096904719"/>
        <c:axId val="2063753712"/>
      </c:lineChart>
      <c:catAx>
        <c:axId val="2096904719"/>
        <c:scaling>
          <c:orientation val="minMax"/>
        </c:scaling>
        <c:delete val="1"/>
        <c:axPos val="b"/>
        <c:majorTickMark val="none"/>
        <c:minorTickMark val="none"/>
        <c:tickLblPos val="nextTo"/>
        <c:crossAx val="2063753712"/>
        <c:crosses val="autoZero"/>
        <c:auto val="1"/>
        <c:lblAlgn val="ctr"/>
        <c:lblOffset val="100"/>
        <c:noMultiLvlLbl val="0"/>
      </c:catAx>
      <c:valAx>
        <c:axId val="206375371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209690471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1/s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val>
            <c:numRef>
              <c:f>Sheet1!$B$2:$B$92</c:f>
              <c:numCache>
                <c:formatCode>General</c:formatCode>
                <c:ptCount val="91"/>
                <c:pt idx="0">
                  <c:v>1.5419</c:v>
                </c:pt>
                <c:pt idx="1">
                  <c:v>0.29920000000000002</c:v>
                </c:pt>
                <c:pt idx="2">
                  <c:v>1.2679</c:v>
                </c:pt>
                <c:pt idx="3">
                  <c:v>3.6999999999999998E-2</c:v>
                </c:pt>
                <c:pt idx="4">
                  <c:v>0.1187</c:v>
                </c:pt>
                <c:pt idx="5">
                  <c:v>0.89100000000000001</c:v>
                </c:pt>
                <c:pt idx="6">
                  <c:v>0.77380000000000004</c:v>
                </c:pt>
                <c:pt idx="7">
                  <c:v>0.69130000000000003</c:v>
                </c:pt>
                <c:pt idx="8">
                  <c:v>0.71450000000000002</c:v>
                </c:pt>
                <c:pt idx="9">
                  <c:v>0.6966</c:v>
                </c:pt>
                <c:pt idx="10">
                  <c:v>0.68899999999999995</c:v>
                </c:pt>
                <c:pt idx="11">
                  <c:v>0.66559999999999997</c:v>
                </c:pt>
                <c:pt idx="12">
                  <c:v>0.73729999999999996</c:v>
                </c:pt>
                <c:pt idx="13">
                  <c:v>0.85940000000000005</c:v>
                </c:pt>
                <c:pt idx="14">
                  <c:v>0.64</c:v>
                </c:pt>
                <c:pt idx="15">
                  <c:v>1.0210999999999999</c:v>
                </c:pt>
                <c:pt idx="16">
                  <c:v>1.0187999999999999</c:v>
                </c:pt>
                <c:pt idx="17">
                  <c:v>9.9599999999999994E-2</c:v>
                </c:pt>
                <c:pt idx="18">
                  <c:v>0.66559999999999997</c:v>
                </c:pt>
                <c:pt idx="19">
                  <c:v>0.61250000000000004</c:v>
                </c:pt>
                <c:pt idx="20">
                  <c:v>0.65029999999999999</c:v>
                </c:pt>
                <c:pt idx="21">
                  <c:v>0.69940000000000002</c:v>
                </c:pt>
                <c:pt idx="22">
                  <c:v>0.76359999999999995</c:v>
                </c:pt>
                <c:pt idx="23">
                  <c:v>0.79730000000000001</c:v>
                </c:pt>
                <c:pt idx="24">
                  <c:v>1.0466</c:v>
                </c:pt>
                <c:pt idx="25">
                  <c:v>5.9999999999999995E-4</c:v>
                </c:pt>
                <c:pt idx="26">
                  <c:v>1.8170999999999999</c:v>
                </c:pt>
                <c:pt idx="27">
                  <c:v>1.2241</c:v>
                </c:pt>
                <c:pt idx="28">
                  <c:v>1.0294000000000001</c:v>
                </c:pt>
                <c:pt idx="29">
                  <c:v>0.3745</c:v>
                </c:pt>
                <c:pt idx="30">
                  <c:v>0.18160000000000001</c:v>
                </c:pt>
                <c:pt idx="31">
                  <c:v>1.2562</c:v>
                </c:pt>
                <c:pt idx="32">
                  <c:v>0.16669999999999999</c:v>
                </c:pt>
                <c:pt idx="33">
                  <c:v>0.24</c:v>
                </c:pt>
                <c:pt idx="34">
                  <c:v>0.22589999999999999</c:v>
                </c:pt>
                <c:pt idx="35">
                  <c:v>0.19950000000000001</c:v>
                </c:pt>
                <c:pt idx="36">
                  <c:v>0.20799999999999999</c:v>
                </c:pt>
                <c:pt idx="37">
                  <c:v>5.9999999999999995E-4</c:v>
                </c:pt>
                <c:pt idx="38">
                  <c:v>6.4899999999999999E-2</c:v>
                </c:pt>
                <c:pt idx="39">
                  <c:v>0.2238</c:v>
                </c:pt>
                <c:pt idx="40">
                  <c:v>1.218</c:v>
                </c:pt>
                <c:pt idx="41">
                  <c:v>1.1897</c:v>
                </c:pt>
                <c:pt idx="42">
                  <c:v>0.20019999999999999</c:v>
                </c:pt>
                <c:pt idx="43">
                  <c:v>0.23860000000000001</c:v>
                </c:pt>
                <c:pt idx="44">
                  <c:v>0.16789999999999999</c:v>
                </c:pt>
                <c:pt idx="45">
                  <c:v>0.23019999999999999</c:v>
                </c:pt>
                <c:pt idx="46">
                  <c:v>0.17430000000000001</c:v>
                </c:pt>
                <c:pt idx="47">
                  <c:v>0.1731</c:v>
                </c:pt>
                <c:pt idx="48">
                  <c:v>0.18840000000000001</c:v>
                </c:pt>
                <c:pt idx="49">
                  <c:v>0.16139999999999999</c:v>
                </c:pt>
                <c:pt idx="50">
                  <c:v>0.25659999999999999</c:v>
                </c:pt>
                <c:pt idx="51">
                  <c:v>0.1414</c:v>
                </c:pt>
                <c:pt idx="52">
                  <c:v>0.128</c:v>
                </c:pt>
                <c:pt idx="53">
                  <c:v>0.19439999999999999</c:v>
                </c:pt>
                <c:pt idx="54">
                  <c:v>0.21959999999999999</c:v>
                </c:pt>
                <c:pt idx="55">
                  <c:v>0.22850000000000001</c:v>
                </c:pt>
                <c:pt idx="56">
                  <c:v>1.2665</c:v>
                </c:pt>
                <c:pt idx="57">
                  <c:v>0.1704</c:v>
                </c:pt>
                <c:pt idx="58">
                  <c:v>0.1832</c:v>
                </c:pt>
                <c:pt idx="59">
                  <c:v>0.2288</c:v>
                </c:pt>
                <c:pt idx="60">
                  <c:v>0.13250000000000001</c:v>
                </c:pt>
                <c:pt idx="61">
                  <c:v>0.1867</c:v>
                </c:pt>
                <c:pt idx="62">
                  <c:v>1.0154000000000001</c:v>
                </c:pt>
                <c:pt idx="63">
                  <c:v>0.39479999999999998</c:v>
                </c:pt>
                <c:pt idx="64">
                  <c:v>1.2283999999999999</c:v>
                </c:pt>
                <c:pt idx="65">
                  <c:v>0.16800000000000001</c:v>
                </c:pt>
                <c:pt idx="66">
                  <c:v>0.15939999999999999</c:v>
                </c:pt>
                <c:pt idx="67">
                  <c:v>1.2716000000000001</c:v>
                </c:pt>
                <c:pt idx="68">
                  <c:v>0.22450000000000001</c:v>
                </c:pt>
                <c:pt idx="69">
                  <c:v>0.2334</c:v>
                </c:pt>
                <c:pt idx="70">
                  <c:v>0.26190000000000002</c:v>
                </c:pt>
                <c:pt idx="71">
                  <c:v>0.15240000000000001</c:v>
                </c:pt>
                <c:pt idx="72">
                  <c:v>0.1295</c:v>
                </c:pt>
                <c:pt idx="73">
                  <c:v>0.21870000000000001</c:v>
                </c:pt>
                <c:pt idx="74">
                  <c:v>0.1852</c:v>
                </c:pt>
                <c:pt idx="75">
                  <c:v>0.95609999999999995</c:v>
                </c:pt>
                <c:pt idx="76">
                  <c:v>0.1993</c:v>
                </c:pt>
                <c:pt idx="77">
                  <c:v>1.0196000000000001</c:v>
                </c:pt>
                <c:pt idx="78">
                  <c:v>6.9999999999999999E-4</c:v>
                </c:pt>
                <c:pt idx="79">
                  <c:v>0.66900000000000004</c:v>
                </c:pt>
                <c:pt idx="80">
                  <c:v>1.2692000000000001</c:v>
                </c:pt>
                <c:pt idx="81">
                  <c:v>0.187</c:v>
                </c:pt>
                <c:pt idx="82">
                  <c:v>0.2261</c:v>
                </c:pt>
                <c:pt idx="83">
                  <c:v>0.1754</c:v>
                </c:pt>
                <c:pt idx="84">
                  <c:v>0.18590000000000001</c:v>
                </c:pt>
                <c:pt idx="85">
                  <c:v>0.26069999999999999</c:v>
                </c:pt>
                <c:pt idx="86">
                  <c:v>0.18029999999999999</c:v>
                </c:pt>
                <c:pt idx="87">
                  <c:v>1.2827999999999999</c:v>
                </c:pt>
                <c:pt idx="88">
                  <c:v>0.18540000000000001</c:v>
                </c:pt>
                <c:pt idx="89">
                  <c:v>0.1946</c:v>
                </c:pt>
                <c:pt idx="90">
                  <c:v>1.25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8D2-4AAE-9E75-423B10486664}"/>
            </c:ext>
          </c:extLst>
        </c:ser>
        <c:ser>
          <c:idx val="1"/>
          <c:order val="1"/>
          <c:tx>
            <c:strRef>
              <c:f>Sheet1!$F$1</c:f>
              <c:strCache>
                <c:ptCount val="1"/>
                <c:pt idx="0">
                  <c:v>many plugin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val>
            <c:numRef>
              <c:f>Sheet1!$F$2:$F$92</c:f>
              <c:numCache>
                <c:formatCode>General</c:formatCode>
                <c:ptCount val="91"/>
                <c:pt idx="0">
                  <c:v>1.5197000000000001</c:v>
                </c:pt>
                <c:pt idx="1">
                  <c:v>1.4238999999999999</c:v>
                </c:pt>
                <c:pt idx="2">
                  <c:v>1.5367</c:v>
                </c:pt>
                <c:pt idx="3">
                  <c:v>1.5476000000000001</c:v>
                </c:pt>
                <c:pt idx="4">
                  <c:v>1.5273000000000001</c:v>
                </c:pt>
                <c:pt idx="5">
                  <c:v>1.5336000000000001</c:v>
                </c:pt>
                <c:pt idx="6">
                  <c:v>1.5502</c:v>
                </c:pt>
                <c:pt idx="7">
                  <c:v>1.5445</c:v>
                </c:pt>
                <c:pt idx="8">
                  <c:v>1.5363</c:v>
                </c:pt>
                <c:pt idx="9">
                  <c:v>1.5523</c:v>
                </c:pt>
                <c:pt idx="10">
                  <c:v>2.5512999999999999</c:v>
                </c:pt>
                <c:pt idx="11">
                  <c:v>1.5485</c:v>
                </c:pt>
                <c:pt idx="12">
                  <c:v>1.0747</c:v>
                </c:pt>
                <c:pt idx="13">
                  <c:v>1.5492999999999999</c:v>
                </c:pt>
                <c:pt idx="14">
                  <c:v>1.5472999999999999</c:v>
                </c:pt>
                <c:pt idx="15">
                  <c:v>1.5451999999999999</c:v>
                </c:pt>
                <c:pt idx="16">
                  <c:v>0.54600000000000004</c:v>
                </c:pt>
                <c:pt idx="17">
                  <c:v>1.0620000000000001</c:v>
                </c:pt>
                <c:pt idx="18">
                  <c:v>1.5488999999999999</c:v>
                </c:pt>
                <c:pt idx="19">
                  <c:v>0.47039999999999998</c:v>
                </c:pt>
                <c:pt idx="20">
                  <c:v>0.4607</c:v>
                </c:pt>
                <c:pt idx="21">
                  <c:v>1.5148999999999999</c:v>
                </c:pt>
                <c:pt idx="22">
                  <c:v>1.5508</c:v>
                </c:pt>
                <c:pt idx="23">
                  <c:v>2.5499999999999998</c:v>
                </c:pt>
                <c:pt idx="24">
                  <c:v>1.4886999999999999</c:v>
                </c:pt>
                <c:pt idx="25">
                  <c:v>0.77749999999999997</c:v>
                </c:pt>
                <c:pt idx="26">
                  <c:v>1.0434000000000001</c:v>
                </c:pt>
                <c:pt idx="27">
                  <c:v>0.47099999999999997</c:v>
                </c:pt>
                <c:pt idx="28">
                  <c:v>0.47620000000000001</c:v>
                </c:pt>
                <c:pt idx="29">
                  <c:v>0.46920000000000001</c:v>
                </c:pt>
                <c:pt idx="30">
                  <c:v>1.5235000000000001</c:v>
                </c:pt>
                <c:pt idx="31">
                  <c:v>3.8800000000000001E-2</c:v>
                </c:pt>
                <c:pt idx="32">
                  <c:v>1.0492999999999999</c:v>
                </c:pt>
                <c:pt idx="33">
                  <c:v>1.5487</c:v>
                </c:pt>
                <c:pt idx="34">
                  <c:v>1.5417000000000001</c:v>
                </c:pt>
                <c:pt idx="35">
                  <c:v>1.5497000000000001</c:v>
                </c:pt>
                <c:pt idx="36">
                  <c:v>1.3026</c:v>
                </c:pt>
                <c:pt idx="37">
                  <c:v>1.5519000000000001</c:v>
                </c:pt>
                <c:pt idx="38">
                  <c:v>1.5471999999999999</c:v>
                </c:pt>
                <c:pt idx="39">
                  <c:v>0.30230000000000001</c:v>
                </c:pt>
                <c:pt idx="40">
                  <c:v>1.5469999999999999</c:v>
                </c:pt>
                <c:pt idx="41">
                  <c:v>1.5456000000000001</c:v>
                </c:pt>
                <c:pt idx="42">
                  <c:v>2.5467</c:v>
                </c:pt>
                <c:pt idx="43">
                  <c:v>1.5595000000000001</c:v>
                </c:pt>
                <c:pt idx="44">
                  <c:v>1.5412999999999999</c:v>
                </c:pt>
                <c:pt idx="45">
                  <c:v>1.5351999999999999</c:v>
                </c:pt>
                <c:pt idx="46">
                  <c:v>1.5355000000000001</c:v>
                </c:pt>
                <c:pt idx="47">
                  <c:v>1.5371999999999999</c:v>
                </c:pt>
                <c:pt idx="48">
                  <c:v>1.5361</c:v>
                </c:pt>
                <c:pt idx="49">
                  <c:v>2.5394000000000001</c:v>
                </c:pt>
                <c:pt idx="50">
                  <c:v>0.25940000000000002</c:v>
                </c:pt>
                <c:pt idx="51">
                  <c:v>1.5287999999999999</c:v>
                </c:pt>
                <c:pt idx="52">
                  <c:v>1.5486</c:v>
                </c:pt>
                <c:pt idx="53">
                  <c:v>1.5461</c:v>
                </c:pt>
                <c:pt idx="54">
                  <c:v>0.47060000000000002</c:v>
                </c:pt>
                <c:pt idx="55">
                  <c:v>0.46829999999999999</c:v>
                </c:pt>
                <c:pt idx="56">
                  <c:v>1.0687</c:v>
                </c:pt>
                <c:pt idx="57">
                  <c:v>0.4657</c:v>
                </c:pt>
                <c:pt idx="58">
                  <c:v>5.9999999999999995E-4</c:v>
                </c:pt>
                <c:pt idx="59">
                  <c:v>1.7398</c:v>
                </c:pt>
                <c:pt idx="60">
                  <c:v>1.5452999999999999</c:v>
                </c:pt>
                <c:pt idx="61">
                  <c:v>1.5461</c:v>
                </c:pt>
                <c:pt idx="62">
                  <c:v>1.5529999999999999</c:v>
                </c:pt>
                <c:pt idx="63">
                  <c:v>1.5539000000000001</c:v>
                </c:pt>
                <c:pt idx="64">
                  <c:v>1.4154</c:v>
                </c:pt>
                <c:pt idx="65">
                  <c:v>0.30480000000000002</c:v>
                </c:pt>
                <c:pt idx="66">
                  <c:v>1.5487</c:v>
                </c:pt>
                <c:pt idx="67">
                  <c:v>1.5442</c:v>
                </c:pt>
                <c:pt idx="68">
                  <c:v>1.5485</c:v>
                </c:pt>
                <c:pt idx="69">
                  <c:v>1.5435000000000001</c:v>
                </c:pt>
                <c:pt idx="70">
                  <c:v>0.54410000000000003</c:v>
                </c:pt>
                <c:pt idx="71">
                  <c:v>0.30149999999999999</c:v>
                </c:pt>
                <c:pt idx="72">
                  <c:v>1.5575000000000001</c:v>
                </c:pt>
                <c:pt idx="73">
                  <c:v>1.5497000000000001</c:v>
                </c:pt>
                <c:pt idx="74">
                  <c:v>1.5467</c:v>
                </c:pt>
                <c:pt idx="75">
                  <c:v>1.5484</c:v>
                </c:pt>
                <c:pt idx="76">
                  <c:v>1.5443</c:v>
                </c:pt>
                <c:pt idx="77">
                  <c:v>1.5506</c:v>
                </c:pt>
                <c:pt idx="78">
                  <c:v>1.0664</c:v>
                </c:pt>
                <c:pt idx="79">
                  <c:v>1.5487</c:v>
                </c:pt>
                <c:pt idx="80">
                  <c:v>1.5488999999999999</c:v>
                </c:pt>
                <c:pt idx="81">
                  <c:v>1.5490999999999999</c:v>
                </c:pt>
                <c:pt idx="82">
                  <c:v>1.5559000000000001</c:v>
                </c:pt>
                <c:pt idx="83">
                  <c:v>1.5527</c:v>
                </c:pt>
                <c:pt idx="84">
                  <c:v>1.5503</c:v>
                </c:pt>
                <c:pt idx="85">
                  <c:v>1.5562</c:v>
                </c:pt>
                <c:pt idx="86">
                  <c:v>1.5411999999999999</c:v>
                </c:pt>
                <c:pt idx="87">
                  <c:v>2.5499999999999998</c:v>
                </c:pt>
                <c:pt idx="88">
                  <c:v>2.0766</c:v>
                </c:pt>
                <c:pt idx="89">
                  <c:v>1.5466</c:v>
                </c:pt>
                <c:pt idx="90">
                  <c:v>1.0649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D8D2-4AAE-9E75-423B1048666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25136879"/>
        <c:axId val="2125134959"/>
      </c:lineChart>
      <c:catAx>
        <c:axId val="2125136879"/>
        <c:scaling>
          <c:orientation val="minMax"/>
        </c:scaling>
        <c:delete val="1"/>
        <c:axPos val="b"/>
        <c:majorTickMark val="none"/>
        <c:minorTickMark val="none"/>
        <c:tickLblPos val="nextTo"/>
        <c:crossAx val="2125134959"/>
        <c:crosses val="autoZero"/>
        <c:auto val="1"/>
        <c:lblAlgn val="ctr"/>
        <c:lblOffset val="100"/>
        <c:noMultiLvlLbl val="0"/>
      </c:catAx>
      <c:valAx>
        <c:axId val="212513495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2125136879"/>
        <c:crosses val="autoZero"/>
        <c:crossBetween val="between"/>
      </c:valAx>
      <c:spPr>
        <a:noFill/>
        <a:ln w="25400"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r>
              <a:rPr lang="en-US" sz="4400" b="0" strike="noStrike" spc="-1">
                <a:latin typeface="Arial"/>
              </a:rPr>
              <a:t>Click to move the slide</a:t>
            </a:r>
          </a:p>
        </p:txBody>
      </p:sp>
      <p:sp>
        <p:nvSpPr>
          <p:cNvPr id="83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r>
              <a:rPr lang="en-US" sz="2000" b="0" strike="noStrike" spc="-1">
                <a:latin typeface="Arial"/>
              </a:rPr>
              <a:t>Click to edit the notes format</a:t>
            </a:r>
          </a:p>
        </p:txBody>
      </p:sp>
      <p:sp>
        <p:nvSpPr>
          <p:cNvPr id="8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r>
              <a:rPr lang="en-US" sz="1400" b="0" strike="noStrike" spc="-1">
                <a:latin typeface="Times New Roman"/>
              </a:rPr>
              <a:t>&lt;header&gt;</a:t>
            </a:r>
          </a:p>
        </p:txBody>
      </p:sp>
      <p:sp>
        <p:nvSpPr>
          <p:cNvPr id="85" name="PlaceHolder 4"/>
          <p:cNvSpPr>
            <a:spLocks noGrp="1"/>
          </p:cNvSpPr>
          <p:nvPr>
            <p:ph type="dt" idx="7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r">
              <a:buNone/>
              <a:defRPr lang="en-US" sz="1400" b="0" strike="noStrike" spc="-1">
                <a:latin typeface="Times New Roman"/>
              </a:defRPr>
            </a:lvl1pPr>
          </a:lstStyle>
          <a:p>
            <a:pPr algn="r">
              <a:buNone/>
            </a:pPr>
            <a:r>
              <a:rPr lang="en-US" sz="1400" b="0" strike="noStrike" spc="-1">
                <a:latin typeface="Times New Roman"/>
              </a:rPr>
              <a:t>&lt;date/time&gt;</a:t>
            </a:r>
          </a:p>
        </p:txBody>
      </p:sp>
      <p:sp>
        <p:nvSpPr>
          <p:cNvPr id="86" name="PlaceHolder 5"/>
          <p:cNvSpPr>
            <a:spLocks noGrp="1"/>
          </p:cNvSpPr>
          <p:nvPr>
            <p:ph type="ftr" idx="8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>
              <a:defRPr lang="en-US" sz="1400" b="0" strike="noStrike" spc="-1">
                <a:latin typeface="Times New Roman"/>
              </a:defRPr>
            </a:lvl1pPr>
          </a:lstStyle>
          <a:p>
            <a:r>
              <a:rPr lang="en-US" sz="1400" b="0" strike="noStrike" spc="-1">
                <a:latin typeface="Times New Roman"/>
              </a:rPr>
              <a:t>&lt;footer&gt;</a:t>
            </a:r>
          </a:p>
        </p:txBody>
      </p:sp>
      <p:sp>
        <p:nvSpPr>
          <p:cNvPr id="87" name="PlaceHolder 6"/>
          <p:cNvSpPr>
            <a:spLocks noGrp="1"/>
          </p:cNvSpPr>
          <p:nvPr>
            <p:ph type="sldNum" idx="9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algn="r">
              <a:buNone/>
              <a:defRPr lang="en-US" sz="1400" b="0" strike="noStrike" spc="-1">
                <a:latin typeface="Times New Roman"/>
              </a:defRPr>
            </a:lvl1pPr>
          </a:lstStyle>
          <a:p>
            <a:pPr algn="r">
              <a:buNone/>
            </a:pPr>
            <a:fld id="{A7B160D6-F245-489A-9451-B5C7428688BA}" type="slidenum">
              <a:rPr lang="en-US" sz="1400" b="0" strike="noStrike" spc="-1">
                <a:latin typeface="Times New Roman"/>
              </a:rPr>
              <a:t>‹#›</a:t>
            </a:fld>
            <a:endParaRPr lang="en-US" sz="14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3435350" y="849313"/>
            <a:ext cx="3054350" cy="2290762"/>
          </a:xfrm>
          <a:prstGeom prst="rect">
            <a:avLst/>
          </a:prstGeom>
          <a:ln w="0">
            <a:noFill/>
          </a:ln>
        </p:spPr>
      </p:sp>
      <p:sp>
        <p:nvSpPr>
          <p:cNvPr id="158" name="PlaceHolder 2"/>
          <p:cNvSpPr>
            <a:spLocks noGrp="1"/>
          </p:cNvSpPr>
          <p:nvPr>
            <p:ph type="body"/>
          </p:nvPr>
        </p:nvSpPr>
        <p:spPr>
          <a:xfrm>
            <a:off x="992880" y="3271320"/>
            <a:ext cx="7939440" cy="2673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-2160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0" b="0" strike="noStrike" spc="-1">
                <a:latin typeface="Arial"/>
              </a:rPr>
              <a:t>Weekly meeting </a:t>
            </a:r>
            <a:r>
              <a:rPr lang="ko-KR" sz="1100" b="0" strike="noStrike" spc="-1">
                <a:latin typeface="Arial"/>
              </a:rPr>
              <a:t>표지</a:t>
            </a:r>
            <a:endParaRPr lang="en-US" sz="1100" b="0" strike="noStrike" spc="-1">
              <a:latin typeface="Arial"/>
            </a:endParaRPr>
          </a:p>
        </p:txBody>
      </p:sp>
      <p:sp>
        <p:nvSpPr>
          <p:cNvPr id="159" name="PlaceHolder 3"/>
          <p:cNvSpPr>
            <a:spLocks noGrp="1"/>
          </p:cNvSpPr>
          <p:nvPr>
            <p:ph type="sldNum" idx="10"/>
          </p:nvPr>
        </p:nvSpPr>
        <p:spPr>
          <a:xfrm>
            <a:off x="5623560" y="6456600"/>
            <a:ext cx="4299120" cy="337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algn="r">
              <a:lnSpc>
                <a:spcPct val="100000"/>
              </a:lnSpc>
              <a:buNone/>
              <a:defRPr lang="en-US" sz="1200" b="0" strike="noStrike" spc="-1">
                <a:solidFill>
                  <a:srgbClr val="000000"/>
                </a:solidFill>
                <a:latin typeface="Times New Roman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578D26BE-142F-432C-B1C3-9B6C92E993F4}" type="slidenum">
              <a:rPr lang="en-US" sz="1200" b="0" strike="noStrike" spc="-1">
                <a:solidFill>
                  <a:srgbClr val="000000"/>
                </a:solidFill>
                <a:latin typeface="Times New Roman"/>
                <a:ea typeface="+mn-ea"/>
              </a:rPr>
              <a:t>1</a:t>
            </a:fld>
            <a:endParaRPr lang="en-US" sz="12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3435350" y="849313"/>
            <a:ext cx="3054350" cy="2290762"/>
          </a:xfrm>
          <a:prstGeom prst="rect">
            <a:avLst/>
          </a:prstGeom>
          <a:ln w="0">
            <a:noFill/>
          </a:ln>
        </p:spPr>
      </p:sp>
      <p:sp>
        <p:nvSpPr>
          <p:cNvPr id="161" name="PlaceHolder 2"/>
          <p:cNvSpPr>
            <a:spLocks noGrp="1"/>
          </p:cNvSpPr>
          <p:nvPr>
            <p:ph type="body"/>
          </p:nvPr>
        </p:nvSpPr>
        <p:spPr>
          <a:xfrm>
            <a:off x="992880" y="3271320"/>
            <a:ext cx="7939440" cy="2673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162" name="PlaceHolder 3"/>
          <p:cNvSpPr>
            <a:spLocks noGrp="1"/>
          </p:cNvSpPr>
          <p:nvPr>
            <p:ph type="sldNum" idx="11"/>
          </p:nvPr>
        </p:nvSpPr>
        <p:spPr>
          <a:xfrm>
            <a:off x="5623560" y="6456600"/>
            <a:ext cx="4299120" cy="337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algn="r">
              <a:lnSpc>
                <a:spcPct val="100000"/>
              </a:lnSpc>
              <a:buNone/>
              <a:defRPr lang="en-US" sz="1200" b="0" strike="noStrike" spc="-1">
                <a:solidFill>
                  <a:srgbClr val="000000"/>
                </a:solidFill>
                <a:latin typeface="Times New Roman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4638828E-5846-4A20-8863-9CBC78F4312B}" type="slidenum">
              <a:rPr lang="en-US" sz="1200" b="0" strike="noStrike" spc="-1">
                <a:solidFill>
                  <a:srgbClr val="000000"/>
                </a:solidFill>
                <a:latin typeface="Times New Roman"/>
                <a:ea typeface="+mn-ea"/>
              </a:rPr>
              <a:t>9</a:t>
            </a:fld>
            <a:endParaRPr lang="en-US" sz="12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11F39277-E6E0-4147-8710-0B6F115E8307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2" name="PlaceHolder 4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3A21F660-397C-4601-9D50-0783EAB02F10}" type="slidenum">
              <a:t>‹#›</a:t>
            </a:fld>
            <a:endParaRPr/>
          </a:p>
        </p:txBody>
      </p:sp>
      <p:sp>
        <p:nvSpPr>
          <p:cNvPr id="3" name="PlaceHolder 5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A059E174-A7E6-4200-8984-705213D1D035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7567E076-FF62-4E42-9BFE-D58F82DA9D2F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A66B7E31-BD9C-4C82-A261-87ED52969E51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E84804AB-3CDA-4794-9687-C6562F4E508E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5C45CC3B-1F0F-4491-BE37-7ACEEE4B3F14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2EC7D61B-2620-4E4C-AD83-0BC22FFD63B1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8578CE67-F29B-412F-A83C-2B2020E9DD58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22A80478-89B5-4ADE-B83E-45DB4FC7D83E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0B032329-3A53-4019-8B79-A823FD8370C6}" type="slidenum">
              <a:t>‹#›</a:t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2B47C0D4-FD16-4DE7-8CA0-EE9ED0630ED1}" type="slidenum">
              <a:t>‹#›</a:t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21875567-0244-478A-A5EA-CBA59DCB5691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D4E7A957-4BDE-4C39-8D7E-C7F937F45DCA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E1756632-A3D5-416F-B0CC-0B68B6C32D99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C4503DB3-1061-4E01-B7C4-50C59C86E984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A638BF1E-AF1D-4147-BFCB-0C5E99EBBFBC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EA98040E-814A-4B18-840B-0D70EEBF79EC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3B8BC0B2-BEC8-4E9B-8395-37B401657051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6B3E3606-8E8A-4C41-BB48-39AF43BC7A5B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983E7FA5-6294-4526-8C77-82328E79BA0A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1020B662-2E2F-4E91-85D9-7BC7215B66EB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ACE48D18-E05E-496D-9B33-6EF173972694}" type="slidenum">
              <a:t>‹#›</a:t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F7A82CF9-DD28-46CE-B819-3EE4E520E12D}" type="slidenum">
              <a:t>‹#›</a:t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ftr" idx="1"/>
          </p:nvPr>
        </p:nvSpPr>
        <p:spPr>
          <a:xfrm>
            <a:off x="3029040" y="6356520"/>
            <a:ext cx="3083040" cy="3618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algn="ctr">
              <a:lnSpc>
                <a:spcPct val="100000"/>
              </a:lnSpc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  <a:ea typeface="DejaVu Sans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  <a:ea typeface="DejaVu Sans"/>
              </a:rPr>
              <a:t>&lt;footer&gt;</a:t>
            </a:r>
            <a:endParaRPr lang="en-US" sz="1400" b="0" strike="noStrike" spc="-1">
              <a:latin typeface="Times New Roman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ldNum" idx="2"/>
          </p:nvPr>
        </p:nvSpPr>
        <p:spPr>
          <a:xfrm>
            <a:off x="6458040" y="6356520"/>
            <a:ext cx="2054160" cy="3618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algn="r">
              <a:lnSpc>
                <a:spcPct val="100000"/>
              </a:lnSpc>
              <a:buNone/>
              <a:defRPr lang="en-US" sz="1200" b="0" strike="noStrike" spc="-1">
                <a:solidFill>
                  <a:srgbClr val="8B8B8B"/>
                </a:solidFill>
                <a:latin typeface="Calibri"/>
                <a:ea typeface="DejaVu Sans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B4A74D07-2FD9-4D9F-9090-857C21FD58E5}" type="slidenum">
              <a:rPr lang="en-US" sz="1200" b="0" strike="noStrike" spc="-1">
                <a:solidFill>
                  <a:srgbClr val="8B8B8B"/>
                </a:solidFill>
                <a:latin typeface="Calibri"/>
                <a:ea typeface="DejaVu Sans"/>
              </a:rPr>
              <a:t>‹#›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3"/>
          </p:nvPr>
        </p:nvSpPr>
        <p:spPr>
          <a:xfrm>
            <a:off x="628560" y="6356520"/>
            <a:ext cx="2054160" cy="3618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>
              <a:defRPr lang="en-US" sz="1400" b="0" strike="noStrike" spc="-1">
                <a:latin typeface="Times New Roman"/>
              </a:defRPr>
            </a:lvl1pPr>
          </a:lstStyle>
          <a:p>
            <a:r>
              <a:rPr lang="en-US" sz="1400" b="0" strike="noStrike" spc="-1">
                <a:latin typeface="Times New Roman"/>
              </a:rPr>
              <a:t>&lt;date/time&gt;</a:t>
            </a: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r>
              <a:rPr lang="en-US" sz="4400" b="0" strike="noStrike" spc="-1">
                <a:latin typeface="Arial"/>
              </a:rPr>
              <a:t>Click to edit the title text format</a:t>
            </a: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ftr" idx="4"/>
          </p:nvPr>
        </p:nvSpPr>
        <p:spPr>
          <a:xfrm>
            <a:off x="3029040" y="6356520"/>
            <a:ext cx="3083040" cy="3618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algn="ctr">
              <a:lnSpc>
                <a:spcPct val="100000"/>
              </a:lnSpc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  <a:ea typeface="DejaVu Sans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  <a:ea typeface="DejaVu Sans"/>
              </a:rPr>
              <a:t>&lt;footer&gt;</a:t>
            </a:r>
            <a:endParaRPr lang="en-US" sz="1400" b="0" strike="noStrike" spc="-1">
              <a:latin typeface="Times New Roman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sldNum" idx="5"/>
          </p:nvPr>
        </p:nvSpPr>
        <p:spPr>
          <a:xfrm>
            <a:off x="6458040" y="6356520"/>
            <a:ext cx="2054160" cy="3618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algn="r">
              <a:lnSpc>
                <a:spcPct val="100000"/>
              </a:lnSpc>
              <a:buNone/>
              <a:defRPr lang="en-US" sz="1200" b="0" strike="noStrike" spc="-1">
                <a:solidFill>
                  <a:srgbClr val="8B8B8B"/>
                </a:solidFill>
                <a:latin typeface="Calibri"/>
                <a:ea typeface="DejaVu Sans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90D33CAD-5CFA-4CC7-A7BD-C1279FC5649E}" type="slidenum">
              <a:rPr lang="en-US" sz="1200" b="0" strike="noStrike" spc="-1">
                <a:solidFill>
                  <a:srgbClr val="8B8B8B"/>
                </a:solidFill>
                <a:latin typeface="Calibri"/>
                <a:ea typeface="DejaVu Sans"/>
              </a:rPr>
              <a:t>‹#›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dt" idx="6"/>
          </p:nvPr>
        </p:nvSpPr>
        <p:spPr>
          <a:xfrm>
            <a:off x="628560" y="6356520"/>
            <a:ext cx="2054160" cy="3618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>
              <a:defRPr lang="en-US" sz="1400" b="0" strike="noStrike" spc="-1">
                <a:latin typeface="Times New Roman"/>
              </a:defRPr>
            </a:lvl1pPr>
          </a:lstStyle>
          <a:p>
            <a:r>
              <a:rPr lang="en-US" sz="1400" b="0" strike="noStrike" spc="-1">
                <a:latin typeface="Times New Roman"/>
              </a:rPr>
              <a:t>&lt;date/time&gt;</a:t>
            </a:r>
          </a:p>
        </p:txBody>
      </p:sp>
      <p:sp>
        <p:nvSpPr>
          <p:cNvPr id="44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r>
              <a:rPr lang="en-US" sz="4400" b="0" strike="noStrike" spc="-1">
                <a:latin typeface="Arial"/>
              </a:rPr>
              <a:t>Click to edit the title text format</a:t>
            </a:r>
          </a:p>
        </p:txBody>
      </p:sp>
      <p:sp>
        <p:nvSpPr>
          <p:cNvPr id="45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그림 12"/>
          <p:cNvPicPr/>
          <p:nvPr/>
        </p:nvPicPr>
        <p:blipFill>
          <a:blip r:embed="rId3"/>
          <a:srcRect r="48421"/>
          <a:stretch/>
        </p:blipFill>
        <p:spPr>
          <a:xfrm>
            <a:off x="3922920" y="5087520"/>
            <a:ext cx="1295280" cy="425880"/>
          </a:xfrm>
          <a:prstGeom prst="rect">
            <a:avLst/>
          </a:prstGeom>
          <a:ln w="0">
            <a:noFill/>
          </a:ln>
        </p:spPr>
      </p:pic>
      <p:grpSp>
        <p:nvGrpSpPr>
          <p:cNvPr id="89" name="그룹 1"/>
          <p:cNvGrpSpPr/>
          <p:nvPr/>
        </p:nvGrpSpPr>
        <p:grpSpPr>
          <a:xfrm>
            <a:off x="0" y="1744200"/>
            <a:ext cx="9140760" cy="2828160"/>
            <a:chOff x="0" y="1744200"/>
            <a:chExt cx="9140760" cy="2828160"/>
          </a:xfrm>
        </p:grpSpPr>
        <p:sp>
          <p:nvSpPr>
            <p:cNvPr id="90" name="직사각형 8"/>
            <p:cNvSpPr/>
            <p:nvPr/>
          </p:nvSpPr>
          <p:spPr>
            <a:xfrm>
              <a:off x="0" y="4431240"/>
              <a:ext cx="9140760" cy="141120"/>
            </a:xfrm>
            <a:prstGeom prst="rect">
              <a:avLst/>
            </a:prstGeom>
            <a:gradFill rotWithShape="0">
              <a:gsLst>
                <a:gs pos="61000">
                  <a:srgbClr val="002060"/>
                </a:gs>
                <a:gs pos="100000">
                  <a:srgbClr val="C7D5ED"/>
                </a:gs>
              </a:gsLst>
              <a:lin ang="0"/>
            </a:gradFill>
            <a:ln w="1260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ko-KR" altLang="en-US"/>
            </a:p>
          </p:txBody>
        </p:sp>
        <p:sp>
          <p:nvSpPr>
            <p:cNvPr id="91" name="직사각형 6"/>
            <p:cNvSpPr/>
            <p:nvPr/>
          </p:nvSpPr>
          <p:spPr>
            <a:xfrm>
              <a:off x="0" y="1744200"/>
              <a:ext cx="9140760" cy="141120"/>
            </a:xfrm>
            <a:prstGeom prst="rect">
              <a:avLst/>
            </a:prstGeom>
            <a:gradFill rotWithShape="0">
              <a:gsLst>
                <a:gs pos="61000">
                  <a:srgbClr val="002060"/>
                </a:gs>
                <a:gs pos="100000">
                  <a:srgbClr val="C7D5ED"/>
                </a:gs>
              </a:gsLst>
              <a:lin ang="0"/>
            </a:gradFill>
            <a:ln w="1260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ko-KR" altLang="en-US"/>
            </a:p>
          </p:txBody>
        </p:sp>
      </p:grpSp>
      <p:sp>
        <p:nvSpPr>
          <p:cNvPr id="92" name="직사각형 11"/>
          <p:cNvSpPr/>
          <p:nvPr/>
        </p:nvSpPr>
        <p:spPr>
          <a:xfrm>
            <a:off x="1113840" y="2202120"/>
            <a:ext cx="6975720" cy="1597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6600" b="0" strike="noStrike" spc="-1">
                <a:solidFill>
                  <a:srgbClr val="002060"/>
                </a:solidFill>
                <a:latin typeface="Times New Roman"/>
                <a:ea typeface="DejaVu Sans"/>
              </a:rPr>
              <a:t>Weekly Meeting</a:t>
            </a:r>
            <a:endParaRPr lang="en-US" sz="6600" b="0" strike="noStrike" spc="-1">
              <a:latin typeface="Arial"/>
            </a:endParaRPr>
          </a:p>
        </p:txBody>
      </p:sp>
      <p:sp>
        <p:nvSpPr>
          <p:cNvPr id="93" name="TextBox 13"/>
          <p:cNvSpPr/>
          <p:nvPr/>
        </p:nvSpPr>
        <p:spPr>
          <a:xfrm>
            <a:off x="2286000" y="3628800"/>
            <a:ext cx="4568760" cy="49688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50000"/>
              </a:lnSpc>
              <a:buNone/>
            </a:pPr>
            <a:r>
              <a:rPr lang="en-US" sz="2000" b="0" strike="noStrike" spc="-1" dirty="0">
                <a:solidFill>
                  <a:srgbClr val="002060"/>
                </a:solidFill>
                <a:latin typeface="Times New Roman"/>
                <a:ea typeface="DejaVu Sans"/>
              </a:rPr>
              <a:t>25.04.23.</a:t>
            </a:r>
            <a:endParaRPr lang="en-US" sz="2000" b="0" strike="noStrike" spc="-1" dirty="0">
              <a:latin typeface="Arial"/>
            </a:endParaRPr>
          </a:p>
        </p:txBody>
      </p:sp>
      <p:pic>
        <p:nvPicPr>
          <p:cNvPr id="94" name="그림 14"/>
          <p:cNvPicPr/>
          <p:nvPr/>
        </p:nvPicPr>
        <p:blipFill>
          <a:blip r:embed="rId4"/>
          <a:stretch/>
        </p:blipFill>
        <p:spPr>
          <a:xfrm>
            <a:off x="126720" y="143640"/>
            <a:ext cx="1225080" cy="251280"/>
          </a:xfrm>
          <a:prstGeom prst="rect">
            <a:avLst/>
          </a:prstGeom>
          <a:ln w="0">
            <a:noFill/>
          </a:ln>
        </p:spPr>
      </p:pic>
      <p:sp>
        <p:nvSpPr>
          <p:cNvPr id="95" name="TextBox 15"/>
          <p:cNvSpPr/>
          <p:nvPr/>
        </p:nvSpPr>
        <p:spPr>
          <a:xfrm>
            <a:off x="4508640" y="68040"/>
            <a:ext cx="4568760" cy="357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>
              <a:lnSpc>
                <a:spcPct val="110000"/>
              </a:lnSpc>
              <a:buNone/>
            </a:pPr>
            <a:r>
              <a:rPr lang="en-US" sz="1600" b="0" strike="noStrike" spc="-1">
                <a:solidFill>
                  <a:srgbClr val="3B3838"/>
                </a:solidFill>
                <a:latin typeface="Times New Roman"/>
                <a:ea typeface="DejaVu Sans"/>
              </a:rPr>
              <a:t>Advisor : Hoon Sung Chwa</a:t>
            </a:r>
            <a:endParaRPr lang="en-US" sz="1600" b="0" strike="noStrike" spc="-1">
              <a:latin typeface="Arial"/>
            </a:endParaRPr>
          </a:p>
        </p:txBody>
      </p:sp>
      <p:sp>
        <p:nvSpPr>
          <p:cNvPr id="96" name="TextBox 16"/>
          <p:cNvSpPr/>
          <p:nvPr/>
        </p:nvSpPr>
        <p:spPr>
          <a:xfrm>
            <a:off x="1691280" y="5711400"/>
            <a:ext cx="5758560" cy="892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10000"/>
              </a:lnSpc>
              <a:buNone/>
            </a:pPr>
            <a:r>
              <a:rPr lang="en-US" sz="1600" b="0" strike="noStrike" spc="-1">
                <a:solidFill>
                  <a:srgbClr val="3B3838"/>
                </a:solidFill>
                <a:latin typeface="Times New Roman"/>
                <a:ea typeface="DejaVu Sans"/>
              </a:rPr>
              <a:t>Dept of Electronic Engineering &amp; Computer Science, DGIST</a:t>
            </a:r>
            <a:endParaRPr lang="en-US" sz="1600" b="0" strike="noStrike" spc="-1">
              <a:latin typeface="Arial"/>
            </a:endParaRPr>
          </a:p>
          <a:p>
            <a:pPr algn="ctr">
              <a:lnSpc>
                <a:spcPct val="110000"/>
              </a:lnSpc>
              <a:buNone/>
            </a:pPr>
            <a:r>
              <a:rPr lang="en-US" sz="1600" b="0" strike="noStrike" spc="-1">
                <a:solidFill>
                  <a:srgbClr val="3B3838"/>
                </a:solidFill>
                <a:latin typeface="Times New Roman"/>
                <a:ea typeface="DejaVu Sans"/>
              </a:rPr>
              <a:t>Real-Time Computing Lab </a:t>
            </a:r>
            <a:endParaRPr lang="en-US" sz="1600" b="0" strike="noStrike" spc="-1">
              <a:latin typeface="Arial"/>
            </a:endParaRPr>
          </a:p>
          <a:p>
            <a:pPr algn="ctr">
              <a:lnSpc>
                <a:spcPct val="110000"/>
              </a:lnSpc>
              <a:buNone/>
            </a:pPr>
            <a:r>
              <a:rPr lang="en-US" sz="1600" b="0" strike="noStrike" spc="-1">
                <a:solidFill>
                  <a:srgbClr val="3B3838"/>
                </a:solidFill>
                <a:latin typeface="Times New Roman"/>
                <a:ea typeface="DejaVu Sans"/>
              </a:rPr>
              <a:t>Moonyoung Choi (cmy021205@dgist.ac.kr)</a:t>
            </a:r>
            <a:endParaRPr lang="en-US" sz="16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TextBox 46"/>
          <p:cNvSpPr/>
          <p:nvPr/>
        </p:nvSpPr>
        <p:spPr>
          <a:xfrm>
            <a:off x="203760" y="998280"/>
            <a:ext cx="8852760" cy="465052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sz="2000" b="1" strike="noStrike" spc="-1" dirty="0">
                <a:solidFill>
                  <a:srgbClr val="000000"/>
                </a:solidFill>
                <a:latin typeface="Times New Roman"/>
              </a:rPr>
              <a:t>Goal: Analyzing Latency in Autonomous Drone Navigation via Offboarding</a:t>
            </a:r>
          </a:p>
          <a:p>
            <a:pPr>
              <a:lnSpc>
                <a:spcPct val="150000"/>
              </a:lnSpc>
              <a:buClr>
                <a:srgbClr val="000000"/>
              </a:buClr>
            </a:pPr>
            <a:endParaRPr lang="en-US" sz="2000" b="1" spc="-1" dirty="0">
              <a:solidFill>
                <a:srgbClr val="000000"/>
              </a:solidFill>
              <a:latin typeface="Times New Roman"/>
            </a:endParaRPr>
          </a:p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sz="2000" b="1" strike="noStrike" spc="-1" dirty="0">
                <a:solidFill>
                  <a:srgbClr val="000000"/>
                </a:solidFill>
                <a:latin typeface="Times New Roman"/>
              </a:rPr>
              <a:t>Requirement:</a:t>
            </a:r>
          </a:p>
          <a:p>
            <a:pPr marL="800280" lvl="1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altLang="ko-KR" sz="2000" strike="noStrike" spc="-1" dirty="0">
                <a:solidFill>
                  <a:srgbClr val="000000"/>
                </a:solidFill>
                <a:latin typeface="Times New Roman"/>
              </a:rPr>
              <a:t>Understanding the Logic of Autonomous Drone Navigation via Offboarding</a:t>
            </a:r>
          </a:p>
          <a:p>
            <a:pPr marL="800280" lvl="1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altLang="ko-KR" sz="2000" b="1" strike="noStrike" spc="-1" dirty="0">
                <a:solidFill>
                  <a:srgbClr val="000000"/>
                </a:solidFill>
                <a:latin typeface="Times New Roman"/>
              </a:rPr>
              <a:t>Analyzing Latency at Each Stage of the Process</a:t>
            </a:r>
          </a:p>
          <a:p>
            <a:pPr marL="800280" lvl="1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altLang="ko-KR" sz="2000" strike="noStrike" spc="-1" dirty="0">
                <a:solidFill>
                  <a:srgbClr val="000000"/>
                </a:solidFill>
                <a:latin typeface="Times New Roman"/>
              </a:rPr>
              <a:t>Testing ROS Topics Required for Latency Measurement and Autonomous Navigation</a:t>
            </a:r>
          </a:p>
          <a:p>
            <a:pPr>
              <a:lnSpc>
                <a:spcPct val="150000"/>
              </a:lnSpc>
              <a:buNone/>
            </a:pPr>
            <a:endParaRPr lang="en-US" sz="2000" b="0" strike="noStrike" spc="-1" dirty="0">
              <a:latin typeface="Arial"/>
            </a:endParaRPr>
          </a:p>
          <a:p>
            <a:pPr>
              <a:lnSpc>
                <a:spcPct val="150000"/>
              </a:lnSpc>
              <a:buNone/>
            </a:pPr>
            <a:endParaRPr lang="en-US" sz="2000" b="0" strike="noStrike" spc="-1" dirty="0">
              <a:latin typeface="Arial"/>
            </a:endParaRPr>
          </a:p>
          <a:p>
            <a:pPr marL="457200">
              <a:lnSpc>
                <a:spcPct val="150000"/>
              </a:lnSpc>
              <a:buNone/>
            </a:pPr>
            <a:endParaRPr lang="en-US" sz="2000" b="0" strike="noStrike" spc="-1" dirty="0">
              <a:latin typeface="Arial"/>
            </a:endParaRPr>
          </a:p>
        </p:txBody>
      </p:sp>
      <p:sp>
        <p:nvSpPr>
          <p:cNvPr id="98" name="슬라이드 번호 개체 틀 1"/>
          <p:cNvSpPr/>
          <p:nvPr/>
        </p:nvSpPr>
        <p:spPr>
          <a:xfrm>
            <a:off x="8722440" y="6536520"/>
            <a:ext cx="381960" cy="27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r">
              <a:lnSpc>
                <a:spcPct val="100000"/>
              </a:lnSpc>
              <a:buNone/>
            </a:pPr>
            <a:fld id="{243F38BE-55AA-47C9-BA17-A67472B77F94}" type="slidenum">
              <a:rPr lang="en-US" sz="1400" b="1" strike="noStrike" spc="-1">
                <a:solidFill>
                  <a:srgbClr val="3B3838"/>
                </a:solidFill>
                <a:latin typeface="Times New Roman"/>
                <a:ea typeface="DejaVu Sans"/>
              </a:rPr>
              <a:t>2</a:t>
            </a:fld>
            <a:endParaRPr lang="en-US" sz="1400" b="0" strike="noStrike" spc="-1">
              <a:latin typeface="Arial"/>
            </a:endParaRPr>
          </a:p>
        </p:txBody>
      </p:sp>
      <p:pic>
        <p:nvPicPr>
          <p:cNvPr id="99" name="그림 14"/>
          <p:cNvPicPr/>
          <p:nvPr/>
        </p:nvPicPr>
        <p:blipFill>
          <a:blip r:embed="rId2"/>
          <a:srcRect r="48421"/>
          <a:stretch/>
        </p:blipFill>
        <p:spPr>
          <a:xfrm>
            <a:off x="87480" y="6492960"/>
            <a:ext cx="860760" cy="282240"/>
          </a:xfrm>
          <a:prstGeom prst="rect">
            <a:avLst/>
          </a:prstGeom>
          <a:ln w="0">
            <a:noFill/>
          </a:ln>
        </p:spPr>
      </p:pic>
      <p:sp>
        <p:nvSpPr>
          <p:cNvPr id="100" name="Title 2"/>
          <p:cNvSpPr/>
          <p:nvPr/>
        </p:nvSpPr>
        <p:spPr>
          <a:xfrm>
            <a:off x="203760" y="110160"/>
            <a:ext cx="8683200" cy="724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3600" b="1" strike="noStrike" spc="-1" dirty="0">
                <a:solidFill>
                  <a:srgbClr val="002060"/>
                </a:solidFill>
                <a:latin typeface="Times New Roman"/>
                <a:ea typeface="DejaVu Sans"/>
              </a:rPr>
              <a:t>Goal</a:t>
            </a:r>
          </a:p>
        </p:txBody>
      </p:sp>
      <p:sp>
        <p:nvSpPr>
          <p:cNvPr id="101" name="직사각형 33"/>
          <p:cNvSpPr/>
          <p:nvPr/>
        </p:nvSpPr>
        <p:spPr>
          <a:xfrm>
            <a:off x="0" y="867960"/>
            <a:ext cx="9140760" cy="43200"/>
          </a:xfrm>
          <a:prstGeom prst="rect">
            <a:avLst/>
          </a:prstGeom>
          <a:gradFill rotWithShape="0">
            <a:gsLst>
              <a:gs pos="61000">
                <a:srgbClr val="002060"/>
              </a:gs>
              <a:gs pos="100000">
                <a:srgbClr val="C7D5ED"/>
              </a:gs>
            </a:gsLst>
            <a:lin ang="0"/>
          </a:gra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231402-2CB5-562E-62A7-596E42531A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TextBox 46">
            <a:extLst>
              <a:ext uri="{FF2B5EF4-FFF2-40B4-BE49-F238E27FC236}">
                <a16:creationId xmlns:a16="http://schemas.microsoft.com/office/drawing/2014/main" id="{4F1D27FC-AB26-6F74-8012-9204AED2476E}"/>
              </a:ext>
            </a:extLst>
          </p:cNvPr>
          <p:cNvSpPr/>
          <p:nvPr/>
        </p:nvSpPr>
        <p:spPr>
          <a:xfrm>
            <a:off x="203760" y="998280"/>
            <a:ext cx="8852760" cy="465219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sz="2000" b="1" strike="noStrike" spc="-1" dirty="0">
                <a:solidFill>
                  <a:srgbClr val="000000"/>
                </a:solidFill>
                <a:latin typeface="Times New Roman"/>
              </a:rPr>
              <a:t>Onboarding: PX4 </a:t>
            </a:r>
            <a:r>
              <a:rPr lang="ko-KR" altLang="en-US" sz="2000" b="1" strike="noStrike" spc="-1" dirty="0">
                <a:solidFill>
                  <a:srgbClr val="000000"/>
                </a:solidFill>
                <a:latin typeface="Times New Roman"/>
              </a:rPr>
              <a:t>내부에서 직접 실행</a:t>
            </a:r>
            <a:endParaRPr lang="en-US" sz="2000" b="1" strike="noStrike" spc="-1" dirty="0">
              <a:solidFill>
                <a:srgbClr val="000000"/>
              </a:solidFill>
              <a:latin typeface="Times New Roman"/>
            </a:endParaRPr>
          </a:p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endParaRPr lang="en-US" altLang="ko-KR" sz="2000" b="1" spc="-1" dirty="0">
              <a:solidFill>
                <a:srgbClr val="000000"/>
              </a:solidFill>
              <a:latin typeface="Times New Roman"/>
            </a:endParaRPr>
          </a:p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endParaRPr lang="en-US" altLang="ko-KR" sz="2000" b="1" strike="noStrike" spc="-1" dirty="0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50000"/>
              </a:lnSpc>
              <a:buClr>
                <a:srgbClr val="000000"/>
              </a:buClr>
            </a:pPr>
            <a:endParaRPr lang="en-US" altLang="ko-KR" sz="2000" b="1" strike="noStrike" spc="-1" dirty="0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50000"/>
              </a:lnSpc>
              <a:buClr>
                <a:srgbClr val="000000"/>
              </a:buClr>
            </a:pPr>
            <a:endParaRPr lang="en-US" altLang="ko-KR" sz="2000" b="1" spc="-1" dirty="0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50000"/>
              </a:lnSpc>
              <a:buClr>
                <a:srgbClr val="000000"/>
              </a:buClr>
            </a:pPr>
            <a:endParaRPr lang="en-US" altLang="ko-KR" sz="2000" b="1" strike="noStrike" spc="-1" dirty="0">
              <a:solidFill>
                <a:srgbClr val="000000"/>
              </a:solidFill>
              <a:latin typeface="Times New Roman"/>
            </a:endParaRPr>
          </a:p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Offboarding: </a:t>
            </a:r>
            <a:r>
              <a:rPr lang="ko-KR" altLang="en-US" sz="2000" b="1" spc="-1" dirty="0">
                <a:solidFill>
                  <a:srgbClr val="000000"/>
                </a:solidFill>
                <a:latin typeface="Times New Roman"/>
              </a:rPr>
              <a:t>외부 터미널</a:t>
            </a:r>
            <a:endParaRPr lang="en-US" altLang="ko-KR" sz="2000" b="1" spc="-1" dirty="0">
              <a:solidFill>
                <a:srgbClr val="000000"/>
              </a:solidFill>
              <a:latin typeface="Times New Roman"/>
            </a:endParaRPr>
          </a:p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endParaRPr lang="en-US" altLang="ko-KR" sz="2000" b="1" spc="-1" dirty="0">
              <a:solidFill>
                <a:srgbClr val="000000"/>
              </a:solidFill>
              <a:latin typeface="Times New Roman"/>
            </a:endParaRPr>
          </a:p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endParaRPr lang="en-US" altLang="ko-KR" sz="2000" b="1" spc="-1" dirty="0">
              <a:solidFill>
                <a:srgbClr val="000000"/>
              </a:solidFill>
              <a:latin typeface="Times New Roman"/>
            </a:endParaRPr>
          </a:p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endParaRPr lang="en-US" altLang="ko-KR" sz="2000" b="1" spc="-1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8" name="슬라이드 번호 개체 틀 1">
            <a:extLst>
              <a:ext uri="{FF2B5EF4-FFF2-40B4-BE49-F238E27FC236}">
                <a16:creationId xmlns:a16="http://schemas.microsoft.com/office/drawing/2014/main" id="{475A9139-3CE1-53E7-D21F-44A2151E68E7}"/>
              </a:ext>
            </a:extLst>
          </p:cNvPr>
          <p:cNvSpPr/>
          <p:nvPr/>
        </p:nvSpPr>
        <p:spPr>
          <a:xfrm>
            <a:off x="8722440" y="6536520"/>
            <a:ext cx="381960" cy="27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r">
              <a:lnSpc>
                <a:spcPct val="100000"/>
              </a:lnSpc>
              <a:buNone/>
            </a:pPr>
            <a:fld id="{243F38BE-55AA-47C9-BA17-A67472B77F94}" type="slidenum">
              <a:rPr lang="en-US" sz="1400" b="1" strike="noStrike" spc="-1">
                <a:solidFill>
                  <a:srgbClr val="3B3838"/>
                </a:solidFill>
                <a:latin typeface="Times New Roman"/>
                <a:ea typeface="DejaVu Sans"/>
              </a:rPr>
              <a:t>3</a:t>
            </a:fld>
            <a:endParaRPr lang="en-US" sz="1400" b="0" strike="noStrike" spc="-1">
              <a:latin typeface="Arial"/>
            </a:endParaRPr>
          </a:p>
        </p:txBody>
      </p:sp>
      <p:pic>
        <p:nvPicPr>
          <p:cNvPr id="99" name="그림 14">
            <a:extLst>
              <a:ext uri="{FF2B5EF4-FFF2-40B4-BE49-F238E27FC236}">
                <a16:creationId xmlns:a16="http://schemas.microsoft.com/office/drawing/2014/main" id="{04EF92C4-6AEE-EE1F-63D2-8AB18E6F0C2B}"/>
              </a:ext>
            </a:extLst>
          </p:cNvPr>
          <p:cNvPicPr/>
          <p:nvPr/>
        </p:nvPicPr>
        <p:blipFill>
          <a:blip r:embed="rId2"/>
          <a:srcRect r="48421"/>
          <a:stretch/>
        </p:blipFill>
        <p:spPr>
          <a:xfrm>
            <a:off x="87480" y="6492960"/>
            <a:ext cx="860760" cy="282240"/>
          </a:xfrm>
          <a:prstGeom prst="rect">
            <a:avLst/>
          </a:prstGeom>
          <a:ln w="0">
            <a:noFill/>
          </a:ln>
        </p:spPr>
      </p:pic>
      <p:sp>
        <p:nvSpPr>
          <p:cNvPr id="100" name="Title 2">
            <a:extLst>
              <a:ext uri="{FF2B5EF4-FFF2-40B4-BE49-F238E27FC236}">
                <a16:creationId xmlns:a16="http://schemas.microsoft.com/office/drawing/2014/main" id="{C57ACDF4-31B5-F2D0-29A2-803D272A816B}"/>
              </a:ext>
            </a:extLst>
          </p:cNvPr>
          <p:cNvSpPr/>
          <p:nvPr/>
        </p:nvSpPr>
        <p:spPr>
          <a:xfrm>
            <a:off x="203760" y="110160"/>
            <a:ext cx="8683200" cy="724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3600" b="1" strike="noStrike" spc="-1" dirty="0">
                <a:solidFill>
                  <a:srgbClr val="002060"/>
                </a:solidFill>
                <a:latin typeface="Times New Roman"/>
                <a:ea typeface="DejaVu Sans"/>
              </a:rPr>
              <a:t>Onboarding &amp; Offboarding</a:t>
            </a:r>
          </a:p>
        </p:txBody>
      </p:sp>
      <p:sp>
        <p:nvSpPr>
          <p:cNvPr id="101" name="직사각형 33">
            <a:extLst>
              <a:ext uri="{FF2B5EF4-FFF2-40B4-BE49-F238E27FC236}">
                <a16:creationId xmlns:a16="http://schemas.microsoft.com/office/drawing/2014/main" id="{53711EAA-6D59-2265-91FD-4781AD1E579F}"/>
              </a:ext>
            </a:extLst>
          </p:cNvPr>
          <p:cNvSpPr/>
          <p:nvPr/>
        </p:nvSpPr>
        <p:spPr>
          <a:xfrm>
            <a:off x="0" y="867960"/>
            <a:ext cx="9140760" cy="43200"/>
          </a:xfrm>
          <a:prstGeom prst="rect">
            <a:avLst/>
          </a:prstGeom>
          <a:gradFill rotWithShape="0">
            <a:gsLst>
              <a:gs pos="61000">
                <a:srgbClr val="002060"/>
              </a:gs>
              <a:gs pos="100000">
                <a:srgbClr val="C7D5ED"/>
              </a:gs>
            </a:gsLst>
            <a:lin ang="0"/>
          </a:gra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ko-KR" altLang="en-US"/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05F5D5A0-052C-AF8C-378C-70A15C91E7C0}"/>
              </a:ext>
            </a:extLst>
          </p:cNvPr>
          <p:cNvSpPr/>
          <p:nvPr/>
        </p:nvSpPr>
        <p:spPr>
          <a:xfrm>
            <a:off x="363633" y="4928156"/>
            <a:ext cx="1714063" cy="1061884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ROS2</a:t>
            </a:r>
          </a:p>
          <a:p>
            <a:r>
              <a:rPr lang="en-US" altLang="ko-K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protocol: DDS</a:t>
            </a:r>
            <a:endParaRPr lang="ko-KR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D8F36508-05BB-E7AE-670B-EEF1F9EB37A4}"/>
              </a:ext>
            </a:extLst>
          </p:cNvPr>
          <p:cNvSpPr/>
          <p:nvPr/>
        </p:nvSpPr>
        <p:spPr>
          <a:xfrm>
            <a:off x="4499068" y="4928156"/>
            <a:ext cx="2136079" cy="1061884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PX4</a:t>
            </a:r>
          </a:p>
          <a:p>
            <a:r>
              <a:rPr lang="en-US" altLang="ko-K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protocol: </a:t>
            </a:r>
            <a:r>
              <a:rPr lang="en-US" altLang="ko-KR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MAVLink</a:t>
            </a:r>
            <a:endParaRPr lang="ko-KR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83320B55-FD3B-A815-DE3A-9FBE3978C12C}"/>
              </a:ext>
            </a:extLst>
          </p:cNvPr>
          <p:cNvSpPr/>
          <p:nvPr/>
        </p:nvSpPr>
        <p:spPr>
          <a:xfrm>
            <a:off x="7483600" y="4901772"/>
            <a:ext cx="1224115" cy="1061884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Gazebo</a:t>
            </a:r>
          </a:p>
          <a:p>
            <a:r>
              <a:rPr lang="en-US" altLang="ko-K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simulator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F9B5144-9361-983D-09C6-7320BB2B63F5}"/>
              </a:ext>
            </a:extLst>
          </p:cNvPr>
          <p:cNvSpPr/>
          <p:nvPr/>
        </p:nvSpPr>
        <p:spPr>
          <a:xfrm>
            <a:off x="2619798" y="4999440"/>
            <a:ext cx="1224115" cy="9906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ko-K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ko-K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MAVROS</a:t>
            </a:r>
          </a:p>
          <a:p>
            <a:r>
              <a:rPr lang="en-US" altLang="ko-K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Bridge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CA49D291-7C68-ECE6-F106-8C8487E00115}"/>
              </a:ext>
            </a:extLst>
          </p:cNvPr>
          <p:cNvSpPr/>
          <p:nvPr/>
        </p:nvSpPr>
        <p:spPr>
          <a:xfrm>
            <a:off x="363634" y="2215317"/>
            <a:ext cx="2136079" cy="1061884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PX4</a:t>
            </a:r>
          </a:p>
          <a:p>
            <a:r>
              <a:rPr lang="en-US" altLang="ko-K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protocol: </a:t>
            </a:r>
            <a:r>
              <a:rPr lang="en-US" altLang="ko-KR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MAVLink</a:t>
            </a:r>
            <a:endParaRPr lang="ko-KR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A6CDCDC9-A6CF-764B-0FD7-4FA7E0BD4540}"/>
              </a:ext>
            </a:extLst>
          </p:cNvPr>
          <p:cNvSpPr/>
          <p:nvPr/>
        </p:nvSpPr>
        <p:spPr>
          <a:xfrm>
            <a:off x="3625745" y="2215317"/>
            <a:ext cx="1224115" cy="1061884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Gazebo</a:t>
            </a:r>
          </a:p>
          <a:p>
            <a:r>
              <a:rPr lang="en-US" altLang="ko-K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simulator</a:t>
            </a:r>
          </a:p>
        </p:txBody>
      </p:sp>
      <p:sp>
        <p:nvSpPr>
          <p:cNvPr id="11" name="화살표: 오른쪽 10">
            <a:extLst>
              <a:ext uri="{FF2B5EF4-FFF2-40B4-BE49-F238E27FC236}">
                <a16:creationId xmlns:a16="http://schemas.microsoft.com/office/drawing/2014/main" id="{10926AED-9A0C-D0C6-9B97-A7CA5033DAFD}"/>
              </a:ext>
            </a:extLst>
          </p:cNvPr>
          <p:cNvSpPr/>
          <p:nvPr/>
        </p:nvSpPr>
        <p:spPr>
          <a:xfrm>
            <a:off x="2802174" y="2710491"/>
            <a:ext cx="521110" cy="124052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화살표: 오른쪽 11">
            <a:extLst>
              <a:ext uri="{FF2B5EF4-FFF2-40B4-BE49-F238E27FC236}">
                <a16:creationId xmlns:a16="http://schemas.microsoft.com/office/drawing/2014/main" id="{1F38C5D7-DD87-47B6-0CC1-2CD3A698FF0D}"/>
              </a:ext>
            </a:extLst>
          </p:cNvPr>
          <p:cNvSpPr/>
          <p:nvPr/>
        </p:nvSpPr>
        <p:spPr>
          <a:xfrm>
            <a:off x="6807198" y="5370688"/>
            <a:ext cx="521110" cy="124052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화살표: 오른쪽 12">
            <a:extLst>
              <a:ext uri="{FF2B5EF4-FFF2-40B4-BE49-F238E27FC236}">
                <a16:creationId xmlns:a16="http://schemas.microsoft.com/office/drawing/2014/main" id="{08B7FD40-C70B-61A7-7855-59FBB53FAD8C}"/>
              </a:ext>
            </a:extLst>
          </p:cNvPr>
          <p:cNvSpPr/>
          <p:nvPr/>
        </p:nvSpPr>
        <p:spPr>
          <a:xfrm>
            <a:off x="2234338" y="5169258"/>
            <a:ext cx="2136079" cy="124052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86659B9-D927-A96C-FBC6-7C90E334FEA4}"/>
              </a:ext>
            </a:extLst>
          </p:cNvPr>
          <p:cNvSpPr txBox="1"/>
          <p:nvPr/>
        </p:nvSpPr>
        <p:spPr>
          <a:xfrm>
            <a:off x="363635" y="1557487"/>
            <a:ext cx="15043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&lt;PX4 shell&gt;</a:t>
            </a:r>
          </a:p>
          <a:p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command</a:t>
            </a:r>
            <a:endParaRPr lang="ko-KR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BEBE84C-BD50-49D1-3703-1BF520C735F7}"/>
              </a:ext>
            </a:extLst>
          </p:cNvPr>
          <p:cNvSpPr txBox="1"/>
          <p:nvPr/>
        </p:nvSpPr>
        <p:spPr>
          <a:xfrm>
            <a:off x="363633" y="4211113"/>
            <a:ext cx="15879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&lt;Terminal&gt;</a:t>
            </a:r>
          </a:p>
          <a:p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ros2 run node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F9C6B2D-4190-AADE-5642-035871C07A1F}"/>
              </a:ext>
            </a:extLst>
          </p:cNvPr>
          <p:cNvSpPr txBox="1"/>
          <p:nvPr/>
        </p:nvSpPr>
        <p:spPr>
          <a:xfrm>
            <a:off x="5421128" y="2211362"/>
            <a:ext cx="306412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PX4: </a:t>
            </a:r>
            <a:r>
              <a:rPr lang="ko-KR" alt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드론</a:t>
            </a:r>
            <a:r>
              <a:rPr lang="ko-KR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제어 펌웨어</a:t>
            </a:r>
            <a:endParaRPr lang="en-US" altLang="ko-KR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ko-K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MAVLink</a:t>
            </a:r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ko-KR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UAV </a:t>
            </a:r>
            <a:r>
              <a:rPr lang="ko-KR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통신 </a:t>
            </a:r>
            <a:r>
              <a:rPr lang="en-US" altLang="ko-K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protocl</a:t>
            </a:r>
            <a:endParaRPr lang="en-US" altLang="ko-KR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MAVROS:</a:t>
            </a:r>
            <a:r>
              <a:rPr lang="ko-KR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DDS</a:t>
            </a:r>
            <a:r>
              <a:rPr lang="ko-KR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↔</a:t>
            </a:r>
            <a:r>
              <a:rPr lang="en-US" altLang="ko-K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MAVLink</a:t>
            </a:r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변환</a:t>
            </a:r>
          </a:p>
        </p:txBody>
      </p:sp>
    </p:spTree>
    <p:extLst>
      <p:ext uri="{BB962C8B-B14F-4D97-AF65-F5344CB8AC3E}">
        <p14:creationId xmlns:p14="http://schemas.microsoft.com/office/powerpoint/2010/main" val="249902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9E9AC1-5300-ECE1-1CCB-0B8406A170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TextBox 46">
            <a:extLst>
              <a:ext uri="{FF2B5EF4-FFF2-40B4-BE49-F238E27FC236}">
                <a16:creationId xmlns:a16="http://schemas.microsoft.com/office/drawing/2014/main" id="{B6DE6E13-C9AF-3C91-FF34-D62CCAA76758}"/>
              </a:ext>
            </a:extLst>
          </p:cNvPr>
          <p:cNvSpPr/>
          <p:nvPr/>
        </p:nvSpPr>
        <p:spPr>
          <a:xfrm>
            <a:off x="203760" y="998280"/>
            <a:ext cx="8852760" cy="372886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sz="2000" b="1" strike="noStrike" spc="-1" dirty="0">
                <a:solidFill>
                  <a:srgbClr val="000000"/>
                </a:solidFill>
                <a:latin typeface="Times New Roman"/>
              </a:rPr>
              <a:t>Onboarding: 4ms~8ms</a:t>
            </a:r>
          </a:p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endParaRPr lang="en-US" altLang="ko-KR" sz="2000" b="1" spc="-1" dirty="0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50000"/>
              </a:lnSpc>
              <a:buClr>
                <a:srgbClr val="000000"/>
              </a:buClr>
            </a:pPr>
            <a:endParaRPr lang="en-US" altLang="ko-KR" sz="2000" b="1" strike="noStrike" spc="-1" dirty="0">
              <a:solidFill>
                <a:srgbClr val="000000"/>
              </a:solidFill>
              <a:latin typeface="Times New Roman"/>
            </a:endParaRPr>
          </a:p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Offboarding: 100ms~2000ms</a:t>
            </a:r>
          </a:p>
          <a:p>
            <a:pPr>
              <a:lnSpc>
                <a:spcPct val="150000"/>
              </a:lnSpc>
              <a:buClr>
                <a:srgbClr val="000000"/>
              </a:buClr>
            </a:pP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ROS2→MAVROS→PX4→MAVROS→ROS2</a:t>
            </a:r>
          </a:p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endParaRPr lang="en-US" altLang="ko-KR" sz="2000" b="1" spc="-1" dirty="0">
              <a:solidFill>
                <a:srgbClr val="000000"/>
              </a:solidFill>
              <a:latin typeface="Times New Roman"/>
            </a:endParaRPr>
          </a:p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endParaRPr lang="en-US" altLang="ko-KR" sz="2000" b="1" spc="-1" dirty="0">
              <a:solidFill>
                <a:srgbClr val="000000"/>
              </a:solidFill>
              <a:latin typeface="Times New Roman"/>
            </a:endParaRPr>
          </a:p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endParaRPr lang="en-US" altLang="ko-KR" sz="2000" b="1" spc="-1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8" name="슬라이드 번호 개체 틀 1">
            <a:extLst>
              <a:ext uri="{FF2B5EF4-FFF2-40B4-BE49-F238E27FC236}">
                <a16:creationId xmlns:a16="http://schemas.microsoft.com/office/drawing/2014/main" id="{A997037F-8D34-6185-A9E9-670B195F4F88}"/>
              </a:ext>
            </a:extLst>
          </p:cNvPr>
          <p:cNvSpPr/>
          <p:nvPr/>
        </p:nvSpPr>
        <p:spPr>
          <a:xfrm>
            <a:off x="8722440" y="6536520"/>
            <a:ext cx="381960" cy="27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r">
              <a:lnSpc>
                <a:spcPct val="100000"/>
              </a:lnSpc>
              <a:buNone/>
            </a:pPr>
            <a:fld id="{243F38BE-55AA-47C9-BA17-A67472B77F94}" type="slidenum">
              <a:rPr lang="en-US" sz="1400" b="1" strike="noStrike" spc="-1">
                <a:solidFill>
                  <a:srgbClr val="3B3838"/>
                </a:solidFill>
                <a:latin typeface="Times New Roman"/>
                <a:ea typeface="DejaVu Sans"/>
              </a:rPr>
              <a:t>4</a:t>
            </a:fld>
            <a:endParaRPr lang="en-US" sz="1400" b="0" strike="noStrike" spc="-1">
              <a:latin typeface="Arial"/>
            </a:endParaRPr>
          </a:p>
        </p:txBody>
      </p:sp>
      <p:pic>
        <p:nvPicPr>
          <p:cNvPr id="99" name="그림 14">
            <a:extLst>
              <a:ext uri="{FF2B5EF4-FFF2-40B4-BE49-F238E27FC236}">
                <a16:creationId xmlns:a16="http://schemas.microsoft.com/office/drawing/2014/main" id="{EB68D2FA-B16B-BA60-1BC5-B4434770D57E}"/>
              </a:ext>
            </a:extLst>
          </p:cNvPr>
          <p:cNvPicPr/>
          <p:nvPr/>
        </p:nvPicPr>
        <p:blipFill>
          <a:blip r:embed="rId2"/>
          <a:srcRect r="48421"/>
          <a:stretch/>
        </p:blipFill>
        <p:spPr>
          <a:xfrm>
            <a:off x="87480" y="6492960"/>
            <a:ext cx="860760" cy="282240"/>
          </a:xfrm>
          <a:prstGeom prst="rect">
            <a:avLst/>
          </a:prstGeom>
          <a:ln w="0">
            <a:noFill/>
          </a:ln>
        </p:spPr>
      </p:pic>
      <p:sp>
        <p:nvSpPr>
          <p:cNvPr id="100" name="Title 2">
            <a:extLst>
              <a:ext uri="{FF2B5EF4-FFF2-40B4-BE49-F238E27FC236}">
                <a16:creationId xmlns:a16="http://schemas.microsoft.com/office/drawing/2014/main" id="{3328AEC8-B8B8-31D2-F06C-DCEBBFCE11E5}"/>
              </a:ext>
            </a:extLst>
          </p:cNvPr>
          <p:cNvSpPr/>
          <p:nvPr/>
        </p:nvSpPr>
        <p:spPr>
          <a:xfrm>
            <a:off x="203760" y="110160"/>
            <a:ext cx="8683200" cy="724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3600" b="1" strike="noStrike" spc="-1" dirty="0">
                <a:solidFill>
                  <a:srgbClr val="002060"/>
                </a:solidFill>
                <a:latin typeface="Times New Roman"/>
                <a:ea typeface="DejaVu Sans"/>
              </a:rPr>
              <a:t>Latency: Onboarding vs Offboarding</a:t>
            </a:r>
          </a:p>
        </p:txBody>
      </p:sp>
      <p:sp>
        <p:nvSpPr>
          <p:cNvPr id="101" name="직사각형 33">
            <a:extLst>
              <a:ext uri="{FF2B5EF4-FFF2-40B4-BE49-F238E27FC236}">
                <a16:creationId xmlns:a16="http://schemas.microsoft.com/office/drawing/2014/main" id="{9135C708-E403-7BF4-A95C-4F7C48B1AB06}"/>
              </a:ext>
            </a:extLst>
          </p:cNvPr>
          <p:cNvSpPr/>
          <p:nvPr/>
        </p:nvSpPr>
        <p:spPr>
          <a:xfrm>
            <a:off x="0" y="867960"/>
            <a:ext cx="9140760" cy="43200"/>
          </a:xfrm>
          <a:prstGeom prst="rect">
            <a:avLst/>
          </a:prstGeom>
          <a:gradFill rotWithShape="0">
            <a:gsLst>
              <a:gs pos="61000">
                <a:srgbClr val="002060"/>
              </a:gs>
              <a:gs pos="100000">
                <a:srgbClr val="C7D5ED"/>
              </a:gs>
            </a:gsLst>
            <a:lin ang="0"/>
          </a:gra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ko-KR" altLang="en-US"/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B9D35CA9-D2C3-A128-568F-FF033452A9A6}"/>
              </a:ext>
            </a:extLst>
          </p:cNvPr>
          <p:cNvSpPr/>
          <p:nvPr/>
        </p:nvSpPr>
        <p:spPr>
          <a:xfrm>
            <a:off x="1951622" y="3573540"/>
            <a:ext cx="917651" cy="646331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ROS2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B2223D5-69E1-6D37-7871-6F5A27264872}"/>
              </a:ext>
            </a:extLst>
          </p:cNvPr>
          <p:cNvSpPr/>
          <p:nvPr/>
        </p:nvSpPr>
        <p:spPr>
          <a:xfrm>
            <a:off x="4397861" y="3401405"/>
            <a:ext cx="1224115" cy="9906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MAVROS</a:t>
            </a:r>
          </a:p>
          <a:p>
            <a:r>
              <a:rPr lang="en-US" altLang="ko-K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Bridge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86953B8A-EBA8-8E7D-5E5B-5A9F78A187E3}"/>
              </a:ext>
            </a:extLst>
          </p:cNvPr>
          <p:cNvSpPr/>
          <p:nvPr/>
        </p:nvSpPr>
        <p:spPr>
          <a:xfrm>
            <a:off x="2231725" y="1501686"/>
            <a:ext cx="831004" cy="757932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PX4</a:t>
            </a:r>
          </a:p>
        </p:txBody>
      </p:sp>
      <p:sp>
        <p:nvSpPr>
          <p:cNvPr id="11" name="화살표: 오른쪽 10">
            <a:extLst>
              <a:ext uri="{FF2B5EF4-FFF2-40B4-BE49-F238E27FC236}">
                <a16:creationId xmlns:a16="http://schemas.microsoft.com/office/drawing/2014/main" id="{46AECBAF-3C9A-8570-D469-2C676D4B4414}"/>
              </a:ext>
            </a:extLst>
          </p:cNvPr>
          <p:cNvSpPr/>
          <p:nvPr/>
        </p:nvSpPr>
        <p:spPr>
          <a:xfrm>
            <a:off x="1633195" y="1818626"/>
            <a:ext cx="521110" cy="124052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A453AAC-EB73-3A9E-CF1D-BA7461953021}"/>
              </a:ext>
            </a:extLst>
          </p:cNvPr>
          <p:cNvSpPr txBox="1"/>
          <p:nvPr/>
        </p:nvSpPr>
        <p:spPr>
          <a:xfrm>
            <a:off x="363635" y="1557487"/>
            <a:ext cx="15043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&lt;PX4 shell&gt;</a:t>
            </a:r>
          </a:p>
          <a:p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command</a:t>
            </a:r>
            <a:endParaRPr lang="ko-KR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B670915-D2B2-33B9-C377-C53E15618812}"/>
              </a:ext>
            </a:extLst>
          </p:cNvPr>
          <p:cNvSpPr txBox="1"/>
          <p:nvPr/>
        </p:nvSpPr>
        <p:spPr>
          <a:xfrm>
            <a:off x="363635" y="3573540"/>
            <a:ext cx="15879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&lt;Terminal&gt;</a:t>
            </a:r>
          </a:p>
          <a:p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ros2 run node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B42662AB-9BC7-BAED-DA9D-1249E23B0E52}"/>
              </a:ext>
            </a:extLst>
          </p:cNvPr>
          <p:cNvSpPr/>
          <p:nvPr/>
        </p:nvSpPr>
        <p:spPr>
          <a:xfrm>
            <a:off x="6657599" y="3477920"/>
            <a:ext cx="831004" cy="757932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PX4</a:t>
            </a:r>
          </a:p>
        </p:txBody>
      </p:sp>
      <p:sp>
        <p:nvSpPr>
          <p:cNvPr id="17" name="화살표: 오른쪽 16">
            <a:extLst>
              <a:ext uri="{FF2B5EF4-FFF2-40B4-BE49-F238E27FC236}">
                <a16:creationId xmlns:a16="http://schemas.microsoft.com/office/drawing/2014/main" id="{B0C4E448-55F4-8F08-3867-33AA9072F702}"/>
              </a:ext>
            </a:extLst>
          </p:cNvPr>
          <p:cNvSpPr/>
          <p:nvPr/>
        </p:nvSpPr>
        <p:spPr>
          <a:xfrm>
            <a:off x="3095403" y="3656679"/>
            <a:ext cx="521110" cy="124052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화살표: 오른쪽 17">
            <a:extLst>
              <a:ext uri="{FF2B5EF4-FFF2-40B4-BE49-F238E27FC236}">
                <a16:creationId xmlns:a16="http://schemas.microsoft.com/office/drawing/2014/main" id="{5B42215F-1C3D-4E03-4A39-E5D1BB1F5994}"/>
              </a:ext>
            </a:extLst>
          </p:cNvPr>
          <p:cNvSpPr/>
          <p:nvPr/>
        </p:nvSpPr>
        <p:spPr>
          <a:xfrm>
            <a:off x="5918342" y="3616860"/>
            <a:ext cx="521110" cy="124052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화살표: 오른쪽 18">
            <a:extLst>
              <a:ext uri="{FF2B5EF4-FFF2-40B4-BE49-F238E27FC236}">
                <a16:creationId xmlns:a16="http://schemas.microsoft.com/office/drawing/2014/main" id="{250454B0-74C1-BD7D-CB7F-FDF40D31F5F4}"/>
              </a:ext>
            </a:extLst>
          </p:cNvPr>
          <p:cNvSpPr/>
          <p:nvPr/>
        </p:nvSpPr>
        <p:spPr>
          <a:xfrm rot="10800000">
            <a:off x="5918342" y="4056000"/>
            <a:ext cx="521110" cy="124052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화살표: 오른쪽 19">
            <a:extLst>
              <a:ext uri="{FF2B5EF4-FFF2-40B4-BE49-F238E27FC236}">
                <a16:creationId xmlns:a16="http://schemas.microsoft.com/office/drawing/2014/main" id="{195659CF-6BEF-8434-6202-45ACA3392ED9}"/>
              </a:ext>
            </a:extLst>
          </p:cNvPr>
          <p:cNvSpPr/>
          <p:nvPr/>
        </p:nvSpPr>
        <p:spPr>
          <a:xfrm rot="10800000">
            <a:off x="3095403" y="4092203"/>
            <a:ext cx="521110" cy="124052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5910C9A-2EBD-08FE-FE02-425C4CBB1B38}"/>
              </a:ext>
            </a:extLst>
          </p:cNvPr>
          <p:cNvSpPr txBox="1"/>
          <p:nvPr/>
        </p:nvSpPr>
        <p:spPr>
          <a:xfrm>
            <a:off x="2951959" y="4149613"/>
            <a:ext cx="15043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ko-K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mavros</a:t>
            </a:r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/state</a:t>
            </a:r>
            <a:endParaRPr lang="ko-KR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AB486EF-807D-3FEF-862B-82E3CB39B4F8}"/>
              </a:ext>
            </a:extLst>
          </p:cNvPr>
          <p:cNvSpPr txBox="1"/>
          <p:nvPr/>
        </p:nvSpPr>
        <p:spPr>
          <a:xfrm>
            <a:off x="2913880" y="3294129"/>
            <a:ext cx="21393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ko-K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mavros</a:t>
            </a:r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ko-K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cmd</a:t>
            </a:r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/arming</a:t>
            </a:r>
            <a:endParaRPr lang="ko-KR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83510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08F826-627E-6F0A-5134-F951C57CE3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TextBox 46">
            <a:extLst>
              <a:ext uri="{FF2B5EF4-FFF2-40B4-BE49-F238E27FC236}">
                <a16:creationId xmlns:a16="http://schemas.microsoft.com/office/drawing/2014/main" id="{15E7EA08-B5CE-4361-353C-C32F9904F518}"/>
              </a:ext>
            </a:extLst>
          </p:cNvPr>
          <p:cNvSpPr/>
          <p:nvPr/>
        </p:nvSpPr>
        <p:spPr>
          <a:xfrm>
            <a:off x="203760" y="998280"/>
            <a:ext cx="8852760" cy="557385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sz="2000" b="1" strike="noStrike" spc="-1" dirty="0">
                <a:solidFill>
                  <a:srgbClr val="000000"/>
                </a:solidFill>
                <a:latin typeface="Times New Roman"/>
              </a:rPr>
              <a:t>MAVROS</a:t>
            </a:r>
          </a:p>
          <a:p>
            <a:pPr marL="800280" lvl="1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sz="2000" b="1" spc="-1" dirty="0">
                <a:solidFill>
                  <a:srgbClr val="000000"/>
                </a:solidFill>
                <a:latin typeface="Times New Roman"/>
              </a:rPr>
              <a:t>Single node(/</a:t>
            </a:r>
            <a:r>
              <a:rPr lang="en-US" sz="2000" b="1" spc="-1" dirty="0" err="1">
                <a:solidFill>
                  <a:srgbClr val="000000"/>
                </a:solidFill>
                <a:latin typeface="Times New Roman"/>
              </a:rPr>
              <a:t>mavros</a:t>
            </a:r>
            <a:r>
              <a:rPr lang="en-US" sz="2000" b="1" spc="-1" dirty="0">
                <a:solidFill>
                  <a:srgbClr val="000000"/>
                </a:solidFill>
                <a:latin typeface="Times New Roman"/>
              </a:rPr>
              <a:t>/</a:t>
            </a:r>
            <a:r>
              <a:rPr lang="en-US" sz="2000" b="1" spc="-1" dirty="0" err="1">
                <a:solidFill>
                  <a:srgbClr val="000000"/>
                </a:solidFill>
                <a:latin typeface="Times New Roman"/>
              </a:rPr>
              <a:t>mavros_node</a:t>
            </a:r>
            <a:r>
              <a:rPr lang="en-US" sz="2000" b="1" spc="-1" dirty="0">
                <a:solidFill>
                  <a:srgbClr val="000000"/>
                </a:solidFill>
                <a:latin typeface="Times New Roman"/>
              </a:rPr>
              <a:t>)</a:t>
            </a:r>
          </a:p>
          <a:p>
            <a:pPr marL="800280" lvl="1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sz="2000" b="1" strike="noStrike" spc="-1" dirty="0">
                <a:solidFill>
                  <a:srgbClr val="000000"/>
                </a:solidFill>
                <a:latin typeface="Times New Roman"/>
              </a:rPr>
              <a:t>Plugin </a:t>
            </a:r>
            <a:r>
              <a:rPr lang="ko-KR" altLang="en-US" sz="2000" b="1" strike="noStrike" spc="-1" dirty="0">
                <a:solidFill>
                  <a:srgbClr val="000000"/>
                </a:solidFill>
                <a:latin typeface="Times New Roman"/>
              </a:rPr>
              <a:t>기반</a:t>
            </a: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(/</a:t>
            </a:r>
            <a:r>
              <a:rPr lang="en-US" altLang="ko-KR" sz="2000" b="1" spc="-1" dirty="0" err="1">
                <a:solidFill>
                  <a:srgbClr val="000000"/>
                </a:solidFill>
                <a:latin typeface="Times New Roman"/>
              </a:rPr>
              <a:t>mavros</a:t>
            </a: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/setpoint,</a:t>
            </a:r>
            <a:r>
              <a:rPr lang="ko-KR" altLang="en-US" sz="2000" b="1" spc="-1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/</a:t>
            </a:r>
            <a:r>
              <a:rPr lang="en-US" altLang="ko-KR" sz="2000" b="1" spc="-1" dirty="0" err="1">
                <a:solidFill>
                  <a:srgbClr val="000000"/>
                </a:solidFill>
                <a:latin typeface="Times New Roman"/>
              </a:rPr>
              <a:t>mavros</a:t>
            </a: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/</a:t>
            </a:r>
            <a:r>
              <a:rPr lang="en-US" altLang="ko-KR" sz="2000" b="1" spc="-1" dirty="0" err="1">
                <a:solidFill>
                  <a:srgbClr val="000000"/>
                </a:solidFill>
                <a:latin typeface="Times New Roman"/>
              </a:rPr>
              <a:t>localposition</a:t>
            </a: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, /</a:t>
            </a:r>
            <a:r>
              <a:rPr lang="en-US" altLang="ko-KR" sz="2000" b="1" spc="-1" dirty="0" err="1">
                <a:solidFill>
                  <a:srgbClr val="000000"/>
                </a:solidFill>
                <a:latin typeface="Times New Roman"/>
              </a:rPr>
              <a:t>mavros</a:t>
            </a: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/velocity…)</a:t>
            </a:r>
          </a:p>
          <a:p>
            <a:pPr marL="800280" lvl="1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ko-KR" altLang="en-US" sz="2000" b="1" spc="-1" dirty="0">
                <a:solidFill>
                  <a:srgbClr val="000000"/>
                </a:solidFill>
                <a:latin typeface="Times New Roman"/>
              </a:rPr>
              <a:t>중앙 </a:t>
            </a: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queue </a:t>
            </a:r>
          </a:p>
          <a:p>
            <a:pPr lvl="2">
              <a:lnSpc>
                <a:spcPct val="150000"/>
              </a:lnSpc>
              <a:buClr>
                <a:srgbClr val="000000"/>
              </a:buClr>
            </a:pPr>
            <a:endParaRPr lang="en-US" sz="2000" b="1" strike="noStrike" spc="-1" dirty="0">
              <a:solidFill>
                <a:srgbClr val="000000"/>
              </a:solidFill>
              <a:latin typeface="Times New Roman"/>
            </a:endParaRPr>
          </a:p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endParaRPr lang="en-US" sz="2000" b="1" spc="-1" dirty="0">
              <a:solidFill>
                <a:srgbClr val="000000"/>
              </a:solidFill>
              <a:latin typeface="Times New Roman"/>
            </a:endParaRPr>
          </a:p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endParaRPr lang="en-US" sz="2000" b="1" spc="-1" dirty="0">
              <a:solidFill>
                <a:srgbClr val="000000"/>
              </a:solidFill>
              <a:latin typeface="Times New Roman"/>
            </a:endParaRPr>
          </a:p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sz="2000" b="1" spc="-1" dirty="0">
                <a:solidFill>
                  <a:srgbClr val="000000"/>
                </a:solidFill>
                <a:latin typeface="Times New Roman"/>
              </a:rPr>
              <a:t>Latency </a:t>
            </a:r>
            <a:r>
              <a:rPr lang="ko-KR" altLang="en-US" sz="2000" b="1" spc="-1" dirty="0">
                <a:solidFill>
                  <a:srgbClr val="000000"/>
                </a:solidFill>
                <a:latin typeface="Times New Roman"/>
              </a:rPr>
              <a:t>원인</a:t>
            </a: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: </a:t>
            </a:r>
            <a:r>
              <a:rPr lang="ko-KR" altLang="en-US" sz="2000" b="1" spc="-1" dirty="0">
                <a:solidFill>
                  <a:srgbClr val="000000"/>
                </a:solidFill>
                <a:latin typeface="Times New Roman"/>
              </a:rPr>
              <a:t>중앙 </a:t>
            </a: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queue</a:t>
            </a:r>
            <a:r>
              <a:rPr lang="ko-KR" altLang="en-US" sz="2000" b="1" spc="-1" dirty="0">
                <a:solidFill>
                  <a:srgbClr val="000000"/>
                </a:solidFill>
                <a:latin typeface="Times New Roman"/>
              </a:rPr>
              <a:t>에서 명령이 밀림</a:t>
            </a:r>
            <a:endParaRPr lang="en-US" sz="2000" b="1" spc="-1" dirty="0">
              <a:solidFill>
                <a:srgbClr val="000000"/>
              </a:solidFill>
              <a:latin typeface="Times New Roman"/>
            </a:endParaRPr>
          </a:p>
          <a:p>
            <a:pPr marL="800280" lvl="1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sz="2000" b="1" strike="noStrike" spc="-1" dirty="0">
                <a:solidFill>
                  <a:srgbClr val="000000"/>
                </a:solidFill>
                <a:latin typeface="Times New Roman"/>
              </a:rPr>
              <a:t>Plugin </a:t>
            </a:r>
            <a:r>
              <a:rPr lang="ko-KR" altLang="en-US" sz="2000" b="1" strike="noStrike" spc="-1" dirty="0">
                <a:solidFill>
                  <a:srgbClr val="000000"/>
                </a:solidFill>
                <a:latin typeface="Times New Roman"/>
              </a:rPr>
              <a:t>최적화</a:t>
            </a: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: </a:t>
            </a:r>
            <a:r>
              <a:rPr lang="ko-KR" altLang="en-US" sz="2000" b="1" spc="-1" dirty="0">
                <a:solidFill>
                  <a:srgbClr val="000000"/>
                </a:solidFill>
                <a:latin typeface="Times New Roman"/>
              </a:rPr>
              <a:t>사용하지 않는 </a:t>
            </a: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plugin </a:t>
            </a:r>
            <a:r>
              <a:rPr lang="ko-KR" altLang="en-US" sz="2000" b="1" spc="-1" dirty="0">
                <a:solidFill>
                  <a:srgbClr val="000000"/>
                </a:solidFill>
                <a:latin typeface="Times New Roman"/>
              </a:rPr>
              <a:t>종료</a:t>
            </a:r>
            <a:endParaRPr lang="en-US" altLang="ko-KR" sz="2000" b="1" strike="noStrike" spc="-1" dirty="0">
              <a:solidFill>
                <a:srgbClr val="000000"/>
              </a:solidFill>
              <a:latin typeface="Times New Roman"/>
            </a:endParaRPr>
          </a:p>
          <a:p>
            <a:pPr marL="800280" lvl="1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sz="2000" b="1" spc="-1" dirty="0">
                <a:solidFill>
                  <a:srgbClr val="000000"/>
                </a:solidFill>
                <a:latin typeface="Times New Roman"/>
              </a:rPr>
              <a:t>QoS </a:t>
            </a:r>
            <a:r>
              <a:rPr lang="ko-KR" altLang="en-US" sz="2000" b="1" spc="-1" dirty="0">
                <a:solidFill>
                  <a:srgbClr val="000000"/>
                </a:solidFill>
                <a:latin typeface="Times New Roman"/>
              </a:rPr>
              <a:t>조정</a:t>
            </a: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: reliable → </a:t>
            </a:r>
            <a:r>
              <a:rPr lang="en-US" altLang="ko-KR" sz="2000" b="1" spc="-1" dirty="0" err="1">
                <a:solidFill>
                  <a:srgbClr val="000000"/>
                </a:solidFill>
                <a:latin typeface="Times New Roman"/>
              </a:rPr>
              <a:t>besteffort</a:t>
            </a: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(reliable</a:t>
            </a:r>
            <a:r>
              <a:rPr lang="ko-KR" altLang="en-US" sz="2000" b="1" spc="-1" dirty="0">
                <a:solidFill>
                  <a:srgbClr val="000000"/>
                </a:solidFill>
                <a:latin typeface="Times New Roman"/>
              </a:rPr>
              <a:t>의 경우 손실 시 명령 재전송</a:t>
            </a: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)</a:t>
            </a:r>
          </a:p>
          <a:p>
            <a:pPr marL="800280" lvl="1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ko-KR" altLang="en-US" sz="2000" b="1" spc="-1" dirty="0">
                <a:solidFill>
                  <a:srgbClr val="000000"/>
                </a:solidFill>
                <a:latin typeface="Times New Roman"/>
              </a:rPr>
              <a:t>명령 주기 조정</a:t>
            </a: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: 0.01s → 0.1s(PX4 </a:t>
            </a:r>
            <a:r>
              <a:rPr lang="ko-KR" altLang="en-US" sz="2000" b="1" spc="-1" dirty="0">
                <a:solidFill>
                  <a:srgbClr val="000000"/>
                </a:solidFill>
                <a:latin typeface="Times New Roman"/>
              </a:rPr>
              <a:t>명령 처리 시간</a:t>
            </a: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)</a:t>
            </a:r>
          </a:p>
          <a:p>
            <a:pPr marL="457200">
              <a:lnSpc>
                <a:spcPct val="150000"/>
              </a:lnSpc>
              <a:buNone/>
            </a:pPr>
            <a:endParaRPr lang="en-US" sz="2000" b="0" strike="noStrike" spc="-1" dirty="0">
              <a:latin typeface="Arial"/>
            </a:endParaRPr>
          </a:p>
        </p:txBody>
      </p:sp>
      <p:sp>
        <p:nvSpPr>
          <p:cNvPr id="98" name="슬라이드 번호 개체 틀 1">
            <a:extLst>
              <a:ext uri="{FF2B5EF4-FFF2-40B4-BE49-F238E27FC236}">
                <a16:creationId xmlns:a16="http://schemas.microsoft.com/office/drawing/2014/main" id="{D11488A4-BB69-D744-BEB6-41187210C15E}"/>
              </a:ext>
            </a:extLst>
          </p:cNvPr>
          <p:cNvSpPr/>
          <p:nvPr/>
        </p:nvSpPr>
        <p:spPr>
          <a:xfrm>
            <a:off x="8722440" y="6536520"/>
            <a:ext cx="381960" cy="27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r">
              <a:lnSpc>
                <a:spcPct val="100000"/>
              </a:lnSpc>
              <a:buNone/>
            </a:pPr>
            <a:fld id="{243F38BE-55AA-47C9-BA17-A67472B77F94}" type="slidenum">
              <a:rPr lang="en-US" sz="1400" b="1" strike="noStrike" spc="-1">
                <a:solidFill>
                  <a:srgbClr val="3B3838"/>
                </a:solidFill>
                <a:latin typeface="Times New Roman"/>
                <a:ea typeface="DejaVu Sans"/>
              </a:rPr>
              <a:t>5</a:t>
            </a:fld>
            <a:endParaRPr lang="en-US" sz="1400" b="0" strike="noStrike" spc="-1">
              <a:latin typeface="Arial"/>
            </a:endParaRPr>
          </a:p>
        </p:txBody>
      </p:sp>
      <p:pic>
        <p:nvPicPr>
          <p:cNvPr id="99" name="그림 14">
            <a:extLst>
              <a:ext uri="{FF2B5EF4-FFF2-40B4-BE49-F238E27FC236}">
                <a16:creationId xmlns:a16="http://schemas.microsoft.com/office/drawing/2014/main" id="{9370FEC5-BCEA-184B-C8F2-4B6A9A249874}"/>
              </a:ext>
            </a:extLst>
          </p:cNvPr>
          <p:cNvPicPr/>
          <p:nvPr/>
        </p:nvPicPr>
        <p:blipFill>
          <a:blip r:embed="rId2"/>
          <a:srcRect r="48421"/>
          <a:stretch/>
        </p:blipFill>
        <p:spPr>
          <a:xfrm>
            <a:off x="87480" y="6492960"/>
            <a:ext cx="860760" cy="282240"/>
          </a:xfrm>
          <a:prstGeom prst="rect">
            <a:avLst/>
          </a:prstGeom>
          <a:ln w="0">
            <a:noFill/>
          </a:ln>
        </p:spPr>
      </p:pic>
      <p:sp>
        <p:nvSpPr>
          <p:cNvPr id="100" name="Title 2">
            <a:extLst>
              <a:ext uri="{FF2B5EF4-FFF2-40B4-BE49-F238E27FC236}">
                <a16:creationId xmlns:a16="http://schemas.microsoft.com/office/drawing/2014/main" id="{90DA3A5A-EFCF-5D1F-1A2B-59B48BC568A3}"/>
              </a:ext>
            </a:extLst>
          </p:cNvPr>
          <p:cNvSpPr/>
          <p:nvPr/>
        </p:nvSpPr>
        <p:spPr>
          <a:xfrm>
            <a:off x="203760" y="110160"/>
            <a:ext cx="8683200" cy="724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3600" b="1" spc="-1" dirty="0">
                <a:solidFill>
                  <a:srgbClr val="002060"/>
                </a:solidFill>
                <a:latin typeface="Times New Roman"/>
                <a:ea typeface="DejaVu Sans"/>
              </a:rPr>
              <a:t>Latency test: MAVROS</a:t>
            </a:r>
            <a:endParaRPr lang="en-US" sz="3600" b="1" strike="noStrike" spc="-1" dirty="0">
              <a:solidFill>
                <a:srgbClr val="002060"/>
              </a:solidFill>
              <a:latin typeface="Times New Roman"/>
              <a:ea typeface="DejaVu Sans"/>
            </a:endParaRPr>
          </a:p>
        </p:txBody>
      </p:sp>
      <p:sp>
        <p:nvSpPr>
          <p:cNvPr id="101" name="직사각형 33">
            <a:extLst>
              <a:ext uri="{FF2B5EF4-FFF2-40B4-BE49-F238E27FC236}">
                <a16:creationId xmlns:a16="http://schemas.microsoft.com/office/drawing/2014/main" id="{1BCBF2D8-5F64-7EA9-D757-45E266B5516D}"/>
              </a:ext>
            </a:extLst>
          </p:cNvPr>
          <p:cNvSpPr/>
          <p:nvPr/>
        </p:nvSpPr>
        <p:spPr>
          <a:xfrm>
            <a:off x="0" y="867960"/>
            <a:ext cx="9140760" cy="43200"/>
          </a:xfrm>
          <a:prstGeom prst="rect">
            <a:avLst/>
          </a:prstGeom>
          <a:gradFill rotWithShape="0">
            <a:gsLst>
              <a:gs pos="61000">
                <a:srgbClr val="002060"/>
              </a:gs>
              <a:gs pos="100000">
                <a:srgbClr val="C7D5ED"/>
              </a:gs>
            </a:gsLst>
            <a:lin ang="0"/>
          </a:gra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ko-KR" altLang="en-US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E5FB4575-2D98-EEDB-4AAB-A81EF9023C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2810662"/>
              </p:ext>
            </p:extLst>
          </p:nvPr>
        </p:nvGraphicFramePr>
        <p:xfrm>
          <a:off x="1150374" y="2901335"/>
          <a:ext cx="7572070" cy="3708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757207">
                  <a:extLst>
                    <a:ext uri="{9D8B030D-6E8A-4147-A177-3AD203B41FA5}">
                      <a16:colId xmlns:a16="http://schemas.microsoft.com/office/drawing/2014/main" val="2899373491"/>
                    </a:ext>
                  </a:extLst>
                </a:gridCol>
                <a:gridCol w="757207">
                  <a:extLst>
                    <a:ext uri="{9D8B030D-6E8A-4147-A177-3AD203B41FA5}">
                      <a16:colId xmlns:a16="http://schemas.microsoft.com/office/drawing/2014/main" val="1045191015"/>
                    </a:ext>
                  </a:extLst>
                </a:gridCol>
                <a:gridCol w="757207">
                  <a:extLst>
                    <a:ext uri="{9D8B030D-6E8A-4147-A177-3AD203B41FA5}">
                      <a16:colId xmlns:a16="http://schemas.microsoft.com/office/drawing/2014/main" val="3835830397"/>
                    </a:ext>
                  </a:extLst>
                </a:gridCol>
                <a:gridCol w="757207">
                  <a:extLst>
                    <a:ext uri="{9D8B030D-6E8A-4147-A177-3AD203B41FA5}">
                      <a16:colId xmlns:a16="http://schemas.microsoft.com/office/drawing/2014/main" val="2555283496"/>
                    </a:ext>
                  </a:extLst>
                </a:gridCol>
                <a:gridCol w="757207">
                  <a:extLst>
                    <a:ext uri="{9D8B030D-6E8A-4147-A177-3AD203B41FA5}">
                      <a16:colId xmlns:a16="http://schemas.microsoft.com/office/drawing/2014/main" val="2441027007"/>
                    </a:ext>
                  </a:extLst>
                </a:gridCol>
                <a:gridCol w="757207">
                  <a:extLst>
                    <a:ext uri="{9D8B030D-6E8A-4147-A177-3AD203B41FA5}">
                      <a16:colId xmlns:a16="http://schemas.microsoft.com/office/drawing/2014/main" val="10496503"/>
                    </a:ext>
                  </a:extLst>
                </a:gridCol>
                <a:gridCol w="757207">
                  <a:extLst>
                    <a:ext uri="{9D8B030D-6E8A-4147-A177-3AD203B41FA5}">
                      <a16:colId xmlns:a16="http://schemas.microsoft.com/office/drawing/2014/main" val="101047796"/>
                    </a:ext>
                  </a:extLst>
                </a:gridCol>
                <a:gridCol w="757207">
                  <a:extLst>
                    <a:ext uri="{9D8B030D-6E8A-4147-A177-3AD203B41FA5}">
                      <a16:colId xmlns:a16="http://schemas.microsoft.com/office/drawing/2014/main" val="1190183653"/>
                    </a:ext>
                  </a:extLst>
                </a:gridCol>
                <a:gridCol w="757207">
                  <a:extLst>
                    <a:ext uri="{9D8B030D-6E8A-4147-A177-3AD203B41FA5}">
                      <a16:colId xmlns:a16="http://schemas.microsoft.com/office/drawing/2014/main" val="12586900"/>
                    </a:ext>
                  </a:extLst>
                </a:gridCol>
                <a:gridCol w="757207">
                  <a:extLst>
                    <a:ext uri="{9D8B030D-6E8A-4147-A177-3AD203B41FA5}">
                      <a16:colId xmlns:a16="http://schemas.microsoft.com/office/drawing/2014/main" val="66826286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takeoff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takeoff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takeoff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>
                          <a:solidFill>
                            <a:schemeClr val="tx1"/>
                          </a:solidFill>
                        </a:rPr>
                        <a:t>state</a:t>
                      </a:r>
                      <a:endParaRPr lang="ko-KR" altLang="en-US" sz="11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>
                          <a:solidFill>
                            <a:schemeClr val="tx1"/>
                          </a:solidFill>
                        </a:rPr>
                        <a:t>position</a:t>
                      </a:r>
                      <a:endParaRPr lang="ko-KR" altLang="en-US" sz="11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takeoff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takeoff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takeoff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>
                          <a:solidFill>
                            <a:schemeClr val="tx1"/>
                          </a:solidFill>
                        </a:rPr>
                        <a:t>state</a:t>
                      </a:r>
                      <a:endParaRPr lang="ko-KR" altLang="en-US" sz="11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>
                          <a:solidFill>
                            <a:schemeClr val="tx1"/>
                          </a:solidFill>
                        </a:rPr>
                        <a:t>position</a:t>
                      </a:r>
                      <a:endParaRPr lang="ko-KR" altLang="en-US" sz="11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8746365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3714034A-AAE7-08B7-11CB-285FB09DFE62}"/>
              </a:ext>
            </a:extLst>
          </p:cNvPr>
          <p:cNvSpPr txBox="1"/>
          <p:nvPr/>
        </p:nvSpPr>
        <p:spPr>
          <a:xfrm>
            <a:off x="1150374" y="3354508"/>
            <a:ext cx="371675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Offboard mode:</a:t>
            </a:r>
            <a:r>
              <a:rPr lang="ko-KR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takeoff(0.01s)</a:t>
            </a:r>
          </a:p>
          <a:p>
            <a:pPr marL="342900" indent="-342900">
              <a:buAutoNum type="arabicPeriod"/>
            </a:pPr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ko-K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mavros</a:t>
            </a:r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/state(0.1s)</a:t>
            </a:r>
          </a:p>
          <a:p>
            <a:pPr marL="342900" indent="-342900">
              <a:buAutoNum type="arabicPeriod"/>
            </a:pPr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ko-K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mavros</a:t>
            </a:r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/position (0.1s)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9B226A3-ED99-0455-9D88-461AF49303DC}"/>
              </a:ext>
            </a:extLst>
          </p:cNvPr>
          <p:cNvSpPr txBox="1"/>
          <p:nvPr/>
        </p:nvSpPr>
        <p:spPr>
          <a:xfrm>
            <a:off x="6318663" y="3317602"/>
            <a:ext cx="24037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</a:t>
            </a:r>
            <a:r>
              <a:rPr lang="ko-KR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기본으로 실행되는 </a:t>
            </a:r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plugin</a:t>
            </a:r>
          </a:p>
        </p:txBody>
      </p:sp>
    </p:spTree>
    <p:extLst>
      <p:ext uri="{BB962C8B-B14F-4D97-AF65-F5344CB8AC3E}">
        <p14:creationId xmlns:p14="http://schemas.microsoft.com/office/powerpoint/2010/main" val="14785129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8AE9C3-216B-1C18-54E5-8596AED115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TextBox 46">
            <a:extLst>
              <a:ext uri="{FF2B5EF4-FFF2-40B4-BE49-F238E27FC236}">
                <a16:creationId xmlns:a16="http://schemas.microsoft.com/office/drawing/2014/main" id="{85192574-B2D3-414C-E88D-A958A7232D1F}"/>
              </a:ext>
            </a:extLst>
          </p:cNvPr>
          <p:cNvSpPr/>
          <p:nvPr/>
        </p:nvSpPr>
        <p:spPr>
          <a:xfrm>
            <a:off x="203760" y="998280"/>
            <a:ext cx="8852760" cy="188220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altLang="ko-KR" sz="2000" b="1" strike="noStrike" spc="-1" dirty="0">
                <a:solidFill>
                  <a:srgbClr val="000000"/>
                </a:solidFill>
                <a:latin typeface="Times New Roman"/>
              </a:rPr>
              <a:t>Offboard </a:t>
            </a:r>
            <a:r>
              <a:rPr lang="ko-KR" altLang="en-US" sz="2000" b="1" strike="noStrike" spc="-1" dirty="0">
                <a:solidFill>
                  <a:srgbClr val="000000"/>
                </a:solidFill>
                <a:latin typeface="Times New Roman"/>
              </a:rPr>
              <a:t>명령 주기 조정에</a:t>
            </a:r>
            <a:r>
              <a:rPr lang="en-US" altLang="ko-KR" sz="2000" b="1" strike="noStrike" spc="-1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ko-KR" altLang="en-US" sz="2000" b="1" strike="noStrike" spc="-1" dirty="0">
                <a:solidFill>
                  <a:srgbClr val="000000"/>
                </a:solidFill>
                <a:latin typeface="Times New Roman"/>
              </a:rPr>
              <a:t>따른 </a:t>
            </a:r>
            <a:r>
              <a:rPr lang="en-US" altLang="ko-KR" sz="2000" b="1" strike="noStrike" spc="-1" dirty="0">
                <a:solidFill>
                  <a:srgbClr val="000000"/>
                </a:solidFill>
                <a:latin typeface="Times New Roman"/>
              </a:rPr>
              <a:t>latency</a:t>
            </a:r>
          </a:p>
          <a:p>
            <a:pPr marL="800280" lvl="1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sz="2000" b="1" spc="-1" dirty="0">
                <a:solidFill>
                  <a:srgbClr val="000000"/>
                </a:solidFill>
                <a:latin typeface="Times New Roman"/>
              </a:rPr>
              <a:t>1/s: 509.6ms</a:t>
            </a:r>
          </a:p>
          <a:p>
            <a:pPr marL="800280" lvl="1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sz="2000" b="1" spc="-1" dirty="0">
                <a:solidFill>
                  <a:srgbClr val="000000"/>
                </a:solidFill>
                <a:latin typeface="Times New Roman"/>
              </a:rPr>
              <a:t>10/s: 1128.6ms</a:t>
            </a:r>
          </a:p>
          <a:p>
            <a:pPr marL="800280" lvl="1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endParaRPr lang="en-US" sz="2000" b="1" spc="-1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8" name="슬라이드 번호 개체 틀 1">
            <a:extLst>
              <a:ext uri="{FF2B5EF4-FFF2-40B4-BE49-F238E27FC236}">
                <a16:creationId xmlns:a16="http://schemas.microsoft.com/office/drawing/2014/main" id="{D6531D60-902C-7A66-0237-C05AB537C3F6}"/>
              </a:ext>
            </a:extLst>
          </p:cNvPr>
          <p:cNvSpPr/>
          <p:nvPr/>
        </p:nvSpPr>
        <p:spPr>
          <a:xfrm>
            <a:off x="8722440" y="6536520"/>
            <a:ext cx="381960" cy="27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r">
              <a:lnSpc>
                <a:spcPct val="100000"/>
              </a:lnSpc>
              <a:buNone/>
            </a:pPr>
            <a:fld id="{243F38BE-55AA-47C9-BA17-A67472B77F94}" type="slidenum">
              <a:rPr lang="en-US" sz="1400" b="1" strike="noStrike" spc="-1">
                <a:solidFill>
                  <a:srgbClr val="3B3838"/>
                </a:solidFill>
                <a:latin typeface="Times New Roman"/>
                <a:ea typeface="DejaVu Sans"/>
              </a:rPr>
              <a:t>6</a:t>
            </a:fld>
            <a:endParaRPr lang="en-US" sz="1400" b="0" strike="noStrike" spc="-1">
              <a:latin typeface="Arial"/>
            </a:endParaRPr>
          </a:p>
        </p:txBody>
      </p:sp>
      <p:pic>
        <p:nvPicPr>
          <p:cNvPr id="99" name="그림 14">
            <a:extLst>
              <a:ext uri="{FF2B5EF4-FFF2-40B4-BE49-F238E27FC236}">
                <a16:creationId xmlns:a16="http://schemas.microsoft.com/office/drawing/2014/main" id="{A9AAAE27-81C3-0071-B148-04A54208B8FF}"/>
              </a:ext>
            </a:extLst>
          </p:cNvPr>
          <p:cNvPicPr/>
          <p:nvPr/>
        </p:nvPicPr>
        <p:blipFill>
          <a:blip r:embed="rId2"/>
          <a:srcRect r="48421"/>
          <a:stretch/>
        </p:blipFill>
        <p:spPr>
          <a:xfrm>
            <a:off x="87480" y="6492960"/>
            <a:ext cx="860760" cy="282240"/>
          </a:xfrm>
          <a:prstGeom prst="rect">
            <a:avLst/>
          </a:prstGeom>
          <a:ln w="0">
            <a:noFill/>
          </a:ln>
        </p:spPr>
      </p:pic>
      <p:sp>
        <p:nvSpPr>
          <p:cNvPr id="100" name="Title 2">
            <a:extLst>
              <a:ext uri="{FF2B5EF4-FFF2-40B4-BE49-F238E27FC236}">
                <a16:creationId xmlns:a16="http://schemas.microsoft.com/office/drawing/2014/main" id="{9D6E1FCF-5CBB-1C92-19C5-7405C95F05C3}"/>
              </a:ext>
            </a:extLst>
          </p:cNvPr>
          <p:cNvSpPr/>
          <p:nvPr/>
        </p:nvSpPr>
        <p:spPr>
          <a:xfrm>
            <a:off x="203760" y="110160"/>
            <a:ext cx="8683200" cy="724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3600" b="1" spc="-1" dirty="0">
                <a:solidFill>
                  <a:srgbClr val="002060"/>
                </a:solidFill>
                <a:latin typeface="Times New Roman"/>
                <a:ea typeface="DejaVu Sans"/>
              </a:rPr>
              <a:t>Latency test: </a:t>
            </a:r>
            <a:r>
              <a:rPr lang="ko-KR" altLang="en-US" sz="3600" b="1" spc="-1" dirty="0">
                <a:solidFill>
                  <a:srgbClr val="002060"/>
                </a:solidFill>
                <a:latin typeface="Times New Roman"/>
                <a:ea typeface="DejaVu Sans"/>
              </a:rPr>
              <a:t>명령 주기 조정</a:t>
            </a:r>
            <a:endParaRPr lang="en-US" sz="3600" b="1" strike="noStrike" spc="-1" dirty="0">
              <a:solidFill>
                <a:srgbClr val="002060"/>
              </a:solidFill>
              <a:latin typeface="Times New Roman"/>
              <a:ea typeface="DejaVu Sans"/>
            </a:endParaRPr>
          </a:p>
        </p:txBody>
      </p:sp>
      <p:sp>
        <p:nvSpPr>
          <p:cNvPr id="101" name="직사각형 33">
            <a:extLst>
              <a:ext uri="{FF2B5EF4-FFF2-40B4-BE49-F238E27FC236}">
                <a16:creationId xmlns:a16="http://schemas.microsoft.com/office/drawing/2014/main" id="{21ABEB5A-B3AE-7760-AF70-1B335C07D460}"/>
              </a:ext>
            </a:extLst>
          </p:cNvPr>
          <p:cNvSpPr/>
          <p:nvPr/>
        </p:nvSpPr>
        <p:spPr>
          <a:xfrm>
            <a:off x="0" y="867960"/>
            <a:ext cx="9140760" cy="43200"/>
          </a:xfrm>
          <a:prstGeom prst="rect">
            <a:avLst/>
          </a:prstGeom>
          <a:gradFill rotWithShape="0">
            <a:gsLst>
              <a:gs pos="61000">
                <a:srgbClr val="002060"/>
              </a:gs>
              <a:gs pos="100000">
                <a:srgbClr val="C7D5ED"/>
              </a:gs>
            </a:gsLst>
            <a:lin ang="0"/>
          </a:gra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ko-KR" altLang="en-US"/>
          </a:p>
        </p:txBody>
      </p:sp>
      <p:graphicFrame>
        <p:nvGraphicFramePr>
          <p:cNvPr id="5" name="차트 4">
            <a:extLst>
              <a:ext uri="{FF2B5EF4-FFF2-40B4-BE49-F238E27FC236}">
                <a16:creationId xmlns:a16="http://schemas.microsoft.com/office/drawing/2014/main" id="{31AF954E-1D33-4A2E-AD18-F7F04A722DD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12521115"/>
              </p:ext>
            </p:extLst>
          </p:nvPr>
        </p:nvGraphicFramePr>
        <p:xfrm>
          <a:off x="948239" y="2432486"/>
          <a:ext cx="6642263" cy="384536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2861166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159D90-36DF-9A12-AF33-C14A275F8B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TextBox 46">
            <a:extLst>
              <a:ext uri="{FF2B5EF4-FFF2-40B4-BE49-F238E27FC236}">
                <a16:creationId xmlns:a16="http://schemas.microsoft.com/office/drawing/2014/main" id="{9077901F-8B02-897D-15D4-E5C55B7B7DDB}"/>
              </a:ext>
            </a:extLst>
          </p:cNvPr>
          <p:cNvSpPr/>
          <p:nvPr/>
        </p:nvSpPr>
        <p:spPr>
          <a:xfrm>
            <a:off x="203760" y="998280"/>
            <a:ext cx="8852760" cy="188220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altLang="ko-KR" sz="2000" b="1" strike="noStrike" spc="-1" dirty="0">
                <a:solidFill>
                  <a:srgbClr val="000000"/>
                </a:solidFill>
                <a:latin typeface="Times New Roman"/>
              </a:rPr>
              <a:t>QoS </a:t>
            </a:r>
            <a:r>
              <a:rPr lang="ko-KR" altLang="en-US" sz="2000" b="1" strike="noStrike" spc="-1" dirty="0">
                <a:solidFill>
                  <a:srgbClr val="000000"/>
                </a:solidFill>
                <a:latin typeface="Times New Roman"/>
              </a:rPr>
              <a:t>조정에 따른 </a:t>
            </a:r>
            <a:r>
              <a:rPr lang="en-US" altLang="ko-KR" sz="2000" b="1" strike="noStrike" spc="-1" dirty="0">
                <a:solidFill>
                  <a:srgbClr val="000000"/>
                </a:solidFill>
                <a:latin typeface="Times New Roman"/>
              </a:rPr>
              <a:t>latency(rate: 1/s)</a:t>
            </a:r>
          </a:p>
          <a:p>
            <a:pPr marL="800280" lvl="1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sz="2000" b="1" spc="-1" dirty="0" err="1">
                <a:solidFill>
                  <a:srgbClr val="000000"/>
                </a:solidFill>
                <a:latin typeface="Times New Roman"/>
              </a:rPr>
              <a:t>besteffort</a:t>
            </a:r>
            <a:r>
              <a:rPr lang="en-US" sz="2000" b="1" spc="-1" dirty="0">
                <a:solidFill>
                  <a:srgbClr val="000000"/>
                </a:solidFill>
                <a:latin typeface="Times New Roman"/>
              </a:rPr>
              <a:t>: 726.8ms</a:t>
            </a:r>
          </a:p>
          <a:p>
            <a:pPr marL="800280" lvl="1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sz="2000" b="1" spc="-1" dirty="0">
                <a:solidFill>
                  <a:srgbClr val="000000"/>
                </a:solidFill>
                <a:latin typeface="Times New Roman"/>
              </a:rPr>
              <a:t>reliable: 639.2ms</a:t>
            </a:r>
          </a:p>
          <a:p>
            <a:pPr marL="800280" lvl="1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endParaRPr lang="en-US" sz="2000" b="1" spc="-1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8" name="슬라이드 번호 개체 틀 1">
            <a:extLst>
              <a:ext uri="{FF2B5EF4-FFF2-40B4-BE49-F238E27FC236}">
                <a16:creationId xmlns:a16="http://schemas.microsoft.com/office/drawing/2014/main" id="{4852268F-22D4-8126-07C8-C682A3F44561}"/>
              </a:ext>
            </a:extLst>
          </p:cNvPr>
          <p:cNvSpPr/>
          <p:nvPr/>
        </p:nvSpPr>
        <p:spPr>
          <a:xfrm>
            <a:off x="8722440" y="6536520"/>
            <a:ext cx="381960" cy="27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r">
              <a:lnSpc>
                <a:spcPct val="100000"/>
              </a:lnSpc>
              <a:buNone/>
            </a:pPr>
            <a:fld id="{243F38BE-55AA-47C9-BA17-A67472B77F94}" type="slidenum">
              <a:rPr lang="en-US" sz="1400" b="1" strike="noStrike" spc="-1">
                <a:solidFill>
                  <a:srgbClr val="3B3838"/>
                </a:solidFill>
                <a:latin typeface="Times New Roman"/>
                <a:ea typeface="DejaVu Sans"/>
              </a:rPr>
              <a:t>7</a:t>
            </a:fld>
            <a:endParaRPr lang="en-US" sz="1400" b="0" strike="noStrike" spc="-1">
              <a:latin typeface="Arial"/>
            </a:endParaRPr>
          </a:p>
        </p:txBody>
      </p:sp>
      <p:pic>
        <p:nvPicPr>
          <p:cNvPr id="99" name="그림 14">
            <a:extLst>
              <a:ext uri="{FF2B5EF4-FFF2-40B4-BE49-F238E27FC236}">
                <a16:creationId xmlns:a16="http://schemas.microsoft.com/office/drawing/2014/main" id="{CD912CBA-3B6C-EBFC-F0D0-C110EF135825}"/>
              </a:ext>
            </a:extLst>
          </p:cNvPr>
          <p:cNvPicPr/>
          <p:nvPr/>
        </p:nvPicPr>
        <p:blipFill>
          <a:blip r:embed="rId2"/>
          <a:srcRect r="48421"/>
          <a:stretch/>
        </p:blipFill>
        <p:spPr>
          <a:xfrm>
            <a:off x="87480" y="6492960"/>
            <a:ext cx="860760" cy="282240"/>
          </a:xfrm>
          <a:prstGeom prst="rect">
            <a:avLst/>
          </a:prstGeom>
          <a:ln w="0">
            <a:noFill/>
          </a:ln>
        </p:spPr>
      </p:pic>
      <p:sp>
        <p:nvSpPr>
          <p:cNvPr id="100" name="Title 2">
            <a:extLst>
              <a:ext uri="{FF2B5EF4-FFF2-40B4-BE49-F238E27FC236}">
                <a16:creationId xmlns:a16="http://schemas.microsoft.com/office/drawing/2014/main" id="{EB033269-B002-8325-4384-533D43493815}"/>
              </a:ext>
            </a:extLst>
          </p:cNvPr>
          <p:cNvSpPr/>
          <p:nvPr/>
        </p:nvSpPr>
        <p:spPr>
          <a:xfrm>
            <a:off x="203760" y="110160"/>
            <a:ext cx="8683200" cy="724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3600" b="1" spc="-1" dirty="0">
                <a:solidFill>
                  <a:srgbClr val="002060"/>
                </a:solidFill>
                <a:latin typeface="Times New Roman"/>
                <a:ea typeface="DejaVu Sans"/>
              </a:rPr>
              <a:t>Latency test: QoS </a:t>
            </a:r>
            <a:r>
              <a:rPr lang="ko-KR" altLang="en-US" sz="3600" b="1" spc="-1" dirty="0">
                <a:solidFill>
                  <a:srgbClr val="002060"/>
                </a:solidFill>
                <a:latin typeface="Times New Roman"/>
                <a:ea typeface="DejaVu Sans"/>
              </a:rPr>
              <a:t>조정</a:t>
            </a:r>
            <a:endParaRPr lang="en-US" sz="3600" b="1" strike="noStrike" spc="-1" dirty="0">
              <a:solidFill>
                <a:srgbClr val="002060"/>
              </a:solidFill>
              <a:latin typeface="Times New Roman"/>
              <a:ea typeface="DejaVu Sans"/>
            </a:endParaRPr>
          </a:p>
        </p:txBody>
      </p:sp>
      <p:sp>
        <p:nvSpPr>
          <p:cNvPr id="101" name="직사각형 33">
            <a:extLst>
              <a:ext uri="{FF2B5EF4-FFF2-40B4-BE49-F238E27FC236}">
                <a16:creationId xmlns:a16="http://schemas.microsoft.com/office/drawing/2014/main" id="{AA9D426B-4EC3-4FA1-4454-8AC02EED012A}"/>
              </a:ext>
            </a:extLst>
          </p:cNvPr>
          <p:cNvSpPr/>
          <p:nvPr/>
        </p:nvSpPr>
        <p:spPr>
          <a:xfrm>
            <a:off x="0" y="867960"/>
            <a:ext cx="9140760" cy="43200"/>
          </a:xfrm>
          <a:prstGeom prst="rect">
            <a:avLst/>
          </a:prstGeom>
          <a:gradFill rotWithShape="0">
            <a:gsLst>
              <a:gs pos="61000">
                <a:srgbClr val="002060"/>
              </a:gs>
              <a:gs pos="100000">
                <a:srgbClr val="C7D5ED"/>
              </a:gs>
            </a:gsLst>
            <a:lin ang="0"/>
          </a:gra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ko-KR" altLang="en-US"/>
          </a:p>
        </p:txBody>
      </p:sp>
      <p:graphicFrame>
        <p:nvGraphicFramePr>
          <p:cNvPr id="2" name="차트 1">
            <a:extLst>
              <a:ext uri="{FF2B5EF4-FFF2-40B4-BE49-F238E27FC236}">
                <a16:creationId xmlns:a16="http://schemas.microsoft.com/office/drawing/2014/main" id="{10E4B9ED-78B1-3C4F-8FA2-07A1F617BB1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46482956"/>
              </p:ext>
            </p:extLst>
          </p:nvPr>
        </p:nvGraphicFramePr>
        <p:xfrm>
          <a:off x="948240" y="2429013"/>
          <a:ext cx="7296048" cy="379480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AC46F6BA-EE6E-B043-AC79-5409F00DAFFE}"/>
              </a:ext>
            </a:extLst>
          </p:cNvPr>
          <p:cNvSpPr txBox="1"/>
          <p:nvPr/>
        </p:nvSpPr>
        <p:spPr>
          <a:xfrm>
            <a:off x="3646918" y="1468685"/>
            <a:ext cx="3331029" cy="960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Median: 592.0ms</a:t>
            </a:r>
          </a:p>
          <a:p>
            <a:pPr>
              <a:lnSpc>
                <a:spcPct val="150000"/>
              </a:lnSpc>
              <a:buClr>
                <a:srgbClr val="000000"/>
              </a:buClr>
            </a:pP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                     606.2ms</a:t>
            </a:r>
          </a:p>
        </p:txBody>
      </p:sp>
    </p:spTree>
    <p:extLst>
      <p:ext uri="{BB962C8B-B14F-4D97-AF65-F5344CB8AC3E}">
        <p14:creationId xmlns:p14="http://schemas.microsoft.com/office/powerpoint/2010/main" val="3760552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32A515-59CB-48CA-799B-1318309018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TextBox 46">
            <a:extLst>
              <a:ext uri="{FF2B5EF4-FFF2-40B4-BE49-F238E27FC236}">
                <a16:creationId xmlns:a16="http://schemas.microsoft.com/office/drawing/2014/main" id="{1826135B-B0A2-41C7-AE58-10CBF1619C55}"/>
              </a:ext>
            </a:extLst>
          </p:cNvPr>
          <p:cNvSpPr/>
          <p:nvPr/>
        </p:nvSpPr>
        <p:spPr>
          <a:xfrm>
            <a:off x="203760" y="998280"/>
            <a:ext cx="8852760" cy="188220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ko-KR" altLang="en-US" sz="2000" b="1" strike="noStrike" spc="-1" dirty="0">
                <a:solidFill>
                  <a:srgbClr val="000000"/>
                </a:solidFill>
                <a:latin typeface="Times New Roman"/>
              </a:rPr>
              <a:t>실행중인 </a:t>
            </a:r>
            <a:r>
              <a:rPr lang="en-US" altLang="ko-KR" sz="2000" b="1" strike="noStrike" spc="-1" dirty="0">
                <a:solidFill>
                  <a:srgbClr val="000000"/>
                </a:solidFill>
                <a:latin typeface="Times New Roman"/>
              </a:rPr>
              <a:t>plugin</a:t>
            </a:r>
            <a:r>
              <a:rPr lang="ko-KR" altLang="en-US" sz="2000" b="1" strike="noStrike" spc="-1" dirty="0">
                <a:solidFill>
                  <a:srgbClr val="000000"/>
                </a:solidFill>
                <a:latin typeface="Times New Roman"/>
              </a:rPr>
              <a:t>에 따른 </a:t>
            </a:r>
            <a:r>
              <a:rPr lang="en-US" altLang="ko-KR" sz="2000" b="1" strike="noStrike" spc="-1" dirty="0">
                <a:solidFill>
                  <a:srgbClr val="000000"/>
                </a:solidFill>
                <a:latin typeface="Times New Roman"/>
              </a:rPr>
              <a:t>latency(rate: 1/s)</a:t>
            </a:r>
          </a:p>
          <a:p>
            <a:pPr marL="800280" lvl="1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sz="2000" b="1" spc="-1" dirty="0">
                <a:solidFill>
                  <a:srgbClr val="000000"/>
                </a:solidFill>
                <a:latin typeface="Times New Roman"/>
              </a:rPr>
              <a:t>1/s: 509.6ms</a:t>
            </a:r>
          </a:p>
          <a:p>
            <a:pPr marL="800280" lvl="1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sz="2000" b="1" spc="-1" dirty="0">
                <a:solidFill>
                  <a:srgbClr val="000000"/>
                </a:solidFill>
                <a:latin typeface="Times New Roman"/>
              </a:rPr>
              <a:t>Many plugin: 1351.1ms</a:t>
            </a:r>
          </a:p>
          <a:p>
            <a:pPr marL="800280" lvl="1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endParaRPr lang="en-US" sz="2000" b="1" spc="-1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8" name="슬라이드 번호 개체 틀 1">
            <a:extLst>
              <a:ext uri="{FF2B5EF4-FFF2-40B4-BE49-F238E27FC236}">
                <a16:creationId xmlns:a16="http://schemas.microsoft.com/office/drawing/2014/main" id="{FBB54507-AFD8-6831-3692-976698980B1F}"/>
              </a:ext>
            </a:extLst>
          </p:cNvPr>
          <p:cNvSpPr/>
          <p:nvPr/>
        </p:nvSpPr>
        <p:spPr>
          <a:xfrm>
            <a:off x="8722440" y="6536520"/>
            <a:ext cx="381960" cy="27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r">
              <a:lnSpc>
                <a:spcPct val="100000"/>
              </a:lnSpc>
              <a:buNone/>
            </a:pPr>
            <a:fld id="{243F38BE-55AA-47C9-BA17-A67472B77F94}" type="slidenum">
              <a:rPr lang="en-US" sz="1400" b="1" strike="noStrike" spc="-1">
                <a:solidFill>
                  <a:srgbClr val="3B3838"/>
                </a:solidFill>
                <a:latin typeface="Times New Roman"/>
                <a:ea typeface="DejaVu Sans"/>
              </a:rPr>
              <a:t>8</a:t>
            </a:fld>
            <a:endParaRPr lang="en-US" sz="1400" b="0" strike="noStrike" spc="-1">
              <a:latin typeface="Arial"/>
            </a:endParaRPr>
          </a:p>
        </p:txBody>
      </p:sp>
      <p:pic>
        <p:nvPicPr>
          <p:cNvPr id="99" name="그림 14">
            <a:extLst>
              <a:ext uri="{FF2B5EF4-FFF2-40B4-BE49-F238E27FC236}">
                <a16:creationId xmlns:a16="http://schemas.microsoft.com/office/drawing/2014/main" id="{D8D75965-E945-463D-B3E3-75CA7CA9B236}"/>
              </a:ext>
            </a:extLst>
          </p:cNvPr>
          <p:cNvPicPr/>
          <p:nvPr/>
        </p:nvPicPr>
        <p:blipFill>
          <a:blip r:embed="rId2"/>
          <a:srcRect r="48421"/>
          <a:stretch/>
        </p:blipFill>
        <p:spPr>
          <a:xfrm>
            <a:off x="87480" y="6492960"/>
            <a:ext cx="860760" cy="282240"/>
          </a:xfrm>
          <a:prstGeom prst="rect">
            <a:avLst/>
          </a:prstGeom>
          <a:ln w="0">
            <a:noFill/>
          </a:ln>
        </p:spPr>
      </p:pic>
      <p:sp>
        <p:nvSpPr>
          <p:cNvPr id="100" name="Title 2">
            <a:extLst>
              <a:ext uri="{FF2B5EF4-FFF2-40B4-BE49-F238E27FC236}">
                <a16:creationId xmlns:a16="http://schemas.microsoft.com/office/drawing/2014/main" id="{5B4B5807-C5AA-EDDB-1189-77BDC6B25788}"/>
              </a:ext>
            </a:extLst>
          </p:cNvPr>
          <p:cNvSpPr/>
          <p:nvPr/>
        </p:nvSpPr>
        <p:spPr>
          <a:xfrm>
            <a:off x="203760" y="110160"/>
            <a:ext cx="8683200" cy="724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3600" b="1" spc="-1" dirty="0">
                <a:solidFill>
                  <a:srgbClr val="002060"/>
                </a:solidFill>
                <a:latin typeface="Times New Roman"/>
                <a:ea typeface="DejaVu Sans"/>
              </a:rPr>
              <a:t>Latency test: Plugin </a:t>
            </a:r>
            <a:r>
              <a:rPr lang="ko-KR" altLang="en-US" sz="3600" b="1" spc="-1" dirty="0">
                <a:solidFill>
                  <a:srgbClr val="002060"/>
                </a:solidFill>
                <a:latin typeface="Times New Roman"/>
                <a:ea typeface="DejaVu Sans"/>
              </a:rPr>
              <a:t>최적화</a:t>
            </a:r>
            <a:endParaRPr lang="en-US" sz="3600" b="1" strike="noStrike" spc="-1" dirty="0">
              <a:solidFill>
                <a:srgbClr val="002060"/>
              </a:solidFill>
              <a:latin typeface="Times New Roman"/>
              <a:ea typeface="DejaVu Sans"/>
            </a:endParaRPr>
          </a:p>
        </p:txBody>
      </p:sp>
      <p:sp>
        <p:nvSpPr>
          <p:cNvPr id="101" name="직사각형 33">
            <a:extLst>
              <a:ext uri="{FF2B5EF4-FFF2-40B4-BE49-F238E27FC236}">
                <a16:creationId xmlns:a16="http://schemas.microsoft.com/office/drawing/2014/main" id="{3FE67928-03C0-71A8-7E24-C861A105C837}"/>
              </a:ext>
            </a:extLst>
          </p:cNvPr>
          <p:cNvSpPr/>
          <p:nvPr/>
        </p:nvSpPr>
        <p:spPr>
          <a:xfrm>
            <a:off x="0" y="867960"/>
            <a:ext cx="9140760" cy="43200"/>
          </a:xfrm>
          <a:prstGeom prst="rect">
            <a:avLst/>
          </a:prstGeom>
          <a:gradFill rotWithShape="0">
            <a:gsLst>
              <a:gs pos="61000">
                <a:srgbClr val="002060"/>
              </a:gs>
              <a:gs pos="100000">
                <a:srgbClr val="C7D5ED"/>
              </a:gs>
            </a:gsLst>
            <a:lin ang="0"/>
          </a:gra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ko-KR" altLang="en-US"/>
          </a:p>
        </p:txBody>
      </p:sp>
      <p:graphicFrame>
        <p:nvGraphicFramePr>
          <p:cNvPr id="6" name="차트 5">
            <a:extLst>
              <a:ext uri="{FF2B5EF4-FFF2-40B4-BE49-F238E27FC236}">
                <a16:creationId xmlns:a16="http://schemas.microsoft.com/office/drawing/2014/main" id="{DA5C22B6-9CF8-BC69-AFF0-5C82EB0B81F1}"/>
              </a:ext>
            </a:extLst>
          </p:cNvPr>
          <p:cNvGraphicFramePr>
            <a:graphicFrameLocks/>
          </p:cNvGraphicFramePr>
          <p:nvPr/>
        </p:nvGraphicFramePr>
        <p:xfrm>
          <a:off x="1018578" y="2422127"/>
          <a:ext cx="6748676" cy="343759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" name="직사각형 1">
            <a:extLst>
              <a:ext uri="{FF2B5EF4-FFF2-40B4-BE49-F238E27FC236}">
                <a16:creationId xmlns:a16="http://schemas.microsoft.com/office/drawing/2014/main" id="{0EDF6842-27CD-A287-74EA-A7161F639AA1}"/>
              </a:ext>
            </a:extLst>
          </p:cNvPr>
          <p:cNvSpPr/>
          <p:nvPr/>
        </p:nvSpPr>
        <p:spPr>
          <a:xfrm>
            <a:off x="1018578" y="2864233"/>
            <a:ext cx="6748676" cy="206739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34231434-4C44-FB18-0042-25C7F5119B43}"/>
              </a:ext>
            </a:extLst>
          </p:cNvPr>
          <p:cNvSpPr/>
          <p:nvPr/>
        </p:nvSpPr>
        <p:spPr>
          <a:xfrm>
            <a:off x="1018578" y="3862898"/>
            <a:ext cx="6748676" cy="206740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664965A-3A59-D0B1-AABF-418E8E824E33}"/>
              </a:ext>
            </a:extLst>
          </p:cNvPr>
          <p:cNvSpPr/>
          <p:nvPr/>
        </p:nvSpPr>
        <p:spPr>
          <a:xfrm>
            <a:off x="1018578" y="5283097"/>
            <a:ext cx="6748676" cy="206741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739692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그림 4"/>
          <p:cNvPicPr/>
          <p:nvPr/>
        </p:nvPicPr>
        <p:blipFill>
          <a:blip r:embed="rId3"/>
          <a:stretch/>
        </p:blipFill>
        <p:spPr>
          <a:xfrm>
            <a:off x="4005000" y="2738520"/>
            <a:ext cx="1131120" cy="1131120"/>
          </a:xfrm>
          <a:prstGeom prst="rect">
            <a:avLst/>
          </a:prstGeom>
          <a:ln w="0">
            <a:noFill/>
          </a:ln>
        </p:spPr>
      </p:pic>
      <p:sp>
        <p:nvSpPr>
          <p:cNvPr id="151" name="직사각형 9"/>
          <p:cNvSpPr/>
          <p:nvPr/>
        </p:nvSpPr>
        <p:spPr>
          <a:xfrm>
            <a:off x="0" y="4390560"/>
            <a:ext cx="9140760" cy="141120"/>
          </a:xfrm>
          <a:prstGeom prst="rect">
            <a:avLst/>
          </a:prstGeom>
          <a:gradFill rotWithShape="0">
            <a:gsLst>
              <a:gs pos="61000">
                <a:srgbClr val="002060"/>
              </a:gs>
              <a:gs pos="100000">
                <a:srgbClr val="C7D5ED"/>
              </a:gs>
            </a:gsLst>
            <a:lin ang="0"/>
          </a:gra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ko-KR" altLang="en-US"/>
          </a:p>
        </p:txBody>
      </p:sp>
      <p:sp>
        <p:nvSpPr>
          <p:cNvPr id="152" name="직사각형 10"/>
          <p:cNvSpPr/>
          <p:nvPr/>
        </p:nvSpPr>
        <p:spPr>
          <a:xfrm>
            <a:off x="3265920" y="1940760"/>
            <a:ext cx="2608560" cy="577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3200" b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Thank you</a:t>
            </a:r>
            <a:endParaRPr lang="en-US" sz="3200" b="0" strike="noStrike" spc="-1">
              <a:latin typeface="Arial"/>
            </a:endParaRPr>
          </a:p>
        </p:txBody>
      </p:sp>
      <p:pic>
        <p:nvPicPr>
          <p:cNvPr id="153" name="그림 7"/>
          <p:cNvPicPr/>
          <p:nvPr/>
        </p:nvPicPr>
        <p:blipFill>
          <a:blip r:embed="rId4"/>
          <a:srcRect r="48421"/>
          <a:stretch/>
        </p:blipFill>
        <p:spPr>
          <a:xfrm>
            <a:off x="3922920" y="5087520"/>
            <a:ext cx="1295280" cy="425880"/>
          </a:xfrm>
          <a:prstGeom prst="rect">
            <a:avLst/>
          </a:prstGeom>
          <a:ln w="0">
            <a:noFill/>
          </a:ln>
        </p:spPr>
      </p:pic>
      <p:pic>
        <p:nvPicPr>
          <p:cNvPr id="154" name="그림 12"/>
          <p:cNvPicPr/>
          <p:nvPr/>
        </p:nvPicPr>
        <p:blipFill>
          <a:blip r:embed="rId5"/>
          <a:stretch/>
        </p:blipFill>
        <p:spPr>
          <a:xfrm>
            <a:off x="126720" y="143640"/>
            <a:ext cx="1225080" cy="251280"/>
          </a:xfrm>
          <a:prstGeom prst="rect">
            <a:avLst/>
          </a:prstGeom>
          <a:ln w="0">
            <a:noFill/>
          </a:ln>
        </p:spPr>
      </p:pic>
      <p:sp>
        <p:nvSpPr>
          <p:cNvPr id="155" name="TextBox 13"/>
          <p:cNvSpPr/>
          <p:nvPr/>
        </p:nvSpPr>
        <p:spPr>
          <a:xfrm>
            <a:off x="4508640" y="68040"/>
            <a:ext cx="4568760" cy="357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>
              <a:lnSpc>
                <a:spcPct val="110000"/>
              </a:lnSpc>
              <a:buNone/>
            </a:pPr>
            <a:r>
              <a:rPr lang="en-US" sz="1600" b="0" strike="noStrike" spc="-1">
                <a:solidFill>
                  <a:srgbClr val="3B3838"/>
                </a:solidFill>
                <a:latin typeface="Times New Roman"/>
                <a:ea typeface="DejaVu Sans"/>
              </a:rPr>
              <a:t>Advisor : Hoon Sung Chwa</a:t>
            </a:r>
            <a:endParaRPr lang="en-US" sz="1600" b="0" strike="noStrike" spc="-1">
              <a:latin typeface="Arial"/>
            </a:endParaRPr>
          </a:p>
        </p:txBody>
      </p:sp>
      <p:sp>
        <p:nvSpPr>
          <p:cNvPr id="156" name="TextBox 8"/>
          <p:cNvSpPr/>
          <p:nvPr/>
        </p:nvSpPr>
        <p:spPr>
          <a:xfrm>
            <a:off x="1691280" y="5711400"/>
            <a:ext cx="5758560" cy="892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10000"/>
              </a:lnSpc>
              <a:buNone/>
            </a:pPr>
            <a:r>
              <a:rPr lang="en-US" sz="1600" b="0" strike="noStrike" spc="-1">
                <a:solidFill>
                  <a:srgbClr val="3B3838"/>
                </a:solidFill>
                <a:latin typeface="Times New Roman"/>
                <a:ea typeface="DejaVu Sans"/>
              </a:rPr>
              <a:t>Dept of Electronic Engineering &amp; Computer Science, DGIST</a:t>
            </a:r>
            <a:endParaRPr lang="en-US" sz="1600" b="0" strike="noStrike" spc="-1">
              <a:latin typeface="Arial"/>
            </a:endParaRPr>
          </a:p>
          <a:p>
            <a:pPr algn="ctr">
              <a:lnSpc>
                <a:spcPct val="110000"/>
              </a:lnSpc>
              <a:buNone/>
            </a:pPr>
            <a:r>
              <a:rPr lang="en-US" sz="1600" b="0" strike="noStrike" spc="-1">
                <a:solidFill>
                  <a:srgbClr val="3B3838"/>
                </a:solidFill>
                <a:latin typeface="Times New Roman"/>
                <a:ea typeface="DejaVu Sans"/>
              </a:rPr>
              <a:t>Real-Time Computing Lab </a:t>
            </a:r>
            <a:endParaRPr lang="en-US" sz="1600" b="0" strike="noStrike" spc="-1">
              <a:latin typeface="Arial"/>
            </a:endParaRPr>
          </a:p>
          <a:p>
            <a:pPr algn="ctr">
              <a:lnSpc>
                <a:spcPct val="110000"/>
              </a:lnSpc>
              <a:buNone/>
            </a:pPr>
            <a:r>
              <a:rPr lang="en-US" sz="1600" b="0" strike="noStrike" spc="-1">
                <a:solidFill>
                  <a:srgbClr val="3B3838"/>
                </a:solidFill>
                <a:latin typeface="Times New Roman"/>
                <a:ea typeface="DejaVu Sans"/>
              </a:rPr>
              <a:t>Moonyoung Choi (cmy021205@dgist.ac.kr)</a:t>
            </a:r>
            <a:endParaRPr lang="en-US" sz="1600" b="0" strike="noStrike" spc="-1"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75135</TotalTime>
  <Words>408</Words>
  <Application>Microsoft Office PowerPoint</Application>
  <PresentationFormat>화면 슬라이드 쇼(4:3)</PresentationFormat>
  <Paragraphs>116</Paragraphs>
  <Slides>9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9</vt:i4>
      </vt:variant>
    </vt:vector>
  </HeadingPairs>
  <TitlesOfParts>
    <vt:vector size="16" baseType="lpstr">
      <vt:lpstr>Arial</vt:lpstr>
      <vt:lpstr>Calibri</vt:lpstr>
      <vt:lpstr>Symbol</vt:lpstr>
      <vt:lpstr>Times New Roman</vt:lpstr>
      <vt:lpstr>Wingdings</vt:lpstr>
      <vt:lpstr>Office Theme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subject/>
  <dc:creator>RTCL403</dc:creator>
  <dc:description/>
  <cp:lastModifiedBy>최문영</cp:lastModifiedBy>
  <cp:revision>1476</cp:revision>
  <cp:lastPrinted>2021-08-19T05:10:09Z</cp:lastPrinted>
  <dcterms:created xsi:type="dcterms:W3CDTF">2020-05-28T10:10:30Z</dcterms:created>
  <dcterms:modified xsi:type="dcterms:W3CDTF">2025-05-12T08:43:07Z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2</vt:i4>
  </property>
  <property fmtid="{D5CDD505-2E9C-101B-9397-08002B2CF9AE}" pid="3" name="PresentationFormat">
    <vt:lpwstr>화면 슬라이드 쇼(4:3)</vt:lpwstr>
  </property>
  <property fmtid="{D5CDD505-2E9C-101B-9397-08002B2CF9AE}" pid="4" name="Slides">
    <vt:i4>12</vt:i4>
  </property>
</Properties>
</file>