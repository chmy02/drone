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699" r:id="rId2"/>
    <p:sldId id="257" r:id="rId3"/>
    <p:sldId id="941" r:id="rId4"/>
    <p:sldId id="942" r:id="rId5"/>
    <p:sldId id="926" r:id="rId6"/>
    <p:sldId id="927" r:id="rId7"/>
    <p:sldId id="943" r:id="rId8"/>
    <p:sldId id="944" r:id="rId9"/>
    <p:sldId id="938" r:id="rId10"/>
    <p:sldId id="939" r:id="rId11"/>
    <p:sldId id="946" r:id="rId12"/>
    <p:sldId id="947" r:id="rId13"/>
    <p:sldId id="948" r:id="rId14"/>
    <p:sldId id="949" r:id="rId15"/>
    <p:sldId id="950" r:id="rId16"/>
    <p:sldId id="731" r:id="rId17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D76F3-8F69-4579-9716-39D64B336D1E}" v="1267" dt="2025-11-20T02:58:24.5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032" y="58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redo custSel addSld delSld modSld sldOrd">
      <pc:chgData name="최문영" userId="c9c2ca5b-20f2-48c9-9e1f-a03229bf2768" providerId="ADAL" clId="{1AFE30CA-0473-46B3-B73A-3803F8D94D85}" dt="2025-11-20T02:58:31.010" v="5704" actId="1076"/>
      <pc:docMkLst>
        <pc:docMk/>
      </pc:docMkLst>
      <pc:sldChg chg="modSp mod">
        <pc:chgData name="최문영" userId="c9c2ca5b-20f2-48c9-9e1f-a03229bf2768" providerId="ADAL" clId="{1AFE30CA-0473-46B3-B73A-3803F8D94D85}" dt="2025-11-20T02:48:46.422" v="3838" actId="5793"/>
        <pc:sldMkLst>
          <pc:docMk/>
          <pc:sldMk cId="0" sldId="257"/>
        </pc:sldMkLst>
        <pc:spChg chg="mod">
          <ac:chgData name="최문영" userId="c9c2ca5b-20f2-48c9-9e1f-a03229bf2768" providerId="ADAL" clId="{1AFE30CA-0473-46B3-B73A-3803F8D94D85}" dt="2025-11-20T02:48:46.422" v="3838" actId="5793"/>
          <ac:spMkLst>
            <pc:docMk/>
            <pc:sldMk cId="0" sldId="257"/>
            <ac:spMk id="97" creationId="{00000000-0000-0000-0000-000000000000}"/>
          </ac:spMkLst>
        </pc:spChg>
      </pc:sldChg>
      <pc:sldChg chg="modSp mod ord modNotesTx">
        <pc:chgData name="최문영" userId="c9c2ca5b-20f2-48c9-9e1f-a03229bf2768" providerId="ADAL" clId="{1AFE30CA-0473-46B3-B73A-3803F8D94D85}" dt="2025-11-20T02:52:22.326" v="4876" actId="20577"/>
        <pc:sldMkLst>
          <pc:docMk/>
          <pc:sldMk cId="1027829944" sldId="926"/>
        </pc:sldMkLst>
        <pc:spChg chg="mod">
          <ac:chgData name="최문영" userId="c9c2ca5b-20f2-48c9-9e1f-a03229bf2768" providerId="ADAL" clId="{1AFE30CA-0473-46B3-B73A-3803F8D94D85}" dt="2025-11-17T04:02:24.510" v="1960"/>
          <ac:spMkLst>
            <pc:docMk/>
            <pc:sldMk cId="1027829944" sldId="926"/>
            <ac:spMk id="10" creationId="{3E7CC563-2DC5-BBD5-7798-0A1C43BA3BC8}"/>
          </ac:spMkLst>
        </pc:spChg>
      </pc:sldChg>
      <pc:sldChg chg="modSp mod ord">
        <pc:chgData name="최문영" userId="c9c2ca5b-20f2-48c9-9e1f-a03229bf2768" providerId="ADAL" clId="{1AFE30CA-0473-46B3-B73A-3803F8D94D85}" dt="2025-11-17T04:02:40.634" v="1983" actId="20577"/>
        <pc:sldMkLst>
          <pc:docMk/>
          <pc:sldMk cId="769745643" sldId="927"/>
        </pc:sldMkLst>
        <pc:spChg chg="mod">
          <ac:chgData name="최문영" userId="c9c2ca5b-20f2-48c9-9e1f-a03229bf2768" providerId="ADAL" clId="{1AFE30CA-0473-46B3-B73A-3803F8D94D85}" dt="2025-11-17T04:02:15.333" v="1950"/>
          <ac:spMkLst>
            <pc:docMk/>
            <pc:sldMk cId="769745643" sldId="927"/>
            <ac:spMk id="10" creationId="{5072146B-892F-DCB3-D778-E663F6C10998}"/>
          </ac:spMkLst>
        </pc:spChg>
        <pc:spChg chg="mod">
          <ac:chgData name="최문영" userId="c9c2ca5b-20f2-48c9-9e1f-a03229bf2768" providerId="ADAL" clId="{1AFE30CA-0473-46B3-B73A-3803F8D94D85}" dt="2025-11-17T04:02:40.634" v="1983" actId="20577"/>
          <ac:spMkLst>
            <pc:docMk/>
            <pc:sldMk cId="769745643" sldId="927"/>
            <ac:spMk id="47" creationId="{3C95F15D-F2F7-9458-70A5-148361D17FB9}"/>
          </ac:spMkLst>
        </pc:spChg>
      </pc:sldChg>
      <pc:sldChg chg="addSp delSp modSp add mod ord delAnim modAnim modNotesTx">
        <pc:chgData name="최문영" userId="c9c2ca5b-20f2-48c9-9e1f-a03229bf2768" providerId="ADAL" clId="{1AFE30CA-0473-46B3-B73A-3803F8D94D85}" dt="2025-11-20T02:56:41.617" v="5664"/>
        <pc:sldMkLst>
          <pc:docMk/>
          <pc:sldMk cId="4128221070" sldId="938"/>
        </pc:sldMkLst>
        <pc:spChg chg="add 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2" creationId="{ED5DF297-ABB6-4E17-5B04-6F11EE19D496}"/>
          </ac:spMkLst>
        </pc:spChg>
        <pc:spChg chg="mod">
          <ac:chgData name="최문영" userId="c9c2ca5b-20f2-48c9-9e1f-a03229bf2768" providerId="ADAL" clId="{1AFE30CA-0473-46B3-B73A-3803F8D94D85}" dt="2025-11-17T02:41:17.451" v="580" actId="20577"/>
          <ac:spMkLst>
            <pc:docMk/>
            <pc:sldMk cId="4128221070" sldId="938"/>
            <ac:spMk id="3" creationId="{F2B11B45-7550-AF8A-61AC-7CB63E4D0E6F}"/>
          </ac:spMkLst>
        </pc:spChg>
        <pc:spChg chg="add mod">
          <ac:chgData name="최문영" userId="c9c2ca5b-20f2-48c9-9e1f-a03229bf2768" providerId="ADAL" clId="{1AFE30CA-0473-46B3-B73A-3803F8D94D85}" dt="2025-11-20T02:56:41.617" v="5664"/>
          <ac:spMkLst>
            <pc:docMk/>
            <pc:sldMk cId="4128221070" sldId="938"/>
            <ac:spMk id="4" creationId="{59281F4E-4CB1-B68D-F5B2-C29795337F93}"/>
          </ac:spMkLst>
        </pc:spChg>
        <pc:spChg chg="mod">
          <ac:chgData name="최문영" userId="c9c2ca5b-20f2-48c9-9e1f-a03229bf2768" providerId="ADAL" clId="{1AFE30CA-0473-46B3-B73A-3803F8D94D85}" dt="2025-11-17T02:40:25.017" v="569" actId="20577"/>
          <ac:spMkLst>
            <pc:docMk/>
            <pc:sldMk cId="4128221070" sldId="938"/>
            <ac:spMk id="10" creationId="{F0D7008E-F4A4-C87E-749C-3D01CFA01CC9}"/>
          </ac:spMkLst>
        </pc:spChg>
        <pc:spChg chg="mod">
          <ac:chgData name="최문영" userId="c9c2ca5b-20f2-48c9-9e1f-a03229bf2768" providerId="ADAL" clId="{1AFE30CA-0473-46B3-B73A-3803F8D94D85}" dt="2025-11-17T02:58:11.990" v="670" actId="1076"/>
          <ac:spMkLst>
            <pc:docMk/>
            <pc:sldMk cId="4128221070" sldId="938"/>
            <ac:spMk id="13" creationId="{80D909AC-8D40-622D-B885-FCE5734B479B}"/>
          </ac:spMkLst>
        </pc:spChg>
        <pc:spChg chg="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23" creationId="{7151ED06-D43D-BDB3-83AD-8644717BAB85}"/>
          </ac:spMkLst>
        </pc:spChg>
        <pc:spChg chg="mod">
          <ac:chgData name="최문영" userId="c9c2ca5b-20f2-48c9-9e1f-a03229bf2768" providerId="ADAL" clId="{1AFE30CA-0473-46B3-B73A-3803F8D94D85}" dt="2025-11-17T02:41:22.995" v="581"/>
          <ac:spMkLst>
            <pc:docMk/>
            <pc:sldMk cId="4128221070" sldId="938"/>
            <ac:spMk id="30" creationId="{37B7E1C3-1F60-FF28-B2D9-50EFEF3F5376}"/>
          </ac:spMkLst>
        </pc:spChg>
        <pc:spChg chg="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31" creationId="{A55D2F52-D817-2E81-23E7-05C341685135}"/>
          </ac:spMkLst>
        </pc:spChg>
        <pc:spChg chg="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32" creationId="{1822B02A-9A44-FDDC-8230-83833B546531}"/>
          </ac:spMkLst>
        </pc:spChg>
        <pc:spChg chg="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33" creationId="{E978DA8E-942A-C332-CAAE-B9835C22C598}"/>
          </ac:spMkLst>
        </pc:spChg>
        <pc:spChg chg="mod">
          <ac:chgData name="최문영" userId="c9c2ca5b-20f2-48c9-9e1f-a03229bf2768" providerId="ADAL" clId="{1AFE30CA-0473-46B3-B73A-3803F8D94D85}" dt="2025-11-17T02:41:27.388" v="585"/>
          <ac:spMkLst>
            <pc:docMk/>
            <pc:sldMk cId="4128221070" sldId="938"/>
            <ac:spMk id="35" creationId="{9B74203A-6484-7B05-8DD2-0E138E547699}"/>
          </ac:spMkLst>
        </pc:spChg>
        <pc:spChg chg="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36" creationId="{22BD97F8-C0A4-2679-364F-940C65421AF1}"/>
          </ac:spMkLst>
        </pc:spChg>
        <pc:spChg chg="add 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41" creationId="{B8A1229B-473F-5749-3ED7-A74B21522748}"/>
          </ac:spMkLst>
        </pc:spChg>
        <pc:spChg chg="mod">
          <ac:chgData name="최문영" userId="c9c2ca5b-20f2-48c9-9e1f-a03229bf2768" providerId="ADAL" clId="{1AFE30CA-0473-46B3-B73A-3803F8D94D85}" dt="2025-11-17T02:39:29.384" v="502" actId="20577"/>
          <ac:spMkLst>
            <pc:docMk/>
            <pc:sldMk cId="4128221070" sldId="938"/>
            <ac:spMk id="47" creationId="{7EA73F9A-AD1A-7A0A-39B1-E90B4EB76C7C}"/>
          </ac:spMkLst>
        </pc:spChg>
        <pc:spChg chg="add mod or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72" creationId="{7CDE9600-54C6-B801-6512-4CC8B8EADC90}"/>
          </ac:spMkLst>
        </pc:spChg>
        <pc:spChg chg="add mod">
          <ac:chgData name="최문영" userId="c9c2ca5b-20f2-48c9-9e1f-a03229bf2768" providerId="ADAL" clId="{1AFE30CA-0473-46B3-B73A-3803F8D94D85}" dt="2025-11-17T03:00:04.454" v="789" actId="1076"/>
          <ac:spMkLst>
            <pc:docMk/>
            <pc:sldMk cId="4128221070" sldId="938"/>
            <ac:spMk id="73" creationId="{A4624688-1F7F-81D4-548E-C5AD1AFD0ABD}"/>
          </ac:spMkLst>
        </pc:spChg>
        <pc:spChg chg="add mod">
          <ac:chgData name="최문영" userId="c9c2ca5b-20f2-48c9-9e1f-a03229bf2768" providerId="ADAL" clId="{1AFE30CA-0473-46B3-B73A-3803F8D94D85}" dt="2025-11-17T03:02:48.442" v="925" actId="1076"/>
          <ac:spMkLst>
            <pc:docMk/>
            <pc:sldMk cId="4128221070" sldId="938"/>
            <ac:spMk id="74" creationId="{3F9E7EE6-747D-F3AA-6B54-8B19CD73E59F}"/>
          </ac:spMkLst>
        </pc:spChg>
        <pc:spChg chg="add del 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80" creationId="{8F220BC4-E672-2DA4-61D9-B610D1E04742}"/>
          </ac:spMkLst>
        </pc:spChg>
        <pc:spChg chg="add del mod">
          <ac:chgData name="최문영" userId="c9c2ca5b-20f2-48c9-9e1f-a03229bf2768" providerId="ADAL" clId="{1AFE30CA-0473-46B3-B73A-3803F8D94D85}" dt="2025-11-17T02:59:31.526" v="750" actId="1037"/>
          <ac:spMkLst>
            <pc:docMk/>
            <pc:sldMk cId="4128221070" sldId="938"/>
            <ac:spMk id="82" creationId="{44C73EF7-7F04-68E4-77E8-82750885AFC7}"/>
          </ac:spMkLst>
        </pc:spChg>
        <pc:graphicFrameChg chg="mod modGraphic">
          <ac:chgData name="최문영" userId="c9c2ca5b-20f2-48c9-9e1f-a03229bf2768" providerId="ADAL" clId="{1AFE30CA-0473-46B3-B73A-3803F8D94D85}" dt="2025-11-17T02:58:26.374" v="673" actId="113"/>
          <ac:graphicFrameMkLst>
            <pc:docMk/>
            <pc:sldMk cId="4128221070" sldId="938"/>
            <ac:graphicFrameMk id="27" creationId="{FD31B226-FBB1-5842-260C-BDC3FF94897F}"/>
          </ac:graphicFrameMkLst>
        </pc:graphicFrameChg>
        <pc:cxnChg chg="add mod">
          <ac:chgData name="최문영" userId="c9c2ca5b-20f2-48c9-9e1f-a03229bf2768" providerId="ADAL" clId="{1AFE30CA-0473-46B3-B73A-3803F8D94D85}" dt="2025-11-17T02:58:38.568" v="702" actId="1036"/>
          <ac:cxnSpMkLst>
            <pc:docMk/>
            <pc:sldMk cId="4128221070" sldId="938"/>
            <ac:cxnSpMk id="22" creationId="{5DA68A77-E707-615F-4F75-F727DA7C9F09}"/>
          </ac:cxnSpMkLst>
        </pc:cxnChg>
        <pc:cxnChg chg="add mod">
          <ac:chgData name="최문영" userId="c9c2ca5b-20f2-48c9-9e1f-a03229bf2768" providerId="ADAL" clId="{1AFE30CA-0473-46B3-B73A-3803F8D94D85}" dt="2025-11-17T02:58:38.568" v="702" actId="1036"/>
          <ac:cxnSpMkLst>
            <pc:docMk/>
            <pc:sldMk cId="4128221070" sldId="938"/>
            <ac:cxnSpMk id="26" creationId="{FFE26734-B666-F713-ACE4-01232F9A2940}"/>
          </ac:cxnSpMkLst>
        </pc:cxnChg>
        <pc:cxnChg chg="mod">
          <ac:chgData name="최문영" userId="c9c2ca5b-20f2-48c9-9e1f-a03229bf2768" providerId="ADAL" clId="{1AFE30CA-0473-46B3-B73A-3803F8D94D85}" dt="2025-11-17T02:58:38.568" v="702" actId="1036"/>
          <ac:cxnSpMkLst>
            <pc:docMk/>
            <pc:sldMk cId="4128221070" sldId="938"/>
            <ac:cxnSpMk id="46" creationId="{E2A0A959-495F-0894-6158-2013EA73FA57}"/>
          </ac:cxnSpMkLst>
        </pc:cxnChg>
        <pc:cxnChg chg="mod">
          <ac:chgData name="최문영" userId="c9c2ca5b-20f2-48c9-9e1f-a03229bf2768" providerId="ADAL" clId="{1AFE30CA-0473-46B3-B73A-3803F8D94D85}" dt="2025-11-17T02:58:38.568" v="702" actId="1036"/>
          <ac:cxnSpMkLst>
            <pc:docMk/>
            <pc:sldMk cId="4128221070" sldId="938"/>
            <ac:cxnSpMk id="48" creationId="{1C447D6D-D8C4-7173-CBEC-B57DB4035862}"/>
          </ac:cxnSpMkLst>
        </pc:cxnChg>
        <pc:cxnChg chg="add mod">
          <ac:chgData name="최문영" userId="c9c2ca5b-20f2-48c9-9e1f-a03229bf2768" providerId="ADAL" clId="{1AFE30CA-0473-46B3-B73A-3803F8D94D85}" dt="2025-11-17T02:59:20.206" v="728" actId="1035"/>
          <ac:cxnSpMkLst>
            <pc:docMk/>
            <pc:sldMk cId="4128221070" sldId="938"/>
            <ac:cxnSpMk id="53" creationId="{9869967D-7841-73E2-EDC5-9F5F3A9A2DDD}"/>
          </ac:cxnSpMkLst>
        </pc:cxnChg>
        <pc:cxnChg chg="mod">
          <ac:chgData name="최문영" userId="c9c2ca5b-20f2-48c9-9e1f-a03229bf2768" providerId="ADAL" clId="{1AFE30CA-0473-46B3-B73A-3803F8D94D85}" dt="2025-11-17T02:58:38.568" v="702" actId="1036"/>
          <ac:cxnSpMkLst>
            <pc:docMk/>
            <pc:sldMk cId="4128221070" sldId="938"/>
            <ac:cxnSpMk id="54" creationId="{88D046B1-D1F9-9480-B2BA-871A9D71D8CF}"/>
          </ac:cxnSpMkLst>
        </pc:cxnChg>
        <pc:cxnChg chg="mod">
          <ac:chgData name="최문영" userId="c9c2ca5b-20f2-48c9-9e1f-a03229bf2768" providerId="ADAL" clId="{1AFE30CA-0473-46B3-B73A-3803F8D94D85}" dt="2025-11-17T02:58:38.568" v="702" actId="1036"/>
          <ac:cxnSpMkLst>
            <pc:docMk/>
            <pc:sldMk cId="4128221070" sldId="938"/>
            <ac:cxnSpMk id="59" creationId="{A04F1FFC-BCD8-1A32-C71E-F4B5B039D453}"/>
          </ac:cxnSpMkLst>
        </pc:cxnChg>
        <pc:cxnChg chg="mod">
          <ac:chgData name="최문영" userId="c9c2ca5b-20f2-48c9-9e1f-a03229bf2768" providerId="ADAL" clId="{1AFE30CA-0473-46B3-B73A-3803F8D94D85}" dt="2025-11-17T02:58:38.568" v="702" actId="1036"/>
          <ac:cxnSpMkLst>
            <pc:docMk/>
            <pc:sldMk cId="4128221070" sldId="938"/>
            <ac:cxnSpMk id="62" creationId="{B49EC466-5656-0053-B114-7BE19A4D4463}"/>
          </ac:cxnSpMkLst>
        </pc:cxnChg>
        <pc:cxnChg chg="mod">
          <ac:chgData name="최문영" userId="c9c2ca5b-20f2-48c9-9e1f-a03229bf2768" providerId="ADAL" clId="{1AFE30CA-0473-46B3-B73A-3803F8D94D85}" dt="2025-11-17T02:58:38.568" v="702" actId="1036"/>
          <ac:cxnSpMkLst>
            <pc:docMk/>
            <pc:sldMk cId="4128221070" sldId="938"/>
            <ac:cxnSpMk id="65" creationId="{6F92EC0C-E1FB-001F-C746-44950D329CAA}"/>
          </ac:cxnSpMkLst>
        </pc:cxnChg>
        <pc:cxnChg chg="mod">
          <ac:chgData name="최문영" userId="c9c2ca5b-20f2-48c9-9e1f-a03229bf2768" providerId="ADAL" clId="{1AFE30CA-0473-46B3-B73A-3803F8D94D85}" dt="2025-11-17T02:59:20.206" v="728" actId="1035"/>
          <ac:cxnSpMkLst>
            <pc:docMk/>
            <pc:sldMk cId="4128221070" sldId="938"/>
            <ac:cxnSpMk id="79" creationId="{892AF57B-8EDA-0D8D-7E24-F3D9A21239F4}"/>
          </ac:cxnSpMkLst>
        </pc:cxnChg>
      </pc:sldChg>
      <pc:sldChg chg="addSp delSp modSp add mod addAnim delAnim modAnim">
        <pc:chgData name="최문영" userId="c9c2ca5b-20f2-48c9-9e1f-a03229bf2768" providerId="ADAL" clId="{1AFE30CA-0473-46B3-B73A-3803F8D94D85}" dt="2025-11-17T04:00:53.312" v="1921"/>
        <pc:sldMkLst>
          <pc:docMk/>
          <pc:sldMk cId="2163499443" sldId="939"/>
        </pc:sldMkLst>
        <pc:spChg chg="mod">
          <ac:chgData name="최문영" userId="c9c2ca5b-20f2-48c9-9e1f-a03229bf2768" providerId="ADAL" clId="{1AFE30CA-0473-46B3-B73A-3803F8D94D85}" dt="2025-11-17T03:00:34.417" v="798"/>
          <ac:spMkLst>
            <pc:docMk/>
            <pc:sldMk cId="2163499443" sldId="939"/>
            <ac:spMk id="3" creationId="{48F52F93-0E52-9AF4-0097-26BD6AA254D5}"/>
          </ac:spMkLst>
        </pc:spChg>
        <pc:spChg chg="add del mod">
          <ac:chgData name="최문영" userId="c9c2ca5b-20f2-48c9-9e1f-a03229bf2768" providerId="ADAL" clId="{1AFE30CA-0473-46B3-B73A-3803F8D94D85}" dt="2025-11-17T04:00:24.647" v="1917" actId="1076"/>
          <ac:spMkLst>
            <pc:docMk/>
            <pc:sldMk cId="2163499443" sldId="939"/>
            <ac:spMk id="5" creationId="{D44D1487-60D4-0832-FE6E-D144E74C6C99}"/>
          </ac:spMkLst>
        </pc:spChg>
        <pc:spChg chg="add del mod">
          <ac:chgData name="최문영" userId="c9c2ca5b-20f2-48c9-9e1f-a03229bf2768" providerId="ADAL" clId="{1AFE30CA-0473-46B3-B73A-3803F8D94D85}" dt="2025-11-17T04:00:30.273" v="1918" actId="1076"/>
          <ac:spMkLst>
            <pc:docMk/>
            <pc:sldMk cId="2163499443" sldId="939"/>
            <ac:spMk id="7" creationId="{2A55E36D-16F2-E40F-F36D-5515CE7C8B84}"/>
          </ac:spMkLst>
        </pc:spChg>
        <pc:spChg chg="mod">
          <ac:chgData name="최문영" userId="c9c2ca5b-20f2-48c9-9e1f-a03229bf2768" providerId="ADAL" clId="{1AFE30CA-0473-46B3-B73A-3803F8D94D85}" dt="2025-11-17T03:00:25.925" v="797" actId="20577"/>
          <ac:spMkLst>
            <pc:docMk/>
            <pc:sldMk cId="2163499443" sldId="939"/>
            <ac:spMk id="10" creationId="{491DA7A9-CFBC-433E-AF18-DE9EA1AAE950}"/>
          </ac:spMkLst>
        </pc:spChg>
        <pc:spChg chg="add del mod">
          <ac:chgData name="최문영" userId="c9c2ca5b-20f2-48c9-9e1f-a03229bf2768" providerId="ADAL" clId="{1AFE30CA-0473-46B3-B73A-3803F8D94D85}" dt="2025-11-17T04:00:33.846" v="1919" actId="1076"/>
          <ac:spMkLst>
            <pc:docMk/>
            <pc:sldMk cId="2163499443" sldId="939"/>
            <ac:spMk id="11" creationId="{14220914-AF38-ED74-5953-944248A4216A}"/>
          </ac:spMkLst>
        </pc:spChg>
        <pc:spChg chg="add del mod">
          <ac:chgData name="최문영" userId="c9c2ca5b-20f2-48c9-9e1f-a03229bf2768" providerId="ADAL" clId="{1AFE30CA-0473-46B3-B73A-3803F8D94D85}" dt="2025-11-17T04:00:41.993" v="1920" actId="1076"/>
          <ac:spMkLst>
            <pc:docMk/>
            <pc:sldMk cId="2163499443" sldId="939"/>
            <ac:spMk id="14" creationId="{66FF9524-1D06-13D5-BF0E-DABC992C4B1E}"/>
          </ac:spMkLst>
        </pc:spChg>
        <pc:spChg chg="add del mod">
          <ac:chgData name="최문영" userId="c9c2ca5b-20f2-48c9-9e1f-a03229bf2768" providerId="ADAL" clId="{1AFE30CA-0473-46B3-B73A-3803F8D94D85}" dt="2025-11-17T04:00:41.993" v="1920" actId="1076"/>
          <ac:spMkLst>
            <pc:docMk/>
            <pc:sldMk cId="2163499443" sldId="939"/>
            <ac:spMk id="16" creationId="{F2208BE4-76F9-D5D6-5EC6-2D1404C44F8A}"/>
          </ac:spMkLst>
        </pc:spChg>
        <pc:spChg chg="mod">
          <ac:chgData name="최문영" userId="c9c2ca5b-20f2-48c9-9e1f-a03229bf2768" providerId="ADAL" clId="{1AFE30CA-0473-46B3-B73A-3803F8D94D85}" dt="2025-11-17T03:00:35.400" v="799"/>
          <ac:spMkLst>
            <pc:docMk/>
            <pc:sldMk cId="2163499443" sldId="939"/>
            <ac:spMk id="30" creationId="{BDB03B04-3318-3C41-1D65-C1F162EEF411}"/>
          </ac:spMkLst>
        </pc:spChg>
        <pc:spChg chg="mod">
          <ac:chgData name="최문영" userId="c9c2ca5b-20f2-48c9-9e1f-a03229bf2768" providerId="ADAL" clId="{1AFE30CA-0473-46B3-B73A-3803F8D94D85}" dt="2025-11-17T03:00:36.781" v="800"/>
          <ac:spMkLst>
            <pc:docMk/>
            <pc:sldMk cId="2163499443" sldId="939"/>
            <ac:spMk id="31" creationId="{41F8E850-5CA6-38AC-8F15-1BA65687F295}"/>
          </ac:spMkLst>
        </pc:spChg>
        <pc:spChg chg="mod">
          <ac:chgData name="최문영" userId="c9c2ca5b-20f2-48c9-9e1f-a03229bf2768" providerId="ADAL" clId="{1AFE30CA-0473-46B3-B73A-3803F8D94D85}" dt="2025-11-17T03:00:37.803" v="801"/>
          <ac:spMkLst>
            <pc:docMk/>
            <pc:sldMk cId="2163499443" sldId="939"/>
            <ac:spMk id="32" creationId="{58AC582C-4509-79A1-1588-CA5D6EBCEC3E}"/>
          </ac:spMkLst>
        </pc:spChg>
        <pc:spChg chg="mod">
          <ac:chgData name="최문영" userId="c9c2ca5b-20f2-48c9-9e1f-a03229bf2768" providerId="ADAL" clId="{1AFE30CA-0473-46B3-B73A-3803F8D94D85}" dt="2025-11-17T03:00:38.621" v="802"/>
          <ac:spMkLst>
            <pc:docMk/>
            <pc:sldMk cId="2163499443" sldId="939"/>
            <ac:spMk id="33" creationId="{37681426-12CE-1502-6F2C-8605EB7BF924}"/>
          </ac:spMkLst>
        </pc:spChg>
        <pc:spChg chg="mod">
          <ac:chgData name="최문영" userId="c9c2ca5b-20f2-48c9-9e1f-a03229bf2768" providerId="ADAL" clId="{1AFE30CA-0473-46B3-B73A-3803F8D94D85}" dt="2025-11-17T03:00:39.500" v="803"/>
          <ac:spMkLst>
            <pc:docMk/>
            <pc:sldMk cId="2163499443" sldId="939"/>
            <ac:spMk id="35" creationId="{80BCDEB0-0091-14EC-D6CC-95EBF8A6995F}"/>
          </ac:spMkLst>
        </pc:spChg>
        <pc:spChg chg="mod">
          <ac:chgData name="최문영" userId="c9c2ca5b-20f2-48c9-9e1f-a03229bf2768" providerId="ADAL" clId="{1AFE30CA-0473-46B3-B73A-3803F8D94D85}" dt="2025-11-17T03:00:40.524" v="804"/>
          <ac:spMkLst>
            <pc:docMk/>
            <pc:sldMk cId="2163499443" sldId="939"/>
            <ac:spMk id="36" creationId="{46B681B0-368B-2049-A4B5-9E69E470DB44}"/>
          </ac:spMkLst>
        </pc:spChg>
        <pc:spChg chg="mod">
          <ac:chgData name="최문영" userId="c9c2ca5b-20f2-48c9-9e1f-a03229bf2768" providerId="ADAL" clId="{1AFE30CA-0473-46B3-B73A-3803F8D94D85}" dt="2025-11-17T03:01:41.443" v="838" actId="1076"/>
          <ac:spMkLst>
            <pc:docMk/>
            <pc:sldMk cId="2163499443" sldId="939"/>
            <ac:spMk id="73" creationId="{A1FD0874-21A8-1FA1-F597-6E24A197FE1F}"/>
          </ac:spMkLst>
        </pc:spChg>
        <pc:spChg chg="add mod">
          <ac:chgData name="최문영" userId="c9c2ca5b-20f2-48c9-9e1f-a03229bf2768" providerId="ADAL" clId="{1AFE30CA-0473-46B3-B73A-3803F8D94D85}" dt="2025-11-17T03:00:51.695" v="809"/>
          <ac:spMkLst>
            <pc:docMk/>
            <pc:sldMk cId="2163499443" sldId="939"/>
            <ac:spMk id="83" creationId="{CAAA43A0-F266-F97B-BD12-837CBCD3CD1D}"/>
          </ac:spMkLst>
        </pc:spChg>
        <pc:spChg chg="add mod">
          <ac:chgData name="최문영" userId="c9c2ca5b-20f2-48c9-9e1f-a03229bf2768" providerId="ADAL" clId="{1AFE30CA-0473-46B3-B73A-3803F8D94D85}" dt="2025-11-17T03:00:51.695" v="809"/>
          <ac:spMkLst>
            <pc:docMk/>
            <pc:sldMk cId="2163499443" sldId="939"/>
            <ac:spMk id="84" creationId="{6FC2746A-945D-9EDB-7977-DC1E5D23B349}"/>
          </ac:spMkLst>
        </pc:spChg>
        <pc:graphicFrameChg chg="modGraphic">
          <ac:chgData name="최문영" userId="c9c2ca5b-20f2-48c9-9e1f-a03229bf2768" providerId="ADAL" clId="{1AFE30CA-0473-46B3-B73A-3803F8D94D85}" dt="2025-11-17T03:02:06.704" v="842" actId="207"/>
          <ac:graphicFrameMkLst>
            <pc:docMk/>
            <pc:sldMk cId="2163499443" sldId="939"/>
            <ac:graphicFrameMk id="27" creationId="{6BF744B8-1C80-652B-0FCF-0183F43CE7A4}"/>
          </ac:graphicFrameMkLst>
        </pc:graphicFrameChg>
        <pc:cxnChg chg="mod">
          <ac:chgData name="최문영" userId="c9c2ca5b-20f2-48c9-9e1f-a03229bf2768" providerId="ADAL" clId="{1AFE30CA-0473-46B3-B73A-3803F8D94D85}" dt="2025-11-17T03:01:11.276" v="815" actId="14100"/>
          <ac:cxnSpMkLst>
            <pc:docMk/>
            <pc:sldMk cId="2163499443" sldId="939"/>
            <ac:cxnSpMk id="22" creationId="{EB2986A6-B488-EFE8-A7D2-6FE3A3E9AE91}"/>
          </ac:cxnSpMkLst>
        </pc:cxnChg>
        <pc:cxnChg chg="mod">
          <ac:chgData name="최문영" userId="c9c2ca5b-20f2-48c9-9e1f-a03229bf2768" providerId="ADAL" clId="{1AFE30CA-0473-46B3-B73A-3803F8D94D85}" dt="2025-11-17T03:01:00.923" v="812" actId="14100"/>
          <ac:cxnSpMkLst>
            <pc:docMk/>
            <pc:sldMk cId="2163499443" sldId="939"/>
            <ac:cxnSpMk id="46" creationId="{5C733293-E5D4-5D59-121A-F557709F5D60}"/>
          </ac:cxnSpMkLst>
        </pc:cxnChg>
        <pc:cxnChg chg="mod">
          <ac:chgData name="최문영" userId="c9c2ca5b-20f2-48c9-9e1f-a03229bf2768" providerId="ADAL" clId="{1AFE30CA-0473-46B3-B73A-3803F8D94D85}" dt="2025-11-17T03:01:14.252" v="816" actId="14100"/>
          <ac:cxnSpMkLst>
            <pc:docMk/>
            <pc:sldMk cId="2163499443" sldId="939"/>
            <ac:cxnSpMk id="48" creationId="{C449B3A3-7D5D-0288-2348-2152465C7F0E}"/>
          </ac:cxnSpMkLst>
        </pc:cxnChg>
        <pc:cxnChg chg="mod">
          <ac:chgData name="최문영" userId="c9c2ca5b-20f2-48c9-9e1f-a03229bf2768" providerId="ADAL" clId="{1AFE30CA-0473-46B3-B73A-3803F8D94D85}" dt="2025-11-17T03:01:17.369" v="817" actId="14100"/>
          <ac:cxnSpMkLst>
            <pc:docMk/>
            <pc:sldMk cId="2163499443" sldId="939"/>
            <ac:cxnSpMk id="54" creationId="{BBD5B46C-FF56-F3A0-AAB7-3DC36A365BB6}"/>
          </ac:cxnSpMkLst>
        </pc:cxnChg>
        <pc:cxnChg chg="mod">
          <ac:chgData name="최문영" userId="c9c2ca5b-20f2-48c9-9e1f-a03229bf2768" providerId="ADAL" clId="{1AFE30CA-0473-46B3-B73A-3803F8D94D85}" dt="2025-11-17T03:01:19.816" v="818" actId="14100"/>
          <ac:cxnSpMkLst>
            <pc:docMk/>
            <pc:sldMk cId="2163499443" sldId="939"/>
            <ac:cxnSpMk id="59" creationId="{C25B1A04-67F7-0DE5-BB13-FC26C5770C29}"/>
          </ac:cxnSpMkLst>
        </pc:cxnChg>
        <pc:cxnChg chg="mod">
          <ac:chgData name="최문영" userId="c9c2ca5b-20f2-48c9-9e1f-a03229bf2768" providerId="ADAL" clId="{1AFE30CA-0473-46B3-B73A-3803F8D94D85}" dt="2025-11-17T03:01:22.024" v="819" actId="14100"/>
          <ac:cxnSpMkLst>
            <pc:docMk/>
            <pc:sldMk cId="2163499443" sldId="939"/>
            <ac:cxnSpMk id="62" creationId="{677A6492-A47A-29F0-AC85-BB0649548384}"/>
          </ac:cxnSpMkLst>
        </pc:cxnChg>
        <pc:cxnChg chg="mod">
          <ac:chgData name="최문영" userId="c9c2ca5b-20f2-48c9-9e1f-a03229bf2768" providerId="ADAL" clId="{1AFE30CA-0473-46B3-B73A-3803F8D94D85}" dt="2025-11-17T03:01:24.837" v="820" actId="14100"/>
          <ac:cxnSpMkLst>
            <pc:docMk/>
            <pc:sldMk cId="2163499443" sldId="939"/>
            <ac:cxnSpMk id="65" creationId="{80A0637D-F420-D655-0FC8-B3ABC1851E73}"/>
          </ac:cxnSpMkLst>
        </pc:cxnChg>
      </pc:sldChg>
      <pc:sldChg chg="addSp delSp modSp add mod delAnim modAnim modNotesTx">
        <pc:chgData name="최문영" userId="c9c2ca5b-20f2-48c9-9e1f-a03229bf2768" providerId="ADAL" clId="{1AFE30CA-0473-46B3-B73A-3803F8D94D85}" dt="2025-11-20T02:51:47.377" v="4682" actId="20577"/>
        <pc:sldMkLst>
          <pc:docMk/>
          <pc:sldMk cId="1047534280" sldId="941"/>
        </pc:sldMkLst>
        <pc:spChg chg="mod">
          <ac:chgData name="최문영" userId="c9c2ca5b-20f2-48c9-9e1f-a03229bf2768" providerId="ADAL" clId="{1AFE30CA-0473-46B3-B73A-3803F8D94D85}" dt="2025-11-17T03:21:09.457" v="1117" actId="113"/>
          <ac:spMkLst>
            <pc:docMk/>
            <pc:sldMk cId="1047534280" sldId="941"/>
            <ac:spMk id="5" creationId="{9FD4A5DB-F945-984D-640E-ED224F04FF03}"/>
          </ac:spMkLst>
        </pc:spChg>
        <pc:spChg chg="add mod">
          <ac:chgData name="최문영" userId="c9c2ca5b-20f2-48c9-9e1f-a03229bf2768" providerId="ADAL" clId="{1AFE30CA-0473-46B3-B73A-3803F8D94D85}" dt="2025-11-17T03:20:57.749" v="1113"/>
          <ac:spMkLst>
            <pc:docMk/>
            <pc:sldMk cId="1047534280" sldId="941"/>
            <ac:spMk id="6" creationId="{053BEAFD-4DD4-F022-2969-D987CBECDCFB}"/>
          </ac:spMkLst>
        </pc:spChg>
        <pc:spChg chg="add mod">
          <ac:chgData name="최문영" userId="c9c2ca5b-20f2-48c9-9e1f-a03229bf2768" providerId="ADAL" clId="{1AFE30CA-0473-46B3-B73A-3803F8D94D85}" dt="2025-11-17T03:22:18.273" v="1130" actId="1076"/>
          <ac:spMkLst>
            <pc:docMk/>
            <pc:sldMk cId="1047534280" sldId="941"/>
            <ac:spMk id="8" creationId="{0C829D3B-1A7B-AA20-AB40-785A0B911C47}"/>
          </ac:spMkLst>
        </pc:spChg>
        <pc:spChg chg="add mod">
          <ac:chgData name="최문영" userId="c9c2ca5b-20f2-48c9-9e1f-a03229bf2768" providerId="ADAL" clId="{1AFE30CA-0473-46B3-B73A-3803F8D94D85}" dt="2025-11-17T03:22:16.989" v="1129" actId="1076"/>
          <ac:spMkLst>
            <pc:docMk/>
            <pc:sldMk cId="1047534280" sldId="941"/>
            <ac:spMk id="11" creationId="{29A27617-C2D1-0ACE-1A8D-F613FBD35792}"/>
          </ac:spMkLst>
        </pc:spChg>
        <pc:spChg chg="add mod">
          <ac:chgData name="최문영" userId="c9c2ca5b-20f2-48c9-9e1f-a03229bf2768" providerId="ADAL" clId="{1AFE30CA-0473-46B3-B73A-3803F8D94D85}" dt="2025-11-17T03:22:21.277" v="1131" actId="1076"/>
          <ac:spMkLst>
            <pc:docMk/>
            <pc:sldMk cId="1047534280" sldId="941"/>
            <ac:spMk id="14" creationId="{1678C2F5-7368-F68B-859E-EE686153E70D}"/>
          </ac:spMkLst>
        </pc:spChg>
        <pc:spChg chg="mod">
          <ac:chgData name="최문영" userId="c9c2ca5b-20f2-48c9-9e1f-a03229bf2768" providerId="ADAL" clId="{1AFE30CA-0473-46B3-B73A-3803F8D94D85}" dt="2025-11-17T03:21:38.384" v="1122" actId="1076"/>
          <ac:spMkLst>
            <pc:docMk/>
            <pc:sldMk cId="1047534280" sldId="941"/>
            <ac:spMk id="15" creationId="{915824AC-A454-6665-D3E2-AD192871B376}"/>
          </ac:spMkLst>
        </pc:spChg>
        <pc:spChg chg="add mod">
          <ac:chgData name="최문영" userId="c9c2ca5b-20f2-48c9-9e1f-a03229bf2768" providerId="ADAL" clId="{1AFE30CA-0473-46B3-B73A-3803F8D94D85}" dt="2025-11-17T03:20:57.749" v="1113"/>
          <ac:spMkLst>
            <pc:docMk/>
            <pc:sldMk cId="1047534280" sldId="941"/>
            <ac:spMk id="17" creationId="{AEC655B9-DF28-23C9-00D3-287CF8C808A7}"/>
          </ac:spMkLst>
        </pc:spChg>
        <pc:spChg chg="add mod">
          <ac:chgData name="최문영" userId="c9c2ca5b-20f2-48c9-9e1f-a03229bf2768" providerId="ADAL" clId="{1AFE30CA-0473-46B3-B73A-3803F8D94D85}" dt="2025-11-17T03:20:57.749" v="1113"/>
          <ac:spMkLst>
            <pc:docMk/>
            <pc:sldMk cId="1047534280" sldId="941"/>
            <ac:spMk id="18" creationId="{D9F70A8B-465D-FE6A-5375-0C9A45855447}"/>
          </ac:spMkLst>
        </pc:spChg>
        <pc:spChg chg="add mod">
          <ac:chgData name="최문영" userId="c9c2ca5b-20f2-48c9-9e1f-a03229bf2768" providerId="ADAL" clId="{1AFE30CA-0473-46B3-B73A-3803F8D94D85}" dt="2025-11-17T03:20:57.749" v="1113"/>
          <ac:spMkLst>
            <pc:docMk/>
            <pc:sldMk cId="1047534280" sldId="941"/>
            <ac:spMk id="19" creationId="{95E24589-8883-FDCF-6F68-F4B54DABE584}"/>
          </ac:spMkLst>
        </pc:spChg>
        <pc:spChg chg="add mod">
          <ac:chgData name="최문영" userId="c9c2ca5b-20f2-48c9-9e1f-a03229bf2768" providerId="ADAL" clId="{1AFE30CA-0473-46B3-B73A-3803F8D94D85}" dt="2025-11-17T03:22:23.517" v="1132" actId="1076"/>
          <ac:spMkLst>
            <pc:docMk/>
            <pc:sldMk cId="1047534280" sldId="941"/>
            <ac:spMk id="21" creationId="{6D1CD41D-C7D1-3BB4-E439-F9998A51D40B}"/>
          </ac:spMkLst>
        </pc:spChg>
        <pc:spChg chg="add mod">
          <ac:chgData name="최문영" userId="c9c2ca5b-20f2-48c9-9e1f-a03229bf2768" providerId="ADAL" clId="{1AFE30CA-0473-46B3-B73A-3803F8D94D85}" dt="2025-11-17T03:21:43.590" v="1123" actId="1076"/>
          <ac:spMkLst>
            <pc:docMk/>
            <pc:sldMk cId="1047534280" sldId="941"/>
            <ac:spMk id="25" creationId="{E496D73C-AE01-1211-373A-B7E8D5489F6E}"/>
          </ac:spMkLst>
        </pc:spChg>
        <pc:spChg chg="add mod">
          <ac:chgData name="최문영" userId="c9c2ca5b-20f2-48c9-9e1f-a03229bf2768" providerId="ADAL" clId="{1AFE30CA-0473-46B3-B73A-3803F8D94D85}" dt="2025-11-17T03:23:23.365" v="1168" actId="1076"/>
          <ac:spMkLst>
            <pc:docMk/>
            <pc:sldMk cId="1047534280" sldId="941"/>
            <ac:spMk id="26" creationId="{4F51DA91-041C-D60F-8E22-ED06D473633A}"/>
          </ac:spMkLst>
        </pc:spChg>
        <pc:spChg chg="add mod">
          <ac:chgData name="최문영" userId="c9c2ca5b-20f2-48c9-9e1f-a03229bf2768" providerId="ADAL" clId="{1AFE30CA-0473-46B3-B73A-3803F8D94D85}" dt="2025-11-17T03:23:08.357" v="1164" actId="1076"/>
          <ac:spMkLst>
            <pc:docMk/>
            <pc:sldMk cId="1047534280" sldId="941"/>
            <ac:spMk id="44" creationId="{2C4FC525-C95A-598F-D89F-F6601D86BB56}"/>
          </ac:spMkLst>
        </pc:spChg>
        <pc:spChg chg="add mod">
          <ac:chgData name="최문영" userId="c9c2ca5b-20f2-48c9-9e1f-a03229bf2768" providerId="ADAL" clId="{1AFE30CA-0473-46B3-B73A-3803F8D94D85}" dt="2025-11-20T02:51:47.377" v="4682" actId="20577"/>
          <ac:spMkLst>
            <pc:docMk/>
            <pc:sldMk cId="1047534280" sldId="941"/>
            <ac:spMk id="45" creationId="{E89C4253-EB92-A081-1996-CA5A826D20FF}"/>
          </ac:spMkLst>
        </pc:spChg>
        <pc:spChg chg="add mod">
          <ac:chgData name="최문영" userId="c9c2ca5b-20f2-48c9-9e1f-a03229bf2768" providerId="ADAL" clId="{1AFE30CA-0473-46B3-B73A-3803F8D94D85}" dt="2025-11-17T03:24:43.165" v="1266" actId="1076"/>
          <ac:spMkLst>
            <pc:docMk/>
            <pc:sldMk cId="1047534280" sldId="941"/>
            <ac:spMk id="46" creationId="{A39081D1-EE4F-5889-5093-17BDBCF0AE93}"/>
          </ac:spMkLst>
        </pc:spChg>
        <pc:spChg chg="add mod">
          <ac:chgData name="최문영" userId="c9c2ca5b-20f2-48c9-9e1f-a03229bf2768" providerId="ADAL" clId="{1AFE30CA-0473-46B3-B73A-3803F8D94D85}" dt="2025-11-17T03:24:11.147" v="1260" actId="1076"/>
          <ac:spMkLst>
            <pc:docMk/>
            <pc:sldMk cId="1047534280" sldId="941"/>
            <ac:spMk id="47" creationId="{1ACF83DF-9B54-C353-5FD9-B9E7AB308BDE}"/>
          </ac:spMkLst>
        </pc:spChg>
        <pc:spChg chg="mod">
          <ac:chgData name="최문영" userId="c9c2ca5b-20f2-48c9-9e1f-a03229bf2768" providerId="ADAL" clId="{1AFE30CA-0473-46B3-B73A-3803F8D94D85}" dt="2025-11-17T03:28:52.109" v="1428" actId="1076"/>
          <ac:spMkLst>
            <pc:docMk/>
            <pc:sldMk cId="1047534280" sldId="941"/>
            <ac:spMk id="97" creationId="{674BABB2-E66A-20DC-B119-0715A05B4761}"/>
          </ac:spMkLst>
        </pc:spChg>
        <pc:spChg chg="mod">
          <ac:chgData name="최문영" userId="c9c2ca5b-20f2-48c9-9e1f-a03229bf2768" providerId="ADAL" clId="{1AFE30CA-0473-46B3-B73A-3803F8D94D85}" dt="2025-11-17T03:03:28.981" v="991" actId="5793"/>
          <ac:spMkLst>
            <pc:docMk/>
            <pc:sldMk cId="1047534280" sldId="941"/>
            <ac:spMk id="100" creationId="{1AF787A6-69CC-851E-19A1-A7C92DEB6723}"/>
          </ac:spMkLst>
        </pc:spChg>
        <pc:cxnChg chg="mod">
          <ac:chgData name="최문영" userId="c9c2ca5b-20f2-48c9-9e1f-a03229bf2768" providerId="ADAL" clId="{1AFE30CA-0473-46B3-B73A-3803F8D94D85}" dt="2025-11-17T03:22:18.273" v="1130" actId="1076"/>
          <ac:cxnSpMkLst>
            <pc:docMk/>
            <pc:sldMk cId="1047534280" sldId="941"/>
            <ac:cxnSpMk id="7" creationId="{0F8A35B6-E0AE-6BCF-343D-E47C219335DE}"/>
          </ac:cxnSpMkLst>
        </pc:cxnChg>
        <pc:cxnChg chg="mod">
          <ac:chgData name="최문영" userId="c9c2ca5b-20f2-48c9-9e1f-a03229bf2768" providerId="ADAL" clId="{1AFE30CA-0473-46B3-B73A-3803F8D94D85}" dt="2025-11-17T03:22:18.273" v="1130" actId="1076"/>
          <ac:cxnSpMkLst>
            <pc:docMk/>
            <pc:sldMk cId="1047534280" sldId="941"/>
            <ac:cxnSpMk id="9" creationId="{7D0394CF-E0E2-BC42-3060-4912DB3DF53A}"/>
          </ac:cxnSpMkLst>
        </pc:cxnChg>
        <pc:cxnChg chg="mod">
          <ac:chgData name="최문영" userId="c9c2ca5b-20f2-48c9-9e1f-a03229bf2768" providerId="ADAL" clId="{1AFE30CA-0473-46B3-B73A-3803F8D94D85}" dt="2025-11-17T03:22:18.273" v="1130" actId="1076"/>
          <ac:cxnSpMkLst>
            <pc:docMk/>
            <pc:sldMk cId="1047534280" sldId="941"/>
            <ac:cxnSpMk id="10" creationId="{793D2F58-C14F-5619-AD95-DD4E2C66D347}"/>
          </ac:cxnSpMkLst>
        </pc:cxnChg>
        <pc:cxnChg chg="mod">
          <ac:chgData name="최문영" userId="c9c2ca5b-20f2-48c9-9e1f-a03229bf2768" providerId="ADAL" clId="{1AFE30CA-0473-46B3-B73A-3803F8D94D85}" dt="2025-11-17T03:22:18.273" v="1130" actId="1076"/>
          <ac:cxnSpMkLst>
            <pc:docMk/>
            <pc:sldMk cId="1047534280" sldId="941"/>
            <ac:cxnSpMk id="12" creationId="{74083811-42A0-24BB-1EC6-99E99B126473}"/>
          </ac:cxnSpMkLst>
        </pc:cxnChg>
        <pc:cxnChg chg="mod">
          <ac:chgData name="최문영" userId="c9c2ca5b-20f2-48c9-9e1f-a03229bf2768" providerId="ADAL" clId="{1AFE30CA-0473-46B3-B73A-3803F8D94D85}" dt="2025-11-17T03:22:18.273" v="1130" actId="1076"/>
          <ac:cxnSpMkLst>
            <pc:docMk/>
            <pc:sldMk cId="1047534280" sldId="941"/>
            <ac:cxnSpMk id="13" creationId="{F9EB4D0E-FE62-5B63-AB2F-4CB70A79B950}"/>
          </ac:cxnSpMkLst>
        </pc:cxnChg>
        <pc:cxnChg chg="mod">
          <ac:chgData name="최문영" userId="c9c2ca5b-20f2-48c9-9e1f-a03229bf2768" providerId="ADAL" clId="{1AFE30CA-0473-46B3-B73A-3803F8D94D85}" dt="2025-11-17T03:22:21.277" v="1131" actId="1076"/>
          <ac:cxnSpMkLst>
            <pc:docMk/>
            <pc:sldMk cId="1047534280" sldId="941"/>
            <ac:cxnSpMk id="16" creationId="{FE06E489-4904-5C43-B211-8A06CDC08341}"/>
          </ac:cxnSpMkLst>
        </pc:cxnChg>
      </pc:sldChg>
      <pc:sldChg chg="addSp delSp modSp add mod delAnim modAnim modNotesTx">
        <pc:chgData name="최문영" userId="c9c2ca5b-20f2-48c9-9e1f-a03229bf2768" providerId="ADAL" clId="{1AFE30CA-0473-46B3-B73A-3803F8D94D85}" dt="2025-11-20T02:51:23.368" v="4658" actId="20577"/>
        <pc:sldMkLst>
          <pc:docMk/>
          <pc:sldMk cId="961688650" sldId="942"/>
        </pc:sldMkLst>
        <pc:spChg chg="add mod">
          <ac:chgData name="최문영" userId="c9c2ca5b-20f2-48c9-9e1f-a03229bf2768" providerId="ADAL" clId="{1AFE30CA-0473-46B3-B73A-3803F8D94D85}" dt="2025-11-17T04:01:56.027" v="1943" actId="1038"/>
          <ac:spMkLst>
            <pc:docMk/>
            <pc:sldMk cId="961688650" sldId="942"/>
            <ac:spMk id="31" creationId="{1D6D52BE-C4A4-8B9A-BDB2-3D940A1AC6CA}"/>
          </ac:spMkLst>
        </pc:spChg>
        <pc:spChg chg="add mod">
          <ac:chgData name="최문영" userId="c9c2ca5b-20f2-48c9-9e1f-a03229bf2768" providerId="ADAL" clId="{1AFE30CA-0473-46B3-B73A-3803F8D94D85}" dt="2025-11-17T03:28:16.494" v="1386" actId="1076"/>
          <ac:spMkLst>
            <pc:docMk/>
            <pc:sldMk cId="961688650" sldId="942"/>
            <ac:spMk id="32" creationId="{16BA4DF9-33EB-D858-D1F8-D3FA7CAF4492}"/>
          </ac:spMkLst>
        </pc:spChg>
        <pc:spChg chg="add mod">
          <ac:chgData name="최문영" userId="c9c2ca5b-20f2-48c9-9e1f-a03229bf2768" providerId="ADAL" clId="{1AFE30CA-0473-46B3-B73A-3803F8D94D85}" dt="2025-11-17T03:28:34.715" v="1425" actId="1076"/>
          <ac:spMkLst>
            <pc:docMk/>
            <pc:sldMk cId="961688650" sldId="942"/>
            <ac:spMk id="33" creationId="{58358EC4-C5E1-0696-0E40-57C88C5EF536}"/>
          </ac:spMkLst>
        </pc:spChg>
        <pc:graphicFrameChg chg="mod modGraphic">
          <ac:chgData name="최문영" userId="c9c2ca5b-20f2-48c9-9e1f-a03229bf2768" providerId="ADAL" clId="{1AFE30CA-0473-46B3-B73A-3803F8D94D85}" dt="2025-11-17T03:25:54.586" v="1292" actId="1076"/>
          <ac:graphicFrameMkLst>
            <pc:docMk/>
            <pc:sldMk cId="961688650" sldId="942"/>
            <ac:graphicFrameMk id="2" creationId="{ADEEE16F-B0DD-1E7D-DBD4-74A34C39B063}"/>
          </ac:graphicFrameMkLst>
        </pc:graphicFrameChg>
        <pc:picChg chg="mod">
          <ac:chgData name="최문영" userId="c9c2ca5b-20f2-48c9-9e1f-a03229bf2768" providerId="ADAL" clId="{1AFE30CA-0473-46B3-B73A-3803F8D94D85}" dt="2025-11-17T03:25:51.548" v="1291" actId="14100"/>
          <ac:picMkLst>
            <pc:docMk/>
            <pc:sldMk cId="961688650" sldId="942"/>
            <ac:picMk id="3" creationId="{70168A80-44A6-D07F-B74F-F47DAC81DA3B}"/>
          </ac:picMkLst>
        </pc:picChg>
        <pc:picChg chg="add mod">
          <ac:chgData name="최문영" userId="c9c2ca5b-20f2-48c9-9e1f-a03229bf2768" providerId="ADAL" clId="{1AFE30CA-0473-46B3-B73A-3803F8D94D85}" dt="2025-11-17T03:26:25.696" v="1300" actId="208"/>
          <ac:picMkLst>
            <pc:docMk/>
            <pc:sldMk cId="961688650" sldId="942"/>
            <ac:picMk id="28" creationId="{75AEE369-660B-FCDE-CC3D-6022884633C9}"/>
          </ac:picMkLst>
        </pc:picChg>
      </pc:sldChg>
      <pc:sldChg chg="addSp delSp modSp add mod delAnim modAnim modNotesTx">
        <pc:chgData name="최문영" userId="c9c2ca5b-20f2-48c9-9e1f-a03229bf2768" providerId="ADAL" clId="{1AFE30CA-0473-46B3-B73A-3803F8D94D85}" dt="2025-11-20T02:52:38.899" v="4948" actId="20577"/>
        <pc:sldMkLst>
          <pc:docMk/>
          <pc:sldMk cId="2499976162" sldId="943"/>
        </pc:sldMkLst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7" creationId="{0CE5CFB3-0C88-5C74-4E38-A738750011D9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10" creationId="{E8E3A90F-E06F-72B4-0A0E-D3B950E9D21C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13" creationId="{0D85A94B-8558-183B-95E7-E39C6481A029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14" creationId="{DF7C2718-5D8F-4049-C82F-F8C82AC5B38E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17" creationId="{9BB62D7C-CEE6-1865-0A19-502F50AF0BE1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18" creationId="{999FC446-26A2-A85B-5A8A-848B14964B45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20" creationId="{8190D8C6-E397-FA20-7DA4-33D6D6ADE0C3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23" creationId="{D0829496-3426-2D0B-6462-A01F485EB3DE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24" creationId="{59EC15C1-2491-5415-467A-27874F337C70}"/>
          </ac:spMkLst>
        </pc:spChg>
        <pc:spChg chg="add mod">
          <ac:chgData name="최문영" userId="c9c2ca5b-20f2-48c9-9e1f-a03229bf2768" providerId="ADAL" clId="{1AFE30CA-0473-46B3-B73A-3803F8D94D85}" dt="2025-11-17T03:28:59.787" v="1430"/>
          <ac:spMkLst>
            <pc:docMk/>
            <pc:sldMk cId="2499976162" sldId="943"/>
            <ac:spMk id="26" creationId="{9113E1EE-7B18-051F-2EFE-C726FB1E58A5}"/>
          </ac:spMkLst>
        </pc:spChg>
        <pc:spChg chg="add mod">
          <ac:chgData name="최문영" userId="c9c2ca5b-20f2-48c9-9e1f-a03229bf2768" providerId="ADAL" clId="{1AFE30CA-0473-46B3-B73A-3803F8D94D85}" dt="2025-11-17T03:30:33.971" v="1441" actId="208"/>
          <ac:spMkLst>
            <pc:docMk/>
            <pc:sldMk cId="2499976162" sldId="943"/>
            <ac:spMk id="27" creationId="{67D3A6BC-F2B9-0465-268F-722DDA073695}"/>
          </ac:spMkLst>
        </pc:spChg>
      </pc:sldChg>
      <pc:sldChg chg="addSp delSp modSp add mod addAnim delAnim modAnim modNotesTx">
        <pc:chgData name="최문영" userId="c9c2ca5b-20f2-48c9-9e1f-a03229bf2768" providerId="ADAL" clId="{1AFE30CA-0473-46B3-B73A-3803F8D94D85}" dt="2025-11-20T02:52:45.999" v="4979" actId="20577"/>
        <pc:sldMkLst>
          <pc:docMk/>
          <pc:sldMk cId="4010108" sldId="944"/>
        </pc:sldMkLst>
        <pc:spChg chg="mod">
          <ac:chgData name="최문영" userId="c9c2ca5b-20f2-48c9-9e1f-a03229bf2768" providerId="ADAL" clId="{1AFE30CA-0473-46B3-B73A-3803F8D94D85}" dt="2025-11-17T03:32:26.342" v="1636" actId="1037"/>
          <ac:spMkLst>
            <pc:docMk/>
            <pc:sldMk cId="4010108" sldId="944"/>
            <ac:spMk id="7" creationId="{3A19C761-6EA6-B573-B462-C255AA69D914}"/>
          </ac:spMkLst>
        </pc:spChg>
        <pc:spChg chg="mod">
          <ac:chgData name="최문영" userId="c9c2ca5b-20f2-48c9-9e1f-a03229bf2768" providerId="ADAL" clId="{1AFE30CA-0473-46B3-B73A-3803F8D94D85}" dt="2025-11-17T03:37:51.594" v="1840" actId="1036"/>
          <ac:spMkLst>
            <pc:docMk/>
            <pc:sldMk cId="4010108" sldId="944"/>
            <ac:spMk id="10" creationId="{4684FDFD-0FE1-2012-2573-0AFC4F0A2601}"/>
          </ac:spMkLst>
        </pc:spChg>
        <pc:spChg chg="add del mod ord">
          <ac:chgData name="최문영" userId="c9c2ca5b-20f2-48c9-9e1f-a03229bf2768" providerId="ADAL" clId="{1AFE30CA-0473-46B3-B73A-3803F8D94D85}" dt="2025-11-17T03:36:23.482" v="1723" actId="1036"/>
          <ac:spMkLst>
            <pc:docMk/>
            <pc:sldMk cId="4010108" sldId="944"/>
            <ac:spMk id="20" creationId="{6CB01BE9-9F16-9895-E50A-1FDBA87C0B15}"/>
          </ac:spMkLst>
        </pc:spChg>
        <pc:spChg chg="mod">
          <ac:chgData name="최문영" userId="c9c2ca5b-20f2-48c9-9e1f-a03229bf2768" providerId="ADAL" clId="{1AFE30CA-0473-46B3-B73A-3803F8D94D85}" dt="2025-11-17T03:36:46.978" v="1729" actId="20577"/>
          <ac:spMkLst>
            <pc:docMk/>
            <pc:sldMk cId="4010108" sldId="944"/>
            <ac:spMk id="22" creationId="{B872438D-0CBF-D80E-A6D9-EFE451A829BF}"/>
          </ac:spMkLst>
        </pc:spChg>
        <pc:spChg chg="mod">
          <ac:chgData name="최문영" userId="c9c2ca5b-20f2-48c9-9e1f-a03229bf2768" providerId="ADAL" clId="{1AFE30CA-0473-46B3-B73A-3803F8D94D85}" dt="2025-11-17T03:36:12.274" v="1719" actId="1076"/>
          <ac:spMkLst>
            <pc:docMk/>
            <pc:sldMk cId="4010108" sldId="944"/>
            <ac:spMk id="23" creationId="{877DD6B7-F371-F2D4-3AAE-F1715E5A0648}"/>
          </ac:spMkLst>
        </pc:spChg>
        <pc:spChg chg="mod">
          <ac:chgData name="최문영" userId="c9c2ca5b-20f2-48c9-9e1f-a03229bf2768" providerId="ADAL" clId="{1AFE30CA-0473-46B3-B73A-3803F8D94D85}" dt="2025-11-17T03:36:58.218" v="1762" actId="14100"/>
          <ac:spMkLst>
            <pc:docMk/>
            <pc:sldMk cId="4010108" sldId="944"/>
            <ac:spMk id="24" creationId="{39F7562F-2F87-CB36-BB6C-5EE531B667F2}"/>
          </ac:spMkLst>
        </pc:spChg>
        <pc:spChg chg="add mod">
          <ac:chgData name="최문영" userId="c9c2ca5b-20f2-48c9-9e1f-a03229bf2768" providerId="ADAL" clId="{1AFE30CA-0473-46B3-B73A-3803F8D94D85}" dt="2025-11-17T03:37:46.973" v="1821" actId="1076"/>
          <ac:spMkLst>
            <pc:docMk/>
            <pc:sldMk cId="4010108" sldId="944"/>
            <ac:spMk id="43" creationId="{84965798-03C4-D0C2-F688-F207F1331C33}"/>
          </ac:spMkLst>
        </pc:spChg>
        <pc:spChg chg="add mod">
          <ac:chgData name="최문영" userId="c9c2ca5b-20f2-48c9-9e1f-a03229bf2768" providerId="ADAL" clId="{1AFE30CA-0473-46B3-B73A-3803F8D94D85}" dt="2025-11-17T03:37:46.973" v="1821" actId="1076"/>
          <ac:spMkLst>
            <pc:docMk/>
            <pc:sldMk cId="4010108" sldId="944"/>
            <ac:spMk id="44" creationId="{09966CE7-A5EF-B6E7-8BCA-219A1AB60A6F}"/>
          </ac:spMkLst>
        </pc:spChg>
        <pc:spChg chg="add mod">
          <ac:chgData name="최문영" userId="c9c2ca5b-20f2-48c9-9e1f-a03229bf2768" providerId="ADAL" clId="{1AFE30CA-0473-46B3-B73A-3803F8D94D85}" dt="2025-11-17T03:38:20.917" v="1891" actId="1035"/>
          <ac:spMkLst>
            <pc:docMk/>
            <pc:sldMk cId="4010108" sldId="944"/>
            <ac:spMk id="45" creationId="{55A729A6-ABE1-6A2F-E96B-92AEDD638671}"/>
          </ac:spMkLst>
        </pc:spChg>
        <pc:spChg chg="add mod">
          <ac:chgData name="최문영" userId="c9c2ca5b-20f2-48c9-9e1f-a03229bf2768" providerId="ADAL" clId="{1AFE30CA-0473-46B3-B73A-3803F8D94D85}" dt="2025-11-17T03:38:20.917" v="1891" actId="1035"/>
          <ac:spMkLst>
            <pc:docMk/>
            <pc:sldMk cId="4010108" sldId="944"/>
            <ac:spMk id="46" creationId="{BF5A242C-CA29-B5AF-CDEB-3397FBE6A9C9}"/>
          </ac:spMkLst>
        </pc:spChg>
        <pc:spChg chg="mod">
          <ac:chgData name="최문영" userId="c9c2ca5b-20f2-48c9-9e1f-a03229bf2768" providerId="ADAL" clId="{1AFE30CA-0473-46B3-B73A-3803F8D94D85}" dt="2025-11-17T03:32:03.156" v="1578" actId="20577"/>
          <ac:spMkLst>
            <pc:docMk/>
            <pc:sldMk cId="4010108" sldId="944"/>
            <ac:spMk id="97" creationId="{3B7A813E-AC6C-9011-DDF2-92B132E44CF9}"/>
          </ac:spMkLst>
        </pc:spChg>
        <pc:spChg chg="mod">
          <ac:chgData name="최문영" userId="c9c2ca5b-20f2-48c9-9e1f-a03229bf2768" providerId="ADAL" clId="{1AFE30CA-0473-46B3-B73A-3803F8D94D85}" dt="2025-11-17T03:31:42.736" v="1507" actId="20577"/>
          <ac:spMkLst>
            <pc:docMk/>
            <pc:sldMk cId="4010108" sldId="944"/>
            <ac:spMk id="100" creationId="{932A3F06-3B0E-9054-C0B9-AB767B613171}"/>
          </ac:spMkLst>
        </pc:spChg>
        <pc:graphicFrameChg chg="add mod modGraphic">
          <ac:chgData name="최문영" userId="c9c2ca5b-20f2-48c9-9e1f-a03229bf2768" providerId="ADAL" clId="{1AFE30CA-0473-46B3-B73A-3803F8D94D85}" dt="2025-11-17T03:36:23.482" v="1723" actId="1036"/>
          <ac:graphicFrameMkLst>
            <pc:docMk/>
            <pc:sldMk cId="4010108" sldId="944"/>
            <ac:graphicFrameMk id="2" creationId="{33BADE2D-54EF-54AE-8488-5EC4A8B3F2FD}"/>
          </ac:graphicFrameMkLst>
        </pc:graphicFrameChg>
        <pc:cxnChg chg="mod">
          <ac:chgData name="최문영" userId="c9c2ca5b-20f2-48c9-9e1f-a03229bf2768" providerId="ADAL" clId="{1AFE30CA-0473-46B3-B73A-3803F8D94D85}" dt="2025-11-17T03:36:23.482" v="1723" actId="1036"/>
          <ac:cxnSpMkLst>
            <pc:docMk/>
            <pc:sldMk cId="4010108" sldId="944"/>
            <ac:cxnSpMk id="6" creationId="{E5E3AB14-BCF5-FACE-A9B9-ADE768C8FD31}"/>
          </ac:cxnSpMkLst>
        </pc:cxnChg>
        <pc:cxnChg chg="mod">
          <ac:chgData name="최문영" userId="c9c2ca5b-20f2-48c9-9e1f-a03229bf2768" providerId="ADAL" clId="{1AFE30CA-0473-46B3-B73A-3803F8D94D85}" dt="2025-11-17T03:36:23.482" v="1723" actId="1036"/>
          <ac:cxnSpMkLst>
            <pc:docMk/>
            <pc:sldMk cId="4010108" sldId="944"/>
            <ac:cxnSpMk id="8" creationId="{8DF96323-3342-00E1-F839-72EFB6B10DCB}"/>
          </ac:cxnSpMkLst>
        </pc:cxnChg>
        <pc:cxnChg chg="mod">
          <ac:chgData name="최문영" userId="c9c2ca5b-20f2-48c9-9e1f-a03229bf2768" providerId="ADAL" clId="{1AFE30CA-0473-46B3-B73A-3803F8D94D85}" dt="2025-11-17T03:36:23.482" v="1723" actId="1036"/>
          <ac:cxnSpMkLst>
            <pc:docMk/>
            <pc:sldMk cId="4010108" sldId="944"/>
            <ac:cxnSpMk id="9" creationId="{5FA58E00-C994-AA69-AE8A-3D0F188D697C}"/>
          </ac:cxnSpMkLst>
        </pc:cxnChg>
        <pc:cxnChg chg="mod">
          <ac:chgData name="최문영" userId="c9c2ca5b-20f2-48c9-9e1f-a03229bf2768" providerId="ADAL" clId="{1AFE30CA-0473-46B3-B73A-3803F8D94D85}" dt="2025-11-17T03:37:51.594" v="1840" actId="1036"/>
          <ac:cxnSpMkLst>
            <pc:docMk/>
            <pc:sldMk cId="4010108" sldId="944"/>
            <ac:cxnSpMk id="11" creationId="{4A3112B6-29B5-AE84-3E86-9D9A43C84397}"/>
          </ac:cxnSpMkLst>
        </pc:cxnChg>
        <pc:cxnChg chg="mod">
          <ac:chgData name="최문영" userId="c9c2ca5b-20f2-48c9-9e1f-a03229bf2768" providerId="ADAL" clId="{1AFE30CA-0473-46B3-B73A-3803F8D94D85}" dt="2025-11-17T03:37:51.594" v="1840" actId="1036"/>
          <ac:cxnSpMkLst>
            <pc:docMk/>
            <pc:sldMk cId="4010108" sldId="944"/>
            <ac:cxnSpMk id="12" creationId="{8D2384C8-742E-176B-9ADA-BE2B72AECA0F}"/>
          </ac:cxnSpMkLst>
        </pc:cxnChg>
        <pc:cxnChg chg="add mod">
          <ac:chgData name="최문영" userId="c9c2ca5b-20f2-48c9-9e1f-a03229bf2768" providerId="ADAL" clId="{1AFE30CA-0473-46B3-B73A-3803F8D94D85}" dt="2025-11-17T03:36:29.747" v="1724" actId="208"/>
          <ac:cxnSpMkLst>
            <pc:docMk/>
            <pc:sldMk cId="4010108" sldId="944"/>
            <ac:cxnSpMk id="41" creationId="{663ACC68-512E-CEF9-7360-2D1B1C02B8C6}"/>
          </ac:cxnSpMkLst>
        </pc:cxnChg>
      </pc:sldChg>
      <pc:sldChg chg="addSp delSp modSp new del mod delAnim modAnim">
        <pc:chgData name="최문영" userId="c9c2ca5b-20f2-48c9-9e1f-a03229bf2768" providerId="ADAL" clId="{1AFE30CA-0473-46B3-B73A-3803F8D94D85}" dt="2025-11-20T02:56:51.534" v="5665" actId="47"/>
        <pc:sldMkLst>
          <pc:docMk/>
          <pc:sldMk cId="2323406522" sldId="945"/>
        </pc:sldMkLst>
        <pc:spChg chg="add mod">
          <ac:chgData name="최문영" userId="c9c2ca5b-20f2-48c9-9e1f-a03229bf2768" providerId="ADAL" clId="{1AFE30CA-0473-46B3-B73A-3803F8D94D85}" dt="2025-11-17T09:20:09.246" v="2098" actId="1076"/>
          <ac:spMkLst>
            <pc:docMk/>
            <pc:sldMk cId="2323406522" sldId="945"/>
            <ac:spMk id="4" creationId="{E7661A8F-8616-A19D-BB8B-66E5BB5EA8F2}"/>
          </ac:spMkLst>
        </pc:spChg>
        <pc:spChg chg="add mod">
          <ac:chgData name="최문영" userId="c9c2ca5b-20f2-48c9-9e1f-a03229bf2768" providerId="ADAL" clId="{1AFE30CA-0473-46B3-B73A-3803F8D94D85}" dt="2025-11-17T09:28:11.883" v="2286" actId="20577"/>
          <ac:spMkLst>
            <pc:docMk/>
            <pc:sldMk cId="2323406522" sldId="945"/>
            <ac:spMk id="5" creationId="{55294EF6-901E-F084-6A17-DF0CF0642957}"/>
          </ac:spMkLst>
        </pc:spChg>
        <pc:spChg chg="add mod">
          <ac:chgData name="최문영" userId="c9c2ca5b-20f2-48c9-9e1f-a03229bf2768" providerId="ADAL" clId="{1AFE30CA-0473-46B3-B73A-3803F8D94D85}" dt="2025-11-17T09:28:38.561" v="2294" actId="1076"/>
          <ac:spMkLst>
            <pc:docMk/>
            <pc:sldMk cId="2323406522" sldId="945"/>
            <ac:spMk id="6" creationId="{196E8150-9825-1E76-8C85-C9B5D22FD591}"/>
          </ac:spMkLst>
        </pc:spChg>
        <pc:picChg chg="add mod">
          <ac:chgData name="최문영" userId="c9c2ca5b-20f2-48c9-9e1f-a03229bf2768" providerId="ADAL" clId="{1AFE30CA-0473-46B3-B73A-3803F8D94D85}" dt="2025-11-17T09:23:18.343" v="2242" actId="1076"/>
          <ac:picMkLst>
            <pc:docMk/>
            <pc:sldMk cId="2323406522" sldId="945"/>
            <ac:picMk id="3" creationId="{0E204A1E-17B3-14FC-439E-6387EA095AC9}"/>
          </ac:picMkLst>
        </pc:picChg>
      </pc:sldChg>
      <pc:sldChg chg="addSp delSp modSp add mod delAnim modAnim">
        <pc:chgData name="최문영" userId="c9c2ca5b-20f2-48c9-9e1f-a03229bf2768" providerId="ADAL" clId="{1AFE30CA-0473-46B3-B73A-3803F8D94D85}" dt="2025-11-20T02:58:31.010" v="5704" actId="1076"/>
        <pc:sldMkLst>
          <pc:docMk/>
          <pc:sldMk cId="529060694" sldId="946"/>
        </pc:sldMkLst>
        <pc:spChg chg="add mod">
          <ac:chgData name="최문영" userId="c9c2ca5b-20f2-48c9-9e1f-a03229bf2768" providerId="ADAL" clId="{1AFE30CA-0473-46B3-B73A-3803F8D94D85}" dt="2025-11-20T02:58:31.010" v="5704" actId="1076"/>
          <ac:spMkLst>
            <pc:docMk/>
            <pc:sldMk cId="529060694" sldId="946"/>
            <ac:spMk id="2" creationId="{F475D098-B6C0-0ED6-6965-DE3C01B86E42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3" creationId="{1822EED9-64E9-FC6A-5CC1-120A8CEE18BD}"/>
          </ac:spMkLst>
        </pc:spChg>
        <pc:spChg chg="mod">
          <ac:chgData name="최문영" userId="c9c2ca5b-20f2-48c9-9e1f-a03229bf2768" providerId="ADAL" clId="{1AFE30CA-0473-46B3-B73A-3803F8D94D85}" dt="2025-11-20T00:08:36.353" v="2318" actId="20577"/>
          <ac:spMkLst>
            <pc:docMk/>
            <pc:sldMk cId="529060694" sldId="946"/>
            <ac:spMk id="10" creationId="{D705A2E5-0E84-38C8-0392-6FD72EA4A646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11" creationId="{DEC29AD8-14B8-6A8C-A878-E6891CEC8749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13" creationId="{2C87E619-80F6-F479-BC23-CC2D68BF5427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14" creationId="{4B21A1DC-4E78-D73D-4B6A-6C5398A67A91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23" creationId="{A7E12E78-F90A-3C44-EF92-73DA39F0AF0E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30" creationId="{EA9AB478-EFE4-B788-21A9-C98D3819440B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33" creationId="{9F2553BA-A48B-358D-4E71-A1CDC16F4EBB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36" creationId="{F01D25EE-072B-EE4E-25CA-E3F2431FC7D2}"/>
          </ac:spMkLst>
        </pc:spChg>
        <pc:spChg chg="mod">
          <ac:chgData name="최문영" userId="c9c2ca5b-20f2-48c9-9e1f-a03229bf2768" providerId="ADAL" clId="{1AFE30CA-0473-46B3-B73A-3803F8D94D85}" dt="2025-11-20T02:56:31.667" v="5663" actId="207"/>
          <ac:spMkLst>
            <pc:docMk/>
            <pc:sldMk cId="529060694" sldId="946"/>
            <ac:spMk id="47" creationId="{553C4B0E-C68D-876C-C94F-FB1E73680EDB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82" creationId="{E06C22B4-3301-5B50-4966-8C0D6A9534F4}"/>
          </ac:spMkLst>
        </pc:spChg>
        <pc:spChg chg="del">
          <ac:chgData name="최문영" userId="c9c2ca5b-20f2-48c9-9e1f-a03229bf2768" providerId="ADAL" clId="{1AFE30CA-0473-46B3-B73A-3803F8D94D85}" dt="2025-11-20T00:08:29.453" v="2297" actId="478"/>
          <ac:spMkLst>
            <pc:docMk/>
            <pc:sldMk cId="529060694" sldId="946"/>
            <ac:spMk id="84" creationId="{8CD3517A-6BF2-9DCC-913A-21E039AE0D67}"/>
          </ac:spMkLst>
        </pc:spChg>
      </pc:sldChg>
      <pc:sldChg chg="addSp modSp add mod">
        <pc:chgData name="최문영" userId="c9c2ca5b-20f2-48c9-9e1f-a03229bf2768" providerId="ADAL" clId="{1AFE30CA-0473-46B3-B73A-3803F8D94D85}" dt="2025-11-20T01:59:39.778" v="3429" actId="1076"/>
        <pc:sldMkLst>
          <pc:docMk/>
          <pc:sldMk cId="3602872076" sldId="947"/>
        </pc:sldMkLst>
        <pc:spChg chg="mod">
          <ac:chgData name="최문영" userId="c9c2ca5b-20f2-48c9-9e1f-a03229bf2768" providerId="ADAL" clId="{1AFE30CA-0473-46B3-B73A-3803F8D94D85}" dt="2025-11-20T01:46:34.456" v="3205" actId="20577"/>
          <ac:spMkLst>
            <pc:docMk/>
            <pc:sldMk cId="3602872076" sldId="947"/>
            <ac:spMk id="47" creationId="{5E44398F-7B4C-B34D-2DD0-71135D1A49ED}"/>
          </ac:spMkLst>
        </pc:spChg>
        <pc:graphicFrameChg chg="add mod">
          <ac:chgData name="최문영" userId="c9c2ca5b-20f2-48c9-9e1f-a03229bf2768" providerId="ADAL" clId="{1AFE30CA-0473-46B3-B73A-3803F8D94D85}" dt="2025-11-20T01:45:46.574" v="3187"/>
          <ac:graphicFrameMkLst>
            <pc:docMk/>
            <pc:sldMk cId="3602872076" sldId="947"/>
            <ac:graphicFrameMk id="2" creationId="{C6376E16-912B-F49C-D1AA-5DF1223584F2}"/>
          </ac:graphicFrameMkLst>
        </pc:graphicFrameChg>
        <pc:graphicFrameChg chg="add mod">
          <ac:chgData name="최문영" userId="c9c2ca5b-20f2-48c9-9e1f-a03229bf2768" providerId="ADAL" clId="{1AFE30CA-0473-46B3-B73A-3803F8D94D85}" dt="2025-11-20T01:45:46.574" v="3187"/>
          <ac:graphicFrameMkLst>
            <pc:docMk/>
            <pc:sldMk cId="3602872076" sldId="947"/>
            <ac:graphicFrameMk id="3" creationId="{39826CE0-D7FF-E3AB-CCA0-DB6548091E88}"/>
          </ac:graphicFrameMkLst>
        </pc:graphicFrameChg>
        <pc:graphicFrameChg chg="add mod">
          <ac:chgData name="최문영" userId="c9c2ca5b-20f2-48c9-9e1f-a03229bf2768" providerId="ADAL" clId="{1AFE30CA-0473-46B3-B73A-3803F8D94D85}" dt="2025-11-20T01:59:39.778" v="3429" actId="1076"/>
          <ac:graphicFrameMkLst>
            <pc:docMk/>
            <pc:sldMk cId="3602872076" sldId="947"/>
            <ac:graphicFrameMk id="5" creationId="{C6376E16-912B-F49C-D1AA-5DF1223584F2}"/>
          </ac:graphicFrameMkLst>
        </pc:graphicFrameChg>
        <pc:graphicFrameChg chg="add mod">
          <ac:chgData name="최문영" userId="c9c2ca5b-20f2-48c9-9e1f-a03229bf2768" providerId="ADAL" clId="{1AFE30CA-0473-46B3-B73A-3803F8D94D85}" dt="2025-11-20T01:47:13.584" v="3217" actId="1076"/>
          <ac:graphicFrameMkLst>
            <pc:docMk/>
            <pc:sldMk cId="3602872076" sldId="947"/>
            <ac:graphicFrameMk id="7" creationId="{39826CE0-D7FF-E3AB-CCA0-DB6548091E88}"/>
          </ac:graphicFrameMkLst>
        </pc:graphicFrameChg>
        <pc:picChg chg="add">
          <ac:chgData name="최문영" userId="c9c2ca5b-20f2-48c9-9e1f-a03229bf2768" providerId="ADAL" clId="{1AFE30CA-0473-46B3-B73A-3803F8D94D85}" dt="2025-11-20T01:45:46.654" v="3188"/>
          <ac:picMkLst>
            <pc:docMk/>
            <pc:sldMk cId="3602872076" sldId="947"/>
            <ac:picMk id="4" creationId="{DE48836D-737E-4A16-92F9-A256279C9029}"/>
          </ac:picMkLst>
        </pc:picChg>
      </pc:sldChg>
      <pc:sldChg chg="addSp modSp add mod modAnim">
        <pc:chgData name="최문영" userId="c9c2ca5b-20f2-48c9-9e1f-a03229bf2768" providerId="ADAL" clId="{1AFE30CA-0473-46B3-B73A-3803F8D94D85}" dt="2025-11-20T02:08:14.320" v="3638" actId="27918"/>
        <pc:sldMkLst>
          <pc:docMk/>
          <pc:sldMk cId="3203035750" sldId="948"/>
        </pc:sldMkLst>
        <pc:spChg chg="add mod">
          <ac:chgData name="최문영" userId="c9c2ca5b-20f2-48c9-9e1f-a03229bf2768" providerId="ADAL" clId="{1AFE30CA-0473-46B3-B73A-3803F8D94D85}" dt="2025-11-20T01:55:40.626" v="3366" actId="14100"/>
          <ac:spMkLst>
            <pc:docMk/>
            <pc:sldMk cId="3203035750" sldId="948"/>
            <ac:spMk id="11" creationId="{32CF5205-1419-9949-F3CA-38731B7E16A1}"/>
          </ac:spMkLst>
        </pc:spChg>
        <pc:spChg chg="add mod">
          <ac:chgData name="최문영" userId="c9c2ca5b-20f2-48c9-9e1f-a03229bf2768" providerId="ADAL" clId="{1AFE30CA-0473-46B3-B73A-3803F8D94D85}" dt="2025-11-20T01:56:10.301" v="3411" actId="14100"/>
          <ac:spMkLst>
            <pc:docMk/>
            <pc:sldMk cId="3203035750" sldId="948"/>
            <ac:spMk id="12" creationId="{3ED52FD3-1D3A-4AC9-E8EE-98B59BA69146}"/>
          </ac:spMkLst>
        </pc:spChg>
        <pc:spChg chg="mod">
          <ac:chgData name="최문영" userId="c9c2ca5b-20f2-48c9-9e1f-a03229bf2768" providerId="ADAL" clId="{1AFE30CA-0473-46B3-B73A-3803F8D94D85}" dt="2025-11-20T01:47:44.577" v="3317" actId="20577"/>
          <ac:spMkLst>
            <pc:docMk/>
            <pc:sldMk cId="3203035750" sldId="948"/>
            <ac:spMk id="47" creationId="{FF69FD71-DEB4-3C72-0758-1C3AAE080AA9}"/>
          </ac:spMkLst>
        </pc:spChg>
        <pc:graphicFrameChg chg="add mod">
          <ac:chgData name="최문영" userId="c9c2ca5b-20f2-48c9-9e1f-a03229bf2768" providerId="ADAL" clId="{1AFE30CA-0473-46B3-B73A-3803F8D94D85}" dt="2025-11-20T01:54:58.401" v="3358" actId="1076"/>
          <ac:graphicFrameMkLst>
            <pc:docMk/>
            <pc:sldMk cId="3203035750" sldId="948"/>
            <ac:graphicFrameMk id="2" creationId="{931655DE-9B05-7493-342D-88C8ACF6B139}"/>
          </ac:graphicFrameMkLst>
        </pc:graphicFrameChg>
        <pc:graphicFrameChg chg="add mod">
          <ac:chgData name="최문영" userId="c9c2ca5b-20f2-48c9-9e1f-a03229bf2768" providerId="ADAL" clId="{1AFE30CA-0473-46B3-B73A-3803F8D94D85}" dt="2025-11-20T01:51:11.113" v="3332"/>
          <ac:graphicFrameMkLst>
            <pc:docMk/>
            <pc:sldMk cId="3203035750" sldId="948"/>
            <ac:graphicFrameMk id="3" creationId="{E7994AB3-749E-BC13-C7EF-C1F8DC4DF3EB}"/>
          </ac:graphicFrameMkLst>
        </pc:graphicFrameChg>
        <pc:graphicFrameChg chg="add mod">
          <ac:chgData name="최문영" userId="c9c2ca5b-20f2-48c9-9e1f-a03229bf2768" providerId="ADAL" clId="{1AFE30CA-0473-46B3-B73A-3803F8D94D85}" dt="2025-11-20T01:51:27.843" v="3333"/>
          <ac:graphicFrameMkLst>
            <pc:docMk/>
            <pc:sldMk cId="3203035750" sldId="948"/>
            <ac:graphicFrameMk id="4" creationId="{C2FFAACE-DEBA-15D8-2591-90085C8ED4EF}"/>
          </ac:graphicFrameMkLst>
        </pc:graphicFrameChg>
        <pc:graphicFrameChg chg="add mod">
          <ac:chgData name="최문영" userId="c9c2ca5b-20f2-48c9-9e1f-a03229bf2768" providerId="ADAL" clId="{1AFE30CA-0473-46B3-B73A-3803F8D94D85}" dt="2025-11-20T01:53:07.271" v="3341"/>
          <ac:graphicFrameMkLst>
            <pc:docMk/>
            <pc:sldMk cId="3203035750" sldId="948"/>
            <ac:graphicFrameMk id="5" creationId="{34FE6624-7699-E0DA-602B-41C0907AEC41}"/>
          </ac:graphicFrameMkLst>
        </pc:graphicFrameChg>
        <pc:graphicFrameChg chg="add mod modGraphic">
          <ac:chgData name="최문영" userId="c9c2ca5b-20f2-48c9-9e1f-a03229bf2768" providerId="ADAL" clId="{1AFE30CA-0473-46B3-B73A-3803F8D94D85}" dt="2025-11-20T01:53:39.104" v="3346" actId="14100"/>
          <ac:graphicFrameMkLst>
            <pc:docMk/>
            <pc:sldMk cId="3203035750" sldId="948"/>
            <ac:graphicFrameMk id="7" creationId="{2FD0CC4E-0024-C7C5-F19C-81F5C5B39BB9}"/>
          </ac:graphicFrameMkLst>
        </pc:graphicFrameChg>
        <pc:graphicFrameChg chg="add mod">
          <ac:chgData name="최문영" userId="c9c2ca5b-20f2-48c9-9e1f-a03229bf2768" providerId="ADAL" clId="{1AFE30CA-0473-46B3-B73A-3803F8D94D85}" dt="2025-11-20T01:53:58.776" v="3348"/>
          <ac:graphicFrameMkLst>
            <pc:docMk/>
            <pc:sldMk cId="3203035750" sldId="948"/>
            <ac:graphicFrameMk id="8" creationId="{5A93684F-F732-F69E-424D-606F16144786}"/>
          </ac:graphicFrameMkLst>
        </pc:graphicFrameChg>
        <pc:graphicFrameChg chg="add mod modGraphic">
          <ac:chgData name="최문영" userId="c9c2ca5b-20f2-48c9-9e1f-a03229bf2768" providerId="ADAL" clId="{1AFE30CA-0473-46B3-B73A-3803F8D94D85}" dt="2025-11-20T01:54:54.965" v="3357" actId="207"/>
          <ac:graphicFrameMkLst>
            <pc:docMk/>
            <pc:sldMk cId="3203035750" sldId="948"/>
            <ac:graphicFrameMk id="9" creationId="{5F9BDA67-828A-59A8-9EEC-079F8EC8DDD8}"/>
          </ac:graphicFrameMkLst>
        </pc:graphicFrameChg>
      </pc:sldChg>
      <pc:sldChg chg="addSp delSp modSp add mod delAnim modAnim">
        <pc:chgData name="최문영" userId="c9c2ca5b-20f2-48c9-9e1f-a03229bf2768" providerId="ADAL" clId="{1AFE30CA-0473-46B3-B73A-3803F8D94D85}" dt="2025-11-20T02:47:33.495" v="3691"/>
        <pc:sldMkLst>
          <pc:docMk/>
          <pc:sldMk cId="2630591772" sldId="949"/>
        </pc:sldMkLst>
        <pc:spChg chg="del">
          <ac:chgData name="최문영" userId="c9c2ca5b-20f2-48c9-9e1f-a03229bf2768" providerId="ADAL" clId="{1AFE30CA-0473-46B3-B73A-3803F8D94D85}" dt="2025-11-20T01:59:08.324" v="3424" actId="478"/>
          <ac:spMkLst>
            <pc:docMk/>
            <pc:sldMk cId="2630591772" sldId="949"/>
            <ac:spMk id="11" creationId="{8D08735B-4E2E-EE0B-C582-60DA07984397}"/>
          </ac:spMkLst>
        </pc:spChg>
        <pc:spChg chg="del">
          <ac:chgData name="최문영" userId="c9c2ca5b-20f2-48c9-9e1f-a03229bf2768" providerId="ADAL" clId="{1AFE30CA-0473-46B3-B73A-3803F8D94D85}" dt="2025-11-20T01:59:07.358" v="3423" actId="478"/>
          <ac:spMkLst>
            <pc:docMk/>
            <pc:sldMk cId="2630591772" sldId="949"/>
            <ac:spMk id="12" creationId="{B9FE11A3-8C94-48F0-86C5-DF6DF2C94AE8}"/>
          </ac:spMkLst>
        </pc:spChg>
        <pc:graphicFrameChg chg="del">
          <ac:chgData name="최문영" userId="c9c2ca5b-20f2-48c9-9e1f-a03229bf2768" providerId="ADAL" clId="{1AFE30CA-0473-46B3-B73A-3803F8D94D85}" dt="2025-11-20T01:59:04.325" v="3421" actId="478"/>
          <ac:graphicFrameMkLst>
            <pc:docMk/>
            <pc:sldMk cId="2630591772" sldId="949"/>
            <ac:graphicFrameMk id="2" creationId="{BDE45278-5FBE-1553-AC7A-3DBF1D8CFBC7}"/>
          </ac:graphicFrameMkLst>
        </pc:graphicFrameChg>
        <pc:graphicFrameChg chg="add mod">
          <ac:chgData name="최문영" userId="c9c2ca5b-20f2-48c9-9e1f-a03229bf2768" providerId="ADAL" clId="{1AFE30CA-0473-46B3-B73A-3803F8D94D85}" dt="2025-11-20T01:59:34.995" v="3428" actId="1076"/>
          <ac:graphicFrameMkLst>
            <pc:docMk/>
            <pc:sldMk cId="2630591772" sldId="949"/>
            <ac:graphicFrameMk id="3" creationId="{C73EB5C9-557F-2709-5609-124B220AD948}"/>
          </ac:graphicFrameMkLst>
        </pc:graphicFrameChg>
        <pc:graphicFrameChg chg="add mod">
          <ac:chgData name="최문영" userId="c9c2ca5b-20f2-48c9-9e1f-a03229bf2768" providerId="ADAL" clId="{1AFE30CA-0473-46B3-B73A-3803F8D94D85}" dt="2025-11-20T02:00:10.032" v="3430"/>
          <ac:graphicFrameMkLst>
            <pc:docMk/>
            <pc:sldMk cId="2630591772" sldId="949"/>
            <ac:graphicFrameMk id="4" creationId="{3B23834C-6EDB-3EE9-BB77-286BD9ED1B23}"/>
          </ac:graphicFrameMkLst>
        </pc:graphicFrameChg>
        <pc:graphicFrameChg chg="add mod">
          <ac:chgData name="최문영" userId="c9c2ca5b-20f2-48c9-9e1f-a03229bf2768" providerId="ADAL" clId="{1AFE30CA-0473-46B3-B73A-3803F8D94D85}" dt="2025-11-20T02:00:35.256" v="3432"/>
          <ac:graphicFrameMkLst>
            <pc:docMk/>
            <pc:sldMk cId="2630591772" sldId="949"/>
            <ac:graphicFrameMk id="5" creationId="{7463DB36-C226-FC77-8D8B-B977EC713D36}"/>
          </ac:graphicFrameMkLst>
        </pc:graphicFrameChg>
        <pc:graphicFrameChg chg="add del mod modGraphic">
          <ac:chgData name="최문영" userId="c9c2ca5b-20f2-48c9-9e1f-a03229bf2768" providerId="ADAL" clId="{1AFE30CA-0473-46B3-B73A-3803F8D94D85}" dt="2025-11-20T02:00:54.046" v="3438" actId="478"/>
          <ac:graphicFrameMkLst>
            <pc:docMk/>
            <pc:sldMk cId="2630591772" sldId="949"/>
            <ac:graphicFrameMk id="7" creationId="{961CACAF-A50F-3E28-2A77-E40FA9E64142}"/>
          </ac:graphicFrameMkLst>
        </pc:graphicFrameChg>
        <pc:graphicFrameChg chg="add mod">
          <ac:chgData name="최문영" userId="c9c2ca5b-20f2-48c9-9e1f-a03229bf2768" providerId="ADAL" clId="{1AFE30CA-0473-46B3-B73A-3803F8D94D85}" dt="2025-11-20T02:01:06.830" v="3439"/>
          <ac:graphicFrameMkLst>
            <pc:docMk/>
            <pc:sldMk cId="2630591772" sldId="949"/>
            <ac:graphicFrameMk id="8" creationId="{707857E1-B351-5AE2-F74D-B20B9744EE0A}"/>
          </ac:graphicFrameMkLst>
        </pc:graphicFrameChg>
        <pc:graphicFrameChg chg="del">
          <ac:chgData name="최문영" userId="c9c2ca5b-20f2-48c9-9e1f-a03229bf2768" providerId="ADAL" clId="{1AFE30CA-0473-46B3-B73A-3803F8D94D85}" dt="2025-11-20T01:59:14.149" v="3425" actId="478"/>
          <ac:graphicFrameMkLst>
            <pc:docMk/>
            <pc:sldMk cId="2630591772" sldId="949"/>
            <ac:graphicFrameMk id="9" creationId="{D77A16DC-EB75-4434-5242-18EFF7AEE899}"/>
          </ac:graphicFrameMkLst>
        </pc:graphicFrameChg>
        <pc:graphicFrameChg chg="add del mod modGraphic">
          <ac:chgData name="최문영" userId="c9c2ca5b-20f2-48c9-9e1f-a03229bf2768" providerId="ADAL" clId="{1AFE30CA-0473-46B3-B73A-3803F8D94D85}" dt="2025-11-20T02:02:27.821" v="3450" actId="478"/>
          <ac:graphicFrameMkLst>
            <pc:docMk/>
            <pc:sldMk cId="2630591772" sldId="949"/>
            <ac:graphicFrameMk id="13" creationId="{2A4CEA6A-03F4-05FC-2F75-CF4F487032C5}"/>
          </ac:graphicFrameMkLst>
        </pc:graphicFrameChg>
        <pc:graphicFrameChg chg="add mod">
          <ac:chgData name="최문영" userId="c9c2ca5b-20f2-48c9-9e1f-a03229bf2768" providerId="ADAL" clId="{1AFE30CA-0473-46B3-B73A-3803F8D94D85}" dt="2025-11-20T02:02:28.204" v="3451"/>
          <ac:graphicFrameMkLst>
            <pc:docMk/>
            <pc:sldMk cId="2630591772" sldId="949"/>
            <ac:graphicFrameMk id="14" creationId="{B197D351-66A9-A7DD-522F-C6F265715DE0}"/>
          </ac:graphicFrameMkLst>
        </pc:graphicFrameChg>
        <pc:graphicFrameChg chg="add mod modGraphic">
          <ac:chgData name="최문영" userId="c9c2ca5b-20f2-48c9-9e1f-a03229bf2768" providerId="ADAL" clId="{1AFE30CA-0473-46B3-B73A-3803F8D94D85}" dt="2025-11-20T02:04:07.688" v="3466" actId="1076"/>
          <ac:graphicFrameMkLst>
            <pc:docMk/>
            <pc:sldMk cId="2630591772" sldId="949"/>
            <ac:graphicFrameMk id="16" creationId="{872C19A5-DE6A-8D2F-1C6D-2EF248A0FC2A}"/>
          </ac:graphicFrameMkLst>
        </pc:graphicFrameChg>
      </pc:sldChg>
      <pc:sldChg chg="addSp delSp modSp add mod modAnim">
        <pc:chgData name="최문영" userId="c9c2ca5b-20f2-48c9-9e1f-a03229bf2768" providerId="ADAL" clId="{1AFE30CA-0473-46B3-B73A-3803F8D94D85}" dt="2025-11-20T02:57:57.610" v="5668" actId="1076"/>
        <pc:sldMkLst>
          <pc:docMk/>
          <pc:sldMk cId="3361370696" sldId="950"/>
        </pc:sldMkLst>
        <pc:spChg chg="add mod">
          <ac:chgData name="최문영" userId="c9c2ca5b-20f2-48c9-9e1f-a03229bf2768" providerId="ADAL" clId="{1AFE30CA-0473-46B3-B73A-3803F8D94D85}" dt="2025-11-20T02:08:27.215" v="3643" actId="14100"/>
          <ac:spMkLst>
            <pc:docMk/>
            <pc:sldMk cId="3361370696" sldId="950"/>
            <ac:spMk id="4" creationId="{872C6FA1-2C18-45F4-A47B-E22B3BDAE4DA}"/>
          </ac:spMkLst>
        </pc:spChg>
        <pc:spChg chg="add mod">
          <ac:chgData name="최문영" userId="c9c2ca5b-20f2-48c9-9e1f-a03229bf2768" providerId="ADAL" clId="{1AFE30CA-0473-46B3-B73A-3803F8D94D85}" dt="2025-11-20T02:57:57.610" v="5668" actId="1076"/>
          <ac:spMkLst>
            <pc:docMk/>
            <pc:sldMk cId="3361370696" sldId="950"/>
            <ac:spMk id="7" creationId="{F92FD3FF-D403-047E-CCE4-6B537206555A}"/>
          </ac:spMkLst>
        </pc:spChg>
        <pc:graphicFrameChg chg="add mod">
          <ac:chgData name="최문영" userId="c9c2ca5b-20f2-48c9-9e1f-a03229bf2768" providerId="ADAL" clId="{1AFE30CA-0473-46B3-B73A-3803F8D94D85}" dt="2025-11-20T02:08:11.419" v="3637" actId="20577"/>
          <ac:graphicFrameMkLst>
            <pc:docMk/>
            <pc:sldMk cId="3361370696" sldId="950"/>
            <ac:graphicFrameMk id="2" creationId="{D862EFCA-908E-3A75-0165-83D87725BA63}"/>
          </ac:graphicFrameMkLst>
        </pc:graphicFrameChg>
        <pc:graphicFrameChg chg="del">
          <ac:chgData name="최문영" userId="c9c2ca5b-20f2-48c9-9e1f-a03229bf2768" providerId="ADAL" clId="{1AFE30CA-0473-46B3-B73A-3803F8D94D85}" dt="2025-11-20T02:04:20.627" v="3469" actId="478"/>
          <ac:graphicFrameMkLst>
            <pc:docMk/>
            <pc:sldMk cId="3361370696" sldId="950"/>
            <ac:graphicFrameMk id="3" creationId="{C03DAE9F-E886-633D-68C3-EE12030EED88}"/>
          </ac:graphicFrameMkLst>
        </pc:graphicFrameChg>
        <pc:graphicFrameChg chg="add mod">
          <ac:chgData name="최문영" userId="c9c2ca5b-20f2-48c9-9e1f-a03229bf2768" providerId="ADAL" clId="{1AFE30CA-0473-46B3-B73A-3803F8D94D85}" dt="2025-11-20T02:47:26.484" v="3689" actId="1076"/>
          <ac:graphicFrameMkLst>
            <pc:docMk/>
            <pc:sldMk cId="3361370696" sldId="950"/>
            <ac:graphicFrameMk id="5" creationId="{CD515392-25BF-80E3-A84F-11823AF01DC5}"/>
          </ac:graphicFrameMkLst>
        </pc:graphicFrameChg>
        <pc:graphicFrameChg chg="del">
          <ac:chgData name="최문영" userId="c9c2ca5b-20f2-48c9-9e1f-a03229bf2768" providerId="ADAL" clId="{1AFE30CA-0473-46B3-B73A-3803F8D94D85}" dt="2025-11-20T02:04:23.602" v="3470" actId="478"/>
          <ac:graphicFrameMkLst>
            <pc:docMk/>
            <pc:sldMk cId="3361370696" sldId="950"/>
            <ac:graphicFrameMk id="16" creationId="{80EA6FE9-E4D8-D287-E6B2-85ACA0878CA0}"/>
          </ac:graphicFrameMkLst>
        </pc:graphicFrameChg>
      </pc:sldChg>
      <pc:sldChg chg="add del">
        <pc:chgData name="최문영" userId="c9c2ca5b-20f2-48c9-9e1f-a03229bf2768" providerId="ADAL" clId="{1AFE30CA-0473-46B3-B73A-3803F8D94D85}" dt="2025-11-20T02:57:36.539" v="5667" actId="47"/>
        <pc:sldMkLst>
          <pc:docMk/>
          <pc:sldMk cId="1227597862" sldId="951"/>
        </pc:sldMkLst>
      </pc:sldChg>
    </pc:docChg>
  </pc:docChgLst>
  <pc:docChgLst>
    <pc:chgData name="최문영" userId="c9c2ca5b-20f2-48c9-9e1f-a03229bf2768" providerId="ADAL" clId="{09BDFF48-8C87-4FDB-9C34-5AD8A78DA551}"/>
    <pc:docChg chg="modSld">
      <pc:chgData name="최문영" userId="c9c2ca5b-20f2-48c9-9e1f-a03229bf2768" providerId="ADAL" clId="{09BDFF48-8C87-4FDB-9C34-5AD8A78DA551}" dt="2025-11-17T01:35:40.299" v="113" actId="20577"/>
      <pc:docMkLst>
        <pc:docMk/>
      </pc:docMkLst>
      <pc:sldChg chg="modNotesTx">
        <pc:chgData name="최문영" userId="c9c2ca5b-20f2-48c9-9e1f-a03229bf2768" providerId="ADAL" clId="{09BDFF48-8C87-4FDB-9C34-5AD8A78DA551}" dt="2025-11-17T01:35:40.299" v="113" actId="20577"/>
        <pc:sldMkLst>
          <pc:docMk/>
          <pc:sldMk cId="0" sldId="257"/>
        </pc:sldMkLst>
      </pc:sldChg>
      <pc:sldChg chg="modSp mod">
        <pc:chgData name="최문영" userId="c9c2ca5b-20f2-48c9-9e1f-a03229bf2768" providerId="ADAL" clId="{09BDFF48-8C87-4FDB-9C34-5AD8A78DA551}" dt="2025-11-16T18:20:02.626" v="3"/>
        <pc:sldMkLst>
          <pc:docMk/>
          <pc:sldMk cId="2886263250" sldId="699"/>
        </pc:sldMkLst>
        <pc:spChg chg="mod">
          <ac:chgData name="최문영" userId="c9c2ca5b-20f2-48c9-9e1f-a03229bf2768" providerId="ADAL" clId="{09BDFF48-8C87-4FDB-9C34-5AD8A78DA551}" dt="2025-11-16T18:20:02.626" v="3"/>
          <ac:spMkLst>
            <pc:docMk/>
            <pc:sldMk cId="2886263250" sldId="699"/>
            <ac:spMk id="14" creationId="{C21A635C-1642-419F-9A80-B71C2DC7C4C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gistackr-my.sharepoint.com/personal/cmy021205_dgist_ac_kr/Documents/2025%20RTCL/1120/11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gistackr-my.sharepoint.com/personal/cmy021205_dgist_ac_kr/Documents/2025%20RTCL/1120/11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gistackr-my.sharepoint.com/personal/cmy021205_dgist_ac_kr/Documents/2025%20RTCL/1120/112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gistackr-my.sharepoint.com/personal/cmy021205_dgist_ac_kr/Documents/2025%20RTCL/1120/112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gistackr-my.sharepoint.com/personal/cmy021205_dgist_ac_kr/Documents/2025%20RTCL/1120/112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gistackr-my.sharepoint.com/personal/cmy021205_dgist_ac_kr/Documents/2025%20RTCL/1120/1120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Topic</a:t>
            </a:r>
            <a:r>
              <a:rPr lang="en-US" altLang="ko-KR" baseline="0" dirty="0"/>
              <a:t> </a:t>
            </a:r>
            <a:r>
              <a:rPr lang="ko-KR" altLang="en-US" baseline="0" dirty="0"/>
              <a:t>별 </a:t>
            </a:r>
            <a:r>
              <a:rPr lang="en-US" altLang="ko-KR" baseline="0" dirty="0"/>
              <a:t>Latency Median </a:t>
            </a:r>
            <a:r>
              <a:rPr lang="el-GR" altLang="ko-KR" baseline="0" dirty="0"/>
              <a:t>(μ</a:t>
            </a:r>
            <a:r>
              <a:rPr lang="en-US" altLang="ko-KR" baseline="0" dirty="0"/>
              <a:t>s)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Communication Median (μs)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Sheet1!$B$2:$B$8</c:f>
              <c:strCache>
                <c:ptCount val="7"/>
                <c:pt idx="0">
                  <c:v>setpoint_raw/local</c:v>
                </c:pt>
                <c:pt idx="1">
                  <c:v>setpoint_velocity/cmd_vel</c:v>
                </c:pt>
                <c:pt idx="2">
                  <c:v>setpoint_position/local</c:v>
                </c:pt>
                <c:pt idx="3">
                  <c:v>setpoint_raw/attitude</c:v>
                </c:pt>
                <c:pt idx="4">
                  <c:v>setpoint_accel/accel</c:v>
                </c:pt>
                <c:pt idx="5">
                  <c:v>vision_pose/pose</c:v>
                </c:pt>
                <c:pt idx="6">
                  <c:v>mocap/pose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628.75900000000001</c:v>
                </c:pt>
                <c:pt idx="1">
                  <c:v>289.77699999999999</c:v>
                </c:pt>
                <c:pt idx="2">
                  <c:v>530.23799999999994</c:v>
                </c:pt>
                <c:pt idx="3">
                  <c:v>460.74299999999999</c:v>
                </c:pt>
                <c:pt idx="4">
                  <c:v>616.94200000000001</c:v>
                </c:pt>
                <c:pt idx="5">
                  <c:v>325.33600000000001</c:v>
                </c:pt>
                <c:pt idx="6">
                  <c:v>380.238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75-444C-B20F-2142F2B77693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Processing Median (μs)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Sheet1!$B$2:$B$8</c:f>
              <c:strCache>
                <c:ptCount val="7"/>
                <c:pt idx="0">
                  <c:v>setpoint_raw/local</c:v>
                </c:pt>
                <c:pt idx="1">
                  <c:v>setpoint_velocity/cmd_vel</c:v>
                </c:pt>
                <c:pt idx="2">
                  <c:v>setpoint_position/local</c:v>
                </c:pt>
                <c:pt idx="3">
                  <c:v>setpoint_raw/attitude</c:v>
                </c:pt>
                <c:pt idx="4">
                  <c:v>setpoint_accel/accel</c:v>
                </c:pt>
                <c:pt idx="5">
                  <c:v>vision_pose/pose</c:v>
                </c:pt>
                <c:pt idx="6">
                  <c:v>mocap/pose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26.914000000000001</c:v>
                </c:pt>
                <c:pt idx="1">
                  <c:v>17.649000000000001</c:v>
                </c:pt>
                <c:pt idx="2">
                  <c:v>20.331</c:v>
                </c:pt>
                <c:pt idx="3">
                  <c:v>21.475999999999999</c:v>
                </c:pt>
                <c:pt idx="4">
                  <c:v>22.431999999999999</c:v>
                </c:pt>
                <c:pt idx="5">
                  <c:v>22.597000000000001</c:v>
                </c:pt>
                <c:pt idx="6">
                  <c:v>20.838000000000001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75-444C-B20F-2142F2B77693}"/>
            </c:ext>
          </c:extLst>
        </c:ser>
        <c:ser>
          <c:idx val="2"/>
          <c:order val="2"/>
          <c:tx>
            <c:strRef>
              <c:f>Sheet1!$H$1</c:f>
              <c:strCache>
                <c:ptCount val="1"/>
                <c:pt idx="0">
                  <c:v>Total Median (μs)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Sheet1!$B$2:$B$8</c:f>
              <c:strCache>
                <c:ptCount val="7"/>
                <c:pt idx="0">
                  <c:v>setpoint_raw/local</c:v>
                </c:pt>
                <c:pt idx="1">
                  <c:v>setpoint_velocity/cmd_vel</c:v>
                </c:pt>
                <c:pt idx="2">
                  <c:v>setpoint_position/local</c:v>
                </c:pt>
                <c:pt idx="3">
                  <c:v>setpoint_raw/attitude</c:v>
                </c:pt>
                <c:pt idx="4">
                  <c:v>setpoint_accel/accel</c:v>
                </c:pt>
                <c:pt idx="5">
                  <c:v>vision_pose/pose</c:v>
                </c:pt>
                <c:pt idx="6">
                  <c:v>mocap/pose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655.673</c:v>
                </c:pt>
                <c:pt idx="1">
                  <c:v>307.42599999999999</c:v>
                </c:pt>
                <c:pt idx="2">
                  <c:v>550.56899999999996</c:v>
                </c:pt>
                <c:pt idx="3">
                  <c:v>482.21899999999999</c:v>
                </c:pt>
                <c:pt idx="4">
                  <c:v>639.37400000000002</c:v>
                </c:pt>
                <c:pt idx="5">
                  <c:v>347.93299999999999</c:v>
                </c:pt>
                <c:pt idx="6">
                  <c:v>401.07600000000002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75-444C-B20F-2142F2B77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0798063"/>
        <c:axId val="780809103"/>
      </c:barChart>
      <c:catAx>
        <c:axId val="7807980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0809103"/>
        <c:crosses val="autoZero"/>
        <c:auto val="1"/>
        <c:lblAlgn val="ctr"/>
        <c:lblOffset val="100"/>
        <c:noMultiLvlLbl val="0"/>
      </c:catAx>
      <c:valAx>
        <c:axId val="7808091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079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Processing Latency Median (</a:t>
            </a:r>
            <a:r>
              <a:rPr lang="el-GR" altLang="ko-KR"/>
              <a:t>μ</a:t>
            </a:r>
            <a:r>
              <a:rPr lang="en-US" altLang="ko-KR"/>
              <a:t>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Processing Median (μs)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Sheet1!$B$2:$B$8</c:f>
              <c:strCache>
                <c:ptCount val="7"/>
                <c:pt idx="0">
                  <c:v>setpoint_raw/local</c:v>
                </c:pt>
                <c:pt idx="1">
                  <c:v>setpoint_velocity/cmd_vel</c:v>
                </c:pt>
                <c:pt idx="2">
                  <c:v>setpoint_position/local</c:v>
                </c:pt>
                <c:pt idx="3">
                  <c:v>setpoint_raw/attitude</c:v>
                </c:pt>
                <c:pt idx="4">
                  <c:v>setpoint_accel/accel</c:v>
                </c:pt>
                <c:pt idx="5">
                  <c:v>vision_pose/pose</c:v>
                </c:pt>
                <c:pt idx="6">
                  <c:v>mocap/pose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26.914000000000001</c:v>
                </c:pt>
                <c:pt idx="1">
                  <c:v>17.649000000000001</c:v>
                </c:pt>
                <c:pt idx="2">
                  <c:v>20.331</c:v>
                </c:pt>
                <c:pt idx="3">
                  <c:v>21.475999999999999</c:v>
                </c:pt>
                <c:pt idx="4">
                  <c:v>22.431999999999999</c:v>
                </c:pt>
                <c:pt idx="5">
                  <c:v>22.597000000000001</c:v>
                </c:pt>
                <c:pt idx="6">
                  <c:v>20.838000000000001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5-4BCD-AAB8-21B50D0F3B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73747231"/>
        <c:axId val="673747711"/>
      </c:barChart>
      <c:catAx>
        <c:axId val="6737472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747711"/>
        <c:crosses val="autoZero"/>
        <c:auto val="1"/>
        <c:lblAlgn val="ctr"/>
        <c:lblOffset val="100"/>
        <c:noMultiLvlLbl val="0"/>
      </c:catAx>
      <c:valAx>
        <c:axId val="6737477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747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Topic </a:t>
            </a:r>
            <a:r>
              <a:rPr lang="ko-KR" altLang="en-US" dirty="0"/>
              <a:t>수에 따른 </a:t>
            </a:r>
            <a:r>
              <a:rPr lang="en-US" altLang="ko-KR" dirty="0"/>
              <a:t>latency </a:t>
            </a:r>
            <a:r>
              <a:rPr lang="ko-KR" altLang="en-US" dirty="0"/>
              <a:t>변화</a:t>
            </a:r>
            <a:r>
              <a:rPr lang="en-US" altLang="ko-KR" dirty="0"/>
              <a:t> (</a:t>
            </a:r>
            <a:r>
              <a:rPr lang="el-GR" altLang="ko-KR" dirty="0"/>
              <a:t>μ</a:t>
            </a:r>
            <a:r>
              <a:rPr lang="en-US" altLang="ko-KR" dirty="0"/>
              <a:t>s)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'Sheet1 (2)'!$B$38</c:f>
              <c:strCache>
                <c:ptCount val="1"/>
                <c:pt idx="0">
                  <c:v>setpoint_raw/local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'Sheet1 (2)'!$C$38:$I$38</c:f>
              <c:numCache>
                <c:formatCode>General</c:formatCode>
                <c:ptCount val="7"/>
                <c:pt idx="0">
                  <c:v>687.16495999999995</c:v>
                </c:pt>
                <c:pt idx="1">
                  <c:v>550.11592190476188</c:v>
                </c:pt>
                <c:pt idx="2">
                  <c:v>582.44378285714288</c:v>
                </c:pt>
                <c:pt idx="3">
                  <c:v>492.11888190476191</c:v>
                </c:pt>
                <c:pt idx="4">
                  <c:v>558.03933900000004</c:v>
                </c:pt>
                <c:pt idx="5">
                  <c:v>465.3770705</c:v>
                </c:pt>
                <c:pt idx="6">
                  <c:v>461.03165142857142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F3-4DE8-9780-2540CA7CD132}"/>
            </c:ext>
          </c:extLst>
        </c:ser>
        <c:ser>
          <c:idx val="1"/>
          <c:order val="1"/>
          <c:tx>
            <c:strRef>
              <c:f>'Sheet1 (2)'!$B$39</c:f>
              <c:strCache>
                <c:ptCount val="1"/>
                <c:pt idx="0">
                  <c:v>setpoint_velocity/cmd_vel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'Sheet1 (2)'!$C$39:$I$39</c:f>
              <c:numCache>
                <c:formatCode>General</c:formatCode>
                <c:ptCount val="7"/>
                <c:pt idx="0">
                  <c:v>359.97221904761898</c:v>
                </c:pt>
                <c:pt idx="1">
                  <c:v>404.70300761904758</c:v>
                </c:pt>
                <c:pt idx="2">
                  <c:v>708.64809142857143</c:v>
                </c:pt>
                <c:pt idx="3">
                  <c:v>623.85731999999996</c:v>
                </c:pt>
                <c:pt idx="4">
                  <c:v>530.08248760000004</c:v>
                </c:pt>
                <c:pt idx="5">
                  <c:v>469.19631049999998</c:v>
                </c:pt>
                <c:pt idx="6">
                  <c:v>430.93927238095239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F3-4DE8-9780-2540CA7CD1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560911"/>
        <c:axId val="429550351"/>
      </c:lineChart>
      <c:catAx>
        <c:axId val="42956091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29550351"/>
        <c:crosses val="autoZero"/>
        <c:auto val="1"/>
        <c:lblAlgn val="ctr"/>
        <c:lblOffset val="100"/>
        <c:noMultiLvlLbl val="0"/>
      </c:catAx>
      <c:valAx>
        <c:axId val="429550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29560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7</a:t>
            </a:r>
            <a:r>
              <a:rPr lang="ko-KR" altLang="en-US"/>
              <a:t>개의 </a:t>
            </a:r>
            <a:r>
              <a:rPr lang="en-US" altLang="ko-KR"/>
              <a:t>topic</a:t>
            </a:r>
            <a:r>
              <a:rPr lang="ko-KR" altLang="en-US"/>
              <a:t>을 동시에 실행할 때 </a:t>
            </a:r>
            <a:r>
              <a:rPr lang="en-US" altLang="ko-KR"/>
              <a:t>Latency Mean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 (2)'!$U$1</c:f>
              <c:strCache>
                <c:ptCount val="1"/>
                <c:pt idx="0">
                  <c:v>Communication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'Sheet1 (2)'!$B$2:$B$8</c:f>
              <c:strCache>
                <c:ptCount val="7"/>
                <c:pt idx="0">
                  <c:v>setpoint_raw/local</c:v>
                </c:pt>
                <c:pt idx="1">
                  <c:v>setpoint_velocity/cmd_vel</c:v>
                </c:pt>
                <c:pt idx="2">
                  <c:v>setpoint_position/local</c:v>
                </c:pt>
                <c:pt idx="3">
                  <c:v>setpoint_raw/attitude</c:v>
                </c:pt>
                <c:pt idx="4">
                  <c:v>setpoint_accel/accel</c:v>
                </c:pt>
                <c:pt idx="5">
                  <c:v>vision_pose/pose</c:v>
                </c:pt>
                <c:pt idx="6">
                  <c:v>mocap/pose</c:v>
                </c:pt>
              </c:strCache>
            </c:strRef>
          </c:cat>
          <c:val>
            <c:numRef>
              <c:f>'Sheet1 (2)'!$U$2:$U$8</c:f>
              <c:numCache>
                <c:formatCode>General</c:formatCode>
                <c:ptCount val="7"/>
                <c:pt idx="0">
                  <c:v>438.03513523809522</c:v>
                </c:pt>
                <c:pt idx="1">
                  <c:v>408.97100000000012</c:v>
                </c:pt>
                <c:pt idx="2">
                  <c:v>487.83711809523811</c:v>
                </c:pt>
                <c:pt idx="3">
                  <c:v>354.00695238095238</c:v>
                </c:pt>
                <c:pt idx="4">
                  <c:v>473.98598476190477</c:v>
                </c:pt>
                <c:pt idx="5">
                  <c:v>8627.7395923809509</c:v>
                </c:pt>
                <c:pt idx="6">
                  <c:v>18785.34295809524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FB-4CAB-9451-57453C9E4CE7}"/>
            </c:ext>
          </c:extLst>
        </c:ser>
        <c:ser>
          <c:idx val="1"/>
          <c:order val="1"/>
          <c:tx>
            <c:strRef>
              <c:f>'Sheet1 (2)'!$V$1</c:f>
              <c:strCache>
                <c:ptCount val="1"/>
                <c:pt idx="0">
                  <c:v>Processing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'Sheet1 (2)'!$B$2:$B$8</c:f>
              <c:strCache>
                <c:ptCount val="7"/>
                <c:pt idx="0">
                  <c:v>setpoint_raw/local</c:v>
                </c:pt>
                <c:pt idx="1">
                  <c:v>setpoint_velocity/cmd_vel</c:v>
                </c:pt>
                <c:pt idx="2">
                  <c:v>setpoint_position/local</c:v>
                </c:pt>
                <c:pt idx="3">
                  <c:v>setpoint_raw/attitude</c:v>
                </c:pt>
                <c:pt idx="4">
                  <c:v>setpoint_accel/accel</c:v>
                </c:pt>
                <c:pt idx="5">
                  <c:v>vision_pose/pose</c:v>
                </c:pt>
                <c:pt idx="6">
                  <c:v>mocap/pose</c:v>
                </c:pt>
              </c:strCache>
            </c:strRef>
          </c:cat>
          <c:val>
            <c:numRef>
              <c:f>'Sheet1 (2)'!$V$2:$V$8</c:f>
              <c:numCache>
                <c:formatCode>General</c:formatCode>
                <c:ptCount val="7"/>
                <c:pt idx="0">
                  <c:v>22.996516190476189</c:v>
                </c:pt>
                <c:pt idx="1">
                  <c:v>21.968272380952381</c:v>
                </c:pt>
                <c:pt idx="2">
                  <c:v>20.279670476190471</c:v>
                </c:pt>
                <c:pt idx="3">
                  <c:v>15.99761142857143</c:v>
                </c:pt>
                <c:pt idx="4">
                  <c:v>23.25791238095238</c:v>
                </c:pt>
                <c:pt idx="5">
                  <c:v>22.30809142857143</c:v>
                </c:pt>
                <c:pt idx="6">
                  <c:v>17.575479999999999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FB-4CAB-9451-57453C9E4CE7}"/>
            </c:ext>
          </c:extLst>
        </c:ser>
        <c:ser>
          <c:idx val="2"/>
          <c:order val="2"/>
          <c:tx>
            <c:strRef>
              <c:f>'Sheet1 (2)'!$W$1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'Sheet1 (2)'!$B$2:$B$8</c:f>
              <c:strCache>
                <c:ptCount val="7"/>
                <c:pt idx="0">
                  <c:v>setpoint_raw/local</c:v>
                </c:pt>
                <c:pt idx="1">
                  <c:v>setpoint_velocity/cmd_vel</c:v>
                </c:pt>
                <c:pt idx="2">
                  <c:v>setpoint_position/local</c:v>
                </c:pt>
                <c:pt idx="3">
                  <c:v>setpoint_raw/attitude</c:v>
                </c:pt>
                <c:pt idx="4">
                  <c:v>setpoint_accel/accel</c:v>
                </c:pt>
                <c:pt idx="5">
                  <c:v>vision_pose/pose</c:v>
                </c:pt>
                <c:pt idx="6">
                  <c:v>mocap/pose</c:v>
                </c:pt>
              </c:strCache>
            </c:strRef>
          </c:cat>
          <c:val>
            <c:numRef>
              <c:f>'Sheet1 (2)'!$W$2:$W$8</c:f>
              <c:numCache>
                <c:formatCode>General</c:formatCode>
                <c:ptCount val="7"/>
                <c:pt idx="0">
                  <c:v>461.03165142857142</c:v>
                </c:pt>
                <c:pt idx="1">
                  <c:v>430.93927238095239</c:v>
                </c:pt>
                <c:pt idx="2">
                  <c:v>508.11678857142857</c:v>
                </c:pt>
                <c:pt idx="3">
                  <c:v>370.0045638095238</c:v>
                </c:pt>
                <c:pt idx="4">
                  <c:v>497.24389714285712</c:v>
                </c:pt>
                <c:pt idx="5">
                  <c:v>8650.0476838095237</c:v>
                </c:pt>
                <c:pt idx="6">
                  <c:v>18802.918438095239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FB-4CAB-9451-57453C9E4C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8619871"/>
        <c:axId val="498620351"/>
      </c:barChart>
      <c:catAx>
        <c:axId val="498619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8620351"/>
        <c:crosses val="autoZero"/>
        <c:auto val="1"/>
        <c:lblAlgn val="ctr"/>
        <c:lblOffset val="100"/>
        <c:noMultiLvlLbl val="0"/>
      </c:catAx>
      <c:valAx>
        <c:axId val="4986203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9861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7</a:t>
            </a:r>
            <a:r>
              <a:rPr lang="ko-KR" altLang="en-US" dirty="0"/>
              <a:t>개의 </a:t>
            </a:r>
            <a:r>
              <a:rPr lang="en-US" altLang="ko-KR" dirty="0"/>
              <a:t>Topic</a:t>
            </a:r>
            <a:r>
              <a:rPr lang="ko-KR" altLang="en-US" dirty="0"/>
              <a:t>을 동시에 실행할 때</a:t>
            </a:r>
            <a:r>
              <a:rPr lang="en-US" altLang="ko-KR" dirty="0"/>
              <a:t>, Topic 6, 7</a:t>
            </a:r>
            <a:r>
              <a:rPr lang="ko-KR" altLang="en-US" dirty="0"/>
              <a:t>의 </a:t>
            </a:r>
            <a:r>
              <a:rPr lang="en-US" altLang="ko-KR" dirty="0"/>
              <a:t>Latency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Sheet4!$G$1</c:f>
              <c:strCache>
                <c:ptCount val="1"/>
                <c:pt idx="0">
                  <c:v>vision_pose/pose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Sheet4!$G$2:$G$526</c:f>
              <c:numCache>
                <c:formatCode>General</c:formatCode>
                <c:ptCount val="525"/>
                <c:pt idx="0">
                  <c:v>869016</c:v>
                </c:pt>
                <c:pt idx="1">
                  <c:v>770011</c:v>
                </c:pt>
                <c:pt idx="2">
                  <c:v>671119</c:v>
                </c:pt>
                <c:pt idx="3">
                  <c:v>572078</c:v>
                </c:pt>
                <c:pt idx="4">
                  <c:v>472969</c:v>
                </c:pt>
                <c:pt idx="5">
                  <c:v>373875</c:v>
                </c:pt>
                <c:pt idx="6">
                  <c:v>274879</c:v>
                </c:pt>
                <c:pt idx="7">
                  <c:v>175383</c:v>
                </c:pt>
                <c:pt idx="8">
                  <c:v>75897.8</c:v>
                </c:pt>
                <c:pt idx="9">
                  <c:v>401.755</c:v>
                </c:pt>
                <c:pt idx="10">
                  <c:v>522.05499999999995</c:v>
                </c:pt>
                <c:pt idx="11">
                  <c:v>478.37700000000001</c:v>
                </c:pt>
                <c:pt idx="12">
                  <c:v>550.48199999999997</c:v>
                </c:pt>
                <c:pt idx="13">
                  <c:v>589.48500000000001</c:v>
                </c:pt>
                <c:pt idx="14">
                  <c:v>523.53599999999994</c:v>
                </c:pt>
                <c:pt idx="15">
                  <c:v>1103.03</c:v>
                </c:pt>
                <c:pt idx="16">
                  <c:v>584.04700000000003</c:v>
                </c:pt>
                <c:pt idx="17">
                  <c:v>591.78700000000003</c:v>
                </c:pt>
                <c:pt idx="18">
                  <c:v>540.596</c:v>
                </c:pt>
                <c:pt idx="19">
                  <c:v>558.31799999999998</c:v>
                </c:pt>
                <c:pt idx="20">
                  <c:v>569.73900000000003</c:v>
                </c:pt>
                <c:pt idx="21">
                  <c:v>534.55499999999995</c:v>
                </c:pt>
                <c:pt idx="22">
                  <c:v>541.63099999999997</c:v>
                </c:pt>
                <c:pt idx="23">
                  <c:v>365.92</c:v>
                </c:pt>
                <c:pt idx="24">
                  <c:v>552.971</c:v>
                </c:pt>
                <c:pt idx="25">
                  <c:v>559.26700000000005</c:v>
                </c:pt>
                <c:pt idx="26">
                  <c:v>600.98</c:v>
                </c:pt>
                <c:pt idx="27">
                  <c:v>606.08199999999999</c:v>
                </c:pt>
                <c:pt idx="28">
                  <c:v>656.01900000000001</c:v>
                </c:pt>
                <c:pt idx="29">
                  <c:v>584.91200000000003</c:v>
                </c:pt>
                <c:pt idx="30">
                  <c:v>534.36699999999996</c:v>
                </c:pt>
                <c:pt idx="31">
                  <c:v>599.23</c:v>
                </c:pt>
                <c:pt idx="32">
                  <c:v>529.03300000000002</c:v>
                </c:pt>
                <c:pt idx="33">
                  <c:v>528.524</c:v>
                </c:pt>
                <c:pt idx="34">
                  <c:v>536.17100000000005</c:v>
                </c:pt>
                <c:pt idx="35">
                  <c:v>557.58199999999999</c:v>
                </c:pt>
                <c:pt idx="36">
                  <c:v>542.29200000000003</c:v>
                </c:pt>
                <c:pt idx="37">
                  <c:v>572.94100000000003</c:v>
                </c:pt>
                <c:pt idx="38">
                  <c:v>582.63599999999997</c:v>
                </c:pt>
                <c:pt idx="39">
                  <c:v>635.24</c:v>
                </c:pt>
                <c:pt idx="40">
                  <c:v>526.702</c:v>
                </c:pt>
                <c:pt idx="41">
                  <c:v>511.03399999999999</c:v>
                </c:pt>
                <c:pt idx="42">
                  <c:v>610.57899999999995</c:v>
                </c:pt>
                <c:pt idx="43">
                  <c:v>539.55799999999999</c:v>
                </c:pt>
                <c:pt idx="44">
                  <c:v>596.57899999999995</c:v>
                </c:pt>
                <c:pt idx="45">
                  <c:v>510.964</c:v>
                </c:pt>
                <c:pt idx="46">
                  <c:v>521.90899999999999</c:v>
                </c:pt>
                <c:pt idx="47">
                  <c:v>533.97199999999998</c:v>
                </c:pt>
                <c:pt idx="48">
                  <c:v>470.13600000000002</c:v>
                </c:pt>
                <c:pt idx="49">
                  <c:v>507.41800000000001</c:v>
                </c:pt>
                <c:pt idx="50">
                  <c:v>419.71899999999999</c:v>
                </c:pt>
                <c:pt idx="51">
                  <c:v>313.29700000000003</c:v>
                </c:pt>
                <c:pt idx="52">
                  <c:v>383.67</c:v>
                </c:pt>
                <c:pt idx="53">
                  <c:v>320.72300000000001</c:v>
                </c:pt>
                <c:pt idx="54">
                  <c:v>374.74099999999999</c:v>
                </c:pt>
                <c:pt idx="55">
                  <c:v>311.08199999999999</c:v>
                </c:pt>
                <c:pt idx="56">
                  <c:v>380.47699999999998</c:v>
                </c:pt>
                <c:pt idx="57">
                  <c:v>312.613</c:v>
                </c:pt>
                <c:pt idx="58">
                  <c:v>1320.87</c:v>
                </c:pt>
                <c:pt idx="59">
                  <c:v>1287.03</c:v>
                </c:pt>
                <c:pt idx="60">
                  <c:v>1668.78</c:v>
                </c:pt>
                <c:pt idx="61">
                  <c:v>549.03499999999997</c:v>
                </c:pt>
                <c:pt idx="62">
                  <c:v>1684.08</c:v>
                </c:pt>
                <c:pt idx="63">
                  <c:v>843.08900000000006</c:v>
                </c:pt>
                <c:pt idx="64">
                  <c:v>679.68100000000004</c:v>
                </c:pt>
                <c:pt idx="65">
                  <c:v>1491.96</c:v>
                </c:pt>
                <c:pt idx="66">
                  <c:v>917.04499999999996</c:v>
                </c:pt>
                <c:pt idx="67">
                  <c:v>826.57600000000002</c:v>
                </c:pt>
                <c:pt idx="68">
                  <c:v>803.56</c:v>
                </c:pt>
                <c:pt idx="69">
                  <c:v>1219.45</c:v>
                </c:pt>
                <c:pt idx="70">
                  <c:v>1428.54</c:v>
                </c:pt>
                <c:pt idx="71">
                  <c:v>565.02</c:v>
                </c:pt>
                <c:pt idx="72">
                  <c:v>555.15099999999995</c:v>
                </c:pt>
                <c:pt idx="73">
                  <c:v>580.197</c:v>
                </c:pt>
                <c:pt idx="74">
                  <c:v>571.26599999999996</c:v>
                </c:pt>
                <c:pt idx="75">
                  <c:v>573.92600000000004</c:v>
                </c:pt>
                <c:pt idx="76">
                  <c:v>574.01099999999997</c:v>
                </c:pt>
                <c:pt idx="77">
                  <c:v>650.81299999999999</c:v>
                </c:pt>
                <c:pt idx="78">
                  <c:v>597.79499999999996</c:v>
                </c:pt>
                <c:pt idx="79">
                  <c:v>540.04700000000003</c:v>
                </c:pt>
                <c:pt idx="80">
                  <c:v>533.81500000000005</c:v>
                </c:pt>
                <c:pt idx="81">
                  <c:v>558.1</c:v>
                </c:pt>
                <c:pt idx="82">
                  <c:v>535.65700000000004</c:v>
                </c:pt>
                <c:pt idx="83">
                  <c:v>532.52599999999995</c:v>
                </c:pt>
                <c:pt idx="84">
                  <c:v>567.34699999999998</c:v>
                </c:pt>
                <c:pt idx="85">
                  <c:v>554.03200000000004</c:v>
                </c:pt>
                <c:pt idx="86">
                  <c:v>579.78499999999997</c:v>
                </c:pt>
                <c:pt idx="87">
                  <c:v>569.16</c:v>
                </c:pt>
                <c:pt idx="88">
                  <c:v>557.14300000000003</c:v>
                </c:pt>
                <c:pt idx="89">
                  <c:v>655.39700000000005</c:v>
                </c:pt>
                <c:pt idx="90">
                  <c:v>627.40200000000004</c:v>
                </c:pt>
                <c:pt idx="91">
                  <c:v>525.44000000000005</c:v>
                </c:pt>
                <c:pt idx="92">
                  <c:v>538.60599999999999</c:v>
                </c:pt>
                <c:pt idx="93">
                  <c:v>549.86800000000005</c:v>
                </c:pt>
                <c:pt idx="94">
                  <c:v>583.38400000000001</c:v>
                </c:pt>
                <c:pt idx="95">
                  <c:v>557.22900000000004</c:v>
                </c:pt>
                <c:pt idx="96">
                  <c:v>597.59100000000001</c:v>
                </c:pt>
                <c:pt idx="97">
                  <c:v>587.80499999999995</c:v>
                </c:pt>
                <c:pt idx="98">
                  <c:v>703.85299999999995</c:v>
                </c:pt>
                <c:pt idx="99">
                  <c:v>656.94799999999998</c:v>
                </c:pt>
                <c:pt idx="100">
                  <c:v>666.48299999999995</c:v>
                </c:pt>
                <c:pt idx="101">
                  <c:v>586.17399999999998</c:v>
                </c:pt>
                <c:pt idx="102">
                  <c:v>599.12300000000005</c:v>
                </c:pt>
                <c:pt idx="103">
                  <c:v>562.95000000000005</c:v>
                </c:pt>
                <c:pt idx="104">
                  <c:v>548.67200000000003</c:v>
                </c:pt>
                <c:pt idx="105">
                  <c:v>549.39300000000003</c:v>
                </c:pt>
                <c:pt idx="106">
                  <c:v>448.14</c:v>
                </c:pt>
                <c:pt idx="107">
                  <c:v>571.67700000000002</c:v>
                </c:pt>
                <c:pt idx="108">
                  <c:v>446.38499999999999</c:v>
                </c:pt>
                <c:pt idx="109">
                  <c:v>518.62900000000002</c:v>
                </c:pt>
                <c:pt idx="110">
                  <c:v>396.36399999999998</c:v>
                </c:pt>
                <c:pt idx="111">
                  <c:v>387.98500000000001</c:v>
                </c:pt>
                <c:pt idx="112">
                  <c:v>340.75400000000002</c:v>
                </c:pt>
                <c:pt idx="113">
                  <c:v>387.01400000000001</c:v>
                </c:pt>
                <c:pt idx="114">
                  <c:v>352.14600000000002</c:v>
                </c:pt>
                <c:pt idx="115">
                  <c:v>305.85899999999998</c:v>
                </c:pt>
                <c:pt idx="116">
                  <c:v>315.09899999999999</c:v>
                </c:pt>
                <c:pt idx="117">
                  <c:v>343.08100000000002</c:v>
                </c:pt>
                <c:pt idx="118">
                  <c:v>598.44399999999996</c:v>
                </c:pt>
                <c:pt idx="119">
                  <c:v>1124.8699999999999</c:v>
                </c:pt>
                <c:pt idx="120">
                  <c:v>659.952</c:v>
                </c:pt>
                <c:pt idx="121">
                  <c:v>817.25400000000002</c:v>
                </c:pt>
                <c:pt idx="122">
                  <c:v>593.90700000000004</c:v>
                </c:pt>
                <c:pt idx="123">
                  <c:v>626.67700000000002</c:v>
                </c:pt>
                <c:pt idx="124">
                  <c:v>498.17200000000003</c:v>
                </c:pt>
                <c:pt idx="125">
                  <c:v>495.28899999999999</c:v>
                </c:pt>
                <c:pt idx="126">
                  <c:v>404.51499999999999</c:v>
                </c:pt>
                <c:pt idx="127">
                  <c:v>494.02699999999999</c:v>
                </c:pt>
                <c:pt idx="128">
                  <c:v>442.803</c:v>
                </c:pt>
                <c:pt idx="129">
                  <c:v>414.399</c:v>
                </c:pt>
                <c:pt idx="130">
                  <c:v>422.69900000000001</c:v>
                </c:pt>
                <c:pt idx="131">
                  <c:v>425.173</c:v>
                </c:pt>
                <c:pt idx="132">
                  <c:v>352.91300000000001</c:v>
                </c:pt>
                <c:pt idx="133">
                  <c:v>333.57900000000001</c:v>
                </c:pt>
                <c:pt idx="134">
                  <c:v>309.74700000000001</c:v>
                </c:pt>
                <c:pt idx="135">
                  <c:v>411.96899999999999</c:v>
                </c:pt>
                <c:pt idx="136">
                  <c:v>303.00099999999998</c:v>
                </c:pt>
                <c:pt idx="137">
                  <c:v>337.29300000000001</c:v>
                </c:pt>
                <c:pt idx="138">
                  <c:v>298.62700000000001</c:v>
                </c:pt>
                <c:pt idx="139">
                  <c:v>352.101</c:v>
                </c:pt>
                <c:pt idx="140">
                  <c:v>594.87900000000002</c:v>
                </c:pt>
                <c:pt idx="141">
                  <c:v>542.14300000000003</c:v>
                </c:pt>
                <c:pt idx="142">
                  <c:v>584.24</c:v>
                </c:pt>
                <c:pt idx="143">
                  <c:v>607.59400000000005</c:v>
                </c:pt>
                <c:pt idx="144">
                  <c:v>619.25599999999997</c:v>
                </c:pt>
                <c:pt idx="145">
                  <c:v>611.245</c:v>
                </c:pt>
                <c:pt idx="146">
                  <c:v>536.48699999999997</c:v>
                </c:pt>
                <c:pt idx="147">
                  <c:v>546.91700000000003</c:v>
                </c:pt>
                <c:pt idx="148">
                  <c:v>552.726</c:v>
                </c:pt>
                <c:pt idx="149">
                  <c:v>558.39099999999996</c:v>
                </c:pt>
                <c:pt idx="150">
                  <c:v>586.86699999999996</c:v>
                </c:pt>
                <c:pt idx="151">
                  <c:v>549.07100000000003</c:v>
                </c:pt>
                <c:pt idx="152">
                  <c:v>560.59199999999998</c:v>
                </c:pt>
                <c:pt idx="153">
                  <c:v>595.93600000000004</c:v>
                </c:pt>
                <c:pt idx="154">
                  <c:v>659.774</c:v>
                </c:pt>
                <c:pt idx="155">
                  <c:v>635.00699999999995</c:v>
                </c:pt>
                <c:pt idx="156">
                  <c:v>560.63099999999997</c:v>
                </c:pt>
                <c:pt idx="157">
                  <c:v>577.35799999999995</c:v>
                </c:pt>
                <c:pt idx="158">
                  <c:v>545.44100000000003</c:v>
                </c:pt>
                <c:pt idx="159">
                  <c:v>607.39</c:v>
                </c:pt>
                <c:pt idx="160">
                  <c:v>482.21199999999999</c:v>
                </c:pt>
                <c:pt idx="161">
                  <c:v>532.02300000000002</c:v>
                </c:pt>
                <c:pt idx="162">
                  <c:v>550.03599999999994</c:v>
                </c:pt>
                <c:pt idx="163">
                  <c:v>538.79899999999998</c:v>
                </c:pt>
                <c:pt idx="164">
                  <c:v>481.72800000000001</c:v>
                </c:pt>
                <c:pt idx="165">
                  <c:v>464.1</c:v>
                </c:pt>
                <c:pt idx="166">
                  <c:v>390.04899999999998</c:v>
                </c:pt>
                <c:pt idx="167">
                  <c:v>363.65499999999997</c:v>
                </c:pt>
                <c:pt idx="168">
                  <c:v>340.08100000000002</c:v>
                </c:pt>
                <c:pt idx="169">
                  <c:v>317.43599999999998</c:v>
                </c:pt>
                <c:pt idx="170">
                  <c:v>359.21800000000002</c:v>
                </c:pt>
                <c:pt idx="171">
                  <c:v>367.67899999999997</c:v>
                </c:pt>
                <c:pt idx="172">
                  <c:v>301.72500000000002</c:v>
                </c:pt>
                <c:pt idx="173">
                  <c:v>644.84900000000005</c:v>
                </c:pt>
                <c:pt idx="174">
                  <c:v>457.38200000000001</c:v>
                </c:pt>
                <c:pt idx="175">
                  <c:v>399.09399999999999</c:v>
                </c:pt>
                <c:pt idx="176">
                  <c:v>422.315</c:v>
                </c:pt>
                <c:pt idx="177">
                  <c:v>588.72500000000002</c:v>
                </c:pt>
                <c:pt idx="178">
                  <c:v>569.23699999999997</c:v>
                </c:pt>
                <c:pt idx="179">
                  <c:v>531.19399999999996</c:v>
                </c:pt>
                <c:pt idx="180">
                  <c:v>534.99800000000005</c:v>
                </c:pt>
                <c:pt idx="181">
                  <c:v>534.471</c:v>
                </c:pt>
                <c:pt idx="182">
                  <c:v>545.529</c:v>
                </c:pt>
                <c:pt idx="183">
                  <c:v>537.928</c:v>
                </c:pt>
                <c:pt idx="184">
                  <c:v>524.44299999999998</c:v>
                </c:pt>
                <c:pt idx="185">
                  <c:v>537.41600000000005</c:v>
                </c:pt>
                <c:pt idx="186">
                  <c:v>628.74800000000005</c:v>
                </c:pt>
                <c:pt idx="187">
                  <c:v>547.61500000000001</c:v>
                </c:pt>
                <c:pt idx="188">
                  <c:v>628.70799999999997</c:v>
                </c:pt>
                <c:pt idx="189">
                  <c:v>613.154</c:v>
                </c:pt>
                <c:pt idx="190">
                  <c:v>612.41499999999996</c:v>
                </c:pt>
                <c:pt idx="191">
                  <c:v>531.12900000000002</c:v>
                </c:pt>
                <c:pt idx="192">
                  <c:v>585.82100000000003</c:v>
                </c:pt>
                <c:pt idx="193">
                  <c:v>532.529</c:v>
                </c:pt>
                <c:pt idx="194">
                  <c:v>558.05999999999995</c:v>
                </c:pt>
                <c:pt idx="195">
                  <c:v>539.73800000000006</c:v>
                </c:pt>
                <c:pt idx="196">
                  <c:v>542.50800000000004</c:v>
                </c:pt>
                <c:pt idx="197">
                  <c:v>574.17899999999997</c:v>
                </c:pt>
                <c:pt idx="198">
                  <c:v>582.13699999999994</c:v>
                </c:pt>
                <c:pt idx="199">
                  <c:v>652.14599999999996</c:v>
                </c:pt>
                <c:pt idx="200">
                  <c:v>586.11</c:v>
                </c:pt>
                <c:pt idx="201">
                  <c:v>623.01199999999994</c:v>
                </c:pt>
                <c:pt idx="202">
                  <c:v>563.59299999999996</c:v>
                </c:pt>
                <c:pt idx="203">
                  <c:v>542.279</c:v>
                </c:pt>
                <c:pt idx="204">
                  <c:v>578.71600000000001</c:v>
                </c:pt>
                <c:pt idx="205">
                  <c:v>560.1</c:v>
                </c:pt>
                <c:pt idx="206">
                  <c:v>579.69399999999996</c:v>
                </c:pt>
                <c:pt idx="207">
                  <c:v>586.596</c:v>
                </c:pt>
                <c:pt idx="208">
                  <c:v>711.81100000000004</c:v>
                </c:pt>
                <c:pt idx="209">
                  <c:v>705.63400000000001</c:v>
                </c:pt>
                <c:pt idx="210">
                  <c:v>723.39</c:v>
                </c:pt>
                <c:pt idx="211">
                  <c:v>749.23599999999999</c:v>
                </c:pt>
                <c:pt idx="212">
                  <c:v>592.83299999999997</c:v>
                </c:pt>
                <c:pt idx="213">
                  <c:v>591.56899999999996</c:v>
                </c:pt>
                <c:pt idx="214">
                  <c:v>590.90499999999997</c:v>
                </c:pt>
                <c:pt idx="215">
                  <c:v>548.41999999999996</c:v>
                </c:pt>
                <c:pt idx="216">
                  <c:v>561.28399999999999</c:v>
                </c:pt>
                <c:pt idx="217">
                  <c:v>626.90099999999995</c:v>
                </c:pt>
                <c:pt idx="218">
                  <c:v>543.904</c:v>
                </c:pt>
                <c:pt idx="219">
                  <c:v>491.25900000000001</c:v>
                </c:pt>
                <c:pt idx="220">
                  <c:v>446.93900000000002</c:v>
                </c:pt>
                <c:pt idx="221">
                  <c:v>354.59899999999999</c:v>
                </c:pt>
                <c:pt idx="222">
                  <c:v>402.15300000000002</c:v>
                </c:pt>
                <c:pt idx="223">
                  <c:v>371.12799999999999</c:v>
                </c:pt>
                <c:pt idx="224">
                  <c:v>387.61500000000001</c:v>
                </c:pt>
                <c:pt idx="225">
                  <c:v>339.35300000000001</c:v>
                </c:pt>
                <c:pt idx="226">
                  <c:v>298.505</c:v>
                </c:pt>
                <c:pt idx="227">
                  <c:v>302.54199999999997</c:v>
                </c:pt>
                <c:pt idx="228">
                  <c:v>349.84199999999998</c:v>
                </c:pt>
                <c:pt idx="229">
                  <c:v>381.08300000000003</c:v>
                </c:pt>
                <c:pt idx="230">
                  <c:v>423.94099999999997</c:v>
                </c:pt>
                <c:pt idx="231">
                  <c:v>399.57900000000001</c:v>
                </c:pt>
                <c:pt idx="232">
                  <c:v>333.15499999999997</c:v>
                </c:pt>
                <c:pt idx="233">
                  <c:v>311.99</c:v>
                </c:pt>
                <c:pt idx="234">
                  <c:v>297.94</c:v>
                </c:pt>
                <c:pt idx="235">
                  <c:v>300.52600000000001</c:v>
                </c:pt>
                <c:pt idx="236">
                  <c:v>298.43799999999999</c:v>
                </c:pt>
                <c:pt idx="237">
                  <c:v>300.86900000000003</c:v>
                </c:pt>
                <c:pt idx="238">
                  <c:v>518.202</c:v>
                </c:pt>
                <c:pt idx="239">
                  <c:v>724.43</c:v>
                </c:pt>
                <c:pt idx="240">
                  <c:v>563.43100000000004</c:v>
                </c:pt>
                <c:pt idx="241">
                  <c:v>874.82399999999996</c:v>
                </c:pt>
                <c:pt idx="242">
                  <c:v>641.73599999999999</c:v>
                </c:pt>
                <c:pt idx="243">
                  <c:v>526.80200000000002</c:v>
                </c:pt>
                <c:pt idx="244">
                  <c:v>551.96799999999996</c:v>
                </c:pt>
                <c:pt idx="245">
                  <c:v>524.07000000000005</c:v>
                </c:pt>
                <c:pt idx="246">
                  <c:v>556.76300000000003</c:v>
                </c:pt>
                <c:pt idx="247">
                  <c:v>532.57600000000002</c:v>
                </c:pt>
                <c:pt idx="248">
                  <c:v>550.678</c:v>
                </c:pt>
                <c:pt idx="249">
                  <c:v>432.45400000000001</c:v>
                </c:pt>
                <c:pt idx="250">
                  <c:v>562.86</c:v>
                </c:pt>
                <c:pt idx="251">
                  <c:v>567.65499999999997</c:v>
                </c:pt>
                <c:pt idx="252">
                  <c:v>575.221</c:v>
                </c:pt>
                <c:pt idx="253">
                  <c:v>639.76599999999996</c:v>
                </c:pt>
                <c:pt idx="254">
                  <c:v>651.16</c:v>
                </c:pt>
                <c:pt idx="255">
                  <c:v>597.78599999999994</c:v>
                </c:pt>
                <c:pt idx="256">
                  <c:v>589.87</c:v>
                </c:pt>
                <c:pt idx="257">
                  <c:v>537.36300000000006</c:v>
                </c:pt>
                <c:pt idx="258">
                  <c:v>575.57100000000003</c:v>
                </c:pt>
                <c:pt idx="259">
                  <c:v>554.12199999999996</c:v>
                </c:pt>
                <c:pt idx="260">
                  <c:v>570.71</c:v>
                </c:pt>
                <c:pt idx="261">
                  <c:v>557.91099999999994</c:v>
                </c:pt>
                <c:pt idx="262">
                  <c:v>633.06399999999996</c:v>
                </c:pt>
                <c:pt idx="263">
                  <c:v>642.226</c:v>
                </c:pt>
                <c:pt idx="264">
                  <c:v>593.46100000000001</c:v>
                </c:pt>
                <c:pt idx="265">
                  <c:v>572.928</c:v>
                </c:pt>
                <c:pt idx="266">
                  <c:v>698.85199999999998</c:v>
                </c:pt>
                <c:pt idx="267">
                  <c:v>611.55399999999997</c:v>
                </c:pt>
                <c:pt idx="268">
                  <c:v>551.601</c:v>
                </c:pt>
                <c:pt idx="269">
                  <c:v>556.69100000000003</c:v>
                </c:pt>
                <c:pt idx="270">
                  <c:v>468.21</c:v>
                </c:pt>
                <c:pt idx="271">
                  <c:v>492.87700000000001</c:v>
                </c:pt>
                <c:pt idx="272">
                  <c:v>499.47899999999998</c:v>
                </c:pt>
                <c:pt idx="273">
                  <c:v>487.51400000000001</c:v>
                </c:pt>
                <c:pt idx="274">
                  <c:v>445.95400000000001</c:v>
                </c:pt>
                <c:pt idx="275">
                  <c:v>479.21600000000001</c:v>
                </c:pt>
                <c:pt idx="276">
                  <c:v>588.77599999999995</c:v>
                </c:pt>
                <c:pt idx="277">
                  <c:v>423.30399999999997</c:v>
                </c:pt>
                <c:pt idx="278">
                  <c:v>397.12599999999998</c:v>
                </c:pt>
                <c:pt idx="279">
                  <c:v>420.08</c:v>
                </c:pt>
                <c:pt idx="280">
                  <c:v>377.572</c:v>
                </c:pt>
                <c:pt idx="281">
                  <c:v>373.85399999999998</c:v>
                </c:pt>
                <c:pt idx="282">
                  <c:v>323.44299999999998</c:v>
                </c:pt>
                <c:pt idx="283">
                  <c:v>450.50200000000001</c:v>
                </c:pt>
                <c:pt idx="284">
                  <c:v>437.84899999999999</c:v>
                </c:pt>
                <c:pt idx="285">
                  <c:v>366.012</c:v>
                </c:pt>
                <c:pt idx="286">
                  <c:v>737.09699999999998</c:v>
                </c:pt>
                <c:pt idx="287">
                  <c:v>531.77099999999996</c:v>
                </c:pt>
                <c:pt idx="288">
                  <c:v>528.16999999999996</c:v>
                </c:pt>
                <c:pt idx="289">
                  <c:v>542.30899999999997</c:v>
                </c:pt>
                <c:pt idx="290">
                  <c:v>534.78599999999994</c:v>
                </c:pt>
                <c:pt idx="291">
                  <c:v>532.85</c:v>
                </c:pt>
                <c:pt idx="292">
                  <c:v>547.57299999999998</c:v>
                </c:pt>
                <c:pt idx="293">
                  <c:v>540.20799999999997</c:v>
                </c:pt>
                <c:pt idx="294">
                  <c:v>552.17200000000003</c:v>
                </c:pt>
                <c:pt idx="295">
                  <c:v>532.58299999999997</c:v>
                </c:pt>
                <c:pt idx="296">
                  <c:v>547.89400000000001</c:v>
                </c:pt>
                <c:pt idx="297">
                  <c:v>564.75699999999995</c:v>
                </c:pt>
                <c:pt idx="298">
                  <c:v>619.28800000000001</c:v>
                </c:pt>
                <c:pt idx="299">
                  <c:v>518.29999999999995</c:v>
                </c:pt>
                <c:pt idx="300">
                  <c:v>643.60599999999999</c:v>
                </c:pt>
                <c:pt idx="301">
                  <c:v>531.21699999999998</c:v>
                </c:pt>
                <c:pt idx="302">
                  <c:v>534.07399999999996</c:v>
                </c:pt>
                <c:pt idx="303">
                  <c:v>550.80399999999997</c:v>
                </c:pt>
                <c:pt idx="304">
                  <c:v>564.399</c:v>
                </c:pt>
                <c:pt idx="305">
                  <c:v>542.13800000000003</c:v>
                </c:pt>
                <c:pt idx="306">
                  <c:v>592.43600000000004</c:v>
                </c:pt>
                <c:pt idx="307">
                  <c:v>727.83699999999999</c:v>
                </c:pt>
                <c:pt idx="308">
                  <c:v>648.20399999999995</c:v>
                </c:pt>
                <c:pt idx="309">
                  <c:v>589.09100000000001</c:v>
                </c:pt>
                <c:pt idx="310">
                  <c:v>669.5</c:v>
                </c:pt>
                <c:pt idx="311">
                  <c:v>516.322</c:v>
                </c:pt>
                <c:pt idx="312">
                  <c:v>545.63599999999997</c:v>
                </c:pt>
                <c:pt idx="313">
                  <c:v>476.09199999999998</c:v>
                </c:pt>
                <c:pt idx="314">
                  <c:v>477.45800000000003</c:v>
                </c:pt>
                <c:pt idx="315">
                  <c:v>443.77600000000001</c:v>
                </c:pt>
                <c:pt idx="316">
                  <c:v>461.98</c:v>
                </c:pt>
                <c:pt idx="317">
                  <c:v>375.39699999999999</c:v>
                </c:pt>
                <c:pt idx="318">
                  <c:v>460.15199999999999</c:v>
                </c:pt>
                <c:pt idx="319">
                  <c:v>376.39499999999998</c:v>
                </c:pt>
                <c:pt idx="320">
                  <c:v>324.113</c:v>
                </c:pt>
                <c:pt idx="321">
                  <c:v>317.25799999999998</c:v>
                </c:pt>
                <c:pt idx="322">
                  <c:v>337.03500000000003</c:v>
                </c:pt>
                <c:pt idx="323">
                  <c:v>389.93200000000002</c:v>
                </c:pt>
                <c:pt idx="324">
                  <c:v>304.65100000000001</c:v>
                </c:pt>
                <c:pt idx="325">
                  <c:v>305.86099999999999</c:v>
                </c:pt>
                <c:pt idx="326">
                  <c:v>301.20499999999998</c:v>
                </c:pt>
                <c:pt idx="327">
                  <c:v>360.80599999999998</c:v>
                </c:pt>
                <c:pt idx="328">
                  <c:v>304.09399999999999</c:v>
                </c:pt>
                <c:pt idx="329">
                  <c:v>346.31299999999999</c:v>
                </c:pt>
                <c:pt idx="330">
                  <c:v>584.82899999999995</c:v>
                </c:pt>
                <c:pt idx="331">
                  <c:v>406.82900000000001</c:v>
                </c:pt>
                <c:pt idx="332">
                  <c:v>373.50700000000001</c:v>
                </c:pt>
                <c:pt idx="333">
                  <c:v>321.84399999999999</c:v>
                </c:pt>
                <c:pt idx="334">
                  <c:v>377.33499999999998</c:v>
                </c:pt>
                <c:pt idx="335">
                  <c:v>366.02100000000002</c:v>
                </c:pt>
                <c:pt idx="336">
                  <c:v>313.20800000000003</c:v>
                </c:pt>
                <c:pt idx="337">
                  <c:v>319.42399999999998</c:v>
                </c:pt>
                <c:pt idx="338">
                  <c:v>314.50900000000001</c:v>
                </c:pt>
                <c:pt idx="339">
                  <c:v>425.50099999999998</c:v>
                </c:pt>
                <c:pt idx="340">
                  <c:v>527.03499999999997</c:v>
                </c:pt>
                <c:pt idx="341">
                  <c:v>415.42200000000003</c:v>
                </c:pt>
                <c:pt idx="342">
                  <c:v>613.54399999999998</c:v>
                </c:pt>
                <c:pt idx="343">
                  <c:v>555.27599999999995</c:v>
                </c:pt>
                <c:pt idx="344">
                  <c:v>531.745</c:v>
                </c:pt>
                <c:pt idx="345">
                  <c:v>538.05999999999995</c:v>
                </c:pt>
                <c:pt idx="346">
                  <c:v>517.93200000000002</c:v>
                </c:pt>
                <c:pt idx="347">
                  <c:v>532.19000000000005</c:v>
                </c:pt>
                <c:pt idx="348">
                  <c:v>548.97199999999998</c:v>
                </c:pt>
                <c:pt idx="349">
                  <c:v>536.71400000000006</c:v>
                </c:pt>
                <c:pt idx="350">
                  <c:v>545.14</c:v>
                </c:pt>
                <c:pt idx="351">
                  <c:v>559.10900000000004</c:v>
                </c:pt>
                <c:pt idx="352">
                  <c:v>688.26</c:v>
                </c:pt>
                <c:pt idx="353">
                  <c:v>637.29899999999998</c:v>
                </c:pt>
                <c:pt idx="354">
                  <c:v>523.34199999999998</c:v>
                </c:pt>
                <c:pt idx="355">
                  <c:v>516.86500000000001</c:v>
                </c:pt>
                <c:pt idx="356">
                  <c:v>603.24900000000002</c:v>
                </c:pt>
                <c:pt idx="357">
                  <c:v>535.19500000000005</c:v>
                </c:pt>
                <c:pt idx="358">
                  <c:v>549.23699999999997</c:v>
                </c:pt>
                <c:pt idx="359">
                  <c:v>521.35699999999997</c:v>
                </c:pt>
                <c:pt idx="360">
                  <c:v>530.70699999999999</c:v>
                </c:pt>
                <c:pt idx="361">
                  <c:v>558.82899999999995</c:v>
                </c:pt>
                <c:pt idx="362">
                  <c:v>552.21400000000006</c:v>
                </c:pt>
                <c:pt idx="363">
                  <c:v>579.47799999999995</c:v>
                </c:pt>
                <c:pt idx="364">
                  <c:v>701.846</c:v>
                </c:pt>
                <c:pt idx="365">
                  <c:v>599.63</c:v>
                </c:pt>
                <c:pt idx="366">
                  <c:v>525.13099999999997</c:v>
                </c:pt>
                <c:pt idx="367">
                  <c:v>596.11800000000005</c:v>
                </c:pt>
                <c:pt idx="368">
                  <c:v>533.26499999999999</c:v>
                </c:pt>
                <c:pt idx="369">
                  <c:v>541.572</c:v>
                </c:pt>
                <c:pt idx="370">
                  <c:v>623.63400000000001</c:v>
                </c:pt>
                <c:pt idx="371">
                  <c:v>540.42600000000004</c:v>
                </c:pt>
                <c:pt idx="372">
                  <c:v>590.60900000000004</c:v>
                </c:pt>
                <c:pt idx="373">
                  <c:v>578.06700000000001</c:v>
                </c:pt>
                <c:pt idx="374">
                  <c:v>593.31100000000004</c:v>
                </c:pt>
                <c:pt idx="375">
                  <c:v>736.21799999999996</c:v>
                </c:pt>
                <c:pt idx="376">
                  <c:v>588.678</c:v>
                </c:pt>
                <c:pt idx="377">
                  <c:v>547.173</c:v>
                </c:pt>
                <c:pt idx="378">
                  <c:v>554.48199999999997</c:v>
                </c:pt>
                <c:pt idx="379">
                  <c:v>565.01199999999994</c:v>
                </c:pt>
                <c:pt idx="380">
                  <c:v>527.56299999999999</c:v>
                </c:pt>
                <c:pt idx="381">
                  <c:v>632.58500000000004</c:v>
                </c:pt>
                <c:pt idx="382">
                  <c:v>556.80100000000004</c:v>
                </c:pt>
                <c:pt idx="383">
                  <c:v>538.82299999999998</c:v>
                </c:pt>
                <c:pt idx="384">
                  <c:v>514.77</c:v>
                </c:pt>
                <c:pt idx="385">
                  <c:v>547.18700000000001</c:v>
                </c:pt>
                <c:pt idx="386">
                  <c:v>446.05399999999997</c:v>
                </c:pt>
                <c:pt idx="387">
                  <c:v>406.75299999999999</c:v>
                </c:pt>
                <c:pt idx="388">
                  <c:v>330.68900000000002</c:v>
                </c:pt>
                <c:pt idx="389">
                  <c:v>320.94799999999998</c:v>
                </c:pt>
                <c:pt idx="390">
                  <c:v>415.89</c:v>
                </c:pt>
                <c:pt idx="391">
                  <c:v>326.452</c:v>
                </c:pt>
                <c:pt idx="392">
                  <c:v>329.51499999999999</c:v>
                </c:pt>
                <c:pt idx="393">
                  <c:v>309.57499999999999</c:v>
                </c:pt>
                <c:pt idx="394">
                  <c:v>327.94299999999998</c:v>
                </c:pt>
                <c:pt idx="395">
                  <c:v>440.714</c:v>
                </c:pt>
                <c:pt idx="396">
                  <c:v>542.81799999999998</c:v>
                </c:pt>
                <c:pt idx="397">
                  <c:v>626.21400000000006</c:v>
                </c:pt>
                <c:pt idx="398">
                  <c:v>557.84500000000003</c:v>
                </c:pt>
                <c:pt idx="399">
                  <c:v>707.28099999999995</c:v>
                </c:pt>
                <c:pt idx="400">
                  <c:v>1200.0999999999999</c:v>
                </c:pt>
                <c:pt idx="401">
                  <c:v>595.596</c:v>
                </c:pt>
                <c:pt idx="402">
                  <c:v>365.75599999999997</c:v>
                </c:pt>
                <c:pt idx="403">
                  <c:v>326.48599999999999</c:v>
                </c:pt>
                <c:pt idx="404">
                  <c:v>337.17599999999999</c:v>
                </c:pt>
                <c:pt idx="405">
                  <c:v>310.39400000000001</c:v>
                </c:pt>
                <c:pt idx="406">
                  <c:v>379.262</c:v>
                </c:pt>
                <c:pt idx="407">
                  <c:v>312.16199999999998</c:v>
                </c:pt>
                <c:pt idx="408">
                  <c:v>306.41800000000001</c:v>
                </c:pt>
                <c:pt idx="409">
                  <c:v>377.23500000000001</c:v>
                </c:pt>
                <c:pt idx="410">
                  <c:v>316.50200000000001</c:v>
                </c:pt>
                <c:pt idx="411">
                  <c:v>311.03399999999999</c:v>
                </c:pt>
                <c:pt idx="412">
                  <c:v>334.63900000000001</c:v>
                </c:pt>
                <c:pt idx="413">
                  <c:v>821.99199999999996</c:v>
                </c:pt>
                <c:pt idx="414">
                  <c:v>615.96600000000001</c:v>
                </c:pt>
                <c:pt idx="415">
                  <c:v>599.79</c:v>
                </c:pt>
                <c:pt idx="416">
                  <c:v>642.62599999999998</c:v>
                </c:pt>
                <c:pt idx="417">
                  <c:v>543.63300000000004</c:v>
                </c:pt>
                <c:pt idx="418">
                  <c:v>555.30899999999997</c:v>
                </c:pt>
                <c:pt idx="419">
                  <c:v>574.61</c:v>
                </c:pt>
                <c:pt idx="420">
                  <c:v>641.49599999999998</c:v>
                </c:pt>
                <c:pt idx="421">
                  <c:v>645.06100000000004</c:v>
                </c:pt>
                <c:pt idx="422">
                  <c:v>558.40300000000002</c:v>
                </c:pt>
                <c:pt idx="423">
                  <c:v>656.56200000000001</c:v>
                </c:pt>
                <c:pt idx="424">
                  <c:v>707.00599999999997</c:v>
                </c:pt>
                <c:pt idx="425">
                  <c:v>647.13300000000004</c:v>
                </c:pt>
                <c:pt idx="426">
                  <c:v>624.08500000000004</c:v>
                </c:pt>
                <c:pt idx="427">
                  <c:v>584.15200000000004</c:v>
                </c:pt>
                <c:pt idx="428">
                  <c:v>584.52599999999995</c:v>
                </c:pt>
                <c:pt idx="429">
                  <c:v>602.35299999999995</c:v>
                </c:pt>
                <c:pt idx="430">
                  <c:v>559.99400000000003</c:v>
                </c:pt>
                <c:pt idx="431">
                  <c:v>562.50599999999997</c:v>
                </c:pt>
                <c:pt idx="432">
                  <c:v>562.34400000000005</c:v>
                </c:pt>
                <c:pt idx="433">
                  <c:v>550.39400000000001</c:v>
                </c:pt>
                <c:pt idx="434">
                  <c:v>576.25900000000001</c:v>
                </c:pt>
                <c:pt idx="435">
                  <c:v>588.68700000000001</c:v>
                </c:pt>
                <c:pt idx="436">
                  <c:v>493.31799999999998</c:v>
                </c:pt>
                <c:pt idx="437">
                  <c:v>495.86</c:v>
                </c:pt>
                <c:pt idx="438">
                  <c:v>327.33600000000001</c:v>
                </c:pt>
                <c:pt idx="439">
                  <c:v>321.69600000000003</c:v>
                </c:pt>
                <c:pt idx="440">
                  <c:v>351.44799999999998</c:v>
                </c:pt>
                <c:pt idx="441">
                  <c:v>304.56400000000002</c:v>
                </c:pt>
                <c:pt idx="442">
                  <c:v>308.50900000000001</c:v>
                </c:pt>
                <c:pt idx="443">
                  <c:v>304.04899999999998</c:v>
                </c:pt>
                <c:pt idx="444">
                  <c:v>433.041</c:v>
                </c:pt>
                <c:pt idx="445">
                  <c:v>860.74300000000005</c:v>
                </c:pt>
                <c:pt idx="446">
                  <c:v>432.72800000000001</c:v>
                </c:pt>
                <c:pt idx="447">
                  <c:v>566.67499999999995</c:v>
                </c:pt>
                <c:pt idx="448">
                  <c:v>706.07899999999995</c:v>
                </c:pt>
                <c:pt idx="449">
                  <c:v>578.72699999999998</c:v>
                </c:pt>
                <c:pt idx="450">
                  <c:v>530.58500000000004</c:v>
                </c:pt>
                <c:pt idx="451">
                  <c:v>598.71500000000003</c:v>
                </c:pt>
                <c:pt idx="452">
                  <c:v>526.16399999999999</c:v>
                </c:pt>
                <c:pt idx="453">
                  <c:v>534.86699999999996</c:v>
                </c:pt>
                <c:pt idx="454">
                  <c:v>533.22299999999996</c:v>
                </c:pt>
                <c:pt idx="455">
                  <c:v>530.9</c:v>
                </c:pt>
                <c:pt idx="456">
                  <c:v>550.65700000000004</c:v>
                </c:pt>
                <c:pt idx="457">
                  <c:v>549.846</c:v>
                </c:pt>
                <c:pt idx="458">
                  <c:v>570.73199999999997</c:v>
                </c:pt>
                <c:pt idx="459">
                  <c:v>614.12599999999998</c:v>
                </c:pt>
                <c:pt idx="460">
                  <c:v>530.38199999999995</c:v>
                </c:pt>
                <c:pt idx="461">
                  <c:v>599.60699999999997</c:v>
                </c:pt>
                <c:pt idx="462">
                  <c:v>540.01900000000001</c:v>
                </c:pt>
                <c:pt idx="463">
                  <c:v>541.06399999999996</c:v>
                </c:pt>
                <c:pt idx="464">
                  <c:v>545.07000000000005</c:v>
                </c:pt>
                <c:pt idx="465">
                  <c:v>613.18700000000001</c:v>
                </c:pt>
                <c:pt idx="466">
                  <c:v>595.91099999999994</c:v>
                </c:pt>
                <c:pt idx="467">
                  <c:v>539.00199999999995</c:v>
                </c:pt>
                <c:pt idx="468">
                  <c:v>557.92999999999995</c:v>
                </c:pt>
                <c:pt idx="469">
                  <c:v>610.01800000000003</c:v>
                </c:pt>
                <c:pt idx="470">
                  <c:v>640.11199999999997</c:v>
                </c:pt>
                <c:pt idx="471">
                  <c:v>683.57100000000003</c:v>
                </c:pt>
                <c:pt idx="472">
                  <c:v>540.49900000000002</c:v>
                </c:pt>
                <c:pt idx="473">
                  <c:v>519.60500000000002</c:v>
                </c:pt>
                <c:pt idx="474">
                  <c:v>537.35199999999998</c:v>
                </c:pt>
                <c:pt idx="475">
                  <c:v>536.351</c:v>
                </c:pt>
                <c:pt idx="476">
                  <c:v>546.07000000000005</c:v>
                </c:pt>
                <c:pt idx="477">
                  <c:v>581.11099999999999</c:v>
                </c:pt>
                <c:pt idx="478">
                  <c:v>572.31100000000004</c:v>
                </c:pt>
                <c:pt idx="479">
                  <c:v>576.83699999999999</c:v>
                </c:pt>
                <c:pt idx="480">
                  <c:v>662.36199999999997</c:v>
                </c:pt>
                <c:pt idx="481">
                  <c:v>657.55499999999995</c:v>
                </c:pt>
                <c:pt idx="482">
                  <c:v>652.74099999999999</c:v>
                </c:pt>
                <c:pt idx="483">
                  <c:v>604.596</c:v>
                </c:pt>
                <c:pt idx="484">
                  <c:v>554.74</c:v>
                </c:pt>
                <c:pt idx="485">
                  <c:v>549.66300000000001</c:v>
                </c:pt>
                <c:pt idx="486">
                  <c:v>574.35799999999995</c:v>
                </c:pt>
                <c:pt idx="487">
                  <c:v>582.70500000000004</c:v>
                </c:pt>
                <c:pt idx="488">
                  <c:v>547.90899999999999</c:v>
                </c:pt>
                <c:pt idx="489">
                  <c:v>492.505</c:v>
                </c:pt>
                <c:pt idx="490">
                  <c:v>476.44</c:v>
                </c:pt>
                <c:pt idx="491">
                  <c:v>371.63099999999997</c:v>
                </c:pt>
                <c:pt idx="492">
                  <c:v>419.69799999999998</c:v>
                </c:pt>
                <c:pt idx="493">
                  <c:v>394.791</c:v>
                </c:pt>
                <c:pt idx="494">
                  <c:v>395.14499999999998</c:v>
                </c:pt>
                <c:pt idx="495">
                  <c:v>378.35199999999998</c:v>
                </c:pt>
                <c:pt idx="496">
                  <c:v>327.14400000000001</c:v>
                </c:pt>
                <c:pt idx="497">
                  <c:v>357.10700000000003</c:v>
                </c:pt>
                <c:pt idx="498">
                  <c:v>294.05099999999999</c:v>
                </c:pt>
                <c:pt idx="499">
                  <c:v>312.08600000000001</c:v>
                </c:pt>
                <c:pt idx="500">
                  <c:v>307.05200000000002</c:v>
                </c:pt>
                <c:pt idx="501">
                  <c:v>457.98399999999998</c:v>
                </c:pt>
                <c:pt idx="502">
                  <c:v>571.27499999999998</c:v>
                </c:pt>
                <c:pt idx="503">
                  <c:v>387.15</c:v>
                </c:pt>
                <c:pt idx="504">
                  <c:v>316.69</c:v>
                </c:pt>
                <c:pt idx="505">
                  <c:v>301.66300000000001</c:v>
                </c:pt>
                <c:pt idx="506">
                  <c:v>311.53699999999998</c:v>
                </c:pt>
                <c:pt idx="507">
                  <c:v>321.09899999999999</c:v>
                </c:pt>
                <c:pt idx="508">
                  <c:v>298.65499999999997</c:v>
                </c:pt>
                <c:pt idx="509">
                  <c:v>302.43900000000002</c:v>
                </c:pt>
                <c:pt idx="510">
                  <c:v>374.23700000000002</c:v>
                </c:pt>
                <c:pt idx="511">
                  <c:v>629.31600000000003</c:v>
                </c:pt>
                <c:pt idx="512">
                  <c:v>452.95299999999997</c:v>
                </c:pt>
                <c:pt idx="513">
                  <c:v>691.61300000000006</c:v>
                </c:pt>
                <c:pt idx="514">
                  <c:v>630.64499999999998</c:v>
                </c:pt>
                <c:pt idx="515">
                  <c:v>509.15800000000002</c:v>
                </c:pt>
                <c:pt idx="516">
                  <c:v>523.45600000000002</c:v>
                </c:pt>
                <c:pt idx="517">
                  <c:v>508.46199999999999</c:v>
                </c:pt>
                <c:pt idx="518">
                  <c:v>580.75599999999997</c:v>
                </c:pt>
                <c:pt idx="519">
                  <c:v>514.95799999999997</c:v>
                </c:pt>
                <c:pt idx="520">
                  <c:v>325.267</c:v>
                </c:pt>
                <c:pt idx="521">
                  <c:v>528.72699999999998</c:v>
                </c:pt>
                <c:pt idx="522">
                  <c:v>549.22199999999998</c:v>
                </c:pt>
                <c:pt idx="523">
                  <c:v>532.35500000000002</c:v>
                </c:pt>
                <c:pt idx="524">
                  <c:v>579.93100000000004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D5-4E07-A85E-1F72F3F47F58}"/>
            </c:ext>
          </c:extLst>
        </c:ser>
        <c:ser>
          <c:idx val="1"/>
          <c:order val="1"/>
          <c:tx>
            <c:strRef>
              <c:f>Sheet4!$H$1</c:f>
              <c:strCache>
                <c:ptCount val="1"/>
                <c:pt idx="0">
                  <c:v>mocap/pose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Sheet4!$H$2:$H$526</c:f>
              <c:numCache>
                <c:formatCode>General</c:formatCode>
                <c:ptCount val="525"/>
                <c:pt idx="0">
                  <c:v>900290</c:v>
                </c:pt>
                <c:pt idx="1">
                  <c:v>802488</c:v>
                </c:pt>
                <c:pt idx="2">
                  <c:v>710522</c:v>
                </c:pt>
                <c:pt idx="3">
                  <c:v>620840</c:v>
                </c:pt>
                <c:pt idx="4">
                  <c:v>531042</c:v>
                </c:pt>
                <c:pt idx="5">
                  <c:v>441064</c:v>
                </c:pt>
                <c:pt idx="6">
                  <c:v>351354</c:v>
                </c:pt>
                <c:pt idx="7">
                  <c:v>261449</c:v>
                </c:pt>
                <c:pt idx="8">
                  <c:v>171990</c:v>
                </c:pt>
                <c:pt idx="9">
                  <c:v>900338</c:v>
                </c:pt>
                <c:pt idx="10">
                  <c:v>802552</c:v>
                </c:pt>
                <c:pt idx="11">
                  <c:v>710497</c:v>
                </c:pt>
                <c:pt idx="12">
                  <c:v>620896</c:v>
                </c:pt>
                <c:pt idx="13">
                  <c:v>530929</c:v>
                </c:pt>
                <c:pt idx="14">
                  <c:v>441085</c:v>
                </c:pt>
                <c:pt idx="15">
                  <c:v>351330</c:v>
                </c:pt>
                <c:pt idx="16">
                  <c:v>261568</c:v>
                </c:pt>
                <c:pt idx="17">
                  <c:v>171945</c:v>
                </c:pt>
                <c:pt idx="18">
                  <c:v>82156.7</c:v>
                </c:pt>
                <c:pt idx="19">
                  <c:v>332.25200000000001</c:v>
                </c:pt>
                <c:pt idx="20">
                  <c:v>330.85899999999998</c:v>
                </c:pt>
                <c:pt idx="21">
                  <c:v>413.77100000000002</c:v>
                </c:pt>
                <c:pt idx="22">
                  <c:v>391.95</c:v>
                </c:pt>
                <c:pt idx="23">
                  <c:v>328.78699999999998</c:v>
                </c:pt>
                <c:pt idx="24">
                  <c:v>499.82400000000001</c:v>
                </c:pt>
                <c:pt idx="25">
                  <c:v>714.29600000000005</c:v>
                </c:pt>
                <c:pt idx="26">
                  <c:v>419.17500000000001</c:v>
                </c:pt>
                <c:pt idx="27">
                  <c:v>409.07799999999997</c:v>
                </c:pt>
                <c:pt idx="28">
                  <c:v>384.70499999999998</c:v>
                </c:pt>
                <c:pt idx="29">
                  <c:v>308.05900000000003</c:v>
                </c:pt>
                <c:pt idx="30">
                  <c:v>302.16699999999997</c:v>
                </c:pt>
                <c:pt idx="31">
                  <c:v>322.33199999999999</c:v>
                </c:pt>
                <c:pt idx="32">
                  <c:v>310.48200000000003</c:v>
                </c:pt>
                <c:pt idx="33">
                  <c:v>304.22699999999998</c:v>
                </c:pt>
                <c:pt idx="34">
                  <c:v>487.661</c:v>
                </c:pt>
                <c:pt idx="35">
                  <c:v>622.24199999999996</c:v>
                </c:pt>
                <c:pt idx="36">
                  <c:v>724.34400000000005</c:v>
                </c:pt>
                <c:pt idx="37">
                  <c:v>333.68799999999999</c:v>
                </c:pt>
                <c:pt idx="38">
                  <c:v>329.964</c:v>
                </c:pt>
                <c:pt idx="39">
                  <c:v>302.81700000000001</c:v>
                </c:pt>
                <c:pt idx="40">
                  <c:v>301.51600000000002</c:v>
                </c:pt>
                <c:pt idx="41">
                  <c:v>307.26499999999999</c:v>
                </c:pt>
                <c:pt idx="42">
                  <c:v>311.19499999999999</c:v>
                </c:pt>
                <c:pt idx="43">
                  <c:v>302.81400000000002</c:v>
                </c:pt>
                <c:pt idx="44">
                  <c:v>365.012</c:v>
                </c:pt>
                <c:pt idx="45">
                  <c:v>321.46699999999998</c:v>
                </c:pt>
                <c:pt idx="46">
                  <c:v>343.97699999999998</c:v>
                </c:pt>
                <c:pt idx="47">
                  <c:v>345.23599999999999</c:v>
                </c:pt>
                <c:pt idx="48">
                  <c:v>315.76600000000002</c:v>
                </c:pt>
                <c:pt idx="49">
                  <c:v>301.42399999999998</c:v>
                </c:pt>
                <c:pt idx="50">
                  <c:v>315.77199999999999</c:v>
                </c:pt>
                <c:pt idx="51">
                  <c:v>319.13799999999998</c:v>
                </c:pt>
                <c:pt idx="52">
                  <c:v>311.04500000000002</c:v>
                </c:pt>
                <c:pt idx="53">
                  <c:v>312.61399999999998</c:v>
                </c:pt>
                <c:pt idx="54">
                  <c:v>758.947</c:v>
                </c:pt>
                <c:pt idx="55">
                  <c:v>1424.04</c:v>
                </c:pt>
                <c:pt idx="56">
                  <c:v>1569.51</c:v>
                </c:pt>
                <c:pt idx="57">
                  <c:v>1997.9</c:v>
                </c:pt>
                <c:pt idx="58">
                  <c:v>1401.52</c:v>
                </c:pt>
                <c:pt idx="59">
                  <c:v>1187.3699999999999</c:v>
                </c:pt>
                <c:pt idx="60">
                  <c:v>2081.25</c:v>
                </c:pt>
                <c:pt idx="61">
                  <c:v>1517.63</c:v>
                </c:pt>
                <c:pt idx="62">
                  <c:v>1488.03</c:v>
                </c:pt>
                <c:pt idx="63">
                  <c:v>1219.73</c:v>
                </c:pt>
                <c:pt idx="64">
                  <c:v>1037.4000000000001</c:v>
                </c:pt>
                <c:pt idx="65">
                  <c:v>1388.28</c:v>
                </c:pt>
                <c:pt idx="66">
                  <c:v>1680.38</c:v>
                </c:pt>
                <c:pt idx="67">
                  <c:v>339.18700000000001</c:v>
                </c:pt>
                <c:pt idx="68">
                  <c:v>366.267</c:v>
                </c:pt>
                <c:pt idx="69">
                  <c:v>305.13</c:v>
                </c:pt>
                <c:pt idx="70">
                  <c:v>301.27</c:v>
                </c:pt>
                <c:pt idx="71">
                  <c:v>305.529</c:v>
                </c:pt>
                <c:pt idx="72">
                  <c:v>422.64699999999999</c:v>
                </c:pt>
                <c:pt idx="73">
                  <c:v>358.17599999999999</c:v>
                </c:pt>
                <c:pt idx="74">
                  <c:v>488.82100000000003</c:v>
                </c:pt>
                <c:pt idx="75">
                  <c:v>576.18100000000004</c:v>
                </c:pt>
                <c:pt idx="76">
                  <c:v>363.459</c:v>
                </c:pt>
                <c:pt idx="77">
                  <c:v>300.7</c:v>
                </c:pt>
                <c:pt idx="78">
                  <c:v>300.827</c:v>
                </c:pt>
                <c:pt idx="79">
                  <c:v>301.20699999999999</c:v>
                </c:pt>
                <c:pt idx="80">
                  <c:v>383.93099999999998</c:v>
                </c:pt>
                <c:pt idx="81">
                  <c:v>302.66500000000002</c:v>
                </c:pt>
                <c:pt idx="82">
                  <c:v>327.22199999999998</c:v>
                </c:pt>
                <c:pt idx="83">
                  <c:v>320.26400000000001</c:v>
                </c:pt>
                <c:pt idx="84">
                  <c:v>333.46699999999998</c:v>
                </c:pt>
                <c:pt idx="85">
                  <c:v>348.21199999999999</c:v>
                </c:pt>
                <c:pt idx="86">
                  <c:v>352.15199999999999</c:v>
                </c:pt>
                <c:pt idx="87">
                  <c:v>340.59899999999999</c:v>
                </c:pt>
                <c:pt idx="88">
                  <c:v>401.43</c:v>
                </c:pt>
                <c:pt idx="89">
                  <c:v>315.26299999999998</c:v>
                </c:pt>
                <c:pt idx="90">
                  <c:v>321.029</c:v>
                </c:pt>
                <c:pt idx="91">
                  <c:v>312.17700000000002</c:v>
                </c:pt>
                <c:pt idx="92">
                  <c:v>316.75799999999998</c:v>
                </c:pt>
                <c:pt idx="93">
                  <c:v>314.815</c:v>
                </c:pt>
                <c:pt idx="94">
                  <c:v>353.84399999999999</c:v>
                </c:pt>
                <c:pt idx="95">
                  <c:v>353.19900000000001</c:v>
                </c:pt>
                <c:pt idx="96">
                  <c:v>391.34199999999998</c:v>
                </c:pt>
                <c:pt idx="97">
                  <c:v>355.447</c:v>
                </c:pt>
                <c:pt idx="98">
                  <c:v>345.01900000000001</c:v>
                </c:pt>
                <c:pt idx="99">
                  <c:v>309.23599999999999</c:v>
                </c:pt>
                <c:pt idx="100">
                  <c:v>338.88099999999997</c:v>
                </c:pt>
                <c:pt idx="101">
                  <c:v>408.10899999999998</c:v>
                </c:pt>
                <c:pt idx="102">
                  <c:v>320.10199999999998</c:v>
                </c:pt>
                <c:pt idx="103">
                  <c:v>318.15600000000001</c:v>
                </c:pt>
                <c:pt idx="104">
                  <c:v>331.11599999999999</c:v>
                </c:pt>
                <c:pt idx="105">
                  <c:v>325.63200000000001</c:v>
                </c:pt>
                <c:pt idx="106">
                  <c:v>351.84899999999999</c:v>
                </c:pt>
                <c:pt idx="107">
                  <c:v>336.91399999999999</c:v>
                </c:pt>
                <c:pt idx="108">
                  <c:v>381.17899999999997</c:v>
                </c:pt>
                <c:pt idx="109">
                  <c:v>349.82100000000003</c:v>
                </c:pt>
                <c:pt idx="110">
                  <c:v>320.75799999999998</c:v>
                </c:pt>
                <c:pt idx="111">
                  <c:v>311.96699999999998</c:v>
                </c:pt>
                <c:pt idx="112">
                  <c:v>309.053</c:v>
                </c:pt>
                <c:pt idx="113">
                  <c:v>304.62599999999998</c:v>
                </c:pt>
                <c:pt idx="114">
                  <c:v>345.50599999999997</c:v>
                </c:pt>
                <c:pt idx="115">
                  <c:v>601.96199999999999</c:v>
                </c:pt>
                <c:pt idx="116">
                  <c:v>613.87300000000005</c:v>
                </c:pt>
                <c:pt idx="117">
                  <c:v>661.17600000000004</c:v>
                </c:pt>
                <c:pt idx="118">
                  <c:v>361.06</c:v>
                </c:pt>
                <c:pt idx="119">
                  <c:v>319.3</c:v>
                </c:pt>
                <c:pt idx="120">
                  <c:v>339.39499999999998</c:v>
                </c:pt>
                <c:pt idx="121">
                  <c:v>310.04300000000001</c:v>
                </c:pt>
                <c:pt idx="122">
                  <c:v>374.839</c:v>
                </c:pt>
                <c:pt idx="123">
                  <c:v>329.25700000000001</c:v>
                </c:pt>
                <c:pt idx="124">
                  <c:v>303.28800000000001</c:v>
                </c:pt>
                <c:pt idx="125">
                  <c:v>309.84199999999998</c:v>
                </c:pt>
                <c:pt idx="126">
                  <c:v>302.43400000000003</c:v>
                </c:pt>
                <c:pt idx="127">
                  <c:v>306.43799999999999</c:v>
                </c:pt>
                <c:pt idx="128">
                  <c:v>708.60199999999998</c:v>
                </c:pt>
                <c:pt idx="129">
                  <c:v>406.00400000000002</c:v>
                </c:pt>
                <c:pt idx="130">
                  <c:v>322.803</c:v>
                </c:pt>
                <c:pt idx="131">
                  <c:v>314.64499999999998</c:v>
                </c:pt>
                <c:pt idx="132">
                  <c:v>305.53699999999998</c:v>
                </c:pt>
                <c:pt idx="133">
                  <c:v>347.137</c:v>
                </c:pt>
                <c:pt idx="134">
                  <c:v>490.10500000000002</c:v>
                </c:pt>
                <c:pt idx="135">
                  <c:v>424.11599999999999</c:v>
                </c:pt>
                <c:pt idx="136">
                  <c:v>309.76499999999999</c:v>
                </c:pt>
                <c:pt idx="137">
                  <c:v>310.452</c:v>
                </c:pt>
                <c:pt idx="138">
                  <c:v>315.11799999999999</c:v>
                </c:pt>
                <c:pt idx="139">
                  <c:v>334.03</c:v>
                </c:pt>
                <c:pt idx="140">
                  <c:v>411.67099999999999</c:v>
                </c:pt>
                <c:pt idx="141">
                  <c:v>345.423</c:v>
                </c:pt>
                <c:pt idx="142">
                  <c:v>382.286</c:v>
                </c:pt>
                <c:pt idx="143">
                  <c:v>303.34500000000003</c:v>
                </c:pt>
                <c:pt idx="144">
                  <c:v>307.37700000000001</c:v>
                </c:pt>
                <c:pt idx="145">
                  <c:v>323.04500000000002</c:v>
                </c:pt>
                <c:pt idx="146">
                  <c:v>309.02</c:v>
                </c:pt>
                <c:pt idx="147">
                  <c:v>387.84</c:v>
                </c:pt>
                <c:pt idx="148">
                  <c:v>353.1</c:v>
                </c:pt>
                <c:pt idx="149">
                  <c:v>322.06400000000002</c:v>
                </c:pt>
                <c:pt idx="150">
                  <c:v>331.68599999999998</c:v>
                </c:pt>
                <c:pt idx="151">
                  <c:v>365.08600000000001</c:v>
                </c:pt>
                <c:pt idx="152">
                  <c:v>402.99299999999999</c:v>
                </c:pt>
                <c:pt idx="153">
                  <c:v>331.76600000000002</c:v>
                </c:pt>
                <c:pt idx="154">
                  <c:v>395.52699999999999</c:v>
                </c:pt>
                <c:pt idx="155">
                  <c:v>345.92399999999998</c:v>
                </c:pt>
                <c:pt idx="156">
                  <c:v>316.37299999999999</c:v>
                </c:pt>
                <c:pt idx="157">
                  <c:v>356.08499999999998</c:v>
                </c:pt>
                <c:pt idx="158">
                  <c:v>308.57100000000003</c:v>
                </c:pt>
                <c:pt idx="159">
                  <c:v>390.82900000000001</c:v>
                </c:pt>
                <c:pt idx="160">
                  <c:v>310.92099999999999</c:v>
                </c:pt>
                <c:pt idx="161">
                  <c:v>318.46699999999998</c:v>
                </c:pt>
                <c:pt idx="162">
                  <c:v>344.375</c:v>
                </c:pt>
                <c:pt idx="163">
                  <c:v>341.86799999999999</c:v>
                </c:pt>
                <c:pt idx="164">
                  <c:v>429.12400000000002</c:v>
                </c:pt>
                <c:pt idx="165">
                  <c:v>355.59500000000003</c:v>
                </c:pt>
                <c:pt idx="166">
                  <c:v>365.892</c:v>
                </c:pt>
                <c:pt idx="167">
                  <c:v>323.85399999999998</c:v>
                </c:pt>
                <c:pt idx="168">
                  <c:v>321.80799999999999</c:v>
                </c:pt>
                <c:pt idx="169">
                  <c:v>332.1</c:v>
                </c:pt>
                <c:pt idx="170">
                  <c:v>346.22</c:v>
                </c:pt>
                <c:pt idx="171">
                  <c:v>347.608</c:v>
                </c:pt>
                <c:pt idx="172">
                  <c:v>366.63499999999999</c:v>
                </c:pt>
                <c:pt idx="173">
                  <c:v>385.82499999999999</c:v>
                </c:pt>
                <c:pt idx="174">
                  <c:v>392.51400000000001</c:v>
                </c:pt>
                <c:pt idx="175">
                  <c:v>418.15499999999997</c:v>
                </c:pt>
                <c:pt idx="176">
                  <c:v>375.70499999999998</c:v>
                </c:pt>
                <c:pt idx="177">
                  <c:v>346.33699999999999</c:v>
                </c:pt>
                <c:pt idx="178">
                  <c:v>403.46800000000002</c:v>
                </c:pt>
                <c:pt idx="179">
                  <c:v>389.79300000000001</c:v>
                </c:pt>
                <c:pt idx="180">
                  <c:v>399.09100000000001</c:v>
                </c:pt>
                <c:pt idx="181">
                  <c:v>391.24099999999999</c:v>
                </c:pt>
                <c:pt idx="182">
                  <c:v>370.95499999999998</c:v>
                </c:pt>
                <c:pt idx="183">
                  <c:v>341.161</c:v>
                </c:pt>
                <c:pt idx="184">
                  <c:v>990.93</c:v>
                </c:pt>
                <c:pt idx="185">
                  <c:v>464.35</c:v>
                </c:pt>
                <c:pt idx="186">
                  <c:v>448.94</c:v>
                </c:pt>
                <c:pt idx="187">
                  <c:v>361.51900000000001</c:v>
                </c:pt>
                <c:pt idx="188">
                  <c:v>314.72199999999998</c:v>
                </c:pt>
                <c:pt idx="189">
                  <c:v>306.33499999999998</c:v>
                </c:pt>
                <c:pt idx="190">
                  <c:v>301.05900000000003</c:v>
                </c:pt>
                <c:pt idx="191">
                  <c:v>333.32100000000003</c:v>
                </c:pt>
                <c:pt idx="192">
                  <c:v>309.06799999999998</c:v>
                </c:pt>
                <c:pt idx="193">
                  <c:v>316.04399999999998</c:v>
                </c:pt>
                <c:pt idx="194">
                  <c:v>316.78500000000003</c:v>
                </c:pt>
                <c:pt idx="195">
                  <c:v>337.29199999999997</c:v>
                </c:pt>
                <c:pt idx="196">
                  <c:v>356.07900000000001</c:v>
                </c:pt>
                <c:pt idx="197">
                  <c:v>411.93700000000001</c:v>
                </c:pt>
                <c:pt idx="198">
                  <c:v>329.47500000000002</c:v>
                </c:pt>
                <c:pt idx="199">
                  <c:v>303.89100000000002</c:v>
                </c:pt>
                <c:pt idx="200">
                  <c:v>306.40199999999999</c:v>
                </c:pt>
                <c:pt idx="201">
                  <c:v>308.61500000000001</c:v>
                </c:pt>
                <c:pt idx="202">
                  <c:v>306.14999999999998</c:v>
                </c:pt>
                <c:pt idx="203">
                  <c:v>321.52699999999999</c:v>
                </c:pt>
                <c:pt idx="204">
                  <c:v>484.63200000000001</c:v>
                </c:pt>
                <c:pt idx="205">
                  <c:v>617.76300000000003</c:v>
                </c:pt>
                <c:pt idx="206">
                  <c:v>590.67399999999998</c:v>
                </c:pt>
                <c:pt idx="207">
                  <c:v>577.08799999999997</c:v>
                </c:pt>
                <c:pt idx="208">
                  <c:v>327.52699999999999</c:v>
                </c:pt>
                <c:pt idx="209">
                  <c:v>327.517</c:v>
                </c:pt>
                <c:pt idx="210">
                  <c:v>311.12299999999999</c:v>
                </c:pt>
                <c:pt idx="211">
                  <c:v>319.95100000000002</c:v>
                </c:pt>
                <c:pt idx="212">
                  <c:v>311.75200000000001</c:v>
                </c:pt>
                <c:pt idx="213">
                  <c:v>353.02600000000001</c:v>
                </c:pt>
                <c:pt idx="214">
                  <c:v>336.14699999999999</c:v>
                </c:pt>
                <c:pt idx="215">
                  <c:v>313.12200000000001</c:v>
                </c:pt>
                <c:pt idx="216">
                  <c:v>342.48899999999998</c:v>
                </c:pt>
                <c:pt idx="217">
                  <c:v>346.91399999999999</c:v>
                </c:pt>
                <c:pt idx="218">
                  <c:v>350.91699999999997</c:v>
                </c:pt>
                <c:pt idx="219">
                  <c:v>346.64800000000002</c:v>
                </c:pt>
                <c:pt idx="220">
                  <c:v>442.733</c:v>
                </c:pt>
                <c:pt idx="221">
                  <c:v>327.60700000000003</c:v>
                </c:pt>
                <c:pt idx="222">
                  <c:v>322.73700000000002</c:v>
                </c:pt>
                <c:pt idx="223">
                  <c:v>348.59</c:v>
                </c:pt>
                <c:pt idx="224">
                  <c:v>338.68700000000001</c:v>
                </c:pt>
                <c:pt idx="225">
                  <c:v>327.54599999999999</c:v>
                </c:pt>
                <c:pt idx="226">
                  <c:v>360.04899999999998</c:v>
                </c:pt>
                <c:pt idx="227">
                  <c:v>357.28699999999998</c:v>
                </c:pt>
                <c:pt idx="228">
                  <c:v>380.44799999999998</c:v>
                </c:pt>
                <c:pt idx="229">
                  <c:v>385.255</c:v>
                </c:pt>
                <c:pt idx="230">
                  <c:v>437.483</c:v>
                </c:pt>
                <c:pt idx="231">
                  <c:v>343.4</c:v>
                </c:pt>
                <c:pt idx="232">
                  <c:v>363.43599999999998</c:v>
                </c:pt>
                <c:pt idx="233">
                  <c:v>364.32600000000002</c:v>
                </c:pt>
                <c:pt idx="234">
                  <c:v>346.863</c:v>
                </c:pt>
                <c:pt idx="235">
                  <c:v>314.85300000000001</c:v>
                </c:pt>
                <c:pt idx="236">
                  <c:v>319.60199999999998</c:v>
                </c:pt>
                <c:pt idx="237">
                  <c:v>304.959</c:v>
                </c:pt>
                <c:pt idx="238">
                  <c:v>626.03</c:v>
                </c:pt>
                <c:pt idx="239">
                  <c:v>802.98199999999997</c:v>
                </c:pt>
                <c:pt idx="240">
                  <c:v>396.084</c:v>
                </c:pt>
                <c:pt idx="241">
                  <c:v>397.78100000000001</c:v>
                </c:pt>
                <c:pt idx="242">
                  <c:v>311.03699999999998</c:v>
                </c:pt>
                <c:pt idx="243">
                  <c:v>310.899</c:v>
                </c:pt>
                <c:pt idx="244">
                  <c:v>312.64999999999998</c:v>
                </c:pt>
                <c:pt idx="245">
                  <c:v>330.09500000000003</c:v>
                </c:pt>
                <c:pt idx="246">
                  <c:v>315.43599999999998</c:v>
                </c:pt>
                <c:pt idx="247">
                  <c:v>308.32100000000003</c:v>
                </c:pt>
                <c:pt idx="248">
                  <c:v>312.28100000000001</c:v>
                </c:pt>
                <c:pt idx="249">
                  <c:v>329.68700000000001</c:v>
                </c:pt>
                <c:pt idx="250">
                  <c:v>347.113</c:v>
                </c:pt>
                <c:pt idx="251">
                  <c:v>338.15499999999997</c:v>
                </c:pt>
                <c:pt idx="252">
                  <c:v>315.43299999999999</c:v>
                </c:pt>
                <c:pt idx="253">
                  <c:v>350.66399999999999</c:v>
                </c:pt>
                <c:pt idx="254">
                  <c:v>349.59899999999999</c:v>
                </c:pt>
                <c:pt idx="255">
                  <c:v>310.56200000000001</c:v>
                </c:pt>
                <c:pt idx="256">
                  <c:v>317.89400000000001</c:v>
                </c:pt>
                <c:pt idx="257">
                  <c:v>341.47199999999998</c:v>
                </c:pt>
                <c:pt idx="258">
                  <c:v>309.60700000000003</c:v>
                </c:pt>
                <c:pt idx="259">
                  <c:v>386.74799999999999</c:v>
                </c:pt>
                <c:pt idx="260">
                  <c:v>348.13400000000001</c:v>
                </c:pt>
                <c:pt idx="261">
                  <c:v>334.94799999999998</c:v>
                </c:pt>
                <c:pt idx="262">
                  <c:v>358.50099999999998</c:v>
                </c:pt>
                <c:pt idx="263">
                  <c:v>350.483</c:v>
                </c:pt>
                <c:pt idx="264">
                  <c:v>362.90199999999999</c:v>
                </c:pt>
                <c:pt idx="265">
                  <c:v>312.40800000000002</c:v>
                </c:pt>
                <c:pt idx="266">
                  <c:v>311.15699999999998</c:v>
                </c:pt>
                <c:pt idx="267">
                  <c:v>306.73500000000001</c:v>
                </c:pt>
                <c:pt idx="268">
                  <c:v>318.89800000000002</c:v>
                </c:pt>
                <c:pt idx="269">
                  <c:v>388.19400000000002</c:v>
                </c:pt>
                <c:pt idx="270">
                  <c:v>319.08600000000001</c:v>
                </c:pt>
                <c:pt idx="271">
                  <c:v>325.34500000000003</c:v>
                </c:pt>
                <c:pt idx="272">
                  <c:v>414.3</c:v>
                </c:pt>
                <c:pt idx="273">
                  <c:v>351.24700000000001</c:v>
                </c:pt>
                <c:pt idx="274">
                  <c:v>419.488</c:v>
                </c:pt>
                <c:pt idx="275">
                  <c:v>398.36</c:v>
                </c:pt>
                <c:pt idx="276">
                  <c:v>330.93099999999998</c:v>
                </c:pt>
                <c:pt idx="277">
                  <c:v>332.827</c:v>
                </c:pt>
                <c:pt idx="278">
                  <c:v>398.37599999999998</c:v>
                </c:pt>
                <c:pt idx="279">
                  <c:v>344.76900000000001</c:v>
                </c:pt>
                <c:pt idx="280">
                  <c:v>319.29300000000001</c:v>
                </c:pt>
                <c:pt idx="281">
                  <c:v>332.113</c:v>
                </c:pt>
                <c:pt idx="282">
                  <c:v>349.226</c:v>
                </c:pt>
                <c:pt idx="283">
                  <c:v>351.43299999999999</c:v>
                </c:pt>
                <c:pt idx="284">
                  <c:v>339.55399999999997</c:v>
                </c:pt>
                <c:pt idx="285">
                  <c:v>339.91</c:v>
                </c:pt>
                <c:pt idx="286">
                  <c:v>350.77300000000002</c:v>
                </c:pt>
                <c:pt idx="287">
                  <c:v>345.77100000000002</c:v>
                </c:pt>
                <c:pt idx="288">
                  <c:v>369.01100000000002</c:v>
                </c:pt>
                <c:pt idx="289">
                  <c:v>367.94799999999998</c:v>
                </c:pt>
                <c:pt idx="290">
                  <c:v>326.12400000000002</c:v>
                </c:pt>
                <c:pt idx="291">
                  <c:v>381.91399999999999</c:v>
                </c:pt>
                <c:pt idx="292">
                  <c:v>334.24200000000002</c:v>
                </c:pt>
                <c:pt idx="293">
                  <c:v>305.64699999999999</c:v>
                </c:pt>
                <c:pt idx="294">
                  <c:v>586.125</c:v>
                </c:pt>
                <c:pt idx="295">
                  <c:v>424.63499999999999</c:v>
                </c:pt>
                <c:pt idx="296">
                  <c:v>364.32600000000002</c:v>
                </c:pt>
                <c:pt idx="297">
                  <c:v>335.59199999999998</c:v>
                </c:pt>
                <c:pt idx="298">
                  <c:v>312.18299999999999</c:v>
                </c:pt>
                <c:pt idx="299">
                  <c:v>339.404</c:v>
                </c:pt>
                <c:pt idx="300">
                  <c:v>304.21499999999997</c:v>
                </c:pt>
                <c:pt idx="301">
                  <c:v>324.00299999999999</c:v>
                </c:pt>
                <c:pt idx="302">
                  <c:v>322.50900000000001</c:v>
                </c:pt>
                <c:pt idx="303">
                  <c:v>561.63</c:v>
                </c:pt>
                <c:pt idx="304">
                  <c:v>406.27699999999999</c:v>
                </c:pt>
                <c:pt idx="305">
                  <c:v>415.51100000000002</c:v>
                </c:pt>
                <c:pt idx="306">
                  <c:v>672.4</c:v>
                </c:pt>
                <c:pt idx="307">
                  <c:v>350.10899999999998</c:v>
                </c:pt>
                <c:pt idx="308">
                  <c:v>355.88200000000001</c:v>
                </c:pt>
                <c:pt idx="309">
                  <c:v>310.89100000000002</c:v>
                </c:pt>
                <c:pt idx="310">
                  <c:v>348.41300000000001</c:v>
                </c:pt>
                <c:pt idx="311">
                  <c:v>331.56099999999998</c:v>
                </c:pt>
                <c:pt idx="312">
                  <c:v>309.125</c:v>
                </c:pt>
                <c:pt idx="313">
                  <c:v>311.089</c:v>
                </c:pt>
                <c:pt idx="314">
                  <c:v>319.82900000000001</c:v>
                </c:pt>
                <c:pt idx="315">
                  <c:v>310.15499999999997</c:v>
                </c:pt>
                <c:pt idx="316">
                  <c:v>333.85700000000003</c:v>
                </c:pt>
                <c:pt idx="317">
                  <c:v>453.25700000000001</c:v>
                </c:pt>
                <c:pt idx="318">
                  <c:v>411.70100000000002</c:v>
                </c:pt>
                <c:pt idx="319">
                  <c:v>476.01799999999997</c:v>
                </c:pt>
                <c:pt idx="320">
                  <c:v>364.589</c:v>
                </c:pt>
                <c:pt idx="321">
                  <c:v>357.17500000000001</c:v>
                </c:pt>
                <c:pt idx="322">
                  <c:v>331.99799999999999</c:v>
                </c:pt>
                <c:pt idx="323">
                  <c:v>345.32600000000002</c:v>
                </c:pt>
                <c:pt idx="324">
                  <c:v>404.75900000000001</c:v>
                </c:pt>
                <c:pt idx="325">
                  <c:v>311.70100000000002</c:v>
                </c:pt>
                <c:pt idx="326">
                  <c:v>393.39699999999999</c:v>
                </c:pt>
                <c:pt idx="327">
                  <c:v>377.35300000000001</c:v>
                </c:pt>
                <c:pt idx="328">
                  <c:v>347.76900000000001</c:v>
                </c:pt>
                <c:pt idx="329">
                  <c:v>367.51499999999999</c:v>
                </c:pt>
                <c:pt idx="330">
                  <c:v>400.11099999999999</c:v>
                </c:pt>
                <c:pt idx="331">
                  <c:v>424.09699999999998</c:v>
                </c:pt>
                <c:pt idx="332">
                  <c:v>319.83800000000002</c:v>
                </c:pt>
                <c:pt idx="333">
                  <c:v>310.16899999999998</c:v>
                </c:pt>
                <c:pt idx="334">
                  <c:v>344.90600000000001</c:v>
                </c:pt>
                <c:pt idx="335">
                  <c:v>307.65600000000001</c:v>
                </c:pt>
                <c:pt idx="336">
                  <c:v>309.404</c:v>
                </c:pt>
                <c:pt idx="337">
                  <c:v>446.17599999999999</c:v>
                </c:pt>
                <c:pt idx="338">
                  <c:v>551.33299999999997</c:v>
                </c:pt>
                <c:pt idx="339">
                  <c:v>399.54899999999998</c:v>
                </c:pt>
                <c:pt idx="340">
                  <c:v>342.83100000000002</c:v>
                </c:pt>
                <c:pt idx="341">
                  <c:v>377.75799999999998</c:v>
                </c:pt>
                <c:pt idx="342">
                  <c:v>334.32600000000002</c:v>
                </c:pt>
                <c:pt idx="343">
                  <c:v>350.68900000000002</c:v>
                </c:pt>
                <c:pt idx="344">
                  <c:v>362.197</c:v>
                </c:pt>
                <c:pt idx="345">
                  <c:v>328.69799999999998</c:v>
                </c:pt>
                <c:pt idx="346">
                  <c:v>361.36700000000002</c:v>
                </c:pt>
                <c:pt idx="347">
                  <c:v>307.524</c:v>
                </c:pt>
                <c:pt idx="348">
                  <c:v>414.22800000000001</c:v>
                </c:pt>
                <c:pt idx="349">
                  <c:v>500.93200000000002</c:v>
                </c:pt>
                <c:pt idx="350">
                  <c:v>338.17099999999999</c:v>
                </c:pt>
                <c:pt idx="351">
                  <c:v>331.98</c:v>
                </c:pt>
                <c:pt idx="352">
                  <c:v>305.53199999999998</c:v>
                </c:pt>
                <c:pt idx="353">
                  <c:v>304.14499999999998</c:v>
                </c:pt>
                <c:pt idx="354">
                  <c:v>318.24200000000002</c:v>
                </c:pt>
                <c:pt idx="355">
                  <c:v>305.30099999999999</c:v>
                </c:pt>
                <c:pt idx="356">
                  <c:v>349.553</c:v>
                </c:pt>
                <c:pt idx="357">
                  <c:v>314.541</c:v>
                </c:pt>
                <c:pt idx="358">
                  <c:v>315.49200000000002</c:v>
                </c:pt>
                <c:pt idx="359">
                  <c:v>338.71800000000002</c:v>
                </c:pt>
                <c:pt idx="360">
                  <c:v>349.952</c:v>
                </c:pt>
                <c:pt idx="361">
                  <c:v>357.47199999999998</c:v>
                </c:pt>
                <c:pt idx="362">
                  <c:v>397.84500000000003</c:v>
                </c:pt>
                <c:pt idx="363">
                  <c:v>337.899</c:v>
                </c:pt>
                <c:pt idx="364">
                  <c:v>332.73</c:v>
                </c:pt>
                <c:pt idx="365">
                  <c:v>301.73200000000003</c:v>
                </c:pt>
                <c:pt idx="366">
                  <c:v>311.67500000000001</c:v>
                </c:pt>
                <c:pt idx="367">
                  <c:v>309.12099999999998</c:v>
                </c:pt>
                <c:pt idx="368">
                  <c:v>303.37900000000002</c:v>
                </c:pt>
                <c:pt idx="369">
                  <c:v>307.34500000000003</c:v>
                </c:pt>
                <c:pt idx="370">
                  <c:v>315.15600000000001</c:v>
                </c:pt>
                <c:pt idx="371">
                  <c:v>332.67500000000001</c:v>
                </c:pt>
                <c:pt idx="372">
                  <c:v>357.01499999999999</c:v>
                </c:pt>
                <c:pt idx="373">
                  <c:v>364.77</c:v>
                </c:pt>
                <c:pt idx="374">
                  <c:v>375.75400000000002</c:v>
                </c:pt>
                <c:pt idx="375">
                  <c:v>303.08999999999997</c:v>
                </c:pt>
                <c:pt idx="376">
                  <c:v>313.65199999999999</c:v>
                </c:pt>
                <c:pt idx="377">
                  <c:v>313.67399999999998</c:v>
                </c:pt>
                <c:pt idx="378">
                  <c:v>318.56700000000001</c:v>
                </c:pt>
                <c:pt idx="379">
                  <c:v>316.78699999999998</c:v>
                </c:pt>
                <c:pt idx="380">
                  <c:v>329.38</c:v>
                </c:pt>
                <c:pt idx="381">
                  <c:v>390.85599999999999</c:v>
                </c:pt>
                <c:pt idx="382">
                  <c:v>405.97399999999999</c:v>
                </c:pt>
                <c:pt idx="383">
                  <c:v>343.98500000000001</c:v>
                </c:pt>
                <c:pt idx="384">
                  <c:v>419.52100000000002</c:v>
                </c:pt>
                <c:pt idx="385">
                  <c:v>339.38499999999999</c:v>
                </c:pt>
                <c:pt idx="386">
                  <c:v>332.05200000000002</c:v>
                </c:pt>
                <c:pt idx="387">
                  <c:v>307.61</c:v>
                </c:pt>
                <c:pt idx="388">
                  <c:v>304.87200000000001</c:v>
                </c:pt>
                <c:pt idx="389">
                  <c:v>309.267</c:v>
                </c:pt>
                <c:pt idx="390">
                  <c:v>439.19900000000001</c:v>
                </c:pt>
                <c:pt idx="391">
                  <c:v>314.45699999999999</c:v>
                </c:pt>
                <c:pt idx="392">
                  <c:v>300.96699999999998</c:v>
                </c:pt>
                <c:pt idx="393">
                  <c:v>502.65800000000002</c:v>
                </c:pt>
                <c:pt idx="394">
                  <c:v>754.56299999999999</c:v>
                </c:pt>
                <c:pt idx="395">
                  <c:v>467.48</c:v>
                </c:pt>
                <c:pt idx="396">
                  <c:v>1249.78</c:v>
                </c:pt>
                <c:pt idx="397">
                  <c:v>476.8</c:v>
                </c:pt>
                <c:pt idx="398">
                  <c:v>656.21100000000001</c:v>
                </c:pt>
                <c:pt idx="399">
                  <c:v>324.36799999999999</c:v>
                </c:pt>
                <c:pt idx="400">
                  <c:v>451.166</c:v>
                </c:pt>
                <c:pt idx="401">
                  <c:v>340.64499999999998</c:v>
                </c:pt>
                <c:pt idx="402">
                  <c:v>351.13200000000001</c:v>
                </c:pt>
                <c:pt idx="403">
                  <c:v>384.05900000000003</c:v>
                </c:pt>
                <c:pt idx="404">
                  <c:v>352.20100000000002</c:v>
                </c:pt>
                <c:pt idx="405">
                  <c:v>303.81</c:v>
                </c:pt>
                <c:pt idx="406">
                  <c:v>308.09300000000002</c:v>
                </c:pt>
                <c:pt idx="407">
                  <c:v>303.31400000000002</c:v>
                </c:pt>
                <c:pt idx="408">
                  <c:v>352.41399999999999</c:v>
                </c:pt>
                <c:pt idx="409">
                  <c:v>330.166</c:v>
                </c:pt>
                <c:pt idx="410">
                  <c:v>346.35700000000003</c:v>
                </c:pt>
                <c:pt idx="411">
                  <c:v>367.49099999999999</c:v>
                </c:pt>
                <c:pt idx="412">
                  <c:v>345.07100000000003</c:v>
                </c:pt>
                <c:pt idx="413">
                  <c:v>445.14100000000002</c:v>
                </c:pt>
                <c:pt idx="414">
                  <c:v>347.37799999999999</c:v>
                </c:pt>
                <c:pt idx="415">
                  <c:v>314.05099999999999</c:v>
                </c:pt>
                <c:pt idx="416">
                  <c:v>333.44400000000002</c:v>
                </c:pt>
                <c:pt idx="417">
                  <c:v>338.29</c:v>
                </c:pt>
                <c:pt idx="418">
                  <c:v>316.72500000000002</c:v>
                </c:pt>
                <c:pt idx="419">
                  <c:v>384.43599999999998</c:v>
                </c:pt>
                <c:pt idx="420">
                  <c:v>359.71499999999997</c:v>
                </c:pt>
                <c:pt idx="421">
                  <c:v>351.61200000000002</c:v>
                </c:pt>
                <c:pt idx="422">
                  <c:v>335.03399999999999</c:v>
                </c:pt>
                <c:pt idx="423">
                  <c:v>320.78899999999999</c:v>
                </c:pt>
                <c:pt idx="424">
                  <c:v>385.84399999999999</c:v>
                </c:pt>
                <c:pt idx="425">
                  <c:v>357.91500000000002</c:v>
                </c:pt>
                <c:pt idx="426">
                  <c:v>327.67399999999998</c:v>
                </c:pt>
                <c:pt idx="427">
                  <c:v>423.00299999999999</c:v>
                </c:pt>
                <c:pt idx="428">
                  <c:v>310.99700000000001</c:v>
                </c:pt>
                <c:pt idx="429">
                  <c:v>311.72899999999998</c:v>
                </c:pt>
                <c:pt idx="430">
                  <c:v>354.80399999999997</c:v>
                </c:pt>
                <c:pt idx="431">
                  <c:v>310.95100000000002</c:v>
                </c:pt>
                <c:pt idx="432">
                  <c:v>316.654</c:v>
                </c:pt>
                <c:pt idx="433">
                  <c:v>352.976</c:v>
                </c:pt>
                <c:pt idx="434">
                  <c:v>372.17899999999997</c:v>
                </c:pt>
                <c:pt idx="435">
                  <c:v>411.23</c:v>
                </c:pt>
                <c:pt idx="436">
                  <c:v>321.65899999999999</c:v>
                </c:pt>
                <c:pt idx="437">
                  <c:v>323.98599999999999</c:v>
                </c:pt>
                <c:pt idx="438">
                  <c:v>320.565</c:v>
                </c:pt>
                <c:pt idx="439">
                  <c:v>312.15499999999997</c:v>
                </c:pt>
                <c:pt idx="440">
                  <c:v>310.892</c:v>
                </c:pt>
                <c:pt idx="441">
                  <c:v>304.476</c:v>
                </c:pt>
                <c:pt idx="442">
                  <c:v>310.21600000000001</c:v>
                </c:pt>
                <c:pt idx="443">
                  <c:v>315.048</c:v>
                </c:pt>
                <c:pt idx="444">
                  <c:v>331.34399999999999</c:v>
                </c:pt>
                <c:pt idx="445">
                  <c:v>349.03500000000003</c:v>
                </c:pt>
                <c:pt idx="446">
                  <c:v>337.43200000000002</c:v>
                </c:pt>
                <c:pt idx="447">
                  <c:v>327.23899999999998</c:v>
                </c:pt>
                <c:pt idx="448">
                  <c:v>360.625</c:v>
                </c:pt>
                <c:pt idx="449">
                  <c:v>355.49900000000002</c:v>
                </c:pt>
                <c:pt idx="450">
                  <c:v>349.34300000000002</c:v>
                </c:pt>
                <c:pt idx="451">
                  <c:v>370.18099999999998</c:v>
                </c:pt>
                <c:pt idx="452">
                  <c:v>304.60700000000003</c:v>
                </c:pt>
                <c:pt idx="453">
                  <c:v>302.85700000000003</c:v>
                </c:pt>
                <c:pt idx="454">
                  <c:v>465.88</c:v>
                </c:pt>
                <c:pt idx="455">
                  <c:v>430.197</c:v>
                </c:pt>
                <c:pt idx="456">
                  <c:v>428.685</c:v>
                </c:pt>
                <c:pt idx="457">
                  <c:v>335.62400000000002</c:v>
                </c:pt>
                <c:pt idx="458">
                  <c:v>335.69200000000001</c:v>
                </c:pt>
                <c:pt idx="459">
                  <c:v>299.76499999999999</c:v>
                </c:pt>
                <c:pt idx="460">
                  <c:v>298.97000000000003</c:v>
                </c:pt>
                <c:pt idx="461">
                  <c:v>307.82</c:v>
                </c:pt>
                <c:pt idx="462">
                  <c:v>324.05700000000002</c:v>
                </c:pt>
                <c:pt idx="463">
                  <c:v>309.69099999999997</c:v>
                </c:pt>
                <c:pt idx="464">
                  <c:v>323.65800000000002</c:v>
                </c:pt>
                <c:pt idx="465">
                  <c:v>376.39100000000002</c:v>
                </c:pt>
                <c:pt idx="466">
                  <c:v>342.09699999999998</c:v>
                </c:pt>
                <c:pt idx="467">
                  <c:v>339.37799999999999</c:v>
                </c:pt>
                <c:pt idx="468">
                  <c:v>461.28500000000003</c:v>
                </c:pt>
                <c:pt idx="469">
                  <c:v>317.399</c:v>
                </c:pt>
                <c:pt idx="470">
                  <c:v>304.125</c:v>
                </c:pt>
                <c:pt idx="471">
                  <c:v>303.54300000000001</c:v>
                </c:pt>
                <c:pt idx="472">
                  <c:v>312.428</c:v>
                </c:pt>
                <c:pt idx="473">
                  <c:v>308.85899999999998</c:v>
                </c:pt>
                <c:pt idx="474">
                  <c:v>307.82799999999997</c:v>
                </c:pt>
                <c:pt idx="475">
                  <c:v>345.22500000000002</c:v>
                </c:pt>
                <c:pt idx="476">
                  <c:v>568.53800000000001</c:v>
                </c:pt>
                <c:pt idx="477">
                  <c:v>544.93100000000004</c:v>
                </c:pt>
                <c:pt idx="478">
                  <c:v>530.85400000000004</c:v>
                </c:pt>
                <c:pt idx="479">
                  <c:v>704.09500000000003</c:v>
                </c:pt>
                <c:pt idx="480">
                  <c:v>354.096</c:v>
                </c:pt>
                <c:pt idx="481">
                  <c:v>312.98899999999998</c:v>
                </c:pt>
                <c:pt idx="482">
                  <c:v>307.88900000000001</c:v>
                </c:pt>
                <c:pt idx="483">
                  <c:v>318.76499999999999</c:v>
                </c:pt>
                <c:pt idx="484">
                  <c:v>342.77800000000002</c:v>
                </c:pt>
                <c:pt idx="485">
                  <c:v>389.09</c:v>
                </c:pt>
                <c:pt idx="486">
                  <c:v>342.69499999999999</c:v>
                </c:pt>
                <c:pt idx="487">
                  <c:v>340.11200000000002</c:v>
                </c:pt>
                <c:pt idx="488">
                  <c:v>415.48599999999999</c:v>
                </c:pt>
                <c:pt idx="489">
                  <c:v>348.76799999999997</c:v>
                </c:pt>
                <c:pt idx="490">
                  <c:v>376.18700000000001</c:v>
                </c:pt>
                <c:pt idx="491">
                  <c:v>347.70400000000001</c:v>
                </c:pt>
                <c:pt idx="492">
                  <c:v>415.63600000000002</c:v>
                </c:pt>
                <c:pt idx="493">
                  <c:v>306.47000000000003</c:v>
                </c:pt>
                <c:pt idx="494">
                  <c:v>348.947</c:v>
                </c:pt>
                <c:pt idx="495">
                  <c:v>305.911</c:v>
                </c:pt>
                <c:pt idx="496">
                  <c:v>331.26799999999997</c:v>
                </c:pt>
                <c:pt idx="497">
                  <c:v>357.12400000000002</c:v>
                </c:pt>
                <c:pt idx="498">
                  <c:v>321.94200000000001</c:v>
                </c:pt>
                <c:pt idx="499">
                  <c:v>454.90600000000001</c:v>
                </c:pt>
                <c:pt idx="500">
                  <c:v>405.33800000000002</c:v>
                </c:pt>
                <c:pt idx="501">
                  <c:v>329.96100000000001</c:v>
                </c:pt>
                <c:pt idx="502">
                  <c:v>371.75400000000002</c:v>
                </c:pt>
                <c:pt idx="503">
                  <c:v>345.61900000000003</c:v>
                </c:pt>
                <c:pt idx="504">
                  <c:v>349.15499999999997</c:v>
                </c:pt>
                <c:pt idx="505">
                  <c:v>330.88600000000002</c:v>
                </c:pt>
                <c:pt idx="506">
                  <c:v>308.59800000000001</c:v>
                </c:pt>
                <c:pt idx="507">
                  <c:v>340.18299999999999</c:v>
                </c:pt>
                <c:pt idx="508">
                  <c:v>303.99099999999999</c:v>
                </c:pt>
                <c:pt idx="509">
                  <c:v>303.66899999999998</c:v>
                </c:pt>
                <c:pt idx="510">
                  <c:v>499.19900000000001</c:v>
                </c:pt>
                <c:pt idx="511">
                  <c:v>415.38099999999997</c:v>
                </c:pt>
                <c:pt idx="512">
                  <c:v>337.76</c:v>
                </c:pt>
                <c:pt idx="513">
                  <c:v>348.47300000000001</c:v>
                </c:pt>
                <c:pt idx="514">
                  <c:v>400.52600000000001</c:v>
                </c:pt>
                <c:pt idx="515">
                  <c:v>338.084</c:v>
                </c:pt>
                <c:pt idx="516">
                  <c:v>317.06299999999999</c:v>
                </c:pt>
                <c:pt idx="517">
                  <c:v>307.32499999999999</c:v>
                </c:pt>
                <c:pt idx="518">
                  <c:v>348.10500000000002</c:v>
                </c:pt>
                <c:pt idx="519">
                  <c:v>349.601</c:v>
                </c:pt>
                <c:pt idx="520">
                  <c:v>330.38</c:v>
                </c:pt>
                <c:pt idx="521">
                  <c:v>345.53500000000003</c:v>
                </c:pt>
                <c:pt idx="522">
                  <c:v>314.79399999999998</c:v>
                </c:pt>
                <c:pt idx="523">
                  <c:v>333.72</c:v>
                </c:pt>
                <c:pt idx="524">
                  <c:v>347.245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D5-4E07-A85E-1F72F3F47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5401055"/>
        <c:axId val="1275397695"/>
      </c:lineChart>
      <c:catAx>
        <c:axId val="12754010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75397695"/>
        <c:crosses val="autoZero"/>
        <c:auto val="1"/>
        <c:lblAlgn val="ctr"/>
        <c:lblOffset val="100"/>
        <c:noMultiLvlLbl val="0"/>
      </c:catAx>
      <c:valAx>
        <c:axId val="1275397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75401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7</a:t>
            </a:r>
            <a:r>
              <a:rPr lang="ko-KR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개의 </a:t>
            </a:r>
            <a:r>
              <a:rPr lang="en-US" altLang="ko-KR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Topic</a:t>
            </a:r>
            <a:r>
              <a:rPr lang="ko-KR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을 동시에 실행할 때</a:t>
            </a:r>
            <a:r>
              <a:rPr lang="en-US" altLang="ko-KR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Topic 1, 2, 3, 4, 5</a:t>
            </a:r>
            <a:r>
              <a:rPr lang="ko-KR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의 </a:t>
            </a:r>
            <a:r>
              <a:rPr lang="en-US" altLang="ko-KR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Latency</a:t>
            </a:r>
            <a:endParaRPr lang="ko-KR" altLang="en-US" sz="14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setpoint_raw/local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Sheet4!$B$2:$B$526</c:f>
              <c:numCache>
                <c:formatCode>General</c:formatCode>
                <c:ptCount val="525"/>
                <c:pt idx="0">
                  <c:v>568.58199999999999</c:v>
                </c:pt>
                <c:pt idx="1">
                  <c:v>653.54600000000005</c:v>
                </c:pt>
                <c:pt idx="2">
                  <c:v>856.69600000000003</c:v>
                </c:pt>
                <c:pt idx="3">
                  <c:v>318.54500000000002</c:v>
                </c:pt>
                <c:pt idx="4">
                  <c:v>334.70699999999999</c:v>
                </c:pt>
                <c:pt idx="5">
                  <c:v>501.28399999999999</c:v>
                </c:pt>
                <c:pt idx="6">
                  <c:v>522.95500000000004</c:v>
                </c:pt>
                <c:pt idx="7">
                  <c:v>619.91800000000001</c:v>
                </c:pt>
                <c:pt idx="8">
                  <c:v>866.82600000000002</c:v>
                </c:pt>
                <c:pt idx="9">
                  <c:v>794.54700000000003</c:v>
                </c:pt>
                <c:pt idx="10">
                  <c:v>674.82799999999997</c:v>
                </c:pt>
                <c:pt idx="11">
                  <c:v>461.411</c:v>
                </c:pt>
                <c:pt idx="12">
                  <c:v>350.803</c:v>
                </c:pt>
                <c:pt idx="13">
                  <c:v>412.19299999999998</c:v>
                </c:pt>
                <c:pt idx="14">
                  <c:v>381.98899999999998</c:v>
                </c:pt>
                <c:pt idx="15">
                  <c:v>408.67</c:v>
                </c:pt>
                <c:pt idx="16">
                  <c:v>310.57799999999997</c:v>
                </c:pt>
                <c:pt idx="17">
                  <c:v>310.928</c:v>
                </c:pt>
                <c:pt idx="18">
                  <c:v>317.52600000000001</c:v>
                </c:pt>
                <c:pt idx="19">
                  <c:v>346.06200000000001</c:v>
                </c:pt>
                <c:pt idx="20">
                  <c:v>375.435</c:v>
                </c:pt>
                <c:pt idx="21">
                  <c:v>327.21899999999999</c:v>
                </c:pt>
                <c:pt idx="22">
                  <c:v>308.46499999999997</c:v>
                </c:pt>
                <c:pt idx="23">
                  <c:v>361.55500000000001</c:v>
                </c:pt>
                <c:pt idx="24">
                  <c:v>430.78899999999999</c:v>
                </c:pt>
                <c:pt idx="25">
                  <c:v>456.875</c:v>
                </c:pt>
                <c:pt idx="26">
                  <c:v>404.47699999999998</c:v>
                </c:pt>
                <c:pt idx="27">
                  <c:v>395.30399999999997</c:v>
                </c:pt>
                <c:pt idx="28">
                  <c:v>340.67099999999999</c:v>
                </c:pt>
                <c:pt idx="29">
                  <c:v>370.56200000000001</c:v>
                </c:pt>
                <c:pt idx="30">
                  <c:v>437.60199999999998</c:v>
                </c:pt>
                <c:pt idx="31">
                  <c:v>336.97399999999999</c:v>
                </c:pt>
                <c:pt idx="32">
                  <c:v>331.714</c:v>
                </c:pt>
                <c:pt idx="33">
                  <c:v>333.72699999999998</c:v>
                </c:pt>
                <c:pt idx="34">
                  <c:v>348.86399999999998</c:v>
                </c:pt>
                <c:pt idx="35">
                  <c:v>383.762</c:v>
                </c:pt>
                <c:pt idx="36">
                  <c:v>449.28699999999998</c:v>
                </c:pt>
                <c:pt idx="37">
                  <c:v>437.15300000000002</c:v>
                </c:pt>
                <c:pt idx="38">
                  <c:v>394.17399999999998</c:v>
                </c:pt>
                <c:pt idx="39">
                  <c:v>382.49599999999998</c:v>
                </c:pt>
                <c:pt idx="40">
                  <c:v>344.84</c:v>
                </c:pt>
                <c:pt idx="41">
                  <c:v>316.95100000000002</c:v>
                </c:pt>
                <c:pt idx="42">
                  <c:v>328.76100000000002</c:v>
                </c:pt>
                <c:pt idx="43">
                  <c:v>339.32100000000003</c:v>
                </c:pt>
                <c:pt idx="44">
                  <c:v>436.40100000000001</c:v>
                </c:pt>
                <c:pt idx="45">
                  <c:v>474.02100000000002</c:v>
                </c:pt>
                <c:pt idx="46">
                  <c:v>465.72800000000001</c:v>
                </c:pt>
                <c:pt idx="47">
                  <c:v>477.774</c:v>
                </c:pt>
                <c:pt idx="48">
                  <c:v>471.48500000000001</c:v>
                </c:pt>
                <c:pt idx="49">
                  <c:v>411.41199999999998</c:v>
                </c:pt>
                <c:pt idx="50">
                  <c:v>500.178</c:v>
                </c:pt>
                <c:pt idx="51">
                  <c:v>441.58</c:v>
                </c:pt>
                <c:pt idx="52">
                  <c:v>448.44299999999998</c:v>
                </c:pt>
                <c:pt idx="53">
                  <c:v>389.50599999999997</c:v>
                </c:pt>
                <c:pt idx="54">
                  <c:v>369.40300000000002</c:v>
                </c:pt>
                <c:pt idx="55">
                  <c:v>693.43200000000002</c:v>
                </c:pt>
                <c:pt idx="56">
                  <c:v>646.726</c:v>
                </c:pt>
                <c:pt idx="57">
                  <c:v>663.42100000000005</c:v>
                </c:pt>
                <c:pt idx="58">
                  <c:v>812.577</c:v>
                </c:pt>
                <c:pt idx="59">
                  <c:v>563.16600000000005</c:v>
                </c:pt>
                <c:pt idx="60">
                  <c:v>671.755</c:v>
                </c:pt>
                <c:pt idx="61">
                  <c:v>1437.78</c:v>
                </c:pt>
                <c:pt idx="62">
                  <c:v>1541.08</c:v>
                </c:pt>
                <c:pt idx="63">
                  <c:v>568.149</c:v>
                </c:pt>
                <c:pt idx="64">
                  <c:v>1863.16</c:v>
                </c:pt>
                <c:pt idx="65">
                  <c:v>1431.42</c:v>
                </c:pt>
                <c:pt idx="66">
                  <c:v>897.37099999999998</c:v>
                </c:pt>
                <c:pt idx="67">
                  <c:v>1013.89</c:v>
                </c:pt>
                <c:pt idx="68">
                  <c:v>666.25300000000004</c:v>
                </c:pt>
                <c:pt idx="69">
                  <c:v>470.17200000000003</c:v>
                </c:pt>
                <c:pt idx="70">
                  <c:v>1204.3399999999999</c:v>
                </c:pt>
                <c:pt idx="71">
                  <c:v>683.07399999999996</c:v>
                </c:pt>
                <c:pt idx="72">
                  <c:v>402.54300000000001</c:v>
                </c:pt>
                <c:pt idx="73">
                  <c:v>422.52</c:v>
                </c:pt>
                <c:pt idx="74">
                  <c:v>348.286</c:v>
                </c:pt>
                <c:pt idx="75">
                  <c:v>353.37900000000002</c:v>
                </c:pt>
                <c:pt idx="76">
                  <c:v>344.39100000000002</c:v>
                </c:pt>
                <c:pt idx="77">
                  <c:v>347.6</c:v>
                </c:pt>
                <c:pt idx="78">
                  <c:v>323.517</c:v>
                </c:pt>
                <c:pt idx="79">
                  <c:v>342.23899999999998</c:v>
                </c:pt>
                <c:pt idx="80">
                  <c:v>491.62400000000002</c:v>
                </c:pt>
                <c:pt idx="81">
                  <c:v>442.12599999999998</c:v>
                </c:pt>
                <c:pt idx="82">
                  <c:v>417.69400000000002</c:v>
                </c:pt>
                <c:pt idx="83">
                  <c:v>454.94900000000001</c:v>
                </c:pt>
                <c:pt idx="84">
                  <c:v>451.07400000000001</c:v>
                </c:pt>
                <c:pt idx="85">
                  <c:v>437.553</c:v>
                </c:pt>
                <c:pt idx="86">
                  <c:v>387.65199999999999</c:v>
                </c:pt>
                <c:pt idx="87">
                  <c:v>365.42899999999997</c:v>
                </c:pt>
                <c:pt idx="88">
                  <c:v>387.06099999999998</c:v>
                </c:pt>
                <c:pt idx="89">
                  <c:v>445.678</c:v>
                </c:pt>
                <c:pt idx="90">
                  <c:v>345.63400000000001</c:v>
                </c:pt>
                <c:pt idx="91">
                  <c:v>398.84100000000001</c:v>
                </c:pt>
                <c:pt idx="92">
                  <c:v>306.54399999999998</c:v>
                </c:pt>
                <c:pt idx="93">
                  <c:v>318.48500000000001</c:v>
                </c:pt>
                <c:pt idx="94">
                  <c:v>320.541</c:v>
                </c:pt>
                <c:pt idx="95">
                  <c:v>766.76599999999996</c:v>
                </c:pt>
                <c:pt idx="96">
                  <c:v>806.89599999999996</c:v>
                </c:pt>
                <c:pt idx="97">
                  <c:v>410.22300000000001</c:v>
                </c:pt>
                <c:pt idx="98">
                  <c:v>361.94499999999999</c:v>
                </c:pt>
                <c:pt idx="99">
                  <c:v>363.59199999999998</c:v>
                </c:pt>
                <c:pt idx="100">
                  <c:v>324.46499999999997</c:v>
                </c:pt>
                <c:pt idx="101">
                  <c:v>403.25200000000001</c:v>
                </c:pt>
                <c:pt idx="102">
                  <c:v>373.298</c:v>
                </c:pt>
                <c:pt idx="103">
                  <c:v>450.125</c:v>
                </c:pt>
                <c:pt idx="104">
                  <c:v>465.46</c:v>
                </c:pt>
                <c:pt idx="105">
                  <c:v>643.51700000000005</c:v>
                </c:pt>
                <c:pt idx="106">
                  <c:v>629.57600000000002</c:v>
                </c:pt>
                <c:pt idx="107">
                  <c:v>511.60899999999998</c:v>
                </c:pt>
                <c:pt idx="108">
                  <c:v>343.61799999999999</c:v>
                </c:pt>
                <c:pt idx="109">
                  <c:v>346.78300000000002</c:v>
                </c:pt>
                <c:pt idx="110">
                  <c:v>344.92700000000002</c:v>
                </c:pt>
                <c:pt idx="111">
                  <c:v>324.04399999999998</c:v>
                </c:pt>
                <c:pt idx="112">
                  <c:v>314.334</c:v>
                </c:pt>
                <c:pt idx="113">
                  <c:v>311.822</c:v>
                </c:pt>
                <c:pt idx="114">
                  <c:v>372.64400000000001</c:v>
                </c:pt>
                <c:pt idx="115">
                  <c:v>345.76900000000001</c:v>
                </c:pt>
                <c:pt idx="116">
                  <c:v>386.87900000000002</c:v>
                </c:pt>
                <c:pt idx="117">
                  <c:v>372.51299999999998</c:v>
                </c:pt>
                <c:pt idx="118">
                  <c:v>417.05200000000002</c:v>
                </c:pt>
                <c:pt idx="119">
                  <c:v>362.12</c:v>
                </c:pt>
                <c:pt idx="120">
                  <c:v>366.42399999999998</c:v>
                </c:pt>
                <c:pt idx="121">
                  <c:v>320.86900000000003</c:v>
                </c:pt>
                <c:pt idx="122">
                  <c:v>388.37299999999999</c:v>
                </c:pt>
                <c:pt idx="123">
                  <c:v>337.35500000000002</c:v>
                </c:pt>
                <c:pt idx="124">
                  <c:v>310.86399999999998</c:v>
                </c:pt>
                <c:pt idx="125">
                  <c:v>327.25</c:v>
                </c:pt>
                <c:pt idx="126">
                  <c:v>365.00400000000002</c:v>
                </c:pt>
                <c:pt idx="127">
                  <c:v>376.709</c:v>
                </c:pt>
                <c:pt idx="128">
                  <c:v>398.863</c:v>
                </c:pt>
                <c:pt idx="129">
                  <c:v>378.47800000000001</c:v>
                </c:pt>
                <c:pt idx="130">
                  <c:v>564.51900000000001</c:v>
                </c:pt>
                <c:pt idx="131">
                  <c:v>433.428</c:v>
                </c:pt>
                <c:pt idx="132">
                  <c:v>334.07</c:v>
                </c:pt>
                <c:pt idx="133">
                  <c:v>331.46100000000001</c:v>
                </c:pt>
                <c:pt idx="134">
                  <c:v>348.00400000000002</c:v>
                </c:pt>
                <c:pt idx="135">
                  <c:v>341.01900000000001</c:v>
                </c:pt>
                <c:pt idx="136">
                  <c:v>443.77800000000002</c:v>
                </c:pt>
                <c:pt idx="137">
                  <c:v>407.72399999999999</c:v>
                </c:pt>
                <c:pt idx="138">
                  <c:v>417.25299999999999</c:v>
                </c:pt>
                <c:pt idx="139">
                  <c:v>433.50400000000002</c:v>
                </c:pt>
                <c:pt idx="140">
                  <c:v>407.613</c:v>
                </c:pt>
                <c:pt idx="141">
                  <c:v>411.64800000000002</c:v>
                </c:pt>
                <c:pt idx="142">
                  <c:v>415.53899999999999</c:v>
                </c:pt>
                <c:pt idx="143">
                  <c:v>372.31200000000001</c:v>
                </c:pt>
                <c:pt idx="144">
                  <c:v>348.87200000000001</c:v>
                </c:pt>
                <c:pt idx="145">
                  <c:v>351.97300000000001</c:v>
                </c:pt>
                <c:pt idx="146">
                  <c:v>319.37</c:v>
                </c:pt>
                <c:pt idx="147">
                  <c:v>311.553</c:v>
                </c:pt>
                <c:pt idx="148">
                  <c:v>429.16</c:v>
                </c:pt>
                <c:pt idx="149">
                  <c:v>468.39800000000002</c:v>
                </c:pt>
                <c:pt idx="150">
                  <c:v>479.55099999999999</c:v>
                </c:pt>
                <c:pt idx="151">
                  <c:v>459.67500000000001</c:v>
                </c:pt>
                <c:pt idx="152">
                  <c:v>502.57</c:v>
                </c:pt>
                <c:pt idx="153">
                  <c:v>452.35199999999998</c:v>
                </c:pt>
                <c:pt idx="154">
                  <c:v>334.13499999999999</c:v>
                </c:pt>
                <c:pt idx="155">
                  <c:v>410.78800000000001</c:v>
                </c:pt>
                <c:pt idx="156">
                  <c:v>349.37599999999998</c:v>
                </c:pt>
                <c:pt idx="157">
                  <c:v>306.476</c:v>
                </c:pt>
                <c:pt idx="158">
                  <c:v>313.02499999999998</c:v>
                </c:pt>
                <c:pt idx="159">
                  <c:v>323.41699999999997</c:v>
                </c:pt>
                <c:pt idx="160">
                  <c:v>564.59299999999996</c:v>
                </c:pt>
                <c:pt idx="161">
                  <c:v>655.95299999999997</c:v>
                </c:pt>
                <c:pt idx="162">
                  <c:v>625.46600000000001</c:v>
                </c:pt>
                <c:pt idx="163">
                  <c:v>606.67399999999998</c:v>
                </c:pt>
                <c:pt idx="164">
                  <c:v>552.15599999999995</c:v>
                </c:pt>
                <c:pt idx="165">
                  <c:v>381.51900000000001</c:v>
                </c:pt>
                <c:pt idx="166">
                  <c:v>354.01100000000002</c:v>
                </c:pt>
                <c:pt idx="167">
                  <c:v>307.51600000000002</c:v>
                </c:pt>
                <c:pt idx="168">
                  <c:v>312.21899999999999</c:v>
                </c:pt>
                <c:pt idx="169">
                  <c:v>339.84899999999999</c:v>
                </c:pt>
                <c:pt idx="170">
                  <c:v>357.44600000000003</c:v>
                </c:pt>
                <c:pt idx="171">
                  <c:v>408.226</c:v>
                </c:pt>
                <c:pt idx="172">
                  <c:v>388.95100000000002</c:v>
                </c:pt>
                <c:pt idx="173">
                  <c:v>401.22500000000002</c:v>
                </c:pt>
                <c:pt idx="174">
                  <c:v>511.49299999999999</c:v>
                </c:pt>
                <c:pt idx="175">
                  <c:v>350.33100000000002</c:v>
                </c:pt>
                <c:pt idx="176">
                  <c:v>337.94</c:v>
                </c:pt>
                <c:pt idx="177">
                  <c:v>334.05599999999998</c:v>
                </c:pt>
                <c:pt idx="178">
                  <c:v>305.274</c:v>
                </c:pt>
                <c:pt idx="179">
                  <c:v>333.98099999999999</c:v>
                </c:pt>
                <c:pt idx="180">
                  <c:v>341.64100000000002</c:v>
                </c:pt>
                <c:pt idx="181">
                  <c:v>662.60199999999998</c:v>
                </c:pt>
                <c:pt idx="182">
                  <c:v>687.17600000000004</c:v>
                </c:pt>
                <c:pt idx="183">
                  <c:v>717.75400000000002</c:v>
                </c:pt>
                <c:pt idx="184">
                  <c:v>689.48500000000001</c:v>
                </c:pt>
                <c:pt idx="185">
                  <c:v>694.82500000000005</c:v>
                </c:pt>
                <c:pt idx="186">
                  <c:v>655.85</c:v>
                </c:pt>
                <c:pt idx="187">
                  <c:v>346.411</c:v>
                </c:pt>
                <c:pt idx="188">
                  <c:v>341.42399999999998</c:v>
                </c:pt>
                <c:pt idx="189">
                  <c:v>321.99299999999999</c:v>
                </c:pt>
                <c:pt idx="190">
                  <c:v>361.39800000000002</c:v>
                </c:pt>
                <c:pt idx="191">
                  <c:v>699.74300000000005</c:v>
                </c:pt>
                <c:pt idx="192">
                  <c:v>325.97300000000001</c:v>
                </c:pt>
                <c:pt idx="193">
                  <c:v>328.214</c:v>
                </c:pt>
                <c:pt idx="194">
                  <c:v>375.46699999999998</c:v>
                </c:pt>
                <c:pt idx="195">
                  <c:v>410.92500000000001</c:v>
                </c:pt>
                <c:pt idx="196">
                  <c:v>404.483</c:v>
                </c:pt>
                <c:pt idx="197">
                  <c:v>425.25700000000001</c:v>
                </c:pt>
                <c:pt idx="198">
                  <c:v>365.45299999999997</c:v>
                </c:pt>
                <c:pt idx="199">
                  <c:v>815.88900000000001</c:v>
                </c:pt>
                <c:pt idx="200">
                  <c:v>350.46899999999999</c:v>
                </c:pt>
                <c:pt idx="201">
                  <c:v>312.85599999999999</c:v>
                </c:pt>
                <c:pt idx="202">
                  <c:v>325.81299999999999</c:v>
                </c:pt>
                <c:pt idx="203">
                  <c:v>329.69400000000002</c:v>
                </c:pt>
                <c:pt idx="204">
                  <c:v>419.50799999999998</c:v>
                </c:pt>
                <c:pt idx="205">
                  <c:v>491.404</c:v>
                </c:pt>
                <c:pt idx="206">
                  <c:v>453.649</c:v>
                </c:pt>
                <c:pt idx="207">
                  <c:v>505.02</c:v>
                </c:pt>
                <c:pt idx="208">
                  <c:v>342.25</c:v>
                </c:pt>
                <c:pt idx="209">
                  <c:v>321.64499999999998</c:v>
                </c:pt>
                <c:pt idx="210">
                  <c:v>308.84800000000001</c:v>
                </c:pt>
                <c:pt idx="211">
                  <c:v>398.27100000000002</c:v>
                </c:pt>
                <c:pt idx="212">
                  <c:v>424.262</c:v>
                </c:pt>
                <c:pt idx="213">
                  <c:v>388.07900000000001</c:v>
                </c:pt>
                <c:pt idx="214">
                  <c:v>419.98200000000003</c:v>
                </c:pt>
                <c:pt idx="215">
                  <c:v>422.76799999999997</c:v>
                </c:pt>
                <c:pt idx="216">
                  <c:v>607.70699999999999</c:v>
                </c:pt>
                <c:pt idx="217">
                  <c:v>615.36099999999999</c:v>
                </c:pt>
                <c:pt idx="218">
                  <c:v>693.22799999999995</c:v>
                </c:pt>
                <c:pt idx="219">
                  <c:v>375.10500000000002</c:v>
                </c:pt>
                <c:pt idx="220">
                  <c:v>386.654</c:v>
                </c:pt>
                <c:pt idx="221">
                  <c:v>315.81</c:v>
                </c:pt>
                <c:pt idx="222">
                  <c:v>381.74900000000002</c:v>
                </c:pt>
                <c:pt idx="223">
                  <c:v>328.76299999999998</c:v>
                </c:pt>
                <c:pt idx="224">
                  <c:v>316.892</c:v>
                </c:pt>
                <c:pt idx="225">
                  <c:v>305.20699999999999</c:v>
                </c:pt>
                <c:pt idx="226">
                  <c:v>441.76799999999997</c:v>
                </c:pt>
                <c:pt idx="227">
                  <c:v>421.36900000000003</c:v>
                </c:pt>
                <c:pt idx="228">
                  <c:v>393.20600000000002</c:v>
                </c:pt>
                <c:pt idx="229">
                  <c:v>383.62700000000001</c:v>
                </c:pt>
                <c:pt idx="230">
                  <c:v>372.04300000000001</c:v>
                </c:pt>
                <c:pt idx="231">
                  <c:v>318.58499999999998</c:v>
                </c:pt>
                <c:pt idx="232">
                  <c:v>338.84699999999998</c:v>
                </c:pt>
                <c:pt idx="233">
                  <c:v>326.37900000000002</c:v>
                </c:pt>
                <c:pt idx="234">
                  <c:v>318.92</c:v>
                </c:pt>
                <c:pt idx="235">
                  <c:v>323.70499999999998</c:v>
                </c:pt>
                <c:pt idx="236">
                  <c:v>326.029</c:v>
                </c:pt>
                <c:pt idx="237">
                  <c:v>370.16800000000001</c:v>
                </c:pt>
                <c:pt idx="238">
                  <c:v>379.67899999999997</c:v>
                </c:pt>
                <c:pt idx="239">
                  <c:v>386.59300000000002</c:v>
                </c:pt>
                <c:pt idx="240">
                  <c:v>399.08300000000003</c:v>
                </c:pt>
                <c:pt idx="241">
                  <c:v>354.274</c:v>
                </c:pt>
                <c:pt idx="242">
                  <c:v>321.64999999999998</c:v>
                </c:pt>
                <c:pt idx="243">
                  <c:v>371.83600000000001</c:v>
                </c:pt>
                <c:pt idx="244">
                  <c:v>324.79199999999997</c:v>
                </c:pt>
                <c:pt idx="245">
                  <c:v>328.803</c:v>
                </c:pt>
                <c:pt idx="246">
                  <c:v>342.58100000000002</c:v>
                </c:pt>
                <c:pt idx="247">
                  <c:v>338.35300000000001</c:v>
                </c:pt>
                <c:pt idx="248">
                  <c:v>418.52600000000001</c:v>
                </c:pt>
                <c:pt idx="249">
                  <c:v>445.33</c:v>
                </c:pt>
                <c:pt idx="250">
                  <c:v>390.99599999999998</c:v>
                </c:pt>
                <c:pt idx="251">
                  <c:v>375.471</c:v>
                </c:pt>
                <c:pt idx="252">
                  <c:v>409.66199999999998</c:v>
                </c:pt>
                <c:pt idx="253">
                  <c:v>438.13900000000001</c:v>
                </c:pt>
                <c:pt idx="254">
                  <c:v>319.90199999999999</c:v>
                </c:pt>
                <c:pt idx="255">
                  <c:v>339.57499999999999</c:v>
                </c:pt>
                <c:pt idx="256">
                  <c:v>330.995</c:v>
                </c:pt>
                <c:pt idx="257">
                  <c:v>378.87</c:v>
                </c:pt>
                <c:pt idx="258">
                  <c:v>475.471</c:v>
                </c:pt>
                <c:pt idx="259">
                  <c:v>481.78899999999999</c:v>
                </c:pt>
                <c:pt idx="260">
                  <c:v>434.56</c:v>
                </c:pt>
                <c:pt idx="261">
                  <c:v>505.9</c:v>
                </c:pt>
                <c:pt idx="262">
                  <c:v>454.64299999999997</c:v>
                </c:pt>
                <c:pt idx="263">
                  <c:v>503.45499999999998</c:v>
                </c:pt>
                <c:pt idx="264">
                  <c:v>347.27800000000002</c:v>
                </c:pt>
                <c:pt idx="265">
                  <c:v>340.37599999999998</c:v>
                </c:pt>
                <c:pt idx="266">
                  <c:v>404.82799999999997</c:v>
                </c:pt>
                <c:pt idx="267">
                  <c:v>408.31200000000001</c:v>
                </c:pt>
                <c:pt idx="268">
                  <c:v>344.13799999999998</c:v>
                </c:pt>
                <c:pt idx="269">
                  <c:v>413.93900000000002</c:v>
                </c:pt>
                <c:pt idx="270">
                  <c:v>511.12200000000001</c:v>
                </c:pt>
                <c:pt idx="271">
                  <c:v>327.29599999999999</c:v>
                </c:pt>
                <c:pt idx="272">
                  <c:v>386.97199999999998</c:v>
                </c:pt>
                <c:pt idx="273">
                  <c:v>330.529</c:v>
                </c:pt>
                <c:pt idx="274">
                  <c:v>325.63</c:v>
                </c:pt>
                <c:pt idx="275">
                  <c:v>329.37700000000001</c:v>
                </c:pt>
                <c:pt idx="276">
                  <c:v>321.721</c:v>
                </c:pt>
                <c:pt idx="277">
                  <c:v>306.803</c:v>
                </c:pt>
                <c:pt idx="278">
                  <c:v>326.53800000000001</c:v>
                </c:pt>
                <c:pt idx="279">
                  <c:v>313.34800000000001</c:v>
                </c:pt>
                <c:pt idx="280">
                  <c:v>302.70800000000003</c:v>
                </c:pt>
                <c:pt idx="281">
                  <c:v>612.61</c:v>
                </c:pt>
                <c:pt idx="282">
                  <c:v>583.55200000000002</c:v>
                </c:pt>
                <c:pt idx="283">
                  <c:v>639.34900000000005</c:v>
                </c:pt>
                <c:pt idx="284">
                  <c:v>568.995</c:v>
                </c:pt>
                <c:pt idx="285">
                  <c:v>314.07400000000001</c:v>
                </c:pt>
                <c:pt idx="286">
                  <c:v>330.15199999999999</c:v>
                </c:pt>
                <c:pt idx="287">
                  <c:v>300.685</c:v>
                </c:pt>
                <c:pt idx="288">
                  <c:v>313.089</c:v>
                </c:pt>
                <c:pt idx="289">
                  <c:v>335.58600000000001</c:v>
                </c:pt>
                <c:pt idx="290">
                  <c:v>427.68299999999999</c:v>
                </c:pt>
                <c:pt idx="291">
                  <c:v>311.01600000000002</c:v>
                </c:pt>
                <c:pt idx="292">
                  <c:v>332.28399999999999</c:v>
                </c:pt>
                <c:pt idx="293">
                  <c:v>373.10899999999998</c:v>
                </c:pt>
                <c:pt idx="294">
                  <c:v>418.822</c:v>
                </c:pt>
                <c:pt idx="295">
                  <c:v>444.97899999999998</c:v>
                </c:pt>
                <c:pt idx="296">
                  <c:v>402.74</c:v>
                </c:pt>
                <c:pt idx="297">
                  <c:v>384.55</c:v>
                </c:pt>
                <c:pt idx="298">
                  <c:v>357.54599999999999</c:v>
                </c:pt>
                <c:pt idx="299">
                  <c:v>342.85399999999998</c:v>
                </c:pt>
                <c:pt idx="300">
                  <c:v>332.78500000000003</c:v>
                </c:pt>
                <c:pt idx="301">
                  <c:v>305.60300000000001</c:v>
                </c:pt>
                <c:pt idx="302">
                  <c:v>306.17599999999999</c:v>
                </c:pt>
                <c:pt idx="303">
                  <c:v>307.904</c:v>
                </c:pt>
                <c:pt idx="304">
                  <c:v>354.57100000000003</c:v>
                </c:pt>
                <c:pt idx="305">
                  <c:v>455.899</c:v>
                </c:pt>
                <c:pt idx="306">
                  <c:v>386.53800000000001</c:v>
                </c:pt>
                <c:pt idx="307">
                  <c:v>333.11399999999998</c:v>
                </c:pt>
                <c:pt idx="308">
                  <c:v>349.803</c:v>
                </c:pt>
                <c:pt idx="309">
                  <c:v>353.38</c:v>
                </c:pt>
                <c:pt idx="310">
                  <c:v>332.09300000000002</c:v>
                </c:pt>
                <c:pt idx="311">
                  <c:v>343.12900000000002</c:v>
                </c:pt>
                <c:pt idx="312">
                  <c:v>340.17500000000001</c:v>
                </c:pt>
                <c:pt idx="313">
                  <c:v>325.75299999999999</c:v>
                </c:pt>
                <c:pt idx="314">
                  <c:v>408.51499999999999</c:v>
                </c:pt>
                <c:pt idx="315">
                  <c:v>427.19499999999999</c:v>
                </c:pt>
                <c:pt idx="316">
                  <c:v>434.59500000000003</c:v>
                </c:pt>
                <c:pt idx="317">
                  <c:v>428.53</c:v>
                </c:pt>
                <c:pt idx="318">
                  <c:v>483.06</c:v>
                </c:pt>
                <c:pt idx="319">
                  <c:v>362.44400000000002</c:v>
                </c:pt>
                <c:pt idx="320">
                  <c:v>352.65300000000002</c:v>
                </c:pt>
                <c:pt idx="321">
                  <c:v>350.976</c:v>
                </c:pt>
                <c:pt idx="322">
                  <c:v>520.18399999999997</c:v>
                </c:pt>
                <c:pt idx="323">
                  <c:v>682.49599999999998</c:v>
                </c:pt>
                <c:pt idx="324">
                  <c:v>354.19299999999998</c:v>
                </c:pt>
                <c:pt idx="325">
                  <c:v>308.44099999999997</c:v>
                </c:pt>
                <c:pt idx="326">
                  <c:v>381.62700000000001</c:v>
                </c:pt>
                <c:pt idx="327">
                  <c:v>401.846</c:v>
                </c:pt>
                <c:pt idx="328">
                  <c:v>668.35400000000004</c:v>
                </c:pt>
                <c:pt idx="329">
                  <c:v>634.26400000000001</c:v>
                </c:pt>
                <c:pt idx="330">
                  <c:v>366.20400000000001</c:v>
                </c:pt>
                <c:pt idx="331">
                  <c:v>316.78899999999999</c:v>
                </c:pt>
                <c:pt idx="332">
                  <c:v>319.82600000000002</c:v>
                </c:pt>
                <c:pt idx="333">
                  <c:v>337.01299999999998</c:v>
                </c:pt>
                <c:pt idx="334">
                  <c:v>314.98200000000003</c:v>
                </c:pt>
                <c:pt idx="335">
                  <c:v>381.92500000000001</c:v>
                </c:pt>
                <c:pt idx="336">
                  <c:v>375.75400000000002</c:v>
                </c:pt>
                <c:pt idx="337">
                  <c:v>313.221</c:v>
                </c:pt>
                <c:pt idx="338">
                  <c:v>383.50400000000002</c:v>
                </c:pt>
                <c:pt idx="339">
                  <c:v>392.95800000000003</c:v>
                </c:pt>
                <c:pt idx="340">
                  <c:v>385.572</c:v>
                </c:pt>
                <c:pt idx="341">
                  <c:v>355.916</c:v>
                </c:pt>
                <c:pt idx="342">
                  <c:v>312.58300000000003</c:v>
                </c:pt>
                <c:pt idx="343">
                  <c:v>375.11200000000002</c:v>
                </c:pt>
                <c:pt idx="344">
                  <c:v>315.65899999999999</c:v>
                </c:pt>
                <c:pt idx="345">
                  <c:v>312.20600000000002</c:v>
                </c:pt>
                <c:pt idx="346">
                  <c:v>307.887</c:v>
                </c:pt>
                <c:pt idx="347">
                  <c:v>310.09100000000001</c:v>
                </c:pt>
                <c:pt idx="348">
                  <c:v>342.45299999999997</c:v>
                </c:pt>
                <c:pt idx="349">
                  <c:v>400.88400000000001</c:v>
                </c:pt>
                <c:pt idx="350">
                  <c:v>404.505</c:v>
                </c:pt>
                <c:pt idx="351">
                  <c:v>375.22800000000001</c:v>
                </c:pt>
                <c:pt idx="352">
                  <c:v>317.74700000000001</c:v>
                </c:pt>
                <c:pt idx="353">
                  <c:v>310.18900000000002</c:v>
                </c:pt>
                <c:pt idx="354">
                  <c:v>313.505</c:v>
                </c:pt>
                <c:pt idx="355">
                  <c:v>309.94400000000002</c:v>
                </c:pt>
                <c:pt idx="356">
                  <c:v>309.75799999999998</c:v>
                </c:pt>
                <c:pt idx="357">
                  <c:v>358.476</c:v>
                </c:pt>
                <c:pt idx="358">
                  <c:v>399.66500000000002</c:v>
                </c:pt>
                <c:pt idx="359">
                  <c:v>471.83600000000001</c:v>
                </c:pt>
                <c:pt idx="360">
                  <c:v>401.55599999999998</c:v>
                </c:pt>
                <c:pt idx="361">
                  <c:v>485.03399999999999</c:v>
                </c:pt>
                <c:pt idx="362">
                  <c:v>374.13900000000001</c:v>
                </c:pt>
                <c:pt idx="363">
                  <c:v>316.84300000000002</c:v>
                </c:pt>
                <c:pt idx="364">
                  <c:v>305.78699999999998</c:v>
                </c:pt>
                <c:pt idx="365">
                  <c:v>310.66000000000003</c:v>
                </c:pt>
                <c:pt idx="366">
                  <c:v>316.97800000000001</c:v>
                </c:pt>
                <c:pt idx="367">
                  <c:v>299.548</c:v>
                </c:pt>
                <c:pt idx="368">
                  <c:v>314.48399999999998</c:v>
                </c:pt>
                <c:pt idx="369">
                  <c:v>316.52</c:v>
                </c:pt>
                <c:pt idx="370">
                  <c:v>450.99</c:v>
                </c:pt>
                <c:pt idx="371">
                  <c:v>625.32899999999995</c:v>
                </c:pt>
                <c:pt idx="372">
                  <c:v>432.69299999999998</c:v>
                </c:pt>
                <c:pt idx="373">
                  <c:v>517.42100000000005</c:v>
                </c:pt>
                <c:pt idx="374">
                  <c:v>375.46600000000001</c:v>
                </c:pt>
                <c:pt idx="375">
                  <c:v>366.71499999999997</c:v>
                </c:pt>
                <c:pt idx="376">
                  <c:v>329.55799999999999</c:v>
                </c:pt>
                <c:pt idx="377">
                  <c:v>396.73500000000001</c:v>
                </c:pt>
                <c:pt idx="378">
                  <c:v>370.68099999999998</c:v>
                </c:pt>
                <c:pt idx="379">
                  <c:v>396.28399999999999</c:v>
                </c:pt>
                <c:pt idx="380">
                  <c:v>358.471</c:v>
                </c:pt>
                <c:pt idx="381">
                  <c:v>582.71100000000001</c:v>
                </c:pt>
                <c:pt idx="382">
                  <c:v>648.75400000000002</c:v>
                </c:pt>
                <c:pt idx="383">
                  <c:v>618.40499999999997</c:v>
                </c:pt>
                <c:pt idx="384">
                  <c:v>890.27</c:v>
                </c:pt>
                <c:pt idx="385">
                  <c:v>321.53899999999999</c:v>
                </c:pt>
                <c:pt idx="386">
                  <c:v>314.41699999999997</c:v>
                </c:pt>
                <c:pt idx="387">
                  <c:v>314.95400000000001</c:v>
                </c:pt>
                <c:pt idx="388">
                  <c:v>388.25400000000002</c:v>
                </c:pt>
                <c:pt idx="389">
                  <c:v>363.78800000000001</c:v>
                </c:pt>
                <c:pt idx="390">
                  <c:v>356.48700000000002</c:v>
                </c:pt>
                <c:pt idx="391">
                  <c:v>416.57</c:v>
                </c:pt>
                <c:pt idx="392">
                  <c:v>367.60300000000001</c:v>
                </c:pt>
                <c:pt idx="393">
                  <c:v>392.75799999999998</c:v>
                </c:pt>
                <c:pt idx="394">
                  <c:v>410.59500000000003</c:v>
                </c:pt>
                <c:pt idx="395">
                  <c:v>427.65899999999999</c:v>
                </c:pt>
                <c:pt idx="396">
                  <c:v>366.57100000000003</c:v>
                </c:pt>
                <c:pt idx="397">
                  <c:v>308.005</c:v>
                </c:pt>
                <c:pt idx="398">
                  <c:v>313.39999999999998</c:v>
                </c:pt>
                <c:pt idx="399">
                  <c:v>349.79599999999999</c:v>
                </c:pt>
                <c:pt idx="400">
                  <c:v>410.10300000000001</c:v>
                </c:pt>
                <c:pt idx="401">
                  <c:v>941.63599999999997</c:v>
                </c:pt>
                <c:pt idx="402">
                  <c:v>423.45299999999997</c:v>
                </c:pt>
                <c:pt idx="403">
                  <c:v>357.92599999999999</c:v>
                </c:pt>
                <c:pt idx="404">
                  <c:v>327.90699999999998</c:v>
                </c:pt>
                <c:pt idx="405">
                  <c:v>311.17899999999997</c:v>
                </c:pt>
                <c:pt idx="406">
                  <c:v>332.916</c:v>
                </c:pt>
                <c:pt idx="407">
                  <c:v>325.00799999999998</c:v>
                </c:pt>
                <c:pt idx="408">
                  <c:v>319.88200000000001</c:v>
                </c:pt>
                <c:pt idx="409">
                  <c:v>420.88600000000002</c:v>
                </c:pt>
                <c:pt idx="410">
                  <c:v>410.608</c:v>
                </c:pt>
                <c:pt idx="411">
                  <c:v>406.72</c:v>
                </c:pt>
                <c:pt idx="412">
                  <c:v>363.798</c:v>
                </c:pt>
                <c:pt idx="413">
                  <c:v>366.07</c:v>
                </c:pt>
                <c:pt idx="414">
                  <c:v>358.71499999999997</c:v>
                </c:pt>
                <c:pt idx="415">
                  <c:v>399.68099999999998</c:v>
                </c:pt>
                <c:pt idx="416">
                  <c:v>329.85300000000001</c:v>
                </c:pt>
                <c:pt idx="417">
                  <c:v>408.26</c:v>
                </c:pt>
                <c:pt idx="418">
                  <c:v>347.77800000000002</c:v>
                </c:pt>
                <c:pt idx="419">
                  <c:v>369.01400000000001</c:v>
                </c:pt>
                <c:pt idx="420">
                  <c:v>439.06900000000002</c:v>
                </c:pt>
                <c:pt idx="421">
                  <c:v>429.03100000000001</c:v>
                </c:pt>
                <c:pt idx="422">
                  <c:v>433.63900000000001</c:v>
                </c:pt>
                <c:pt idx="423">
                  <c:v>472.90100000000001</c:v>
                </c:pt>
                <c:pt idx="424">
                  <c:v>368.80200000000002</c:v>
                </c:pt>
                <c:pt idx="425">
                  <c:v>348.31900000000002</c:v>
                </c:pt>
                <c:pt idx="426">
                  <c:v>344.17099999999999</c:v>
                </c:pt>
                <c:pt idx="427">
                  <c:v>334.07499999999999</c:v>
                </c:pt>
                <c:pt idx="428">
                  <c:v>392.86500000000001</c:v>
                </c:pt>
                <c:pt idx="429">
                  <c:v>328.76299999999998</c:v>
                </c:pt>
                <c:pt idx="430">
                  <c:v>396.90800000000002</c:v>
                </c:pt>
                <c:pt idx="431">
                  <c:v>397.32600000000002</c:v>
                </c:pt>
                <c:pt idx="432">
                  <c:v>303.75700000000001</c:v>
                </c:pt>
                <c:pt idx="433">
                  <c:v>365.08800000000002</c:v>
                </c:pt>
                <c:pt idx="434">
                  <c:v>652.21500000000003</c:v>
                </c:pt>
                <c:pt idx="435">
                  <c:v>375.45299999999997</c:v>
                </c:pt>
                <c:pt idx="436">
                  <c:v>347.63</c:v>
                </c:pt>
                <c:pt idx="437">
                  <c:v>344.65199999999999</c:v>
                </c:pt>
                <c:pt idx="438">
                  <c:v>324.56</c:v>
                </c:pt>
                <c:pt idx="439">
                  <c:v>326.98200000000003</c:v>
                </c:pt>
                <c:pt idx="440">
                  <c:v>311.43099999999998</c:v>
                </c:pt>
                <c:pt idx="441">
                  <c:v>338.05399999999997</c:v>
                </c:pt>
                <c:pt idx="442">
                  <c:v>390.83800000000002</c:v>
                </c:pt>
                <c:pt idx="443">
                  <c:v>384.13499999999999</c:v>
                </c:pt>
                <c:pt idx="444">
                  <c:v>420.93200000000002</c:v>
                </c:pt>
                <c:pt idx="445">
                  <c:v>319.84199999999998</c:v>
                </c:pt>
                <c:pt idx="446">
                  <c:v>365.86399999999998</c:v>
                </c:pt>
                <c:pt idx="447">
                  <c:v>377.23099999999999</c:v>
                </c:pt>
                <c:pt idx="448">
                  <c:v>334.99099999999999</c:v>
                </c:pt>
                <c:pt idx="449">
                  <c:v>320.04399999999998</c:v>
                </c:pt>
                <c:pt idx="450">
                  <c:v>320.12900000000002</c:v>
                </c:pt>
                <c:pt idx="451">
                  <c:v>327.375</c:v>
                </c:pt>
                <c:pt idx="452">
                  <c:v>305.31700000000001</c:v>
                </c:pt>
                <c:pt idx="453">
                  <c:v>701.62099999999998</c:v>
                </c:pt>
                <c:pt idx="454">
                  <c:v>743.83299999999997</c:v>
                </c:pt>
                <c:pt idx="455">
                  <c:v>687.51800000000003</c:v>
                </c:pt>
                <c:pt idx="456">
                  <c:v>827.98699999999997</c:v>
                </c:pt>
                <c:pt idx="457">
                  <c:v>360.74</c:v>
                </c:pt>
                <c:pt idx="458">
                  <c:v>323.67200000000003</c:v>
                </c:pt>
                <c:pt idx="459">
                  <c:v>363.96800000000002</c:v>
                </c:pt>
                <c:pt idx="460">
                  <c:v>350.63499999999999</c:v>
                </c:pt>
                <c:pt idx="461">
                  <c:v>300.56700000000001</c:v>
                </c:pt>
                <c:pt idx="462">
                  <c:v>310.13400000000001</c:v>
                </c:pt>
                <c:pt idx="463">
                  <c:v>315.74</c:v>
                </c:pt>
                <c:pt idx="464">
                  <c:v>333.59800000000001</c:v>
                </c:pt>
                <c:pt idx="465">
                  <c:v>405.81700000000001</c:v>
                </c:pt>
                <c:pt idx="466">
                  <c:v>492.63299999999998</c:v>
                </c:pt>
                <c:pt idx="467">
                  <c:v>394.74799999999999</c:v>
                </c:pt>
                <c:pt idx="468">
                  <c:v>393.572</c:v>
                </c:pt>
                <c:pt idx="469">
                  <c:v>344.25900000000001</c:v>
                </c:pt>
                <c:pt idx="470">
                  <c:v>314.09300000000002</c:v>
                </c:pt>
                <c:pt idx="471">
                  <c:v>331.45299999999997</c:v>
                </c:pt>
                <c:pt idx="472">
                  <c:v>343.88299999999998</c:v>
                </c:pt>
                <c:pt idx="473">
                  <c:v>328.89</c:v>
                </c:pt>
                <c:pt idx="474">
                  <c:v>328.28399999999999</c:v>
                </c:pt>
                <c:pt idx="475">
                  <c:v>340.65899999999999</c:v>
                </c:pt>
                <c:pt idx="476">
                  <c:v>422.101</c:v>
                </c:pt>
                <c:pt idx="477">
                  <c:v>521.26900000000001</c:v>
                </c:pt>
                <c:pt idx="478">
                  <c:v>361.20299999999997</c:v>
                </c:pt>
                <c:pt idx="479">
                  <c:v>351.517</c:v>
                </c:pt>
                <c:pt idx="480">
                  <c:v>326.51600000000002</c:v>
                </c:pt>
                <c:pt idx="481">
                  <c:v>322.89</c:v>
                </c:pt>
                <c:pt idx="482">
                  <c:v>412.42899999999997</c:v>
                </c:pt>
                <c:pt idx="483">
                  <c:v>329.82499999999999</c:v>
                </c:pt>
                <c:pt idx="484">
                  <c:v>340.24900000000002</c:v>
                </c:pt>
                <c:pt idx="485">
                  <c:v>366.85300000000001</c:v>
                </c:pt>
                <c:pt idx="486">
                  <c:v>364.52199999999999</c:v>
                </c:pt>
                <c:pt idx="487">
                  <c:v>644.60900000000004</c:v>
                </c:pt>
                <c:pt idx="488">
                  <c:v>629.28499999999997</c:v>
                </c:pt>
                <c:pt idx="489">
                  <c:v>390.52800000000002</c:v>
                </c:pt>
                <c:pt idx="490">
                  <c:v>328.85</c:v>
                </c:pt>
                <c:pt idx="491">
                  <c:v>315.73899999999998</c:v>
                </c:pt>
                <c:pt idx="492">
                  <c:v>318.74700000000001</c:v>
                </c:pt>
                <c:pt idx="493">
                  <c:v>348.67399999999998</c:v>
                </c:pt>
                <c:pt idx="494">
                  <c:v>313.68200000000002</c:v>
                </c:pt>
                <c:pt idx="495">
                  <c:v>316.69900000000001</c:v>
                </c:pt>
                <c:pt idx="496">
                  <c:v>314.80599999999998</c:v>
                </c:pt>
                <c:pt idx="497">
                  <c:v>318.33100000000002</c:v>
                </c:pt>
                <c:pt idx="498">
                  <c:v>354.65300000000002</c:v>
                </c:pt>
                <c:pt idx="499">
                  <c:v>396.447</c:v>
                </c:pt>
                <c:pt idx="500">
                  <c:v>388.548</c:v>
                </c:pt>
                <c:pt idx="501">
                  <c:v>382.51900000000001</c:v>
                </c:pt>
                <c:pt idx="502">
                  <c:v>418.13299999999998</c:v>
                </c:pt>
                <c:pt idx="503">
                  <c:v>390.39100000000002</c:v>
                </c:pt>
                <c:pt idx="504">
                  <c:v>312.31900000000002</c:v>
                </c:pt>
                <c:pt idx="505">
                  <c:v>316.58600000000001</c:v>
                </c:pt>
                <c:pt idx="506">
                  <c:v>326.85500000000002</c:v>
                </c:pt>
                <c:pt idx="507">
                  <c:v>311.81799999999998</c:v>
                </c:pt>
                <c:pt idx="508">
                  <c:v>360.61700000000002</c:v>
                </c:pt>
                <c:pt idx="509">
                  <c:v>410.74</c:v>
                </c:pt>
                <c:pt idx="510">
                  <c:v>457.81200000000001</c:v>
                </c:pt>
                <c:pt idx="511">
                  <c:v>409.35199999999998</c:v>
                </c:pt>
                <c:pt idx="512">
                  <c:v>369.48200000000003</c:v>
                </c:pt>
                <c:pt idx="513">
                  <c:v>339.15300000000002</c:v>
                </c:pt>
                <c:pt idx="514">
                  <c:v>312.53300000000002</c:v>
                </c:pt>
                <c:pt idx="515">
                  <c:v>315.185</c:v>
                </c:pt>
                <c:pt idx="516">
                  <c:v>312.30099999999999</c:v>
                </c:pt>
                <c:pt idx="517">
                  <c:v>338.96100000000001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DD-44EC-9CF7-C3587689C1B0}"/>
            </c:ext>
          </c:extLst>
        </c:ser>
        <c:ser>
          <c:idx val="1"/>
          <c:order val="1"/>
          <c:tx>
            <c:strRef>
              <c:f>Sheet4!$C$1</c:f>
              <c:strCache>
                <c:ptCount val="1"/>
                <c:pt idx="0">
                  <c:v>setpoint_velocity/cmd_vel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Sheet4!$C$2:$C$526</c:f>
              <c:numCache>
                <c:formatCode>General</c:formatCode>
                <c:ptCount val="525"/>
                <c:pt idx="0">
                  <c:v>395.07900000000001</c:v>
                </c:pt>
                <c:pt idx="1">
                  <c:v>360.185</c:v>
                </c:pt>
                <c:pt idx="2">
                  <c:v>336.12299999999999</c:v>
                </c:pt>
                <c:pt idx="3">
                  <c:v>351.22199999999998</c:v>
                </c:pt>
                <c:pt idx="4">
                  <c:v>361.553</c:v>
                </c:pt>
                <c:pt idx="5">
                  <c:v>350.512</c:v>
                </c:pt>
                <c:pt idx="6">
                  <c:v>447.55900000000003</c:v>
                </c:pt>
                <c:pt idx="7">
                  <c:v>329.87799999999999</c:v>
                </c:pt>
                <c:pt idx="8">
                  <c:v>367.38799999999998</c:v>
                </c:pt>
                <c:pt idx="9">
                  <c:v>330.86200000000002</c:v>
                </c:pt>
                <c:pt idx="10">
                  <c:v>359.53899999999999</c:v>
                </c:pt>
                <c:pt idx="11">
                  <c:v>343.72500000000002</c:v>
                </c:pt>
                <c:pt idx="12">
                  <c:v>305.81900000000002</c:v>
                </c:pt>
                <c:pt idx="13">
                  <c:v>337.93799999999999</c:v>
                </c:pt>
                <c:pt idx="14">
                  <c:v>394.565</c:v>
                </c:pt>
                <c:pt idx="15">
                  <c:v>477.79399999999998</c:v>
                </c:pt>
                <c:pt idx="16">
                  <c:v>481.53399999999999</c:v>
                </c:pt>
                <c:pt idx="17">
                  <c:v>437.22300000000001</c:v>
                </c:pt>
                <c:pt idx="18">
                  <c:v>407.214</c:v>
                </c:pt>
                <c:pt idx="19">
                  <c:v>404.17899999999997</c:v>
                </c:pt>
                <c:pt idx="20">
                  <c:v>478.65199999999999</c:v>
                </c:pt>
                <c:pt idx="21">
                  <c:v>345.26900000000001</c:v>
                </c:pt>
                <c:pt idx="22">
                  <c:v>432.05200000000002</c:v>
                </c:pt>
                <c:pt idx="23">
                  <c:v>375.68799999999999</c:v>
                </c:pt>
                <c:pt idx="24">
                  <c:v>388.24900000000002</c:v>
                </c:pt>
                <c:pt idx="25">
                  <c:v>429.26400000000001</c:v>
                </c:pt>
                <c:pt idx="26">
                  <c:v>467.37799999999999</c:v>
                </c:pt>
                <c:pt idx="27">
                  <c:v>443.87200000000001</c:v>
                </c:pt>
                <c:pt idx="28">
                  <c:v>410.97300000000001</c:v>
                </c:pt>
                <c:pt idx="29">
                  <c:v>357.346</c:v>
                </c:pt>
                <c:pt idx="30">
                  <c:v>418.70600000000002</c:v>
                </c:pt>
                <c:pt idx="31">
                  <c:v>334.23700000000002</c:v>
                </c:pt>
                <c:pt idx="32">
                  <c:v>329.24099999999999</c:v>
                </c:pt>
                <c:pt idx="33">
                  <c:v>375.64</c:v>
                </c:pt>
                <c:pt idx="34">
                  <c:v>356.19799999999998</c:v>
                </c:pt>
                <c:pt idx="35">
                  <c:v>320.05599999999998</c:v>
                </c:pt>
                <c:pt idx="36">
                  <c:v>394.85700000000003</c:v>
                </c:pt>
                <c:pt idx="37">
                  <c:v>397.82900000000001</c:v>
                </c:pt>
                <c:pt idx="38">
                  <c:v>462.625</c:v>
                </c:pt>
                <c:pt idx="39">
                  <c:v>304.39100000000002</c:v>
                </c:pt>
                <c:pt idx="40">
                  <c:v>397.20299999999997</c:v>
                </c:pt>
                <c:pt idx="41">
                  <c:v>316.90300000000002</c:v>
                </c:pt>
                <c:pt idx="42">
                  <c:v>350.75900000000001</c:v>
                </c:pt>
                <c:pt idx="43">
                  <c:v>298.01400000000001</c:v>
                </c:pt>
                <c:pt idx="44">
                  <c:v>355.33499999999998</c:v>
                </c:pt>
                <c:pt idx="45">
                  <c:v>316.10500000000002</c:v>
                </c:pt>
                <c:pt idx="46">
                  <c:v>708.25099999999998</c:v>
                </c:pt>
                <c:pt idx="47">
                  <c:v>682.803</c:v>
                </c:pt>
                <c:pt idx="48">
                  <c:v>655.85</c:v>
                </c:pt>
                <c:pt idx="49">
                  <c:v>434.80200000000002</c:v>
                </c:pt>
                <c:pt idx="50">
                  <c:v>392.51799999999997</c:v>
                </c:pt>
                <c:pt idx="51">
                  <c:v>411.53500000000003</c:v>
                </c:pt>
                <c:pt idx="52">
                  <c:v>340.98899999999998</c:v>
                </c:pt>
                <c:pt idx="53">
                  <c:v>358.19499999999999</c:v>
                </c:pt>
                <c:pt idx="54">
                  <c:v>343.18200000000002</c:v>
                </c:pt>
                <c:pt idx="55">
                  <c:v>400.5</c:v>
                </c:pt>
                <c:pt idx="56">
                  <c:v>361.15100000000001</c:v>
                </c:pt>
                <c:pt idx="57">
                  <c:v>325.75299999999999</c:v>
                </c:pt>
                <c:pt idx="58">
                  <c:v>710.26900000000001</c:v>
                </c:pt>
                <c:pt idx="59">
                  <c:v>1043.74</c:v>
                </c:pt>
                <c:pt idx="60">
                  <c:v>1377.5</c:v>
                </c:pt>
                <c:pt idx="61">
                  <c:v>1014.51</c:v>
                </c:pt>
                <c:pt idx="62">
                  <c:v>598.44899999999996</c:v>
                </c:pt>
                <c:pt idx="63">
                  <c:v>1922.31</c:v>
                </c:pt>
                <c:pt idx="64">
                  <c:v>1635.06</c:v>
                </c:pt>
                <c:pt idx="65">
                  <c:v>1586.46</c:v>
                </c:pt>
                <c:pt idx="66">
                  <c:v>699.40099999999995</c:v>
                </c:pt>
                <c:pt idx="67">
                  <c:v>691.47799999999995</c:v>
                </c:pt>
                <c:pt idx="68">
                  <c:v>1169.56</c:v>
                </c:pt>
                <c:pt idx="69">
                  <c:v>438.49200000000002</c:v>
                </c:pt>
                <c:pt idx="70">
                  <c:v>371.57</c:v>
                </c:pt>
                <c:pt idx="71">
                  <c:v>384.94600000000003</c:v>
                </c:pt>
                <c:pt idx="72">
                  <c:v>409.88900000000001</c:v>
                </c:pt>
                <c:pt idx="73">
                  <c:v>573.93700000000001</c:v>
                </c:pt>
                <c:pt idx="74">
                  <c:v>756.97</c:v>
                </c:pt>
                <c:pt idx="75">
                  <c:v>576.02200000000005</c:v>
                </c:pt>
                <c:pt idx="76">
                  <c:v>693.75099999999998</c:v>
                </c:pt>
                <c:pt idx="77">
                  <c:v>467.96699999999998</c:v>
                </c:pt>
                <c:pt idx="78">
                  <c:v>414.88299999999998</c:v>
                </c:pt>
                <c:pt idx="79">
                  <c:v>318.91800000000001</c:v>
                </c:pt>
                <c:pt idx="80">
                  <c:v>318.21899999999999</c:v>
                </c:pt>
                <c:pt idx="81">
                  <c:v>305.53800000000001</c:v>
                </c:pt>
                <c:pt idx="82">
                  <c:v>359.69600000000003</c:v>
                </c:pt>
                <c:pt idx="83">
                  <c:v>317.41000000000003</c:v>
                </c:pt>
                <c:pt idx="84">
                  <c:v>395.72</c:v>
                </c:pt>
                <c:pt idx="85">
                  <c:v>319.76499999999999</c:v>
                </c:pt>
                <c:pt idx="86">
                  <c:v>350.1</c:v>
                </c:pt>
                <c:pt idx="87">
                  <c:v>315.48200000000003</c:v>
                </c:pt>
                <c:pt idx="88">
                  <c:v>388.59699999999998</c:v>
                </c:pt>
                <c:pt idx="89">
                  <c:v>371.83100000000002</c:v>
                </c:pt>
                <c:pt idx="90">
                  <c:v>442.56200000000001</c:v>
                </c:pt>
                <c:pt idx="91">
                  <c:v>311.072</c:v>
                </c:pt>
                <c:pt idx="92">
                  <c:v>338.55399999999997</c:v>
                </c:pt>
                <c:pt idx="93">
                  <c:v>343.42200000000003</c:v>
                </c:pt>
                <c:pt idx="94">
                  <c:v>339.81200000000001</c:v>
                </c:pt>
                <c:pt idx="95">
                  <c:v>443.41199999999998</c:v>
                </c:pt>
                <c:pt idx="96">
                  <c:v>341.93299999999999</c:v>
                </c:pt>
                <c:pt idx="97">
                  <c:v>342.72899999999998</c:v>
                </c:pt>
                <c:pt idx="98">
                  <c:v>360.29700000000003</c:v>
                </c:pt>
                <c:pt idx="99">
                  <c:v>386.31400000000002</c:v>
                </c:pt>
                <c:pt idx="100">
                  <c:v>371.46100000000001</c:v>
                </c:pt>
                <c:pt idx="101">
                  <c:v>322.09800000000001</c:v>
                </c:pt>
                <c:pt idx="102">
                  <c:v>346.65800000000002</c:v>
                </c:pt>
                <c:pt idx="103">
                  <c:v>320.91699999999997</c:v>
                </c:pt>
                <c:pt idx="104">
                  <c:v>315.59699999999998</c:v>
                </c:pt>
                <c:pt idx="105">
                  <c:v>330.56599999999997</c:v>
                </c:pt>
                <c:pt idx="106">
                  <c:v>336.11500000000001</c:v>
                </c:pt>
                <c:pt idx="107">
                  <c:v>326.89600000000002</c:v>
                </c:pt>
                <c:pt idx="108">
                  <c:v>327.08999999999997</c:v>
                </c:pt>
                <c:pt idx="109">
                  <c:v>374.77199999999999</c:v>
                </c:pt>
                <c:pt idx="110">
                  <c:v>427.10599999999999</c:v>
                </c:pt>
                <c:pt idx="111">
                  <c:v>333.24700000000001</c:v>
                </c:pt>
                <c:pt idx="112">
                  <c:v>354.95800000000003</c:v>
                </c:pt>
                <c:pt idx="113">
                  <c:v>339.154</c:v>
                </c:pt>
                <c:pt idx="114">
                  <c:v>318.54599999999999</c:v>
                </c:pt>
                <c:pt idx="115">
                  <c:v>327.71199999999999</c:v>
                </c:pt>
                <c:pt idx="116">
                  <c:v>317.34800000000001</c:v>
                </c:pt>
                <c:pt idx="117">
                  <c:v>357.279</c:v>
                </c:pt>
                <c:pt idx="118">
                  <c:v>362.298</c:v>
                </c:pt>
                <c:pt idx="119">
                  <c:v>394.72</c:v>
                </c:pt>
                <c:pt idx="120">
                  <c:v>432.31099999999998</c:v>
                </c:pt>
                <c:pt idx="121">
                  <c:v>343.03100000000001</c:v>
                </c:pt>
                <c:pt idx="122">
                  <c:v>366.56299999999999</c:v>
                </c:pt>
                <c:pt idx="123">
                  <c:v>347.17700000000002</c:v>
                </c:pt>
                <c:pt idx="124">
                  <c:v>390.07799999999997</c:v>
                </c:pt>
                <c:pt idx="125">
                  <c:v>391.56700000000001</c:v>
                </c:pt>
                <c:pt idx="126">
                  <c:v>389.96300000000002</c:v>
                </c:pt>
                <c:pt idx="127">
                  <c:v>383.15</c:v>
                </c:pt>
                <c:pt idx="128">
                  <c:v>569.11099999999999</c:v>
                </c:pt>
                <c:pt idx="129">
                  <c:v>302.11</c:v>
                </c:pt>
                <c:pt idx="130">
                  <c:v>831.09400000000005</c:v>
                </c:pt>
                <c:pt idx="131">
                  <c:v>437.15499999999997</c:v>
                </c:pt>
                <c:pt idx="132">
                  <c:v>361.87700000000001</c:v>
                </c:pt>
                <c:pt idx="133">
                  <c:v>367.92099999999999</c:v>
                </c:pt>
                <c:pt idx="134">
                  <c:v>314.22199999999998</c:v>
                </c:pt>
                <c:pt idx="135">
                  <c:v>340.10500000000002</c:v>
                </c:pt>
                <c:pt idx="136">
                  <c:v>325.96199999999999</c:v>
                </c:pt>
                <c:pt idx="137">
                  <c:v>343.93599999999998</c:v>
                </c:pt>
                <c:pt idx="138">
                  <c:v>383.09100000000001</c:v>
                </c:pt>
                <c:pt idx="139">
                  <c:v>375.625</c:v>
                </c:pt>
                <c:pt idx="140">
                  <c:v>694.66399999999999</c:v>
                </c:pt>
                <c:pt idx="141">
                  <c:v>558.48599999999999</c:v>
                </c:pt>
                <c:pt idx="142">
                  <c:v>642.27599999999995</c:v>
                </c:pt>
                <c:pt idx="143">
                  <c:v>378.69099999999997</c:v>
                </c:pt>
                <c:pt idx="144">
                  <c:v>424.68299999999999</c:v>
                </c:pt>
                <c:pt idx="145">
                  <c:v>381.67700000000002</c:v>
                </c:pt>
                <c:pt idx="146">
                  <c:v>379.01600000000002</c:v>
                </c:pt>
                <c:pt idx="147">
                  <c:v>297.19200000000001</c:v>
                </c:pt>
                <c:pt idx="148">
                  <c:v>720.88800000000003</c:v>
                </c:pt>
                <c:pt idx="149">
                  <c:v>329.37700000000001</c:v>
                </c:pt>
                <c:pt idx="150">
                  <c:v>304.93700000000001</c:v>
                </c:pt>
                <c:pt idx="151">
                  <c:v>373.26</c:v>
                </c:pt>
                <c:pt idx="152">
                  <c:v>380.67700000000002</c:v>
                </c:pt>
                <c:pt idx="153">
                  <c:v>375.5</c:v>
                </c:pt>
                <c:pt idx="154">
                  <c:v>432.42399999999998</c:v>
                </c:pt>
                <c:pt idx="155">
                  <c:v>356.92700000000002</c:v>
                </c:pt>
                <c:pt idx="156">
                  <c:v>322.517</c:v>
                </c:pt>
                <c:pt idx="157">
                  <c:v>333.02199999999999</c:v>
                </c:pt>
                <c:pt idx="158">
                  <c:v>321.58499999999998</c:v>
                </c:pt>
                <c:pt idx="159">
                  <c:v>303.125</c:v>
                </c:pt>
                <c:pt idx="160">
                  <c:v>321.55500000000001</c:v>
                </c:pt>
                <c:pt idx="161">
                  <c:v>326.59800000000001</c:v>
                </c:pt>
                <c:pt idx="162">
                  <c:v>306.99299999999999</c:v>
                </c:pt>
                <c:pt idx="163">
                  <c:v>317.303</c:v>
                </c:pt>
                <c:pt idx="164">
                  <c:v>322.65499999999997</c:v>
                </c:pt>
                <c:pt idx="165">
                  <c:v>384.92599999999999</c:v>
                </c:pt>
                <c:pt idx="166">
                  <c:v>460.34399999999999</c:v>
                </c:pt>
                <c:pt idx="167">
                  <c:v>319.50599999999997</c:v>
                </c:pt>
                <c:pt idx="168">
                  <c:v>347.24200000000002</c:v>
                </c:pt>
                <c:pt idx="169">
                  <c:v>322.72000000000003</c:v>
                </c:pt>
                <c:pt idx="170">
                  <c:v>330.79599999999999</c:v>
                </c:pt>
                <c:pt idx="171">
                  <c:v>331.81400000000002</c:v>
                </c:pt>
                <c:pt idx="172">
                  <c:v>297.88799999999998</c:v>
                </c:pt>
                <c:pt idx="173">
                  <c:v>304.01</c:v>
                </c:pt>
                <c:pt idx="174">
                  <c:v>322.17399999999998</c:v>
                </c:pt>
                <c:pt idx="175">
                  <c:v>435.56799999999998</c:v>
                </c:pt>
                <c:pt idx="176">
                  <c:v>411.298</c:v>
                </c:pt>
                <c:pt idx="177">
                  <c:v>339.26400000000001</c:v>
                </c:pt>
                <c:pt idx="178">
                  <c:v>418.625</c:v>
                </c:pt>
                <c:pt idx="179">
                  <c:v>403.04599999999999</c:v>
                </c:pt>
                <c:pt idx="180">
                  <c:v>328.62099999999998</c:v>
                </c:pt>
                <c:pt idx="181">
                  <c:v>370.82299999999998</c:v>
                </c:pt>
                <c:pt idx="182">
                  <c:v>378.85500000000002</c:v>
                </c:pt>
                <c:pt idx="183">
                  <c:v>376.20600000000002</c:v>
                </c:pt>
                <c:pt idx="184">
                  <c:v>363.96800000000002</c:v>
                </c:pt>
                <c:pt idx="185">
                  <c:v>639.59100000000001</c:v>
                </c:pt>
                <c:pt idx="186">
                  <c:v>811.95399999999995</c:v>
                </c:pt>
                <c:pt idx="187">
                  <c:v>751.23199999999997</c:v>
                </c:pt>
                <c:pt idx="188">
                  <c:v>396.79</c:v>
                </c:pt>
                <c:pt idx="189">
                  <c:v>376.87099999999998</c:v>
                </c:pt>
                <c:pt idx="190">
                  <c:v>336.18900000000002</c:v>
                </c:pt>
                <c:pt idx="191">
                  <c:v>306.315</c:v>
                </c:pt>
                <c:pt idx="192">
                  <c:v>299.82900000000001</c:v>
                </c:pt>
                <c:pt idx="193">
                  <c:v>296.44099999999997</c:v>
                </c:pt>
                <c:pt idx="194">
                  <c:v>298.67399999999998</c:v>
                </c:pt>
                <c:pt idx="195">
                  <c:v>300.38499999999999</c:v>
                </c:pt>
                <c:pt idx="196">
                  <c:v>316.32</c:v>
                </c:pt>
                <c:pt idx="197">
                  <c:v>408.40499999999997</c:v>
                </c:pt>
                <c:pt idx="198">
                  <c:v>392.16399999999999</c:v>
                </c:pt>
                <c:pt idx="199">
                  <c:v>399.98200000000003</c:v>
                </c:pt>
                <c:pt idx="200">
                  <c:v>305.053</c:v>
                </c:pt>
                <c:pt idx="201">
                  <c:v>334.48</c:v>
                </c:pt>
                <c:pt idx="202">
                  <c:v>310.29500000000002</c:v>
                </c:pt>
                <c:pt idx="203">
                  <c:v>311.334</c:v>
                </c:pt>
                <c:pt idx="204">
                  <c:v>347.29500000000002</c:v>
                </c:pt>
                <c:pt idx="205">
                  <c:v>382.31299999999999</c:v>
                </c:pt>
                <c:pt idx="206">
                  <c:v>340.964</c:v>
                </c:pt>
                <c:pt idx="207">
                  <c:v>339.93799999999999</c:v>
                </c:pt>
                <c:pt idx="208">
                  <c:v>445.726</c:v>
                </c:pt>
                <c:pt idx="209">
                  <c:v>471.2</c:v>
                </c:pt>
                <c:pt idx="210">
                  <c:v>428.54899999999998</c:v>
                </c:pt>
                <c:pt idx="211">
                  <c:v>379.10899999999998</c:v>
                </c:pt>
                <c:pt idx="212">
                  <c:v>386.25900000000001</c:v>
                </c:pt>
                <c:pt idx="213">
                  <c:v>342.07</c:v>
                </c:pt>
                <c:pt idx="214">
                  <c:v>305.33300000000003</c:v>
                </c:pt>
                <c:pt idx="215">
                  <c:v>303.77499999999998</c:v>
                </c:pt>
                <c:pt idx="216">
                  <c:v>309.10300000000001</c:v>
                </c:pt>
                <c:pt idx="217">
                  <c:v>319.18299999999999</c:v>
                </c:pt>
                <c:pt idx="218">
                  <c:v>321.32600000000002</c:v>
                </c:pt>
                <c:pt idx="219">
                  <c:v>389.07400000000001</c:v>
                </c:pt>
                <c:pt idx="220">
                  <c:v>386.69499999999999</c:v>
                </c:pt>
                <c:pt idx="221">
                  <c:v>408.06799999999998</c:v>
                </c:pt>
                <c:pt idx="222">
                  <c:v>388.88799999999998</c:v>
                </c:pt>
                <c:pt idx="223">
                  <c:v>303.642</c:v>
                </c:pt>
                <c:pt idx="224">
                  <c:v>317.73700000000002</c:v>
                </c:pt>
                <c:pt idx="225">
                  <c:v>387.255</c:v>
                </c:pt>
                <c:pt idx="226">
                  <c:v>329.916</c:v>
                </c:pt>
                <c:pt idx="227">
                  <c:v>306.548</c:v>
                </c:pt>
                <c:pt idx="228">
                  <c:v>702.23</c:v>
                </c:pt>
                <c:pt idx="229">
                  <c:v>735.14400000000001</c:v>
                </c:pt>
                <c:pt idx="230">
                  <c:v>778.59</c:v>
                </c:pt>
                <c:pt idx="231">
                  <c:v>386.97699999999998</c:v>
                </c:pt>
                <c:pt idx="232">
                  <c:v>444.15300000000002</c:v>
                </c:pt>
                <c:pt idx="233">
                  <c:v>352.596</c:v>
                </c:pt>
                <c:pt idx="234">
                  <c:v>332.32499999999999</c:v>
                </c:pt>
                <c:pt idx="235">
                  <c:v>394.41300000000001</c:v>
                </c:pt>
                <c:pt idx="236">
                  <c:v>302.46499999999997</c:v>
                </c:pt>
                <c:pt idx="237">
                  <c:v>366.916</c:v>
                </c:pt>
                <c:pt idx="238">
                  <c:v>334.096</c:v>
                </c:pt>
                <c:pt idx="239">
                  <c:v>602.67200000000003</c:v>
                </c:pt>
                <c:pt idx="240">
                  <c:v>501.24700000000001</c:v>
                </c:pt>
                <c:pt idx="241">
                  <c:v>714.42499999999995</c:v>
                </c:pt>
                <c:pt idx="242">
                  <c:v>331.63</c:v>
                </c:pt>
                <c:pt idx="243">
                  <c:v>347.97500000000002</c:v>
                </c:pt>
                <c:pt idx="244">
                  <c:v>339.99599999999998</c:v>
                </c:pt>
                <c:pt idx="245">
                  <c:v>336.428</c:v>
                </c:pt>
                <c:pt idx="246">
                  <c:v>323.10199999999998</c:v>
                </c:pt>
                <c:pt idx="247">
                  <c:v>339.08499999999998</c:v>
                </c:pt>
                <c:pt idx="248">
                  <c:v>318.803</c:v>
                </c:pt>
                <c:pt idx="249">
                  <c:v>307.2</c:v>
                </c:pt>
                <c:pt idx="250">
                  <c:v>328.37700000000001</c:v>
                </c:pt>
                <c:pt idx="251">
                  <c:v>321.245</c:v>
                </c:pt>
                <c:pt idx="252">
                  <c:v>321.858</c:v>
                </c:pt>
                <c:pt idx="253">
                  <c:v>358.779</c:v>
                </c:pt>
                <c:pt idx="254">
                  <c:v>370.19900000000001</c:v>
                </c:pt>
                <c:pt idx="255">
                  <c:v>315.25200000000001</c:v>
                </c:pt>
                <c:pt idx="256">
                  <c:v>409.38900000000001</c:v>
                </c:pt>
                <c:pt idx="257">
                  <c:v>383.78800000000001</c:v>
                </c:pt>
                <c:pt idx="258">
                  <c:v>329.47300000000001</c:v>
                </c:pt>
                <c:pt idx="259">
                  <c:v>298.58600000000001</c:v>
                </c:pt>
                <c:pt idx="260">
                  <c:v>321.322</c:v>
                </c:pt>
                <c:pt idx="261">
                  <c:v>409.75900000000001</c:v>
                </c:pt>
                <c:pt idx="262">
                  <c:v>393.726</c:v>
                </c:pt>
                <c:pt idx="263">
                  <c:v>394.17500000000001</c:v>
                </c:pt>
                <c:pt idx="264">
                  <c:v>310.78699999999998</c:v>
                </c:pt>
                <c:pt idx="265">
                  <c:v>330.57600000000002</c:v>
                </c:pt>
                <c:pt idx="266">
                  <c:v>447.54399999999998</c:v>
                </c:pt>
                <c:pt idx="267">
                  <c:v>340.17399999999998</c:v>
                </c:pt>
                <c:pt idx="268">
                  <c:v>350.935</c:v>
                </c:pt>
                <c:pt idx="269">
                  <c:v>304.15699999999998</c:v>
                </c:pt>
                <c:pt idx="270">
                  <c:v>391.10399999999998</c:v>
                </c:pt>
                <c:pt idx="271">
                  <c:v>348.29899999999998</c:v>
                </c:pt>
                <c:pt idx="272">
                  <c:v>385.673</c:v>
                </c:pt>
                <c:pt idx="273">
                  <c:v>394.78500000000003</c:v>
                </c:pt>
                <c:pt idx="274">
                  <c:v>319.17200000000003</c:v>
                </c:pt>
                <c:pt idx="275">
                  <c:v>330.911</c:v>
                </c:pt>
                <c:pt idx="276">
                  <c:v>421.34699999999998</c:v>
                </c:pt>
                <c:pt idx="277">
                  <c:v>313.601</c:v>
                </c:pt>
                <c:pt idx="278">
                  <c:v>389.53199999999998</c:v>
                </c:pt>
                <c:pt idx="279">
                  <c:v>317.48399999999998</c:v>
                </c:pt>
                <c:pt idx="280">
                  <c:v>384.72899999999998</c:v>
                </c:pt>
                <c:pt idx="281">
                  <c:v>328.12</c:v>
                </c:pt>
                <c:pt idx="282">
                  <c:v>347.947</c:v>
                </c:pt>
                <c:pt idx="283">
                  <c:v>372.529</c:v>
                </c:pt>
                <c:pt idx="284">
                  <c:v>412.96300000000002</c:v>
                </c:pt>
                <c:pt idx="285">
                  <c:v>362.19099999999997</c:v>
                </c:pt>
                <c:pt idx="286">
                  <c:v>391.08699999999999</c:v>
                </c:pt>
                <c:pt idx="287">
                  <c:v>309.923</c:v>
                </c:pt>
                <c:pt idx="288">
                  <c:v>358.03399999999999</c:v>
                </c:pt>
                <c:pt idx="289">
                  <c:v>348.875</c:v>
                </c:pt>
                <c:pt idx="290">
                  <c:v>318.55</c:v>
                </c:pt>
                <c:pt idx="291">
                  <c:v>339.822</c:v>
                </c:pt>
                <c:pt idx="292">
                  <c:v>406.18400000000003</c:v>
                </c:pt>
                <c:pt idx="293">
                  <c:v>418.30200000000002</c:v>
                </c:pt>
                <c:pt idx="294">
                  <c:v>346.774</c:v>
                </c:pt>
                <c:pt idx="295">
                  <c:v>338.65</c:v>
                </c:pt>
                <c:pt idx="296">
                  <c:v>474.51</c:v>
                </c:pt>
                <c:pt idx="297">
                  <c:v>532.96</c:v>
                </c:pt>
                <c:pt idx="298">
                  <c:v>324.839</c:v>
                </c:pt>
                <c:pt idx="299">
                  <c:v>384.89600000000002</c:v>
                </c:pt>
                <c:pt idx="300">
                  <c:v>323.57299999999998</c:v>
                </c:pt>
                <c:pt idx="301">
                  <c:v>381.274</c:v>
                </c:pt>
                <c:pt idx="302">
                  <c:v>302.41300000000001</c:v>
                </c:pt>
                <c:pt idx="303">
                  <c:v>294.19799999999998</c:v>
                </c:pt>
                <c:pt idx="304">
                  <c:v>298.94299999999998</c:v>
                </c:pt>
                <c:pt idx="305">
                  <c:v>313.18</c:v>
                </c:pt>
                <c:pt idx="306">
                  <c:v>368.84399999999999</c:v>
                </c:pt>
                <c:pt idx="307">
                  <c:v>489.78399999999999</c:v>
                </c:pt>
                <c:pt idx="308">
                  <c:v>413.48899999999998</c:v>
                </c:pt>
                <c:pt idx="309">
                  <c:v>355.14400000000001</c:v>
                </c:pt>
                <c:pt idx="310">
                  <c:v>309.97300000000001</c:v>
                </c:pt>
                <c:pt idx="311">
                  <c:v>315.52499999999998</c:v>
                </c:pt>
                <c:pt idx="312">
                  <c:v>399.84</c:v>
                </c:pt>
                <c:pt idx="313">
                  <c:v>292.88299999999998</c:v>
                </c:pt>
                <c:pt idx="314">
                  <c:v>294.27100000000002</c:v>
                </c:pt>
                <c:pt idx="315">
                  <c:v>306.00700000000001</c:v>
                </c:pt>
                <c:pt idx="316">
                  <c:v>307.77699999999999</c:v>
                </c:pt>
                <c:pt idx="317">
                  <c:v>748.01700000000005</c:v>
                </c:pt>
                <c:pt idx="318">
                  <c:v>545.61599999999999</c:v>
                </c:pt>
                <c:pt idx="319">
                  <c:v>821.45100000000002</c:v>
                </c:pt>
                <c:pt idx="320">
                  <c:v>368.392</c:v>
                </c:pt>
                <c:pt idx="321">
                  <c:v>412.66300000000001</c:v>
                </c:pt>
                <c:pt idx="322">
                  <c:v>411.56900000000002</c:v>
                </c:pt>
                <c:pt idx="323">
                  <c:v>335.08100000000002</c:v>
                </c:pt>
                <c:pt idx="324">
                  <c:v>310.37799999999999</c:v>
                </c:pt>
                <c:pt idx="325">
                  <c:v>301.91800000000001</c:v>
                </c:pt>
                <c:pt idx="326">
                  <c:v>295.26299999999998</c:v>
                </c:pt>
                <c:pt idx="327">
                  <c:v>307.173</c:v>
                </c:pt>
                <c:pt idx="328">
                  <c:v>302.39699999999999</c:v>
                </c:pt>
                <c:pt idx="329">
                  <c:v>334.19799999999998</c:v>
                </c:pt>
                <c:pt idx="330">
                  <c:v>401.74900000000002</c:v>
                </c:pt>
                <c:pt idx="331">
                  <c:v>305.35700000000003</c:v>
                </c:pt>
                <c:pt idx="332">
                  <c:v>311.60500000000002</c:v>
                </c:pt>
                <c:pt idx="333">
                  <c:v>362.31200000000001</c:v>
                </c:pt>
                <c:pt idx="334">
                  <c:v>331.32299999999998</c:v>
                </c:pt>
                <c:pt idx="335">
                  <c:v>311.69499999999999</c:v>
                </c:pt>
                <c:pt idx="336">
                  <c:v>320.89100000000002</c:v>
                </c:pt>
                <c:pt idx="337">
                  <c:v>324.73399999999998</c:v>
                </c:pt>
                <c:pt idx="338">
                  <c:v>339.21100000000001</c:v>
                </c:pt>
                <c:pt idx="339">
                  <c:v>334.17599999999999</c:v>
                </c:pt>
                <c:pt idx="340">
                  <c:v>344.17</c:v>
                </c:pt>
                <c:pt idx="341">
                  <c:v>408.904</c:v>
                </c:pt>
                <c:pt idx="342">
                  <c:v>319.423</c:v>
                </c:pt>
                <c:pt idx="343">
                  <c:v>365.71899999999999</c:v>
                </c:pt>
                <c:pt idx="344">
                  <c:v>315.84300000000002</c:v>
                </c:pt>
                <c:pt idx="345">
                  <c:v>341.541</c:v>
                </c:pt>
                <c:pt idx="346">
                  <c:v>327.767</c:v>
                </c:pt>
                <c:pt idx="347">
                  <c:v>422.4</c:v>
                </c:pt>
                <c:pt idx="348">
                  <c:v>308.53300000000002</c:v>
                </c:pt>
                <c:pt idx="349">
                  <c:v>444.28199999999998</c:v>
                </c:pt>
                <c:pt idx="350">
                  <c:v>422.654</c:v>
                </c:pt>
                <c:pt idx="351">
                  <c:v>659.59900000000005</c:v>
                </c:pt>
                <c:pt idx="352">
                  <c:v>331.13099999999997</c:v>
                </c:pt>
                <c:pt idx="353">
                  <c:v>303.2</c:v>
                </c:pt>
                <c:pt idx="354">
                  <c:v>300.62200000000001</c:v>
                </c:pt>
                <c:pt idx="355">
                  <c:v>331.80900000000003</c:v>
                </c:pt>
                <c:pt idx="356">
                  <c:v>305.553</c:v>
                </c:pt>
                <c:pt idx="357">
                  <c:v>319.68099999999998</c:v>
                </c:pt>
                <c:pt idx="358">
                  <c:v>325.01900000000001</c:v>
                </c:pt>
                <c:pt idx="359">
                  <c:v>306.72199999999998</c:v>
                </c:pt>
                <c:pt idx="360">
                  <c:v>322.72899999999998</c:v>
                </c:pt>
                <c:pt idx="361">
                  <c:v>316.47300000000001</c:v>
                </c:pt>
                <c:pt idx="362">
                  <c:v>334.03500000000003</c:v>
                </c:pt>
                <c:pt idx="363">
                  <c:v>344.923</c:v>
                </c:pt>
                <c:pt idx="364">
                  <c:v>374.31799999999998</c:v>
                </c:pt>
                <c:pt idx="365">
                  <c:v>314.19600000000003</c:v>
                </c:pt>
                <c:pt idx="366">
                  <c:v>309.012</c:v>
                </c:pt>
                <c:pt idx="367">
                  <c:v>305.745</c:v>
                </c:pt>
                <c:pt idx="368">
                  <c:v>394.06299999999999</c:v>
                </c:pt>
                <c:pt idx="369">
                  <c:v>304.18400000000003</c:v>
                </c:pt>
                <c:pt idx="370">
                  <c:v>343.01100000000002</c:v>
                </c:pt>
                <c:pt idx="371">
                  <c:v>361.08300000000003</c:v>
                </c:pt>
                <c:pt idx="372">
                  <c:v>331.529</c:v>
                </c:pt>
                <c:pt idx="373">
                  <c:v>323.11</c:v>
                </c:pt>
                <c:pt idx="374">
                  <c:v>351.322</c:v>
                </c:pt>
                <c:pt idx="375">
                  <c:v>304.89100000000002</c:v>
                </c:pt>
                <c:pt idx="376">
                  <c:v>352.24299999999999</c:v>
                </c:pt>
                <c:pt idx="377">
                  <c:v>305.18700000000001</c:v>
                </c:pt>
                <c:pt idx="378">
                  <c:v>362.14299999999997</c:v>
                </c:pt>
                <c:pt idx="379">
                  <c:v>304.38200000000001</c:v>
                </c:pt>
                <c:pt idx="380">
                  <c:v>312.78199999999998</c:v>
                </c:pt>
                <c:pt idx="381">
                  <c:v>309.61599999999999</c:v>
                </c:pt>
                <c:pt idx="382">
                  <c:v>345.91</c:v>
                </c:pt>
                <c:pt idx="383">
                  <c:v>330.28699999999998</c:v>
                </c:pt>
                <c:pt idx="384">
                  <c:v>315.74299999999999</c:v>
                </c:pt>
                <c:pt idx="385">
                  <c:v>426.63</c:v>
                </c:pt>
                <c:pt idx="386">
                  <c:v>373.75400000000002</c:v>
                </c:pt>
                <c:pt idx="387">
                  <c:v>336.44499999999999</c:v>
                </c:pt>
                <c:pt idx="388">
                  <c:v>365.49</c:v>
                </c:pt>
                <c:pt idx="389">
                  <c:v>316.84399999999999</c:v>
                </c:pt>
                <c:pt idx="390">
                  <c:v>343.53199999999998</c:v>
                </c:pt>
                <c:pt idx="391">
                  <c:v>401.83100000000002</c:v>
                </c:pt>
                <c:pt idx="392">
                  <c:v>365.75200000000001</c:v>
                </c:pt>
                <c:pt idx="393">
                  <c:v>309.00700000000001</c:v>
                </c:pt>
                <c:pt idx="394">
                  <c:v>347.78300000000002</c:v>
                </c:pt>
                <c:pt idx="395">
                  <c:v>406.62599999999998</c:v>
                </c:pt>
                <c:pt idx="396">
                  <c:v>389.98500000000001</c:v>
                </c:pt>
                <c:pt idx="397">
                  <c:v>343.91</c:v>
                </c:pt>
                <c:pt idx="398">
                  <c:v>467.36700000000002</c:v>
                </c:pt>
                <c:pt idx="399">
                  <c:v>1910.15</c:v>
                </c:pt>
                <c:pt idx="400">
                  <c:v>662.36699999999996</c:v>
                </c:pt>
                <c:pt idx="401">
                  <c:v>382.98</c:v>
                </c:pt>
                <c:pt idx="402">
                  <c:v>420.10899999999998</c:v>
                </c:pt>
                <c:pt idx="403">
                  <c:v>314.97800000000001</c:v>
                </c:pt>
                <c:pt idx="404">
                  <c:v>305.52699999999999</c:v>
                </c:pt>
                <c:pt idx="405">
                  <c:v>376.06099999999998</c:v>
                </c:pt>
                <c:pt idx="406">
                  <c:v>388.71600000000001</c:v>
                </c:pt>
                <c:pt idx="407">
                  <c:v>300.68099999999998</c:v>
                </c:pt>
                <c:pt idx="408">
                  <c:v>307.96100000000001</c:v>
                </c:pt>
                <c:pt idx="409">
                  <c:v>302.79599999999999</c:v>
                </c:pt>
                <c:pt idx="410">
                  <c:v>378.892</c:v>
                </c:pt>
                <c:pt idx="411">
                  <c:v>304.53800000000001</c:v>
                </c:pt>
                <c:pt idx="412">
                  <c:v>549.58600000000001</c:v>
                </c:pt>
                <c:pt idx="413">
                  <c:v>1023.11</c:v>
                </c:pt>
                <c:pt idx="414">
                  <c:v>396.69799999999998</c:v>
                </c:pt>
                <c:pt idx="415">
                  <c:v>430.23399999999998</c:v>
                </c:pt>
                <c:pt idx="416">
                  <c:v>294.62200000000001</c:v>
                </c:pt>
                <c:pt idx="417">
                  <c:v>297.50099999999998</c:v>
                </c:pt>
                <c:pt idx="418">
                  <c:v>293.90199999999999</c:v>
                </c:pt>
                <c:pt idx="419">
                  <c:v>312.63799999999998</c:v>
                </c:pt>
                <c:pt idx="420">
                  <c:v>295.45999999999998</c:v>
                </c:pt>
                <c:pt idx="421">
                  <c:v>390.51600000000002</c:v>
                </c:pt>
                <c:pt idx="422">
                  <c:v>363.50200000000001</c:v>
                </c:pt>
                <c:pt idx="423">
                  <c:v>430.01100000000002</c:v>
                </c:pt>
                <c:pt idx="424">
                  <c:v>373.29500000000002</c:v>
                </c:pt>
                <c:pt idx="425">
                  <c:v>343.63400000000001</c:v>
                </c:pt>
                <c:pt idx="426">
                  <c:v>311.66199999999998</c:v>
                </c:pt>
                <c:pt idx="427">
                  <c:v>316.92500000000001</c:v>
                </c:pt>
                <c:pt idx="428">
                  <c:v>330.88600000000002</c:v>
                </c:pt>
                <c:pt idx="429">
                  <c:v>304.32499999999999</c:v>
                </c:pt>
                <c:pt idx="430">
                  <c:v>385.95600000000002</c:v>
                </c:pt>
                <c:pt idx="431">
                  <c:v>315.15499999999997</c:v>
                </c:pt>
                <c:pt idx="432">
                  <c:v>626.16800000000001</c:v>
                </c:pt>
                <c:pt idx="433">
                  <c:v>433.846</c:v>
                </c:pt>
                <c:pt idx="434">
                  <c:v>433.14800000000002</c:v>
                </c:pt>
                <c:pt idx="435">
                  <c:v>325.83999999999997</c:v>
                </c:pt>
                <c:pt idx="436">
                  <c:v>400.84199999999998</c:v>
                </c:pt>
                <c:pt idx="437">
                  <c:v>343.86700000000002</c:v>
                </c:pt>
                <c:pt idx="438">
                  <c:v>402.51100000000002</c:v>
                </c:pt>
                <c:pt idx="439">
                  <c:v>356.23700000000002</c:v>
                </c:pt>
                <c:pt idx="440">
                  <c:v>356.00599999999997</c:v>
                </c:pt>
                <c:pt idx="441">
                  <c:v>310.74099999999999</c:v>
                </c:pt>
                <c:pt idx="442">
                  <c:v>393.74</c:v>
                </c:pt>
                <c:pt idx="443">
                  <c:v>308.3</c:v>
                </c:pt>
                <c:pt idx="444">
                  <c:v>340.49099999999999</c:v>
                </c:pt>
                <c:pt idx="445">
                  <c:v>329.279</c:v>
                </c:pt>
                <c:pt idx="446">
                  <c:v>350.24299999999999</c:v>
                </c:pt>
                <c:pt idx="447">
                  <c:v>338.947</c:v>
                </c:pt>
                <c:pt idx="448">
                  <c:v>358.65100000000001</c:v>
                </c:pt>
                <c:pt idx="449">
                  <c:v>366.58499999999998</c:v>
                </c:pt>
                <c:pt idx="450">
                  <c:v>403.459</c:v>
                </c:pt>
                <c:pt idx="451">
                  <c:v>308.024</c:v>
                </c:pt>
                <c:pt idx="452">
                  <c:v>360.11200000000002</c:v>
                </c:pt>
                <c:pt idx="453">
                  <c:v>356.68299999999999</c:v>
                </c:pt>
                <c:pt idx="454">
                  <c:v>334.01400000000001</c:v>
                </c:pt>
                <c:pt idx="455">
                  <c:v>326.01299999999998</c:v>
                </c:pt>
                <c:pt idx="456">
                  <c:v>764.96900000000005</c:v>
                </c:pt>
                <c:pt idx="457">
                  <c:v>586.274</c:v>
                </c:pt>
                <c:pt idx="458">
                  <c:v>358.74900000000002</c:v>
                </c:pt>
                <c:pt idx="459">
                  <c:v>379.21499999999997</c:v>
                </c:pt>
                <c:pt idx="460">
                  <c:v>303.387</c:v>
                </c:pt>
                <c:pt idx="461">
                  <c:v>360.23399999999998</c:v>
                </c:pt>
                <c:pt idx="462">
                  <c:v>383.779</c:v>
                </c:pt>
                <c:pt idx="463">
                  <c:v>303.57400000000001</c:v>
                </c:pt>
                <c:pt idx="464">
                  <c:v>306.44099999999997</c:v>
                </c:pt>
                <c:pt idx="465">
                  <c:v>306.90899999999999</c:v>
                </c:pt>
                <c:pt idx="466">
                  <c:v>307.39600000000002</c:v>
                </c:pt>
                <c:pt idx="467">
                  <c:v>306.68299999999999</c:v>
                </c:pt>
                <c:pt idx="468">
                  <c:v>432.66199999999998</c:v>
                </c:pt>
                <c:pt idx="469">
                  <c:v>393.74200000000002</c:v>
                </c:pt>
                <c:pt idx="470">
                  <c:v>398.416</c:v>
                </c:pt>
                <c:pt idx="471">
                  <c:v>303.33699999999999</c:v>
                </c:pt>
                <c:pt idx="472">
                  <c:v>310.09199999999998</c:v>
                </c:pt>
                <c:pt idx="473">
                  <c:v>299.30900000000003</c:v>
                </c:pt>
                <c:pt idx="474">
                  <c:v>380.03699999999998</c:v>
                </c:pt>
                <c:pt idx="475">
                  <c:v>308.85700000000003</c:v>
                </c:pt>
                <c:pt idx="476">
                  <c:v>297.70400000000001</c:v>
                </c:pt>
                <c:pt idx="477">
                  <c:v>383.33300000000003</c:v>
                </c:pt>
                <c:pt idx="478">
                  <c:v>341.24099999999999</c:v>
                </c:pt>
                <c:pt idx="479">
                  <c:v>359.24099999999999</c:v>
                </c:pt>
                <c:pt idx="480">
                  <c:v>378.97800000000001</c:v>
                </c:pt>
                <c:pt idx="481">
                  <c:v>392.601</c:v>
                </c:pt>
                <c:pt idx="482">
                  <c:v>402.28399999999999</c:v>
                </c:pt>
                <c:pt idx="483">
                  <c:v>353.202</c:v>
                </c:pt>
                <c:pt idx="484">
                  <c:v>348.51400000000001</c:v>
                </c:pt>
                <c:pt idx="485">
                  <c:v>301.19200000000001</c:v>
                </c:pt>
                <c:pt idx="486">
                  <c:v>337.82900000000001</c:v>
                </c:pt>
                <c:pt idx="487">
                  <c:v>312.76400000000001</c:v>
                </c:pt>
                <c:pt idx="488">
                  <c:v>349.58199999999999</c:v>
                </c:pt>
                <c:pt idx="489">
                  <c:v>380.90199999999999</c:v>
                </c:pt>
                <c:pt idx="490">
                  <c:v>428.95800000000003</c:v>
                </c:pt>
                <c:pt idx="491">
                  <c:v>439.35</c:v>
                </c:pt>
                <c:pt idx="492">
                  <c:v>373.03699999999998</c:v>
                </c:pt>
                <c:pt idx="493">
                  <c:v>405.16699999999997</c:v>
                </c:pt>
                <c:pt idx="494">
                  <c:v>409.61500000000001</c:v>
                </c:pt>
                <c:pt idx="495">
                  <c:v>318.93900000000002</c:v>
                </c:pt>
                <c:pt idx="496">
                  <c:v>310.16699999999997</c:v>
                </c:pt>
                <c:pt idx="497">
                  <c:v>333.267</c:v>
                </c:pt>
                <c:pt idx="498">
                  <c:v>327.72800000000001</c:v>
                </c:pt>
                <c:pt idx="499">
                  <c:v>329.31</c:v>
                </c:pt>
                <c:pt idx="500">
                  <c:v>371.68299999999999</c:v>
                </c:pt>
                <c:pt idx="501">
                  <c:v>481.94900000000001</c:v>
                </c:pt>
                <c:pt idx="502">
                  <c:v>336.11500000000001</c:v>
                </c:pt>
                <c:pt idx="503">
                  <c:v>421.62200000000001</c:v>
                </c:pt>
                <c:pt idx="504">
                  <c:v>328.10399999999998</c:v>
                </c:pt>
                <c:pt idx="505">
                  <c:v>323.47199999999998</c:v>
                </c:pt>
                <c:pt idx="506">
                  <c:v>388.57499999999999</c:v>
                </c:pt>
                <c:pt idx="507">
                  <c:v>342.73700000000002</c:v>
                </c:pt>
                <c:pt idx="508">
                  <c:v>310.04399999999998</c:v>
                </c:pt>
                <c:pt idx="509">
                  <c:v>422.86900000000003</c:v>
                </c:pt>
                <c:pt idx="510">
                  <c:v>300.52800000000002</c:v>
                </c:pt>
                <c:pt idx="511">
                  <c:v>377.04300000000001</c:v>
                </c:pt>
                <c:pt idx="512">
                  <c:v>576.14400000000001</c:v>
                </c:pt>
                <c:pt idx="513">
                  <c:v>641.78800000000001</c:v>
                </c:pt>
                <c:pt idx="514">
                  <c:v>520.28700000000003</c:v>
                </c:pt>
                <c:pt idx="515">
                  <c:v>290.16399999999999</c:v>
                </c:pt>
                <c:pt idx="516">
                  <c:v>310.18599999999998</c:v>
                </c:pt>
                <c:pt idx="517">
                  <c:v>296.80500000000001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DD-44EC-9CF7-C3587689C1B0}"/>
            </c:ext>
          </c:extLst>
        </c:ser>
        <c:ser>
          <c:idx val="2"/>
          <c:order val="2"/>
          <c:tx>
            <c:strRef>
              <c:f>Sheet4!$D$1</c:f>
              <c:strCache>
                <c:ptCount val="1"/>
                <c:pt idx="0">
                  <c:v>setpoint_position/local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Sheet4!$D$2:$D$526</c:f>
              <c:numCache>
                <c:formatCode>General</c:formatCode>
                <c:ptCount val="525"/>
                <c:pt idx="0">
                  <c:v>753.51900000000001</c:v>
                </c:pt>
                <c:pt idx="1">
                  <c:v>707.16499999999996</c:v>
                </c:pt>
                <c:pt idx="2">
                  <c:v>735.52800000000002</c:v>
                </c:pt>
                <c:pt idx="3">
                  <c:v>532.92899999999997</c:v>
                </c:pt>
                <c:pt idx="4">
                  <c:v>490.65899999999999</c:v>
                </c:pt>
                <c:pt idx="5">
                  <c:v>464.68099999999998</c:v>
                </c:pt>
                <c:pt idx="6">
                  <c:v>430.108</c:v>
                </c:pt>
                <c:pt idx="7">
                  <c:v>452.71</c:v>
                </c:pt>
                <c:pt idx="8">
                  <c:v>420.1</c:v>
                </c:pt>
                <c:pt idx="9">
                  <c:v>422.41399999999999</c:v>
                </c:pt>
                <c:pt idx="10">
                  <c:v>426.52800000000002</c:v>
                </c:pt>
                <c:pt idx="11">
                  <c:v>404.31799999999998</c:v>
                </c:pt>
                <c:pt idx="12">
                  <c:v>536.83199999999999</c:v>
                </c:pt>
                <c:pt idx="13">
                  <c:v>478.33</c:v>
                </c:pt>
                <c:pt idx="14">
                  <c:v>502.31700000000001</c:v>
                </c:pt>
                <c:pt idx="15">
                  <c:v>464.21499999999997</c:v>
                </c:pt>
                <c:pt idx="16">
                  <c:v>468.51100000000002</c:v>
                </c:pt>
                <c:pt idx="17">
                  <c:v>496.005</c:v>
                </c:pt>
                <c:pt idx="18">
                  <c:v>388.78300000000002</c:v>
                </c:pt>
                <c:pt idx="19">
                  <c:v>398.01400000000001</c:v>
                </c:pt>
                <c:pt idx="20">
                  <c:v>458.02499999999998</c:v>
                </c:pt>
                <c:pt idx="21">
                  <c:v>397.37700000000001</c:v>
                </c:pt>
                <c:pt idx="22">
                  <c:v>426.17899999999997</c:v>
                </c:pt>
                <c:pt idx="23">
                  <c:v>438.73700000000002</c:v>
                </c:pt>
                <c:pt idx="24">
                  <c:v>519.47199999999998</c:v>
                </c:pt>
                <c:pt idx="25">
                  <c:v>466.34100000000001</c:v>
                </c:pt>
                <c:pt idx="26">
                  <c:v>458.98200000000003</c:v>
                </c:pt>
                <c:pt idx="27">
                  <c:v>652.37900000000002</c:v>
                </c:pt>
                <c:pt idx="28">
                  <c:v>419.7</c:v>
                </c:pt>
                <c:pt idx="29">
                  <c:v>408.27600000000001</c:v>
                </c:pt>
                <c:pt idx="30">
                  <c:v>467.27600000000001</c:v>
                </c:pt>
                <c:pt idx="31">
                  <c:v>515.13</c:v>
                </c:pt>
                <c:pt idx="32">
                  <c:v>458.78800000000001</c:v>
                </c:pt>
                <c:pt idx="33">
                  <c:v>455.36</c:v>
                </c:pt>
                <c:pt idx="34">
                  <c:v>462.95800000000003</c:v>
                </c:pt>
                <c:pt idx="35">
                  <c:v>455.863</c:v>
                </c:pt>
                <c:pt idx="36">
                  <c:v>486.95600000000002</c:v>
                </c:pt>
                <c:pt idx="37">
                  <c:v>510.53</c:v>
                </c:pt>
                <c:pt idx="38">
                  <c:v>534.11099999999999</c:v>
                </c:pt>
                <c:pt idx="39">
                  <c:v>674.58100000000002</c:v>
                </c:pt>
                <c:pt idx="40">
                  <c:v>486.46899999999999</c:v>
                </c:pt>
                <c:pt idx="41">
                  <c:v>573.42700000000002</c:v>
                </c:pt>
                <c:pt idx="42">
                  <c:v>506.74799999999999</c:v>
                </c:pt>
                <c:pt idx="43">
                  <c:v>528.69399999999996</c:v>
                </c:pt>
                <c:pt idx="44">
                  <c:v>512.92600000000004</c:v>
                </c:pt>
                <c:pt idx="45">
                  <c:v>519.84699999999998</c:v>
                </c:pt>
                <c:pt idx="46">
                  <c:v>587.18700000000001</c:v>
                </c:pt>
                <c:pt idx="47">
                  <c:v>855.95899999999995</c:v>
                </c:pt>
                <c:pt idx="48">
                  <c:v>936.01099999999997</c:v>
                </c:pt>
                <c:pt idx="49">
                  <c:v>656.56799999999998</c:v>
                </c:pt>
                <c:pt idx="50">
                  <c:v>1308.93</c:v>
                </c:pt>
                <c:pt idx="51">
                  <c:v>1085.51</c:v>
                </c:pt>
                <c:pt idx="52">
                  <c:v>1421.35</c:v>
                </c:pt>
                <c:pt idx="53">
                  <c:v>1637.23</c:v>
                </c:pt>
                <c:pt idx="54">
                  <c:v>1414.72</c:v>
                </c:pt>
                <c:pt idx="55">
                  <c:v>555.62699999999995</c:v>
                </c:pt>
                <c:pt idx="56">
                  <c:v>983.60299999999995</c:v>
                </c:pt>
                <c:pt idx="57">
                  <c:v>986.18399999999997</c:v>
                </c:pt>
                <c:pt idx="58">
                  <c:v>887.279</c:v>
                </c:pt>
                <c:pt idx="59">
                  <c:v>933.65</c:v>
                </c:pt>
                <c:pt idx="60">
                  <c:v>304.505</c:v>
                </c:pt>
                <c:pt idx="61">
                  <c:v>593.697</c:v>
                </c:pt>
                <c:pt idx="62">
                  <c:v>361.733</c:v>
                </c:pt>
                <c:pt idx="63">
                  <c:v>729.27499999999998</c:v>
                </c:pt>
                <c:pt idx="64">
                  <c:v>701.101</c:v>
                </c:pt>
                <c:pt idx="65">
                  <c:v>590.58100000000002</c:v>
                </c:pt>
                <c:pt idx="66">
                  <c:v>591.69500000000005</c:v>
                </c:pt>
                <c:pt idx="67">
                  <c:v>340.24400000000003</c:v>
                </c:pt>
                <c:pt idx="68">
                  <c:v>405.73200000000003</c:v>
                </c:pt>
                <c:pt idx="69">
                  <c:v>413.93599999999998</c:v>
                </c:pt>
                <c:pt idx="70">
                  <c:v>449.67899999999997</c:v>
                </c:pt>
                <c:pt idx="71">
                  <c:v>442.14100000000002</c:v>
                </c:pt>
                <c:pt idx="72">
                  <c:v>468.49799999999999</c:v>
                </c:pt>
                <c:pt idx="73">
                  <c:v>492.77300000000002</c:v>
                </c:pt>
                <c:pt idx="74">
                  <c:v>468.875</c:v>
                </c:pt>
                <c:pt idx="75">
                  <c:v>488.27499999999998</c:v>
                </c:pt>
                <c:pt idx="76">
                  <c:v>552.69299999999998</c:v>
                </c:pt>
                <c:pt idx="77">
                  <c:v>669.64499999999998</c:v>
                </c:pt>
                <c:pt idx="78">
                  <c:v>459.93</c:v>
                </c:pt>
                <c:pt idx="79">
                  <c:v>457.61099999999999</c:v>
                </c:pt>
                <c:pt idx="80">
                  <c:v>436.38299999999998</c:v>
                </c:pt>
                <c:pt idx="81">
                  <c:v>461.80399999999997</c:v>
                </c:pt>
                <c:pt idx="82">
                  <c:v>484.63099999999997</c:v>
                </c:pt>
                <c:pt idx="83">
                  <c:v>476.96300000000002</c:v>
                </c:pt>
                <c:pt idx="84">
                  <c:v>505.166</c:v>
                </c:pt>
                <c:pt idx="85">
                  <c:v>551.38599999999997</c:v>
                </c:pt>
                <c:pt idx="86">
                  <c:v>540.721</c:v>
                </c:pt>
                <c:pt idx="87">
                  <c:v>596.24</c:v>
                </c:pt>
                <c:pt idx="88">
                  <c:v>482.17599999999999</c:v>
                </c:pt>
                <c:pt idx="89">
                  <c:v>573.08000000000004</c:v>
                </c:pt>
                <c:pt idx="90">
                  <c:v>589.17100000000005</c:v>
                </c:pt>
                <c:pt idx="91">
                  <c:v>543.13300000000004</c:v>
                </c:pt>
                <c:pt idx="92">
                  <c:v>532.12099999999998</c:v>
                </c:pt>
                <c:pt idx="93">
                  <c:v>530.70500000000004</c:v>
                </c:pt>
                <c:pt idx="94">
                  <c:v>521.79200000000003</c:v>
                </c:pt>
                <c:pt idx="95">
                  <c:v>525.26700000000005</c:v>
                </c:pt>
                <c:pt idx="96">
                  <c:v>573.52099999999996</c:v>
                </c:pt>
                <c:pt idx="97">
                  <c:v>599.54600000000005</c:v>
                </c:pt>
                <c:pt idx="98">
                  <c:v>582.96699999999998</c:v>
                </c:pt>
                <c:pt idx="99">
                  <c:v>516.98599999999999</c:v>
                </c:pt>
                <c:pt idx="100">
                  <c:v>584.42200000000003</c:v>
                </c:pt>
                <c:pt idx="101">
                  <c:v>310.86900000000003</c:v>
                </c:pt>
                <c:pt idx="102">
                  <c:v>290.024</c:v>
                </c:pt>
                <c:pt idx="103">
                  <c:v>290.52699999999999</c:v>
                </c:pt>
                <c:pt idx="104">
                  <c:v>294.06200000000001</c:v>
                </c:pt>
                <c:pt idx="105">
                  <c:v>369.01299999999998</c:v>
                </c:pt>
                <c:pt idx="106">
                  <c:v>462.68599999999998</c:v>
                </c:pt>
                <c:pt idx="107">
                  <c:v>672.79700000000003</c:v>
                </c:pt>
                <c:pt idx="108">
                  <c:v>530.89200000000005</c:v>
                </c:pt>
                <c:pt idx="109">
                  <c:v>662.39800000000002</c:v>
                </c:pt>
                <c:pt idx="110">
                  <c:v>536.96</c:v>
                </c:pt>
                <c:pt idx="111">
                  <c:v>492.60700000000003</c:v>
                </c:pt>
                <c:pt idx="112">
                  <c:v>539.37199999999996</c:v>
                </c:pt>
                <c:pt idx="113">
                  <c:v>472.51100000000002</c:v>
                </c:pt>
                <c:pt idx="114">
                  <c:v>486.70299999999997</c:v>
                </c:pt>
                <c:pt idx="115">
                  <c:v>490.86200000000002</c:v>
                </c:pt>
                <c:pt idx="116">
                  <c:v>504.72800000000001</c:v>
                </c:pt>
                <c:pt idx="117">
                  <c:v>523.67499999999995</c:v>
                </c:pt>
                <c:pt idx="118">
                  <c:v>495.62400000000002</c:v>
                </c:pt>
                <c:pt idx="119">
                  <c:v>478.517</c:v>
                </c:pt>
                <c:pt idx="120">
                  <c:v>565.40800000000002</c:v>
                </c:pt>
                <c:pt idx="121">
                  <c:v>567.38099999999997</c:v>
                </c:pt>
                <c:pt idx="122">
                  <c:v>561.21</c:v>
                </c:pt>
                <c:pt idx="123">
                  <c:v>497.72800000000001</c:v>
                </c:pt>
                <c:pt idx="124">
                  <c:v>483.69200000000001</c:v>
                </c:pt>
                <c:pt idx="125">
                  <c:v>467.13</c:v>
                </c:pt>
                <c:pt idx="126">
                  <c:v>576.01900000000001</c:v>
                </c:pt>
                <c:pt idx="127">
                  <c:v>616.29100000000005</c:v>
                </c:pt>
                <c:pt idx="128">
                  <c:v>542.55399999999997</c:v>
                </c:pt>
                <c:pt idx="129">
                  <c:v>496.25599999999997</c:v>
                </c:pt>
                <c:pt idx="130">
                  <c:v>527.21199999999999</c:v>
                </c:pt>
                <c:pt idx="131">
                  <c:v>482.66800000000001</c:v>
                </c:pt>
                <c:pt idx="132">
                  <c:v>552.87800000000004</c:v>
                </c:pt>
                <c:pt idx="133">
                  <c:v>500.49900000000002</c:v>
                </c:pt>
                <c:pt idx="134">
                  <c:v>548.05700000000002</c:v>
                </c:pt>
                <c:pt idx="135">
                  <c:v>475.935</c:v>
                </c:pt>
                <c:pt idx="136">
                  <c:v>468.745</c:v>
                </c:pt>
                <c:pt idx="137">
                  <c:v>540.26099999999997</c:v>
                </c:pt>
                <c:pt idx="138">
                  <c:v>455.42599999999999</c:v>
                </c:pt>
                <c:pt idx="139">
                  <c:v>464.577</c:v>
                </c:pt>
                <c:pt idx="140">
                  <c:v>451.601</c:v>
                </c:pt>
                <c:pt idx="141">
                  <c:v>475.822</c:v>
                </c:pt>
                <c:pt idx="142">
                  <c:v>411.97300000000001</c:v>
                </c:pt>
                <c:pt idx="143">
                  <c:v>300.00200000000001</c:v>
                </c:pt>
                <c:pt idx="144">
                  <c:v>299.99099999999999</c:v>
                </c:pt>
                <c:pt idx="145">
                  <c:v>300.41800000000001</c:v>
                </c:pt>
                <c:pt idx="146">
                  <c:v>293.34500000000003</c:v>
                </c:pt>
                <c:pt idx="147">
                  <c:v>295.11700000000002</c:v>
                </c:pt>
                <c:pt idx="148">
                  <c:v>291.11200000000002</c:v>
                </c:pt>
                <c:pt idx="149">
                  <c:v>296.41500000000002</c:v>
                </c:pt>
                <c:pt idx="150">
                  <c:v>291.73700000000002</c:v>
                </c:pt>
                <c:pt idx="151">
                  <c:v>290.27199999999999</c:v>
                </c:pt>
                <c:pt idx="152">
                  <c:v>650.31399999999996</c:v>
                </c:pt>
                <c:pt idx="153">
                  <c:v>349.64</c:v>
                </c:pt>
                <c:pt idx="154">
                  <c:v>912.19600000000003</c:v>
                </c:pt>
                <c:pt idx="155">
                  <c:v>356.53399999999999</c:v>
                </c:pt>
                <c:pt idx="156">
                  <c:v>332.279</c:v>
                </c:pt>
                <c:pt idx="157">
                  <c:v>320.77499999999998</c:v>
                </c:pt>
                <c:pt idx="158">
                  <c:v>313.714</c:v>
                </c:pt>
                <c:pt idx="159">
                  <c:v>370.72800000000001</c:v>
                </c:pt>
                <c:pt idx="160">
                  <c:v>294.18599999999998</c:v>
                </c:pt>
                <c:pt idx="161">
                  <c:v>377.524</c:v>
                </c:pt>
                <c:pt idx="162">
                  <c:v>657.86599999999999</c:v>
                </c:pt>
                <c:pt idx="163">
                  <c:v>367.75299999999999</c:v>
                </c:pt>
                <c:pt idx="164">
                  <c:v>359.29500000000002</c:v>
                </c:pt>
                <c:pt idx="165">
                  <c:v>721.17700000000002</c:v>
                </c:pt>
                <c:pt idx="166">
                  <c:v>435.04199999999997</c:v>
                </c:pt>
                <c:pt idx="167">
                  <c:v>508.40800000000002</c:v>
                </c:pt>
                <c:pt idx="168">
                  <c:v>486.827</c:v>
                </c:pt>
                <c:pt idx="169">
                  <c:v>489.83</c:v>
                </c:pt>
                <c:pt idx="170">
                  <c:v>508.63</c:v>
                </c:pt>
                <c:pt idx="171">
                  <c:v>483.90699999999998</c:v>
                </c:pt>
                <c:pt idx="172">
                  <c:v>482.91899999999998</c:v>
                </c:pt>
                <c:pt idx="173">
                  <c:v>483.38</c:v>
                </c:pt>
                <c:pt idx="174">
                  <c:v>486.76400000000001</c:v>
                </c:pt>
                <c:pt idx="175">
                  <c:v>502.82799999999997</c:v>
                </c:pt>
                <c:pt idx="176">
                  <c:v>515.46400000000006</c:v>
                </c:pt>
                <c:pt idx="177">
                  <c:v>596.29100000000005</c:v>
                </c:pt>
                <c:pt idx="178">
                  <c:v>478.983</c:v>
                </c:pt>
                <c:pt idx="179">
                  <c:v>424.21199999999999</c:v>
                </c:pt>
                <c:pt idx="180">
                  <c:v>476.91800000000001</c:v>
                </c:pt>
                <c:pt idx="181">
                  <c:v>459.07</c:v>
                </c:pt>
                <c:pt idx="182">
                  <c:v>474.404</c:v>
                </c:pt>
                <c:pt idx="183">
                  <c:v>510.74700000000001</c:v>
                </c:pt>
                <c:pt idx="184">
                  <c:v>504</c:v>
                </c:pt>
                <c:pt idx="185">
                  <c:v>495.24799999999999</c:v>
                </c:pt>
                <c:pt idx="186">
                  <c:v>506.56200000000001</c:v>
                </c:pt>
                <c:pt idx="187">
                  <c:v>651.07299999999998</c:v>
                </c:pt>
                <c:pt idx="188">
                  <c:v>489.21100000000001</c:v>
                </c:pt>
                <c:pt idx="189">
                  <c:v>565.16</c:v>
                </c:pt>
                <c:pt idx="190">
                  <c:v>467.358</c:v>
                </c:pt>
                <c:pt idx="191">
                  <c:v>479.447</c:v>
                </c:pt>
                <c:pt idx="192">
                  <c:v>507.83800000000002</c:v>
                </c:pt>
                <c:pt idx="193">
                  <c:v>517.29700000000003</c:v>
                </c:pt>
                <c:pt idx="194">
                  <c:v>562.02599999999995</c:v>
                </c:pt>
                <c:pt idx="195">
                  <c:v>511.964</c:v>
                </c:pt>
                <c:pt idx="196">
                  <c:v>513.14800000000002</c:v>
                </c:pt>
                <c:pt idx="197">
                  <c:v>731.05100000000004</c:v>
                </c:pt>
                <c:pt idx="198">
                  <c:v>581.26</c:v>
                </c:pt>
                <c:pt idx="199">
                  <c:v>610.875</c:v>
                </c:pt>
                <c:pt idx="200">
                  <c:v>537.673</c:v>
                </c:pt>
                <c:pt idx="201">
                  <c:v>534.399</c:v>
                </c:pt>
                <c:pt idx="202">
                  <c:v>533.45399999999995</c:v>
                </c:pt>
                <c:pt idx="203">
                  <c:v>541.23500000000001</c:v>
                </c:pt>
                <c:pt idx="204">
                  <c:v>537.70799999999997</c:v>
                </c:pt>
                <c:pt idx="205">
                  <c:v>533.66600000000005</c:v>
                </c:pt>
                <c:pt idx="206">
                  <c:v>481.21</c:v>
                </c:pt>
                <c:pt idx="207">
                  <c:v>451.99700000000001</c:v>
                </c:pt>
                <c:pt idx="208">
                  <c:v>501.78300000000002</c:v>
                </c:pt>
                <c:pt idx="209">
                  <c:v>337.05900000000003</c:v>
                </c:pt>
                <c:pt idx="210">
                  <c:v>350.80099999999999</c:v>
                </c:pt>
                <c:pt idx="211">
                  <c:v>331.81</c:v>
                </c:pt>
                <c:pt idx="212">
                  <c:v>353.68900000000002</c:v>
                </c:pt>
                <c:pt idx="213">
                  <c:v>304.822</c:v>
                </c:pt>
                <c:pt idx="214">
                  <c:v>301.96499999999997</c:v>
                </c:pt>
                <c:pt idx="215">
                  <c:v>422.48099999999999</c:v>
                </c:pt>
                <c:pt idx="216">
                  <c:v>300.68700000000001</c:v>
                </c:pt>
                <c:pt idx="217">
                  <c:v>297.02699999999999</c:v>
                </c:pt>
                <c:pt idx="218">
                  <c:v>364.411</c:v>
                </c:pt>
                <c:pt idx="219">
                  <c:v>711.83900000000006</c:v>
                </c:pt>
                <c:pt idx="220">
                  <c:v>571.31899999999996</c:v>
                </c:pt>
                <c:pt idx="221">
                  <c:v>514.71299999999997</c:v>
                </c:pt>
                <c:pt idx="222">
                  <c:v>450.827</c:v>
                </c:pt>
                <c:pt idx="223">
                  <c:v>474.64299999999997</c:v>
                </c:pt>
                <c:pt idx="224">
                  <c:v>474.62799999999999</c:v>
                </c:pt>
                <c:pt idx="225">
                  <c:v>452.05700000000002</c:v>
                </c:pt>
                <c:pt idx="226">
                  <c:v>457.9</c:v>
                </c:pt>
                <c:pt idx="227">
                  <c:v>454.10199999999998</c:v>
                </c:pt>
                <c:pt idx="228">
                  <c:v>411.38099999999997</c:v>
                </c:pt>
                <c:pt idx="229">
                  <c:v>439.99700000000001</c:v>
                </c:pt>
                <c:pt idx="230">
                  <c:v>390.45299999999997</c:v>
                </c:pt>
                <c:pt idx="231">
                  <c:v>293.23500000000001</c:v>
                </c:pt>
                <c:pt idx="232">
                  <c:v>290.18599999999998</c:v>
                </c:pt>
                <c:pt idx="233">
                  <c:v>291.572</c:v>
                </c:pt>
                <c:pt idx="234">
                  <c:v>296.20400000000001</c:v>
                </c:pt>
                <c:pt idx="235">
                  <c:v>370.31799999999998</c:v>
                </c:pt>
                <c:pt idx="236">
                  <c:v>296.12299999999999</c:v>
                </c:pt>
                <c:pt idx="237">
                  <c:v>302.82400000000001</c:v>
                </c:pt>
                <c:pt idx="238">
                  <c:v>319.92</c:v>
                </c:pt>
                <c:pt idx="239">
                  <c:v>291.93799999999999</c:v>
                </c:pt>
                <c:pt idx="240">
                  <c:v>494.89299999999997</c:v>
                </c:pt>
                <c:pt idx="241">
                  <c:v>745.279</c:v>
                </c:pt>
                <c:pt idx="242">
                  <c:v>468.44600000000003</c:v>
                </c:pt>
                <c:pt idx="243">
                  <c:v>545.77099999999996</c:v>
                </c:pt>
                <c:pt idx="244">
                  <c:v>516.18600000000004</c:v>
                </c:pt>
                <c:pt idx="245">
                  <c:v>497.84899999999999</c:v>
                </c:pt>
                <c:pt idx="246">
                  <c:v>508.63799999999998</c:v>
                </c:pt>
                <c:pt idx="247">
                  <c:v>563.36500000000001</c:v>
                </c:pt>
                <c:pt idx="248">
                  <c:v>519.58799999999997</c:v>
                </c:pt>
                <c:pt idx="249">
                  <c:v>534.69299999999998</c:v>
                </c:pt>
                <c:pt idx="250">
                  <c:v>609.92899999999997</c:v>
                </c:pt>
                <c:pt idx="251">
                  <c:v>559.73400000000004</c:v>
                </c:pt>
                <c:pt idx="252">
                  <c:v>716.93</c:v>
                </c:pt>
                <c:pt idx="253">
                  <c:v>526.47199999999998</c:v>
                </c:pt>
                <c:pt idx="254">
                  <c:v>539.27599999999995</c:v>
                </c:pt>
                <c:pt idx="255">
                  <c:v>611.822</c:v>
                </c:pt>
                <c:pt idx="256">
                  <c:v>527.21699999999998</c:v>
                </c:pt>
                <c:pt idx="257">
                  <c:v>484.28800000000001</c:v>
                </c:pt>
                <c:pt idx="258">
                  <c:v>549.601</c:v>
                </c:pt>
                <c:pt idx="259">
                  <c:v>421.33499999999998</c:v>
                </c:pt>
                <c:pt idx="260">
                  <c:v>444.06299999999999</c:v>
                </c:pt>
                <c:pt idx="261">
                  <c:v>506.73899999999998</c:v>
                </c:pt>
                <c:pt idx="262">
                  <c:v>479.38200000000001</c:v>
                </c:pt>
                <c:pt idx="263">
                  <c:v>449.524</c:v>
                </c:pt>
                <c:pt idx="264">
                  <c:v>494.89600000000002</c:v>
                </c:pt>
                <c:pt idx="265">
                  <c:v>409.48200000000003</c:v>
                </c:pt>
                <c:pt idx="266">
                  <c:v>343.48599999999999</c:v>
                </c:pt>
                <c:pt idx="267">
                  <c:v>300.59100000000001</c:v>
                </c:pt>
                <c:pt idx="268">
                  <c:v>404.15100000000001</c:v>
                </c:pt>
                <c:pt idx="269">
                  <c:v>288.97000000000003</c:v>
                </c:pt>
                <c:pt idx="270">
                  <c:v>344.428</c:v>
                </c:pt>
                <c:pt idx="271">
                  <c:v>303.202</c:v>
                </c:pt>
                <c:pt idx="272">
                  <c:v>441.07100000000003</c:v>
                </c:pt>
                <c:pt idx="273">
                  <c:v>862.66499999999996</c:v>
                </c:pt>
                <c:pt idx="274">
                  <c:v>408.96</c:v>
                </c:pt>
                <c:pt idx="275">
                  <c:v>604.12699999999995</c:v>
                </c:pt>
                <c:pt idx="276">
                  <c:v>481.85199999999998</c:v>
                </c:pt>
                <c:pt idx="277">
                  <c:v>502.56299999999999</c:v>
                </c:pt>
                <c:pt idx="278">
                  <c:v>461.99799999999999</c:v>
                </c:pt>
                <c:pt idx="279">
                  <c:v>447.31900000000002</c:v>
                </c:pt>
                <c:pt idx="280">
                  <c:v>578.17100000000005</c:v>
                </c:pt>
                <c:pt idx="281">
                  <c:v>482.98599999999999</c:v>
                </c:pt>
                <c:pt idx="282">
                  <c:v>472.13900000000001</c:v>
                </c:pt>
                <c:pt idx="283">
                  <c:v>489.66500000000002</c:v>
                </c:pt>
                <c:pt idx="284">
                  <c:v>474.97199999999998</c:v>
                </c:pt>
                <c:pt idx="285">
                  <c:v>490.27600000000001</c:v>
                </c:pt>
                <c:pt idx="286">
                  <c:v>471.31099999999998</c:v>
                </c:pt>
                <c:pt idx="287">
                  <c:v>467.17700000000002</c:v>
                </c:pt>
                <c:pt idx="288">
                  <c:v>454.71199999999999</c:v>
                </c:pt>
                <c:pt idx="289">
                  <c:v>439.66300000000001</c:v>
                </c:pt>
                <c:pt idx="290">
                  <c:v>455.98599999999999</c:v>
                </c:pt>
                <c:pt idx="291">
                  <c:v>438.02300000000002</c:v>
                </c:pt>
                <c:pt idx="292">
                  <c:v>475.68400000000003</c:v>
                </c:pt>
                <c:pt idx="293">
                  <c:v>477.40199999999999</c:v>
                </c:pt>
                <c:pt idx="294">
                  <c:v>582.98699999999997</c:v>
                </c:pt>
                <c:pt idx="295">
                  <c:v>565.58600000000001</c:v>
                </c:pt>
                <c:pt idx="296">
                  <c:v>483.00099999999998</c:v>
                </c:pt>
                <c:pt idx="297">
                  <c:v>646.44899999999996</c:v>
                </c:pt>
                <c:pt idx="298">
                  <c:v>556.63499999999999</c:v>
                </c:pt>
                <c:pt idx="299">
                  <c:v>449.358</c:v>
                </c:pt>
                <c:pt idx="300">
                  <c:v>481.79500000000002</c:v>
                </c:pt>
                <c:pt idx="301">
                  <c:v>494.44400000000002</c:v>
                </c:pt>
                <c:pt idx="302">
                  <c:v>501.83</c:v>
                </c:pt>
                <c:pt idx="303">
                  <c:v>512.61900000000003</c:v>
                </c:pt>
                <c:pt idx="304">
                  <c:v>507.81900000000002</c:v>
                </c:pt>
                <c:pt idx="305">
                  <c:v>515.54999999999995</c:v>
                </c:pt>
                <c:pt idx="306">
                  <c:v>521.20100000000002</c:v>
                </c:pt>
                <c:pt idx="307">
                  <c:v>528.46400000000006</c:v>
                </c:pt>
                <c:pt idx="308">
                  <c:v>553.053</c:v>
                </c:pt>
                <c:pt idx="309">
                  <c:v>578.36099999999999</c:v>
                </c:pt>
                <c:pt idx="310">
                  <c:v>624.69200000000001</c:v>
                </c:pt>
                <c:pt idx="311">
                  <c:v>735.06899999999996</c:v>
                </c:pt>
                <c:pt idx="312">
                  <c:v>550.23500000000001</c:v>
                </c:pt>
                <c:pt idx="313">
                  <c:v>552.83900000000006</c:v>
                </c:pt>
                <c:pt idx="314">
                  <c:v>553.79300000000001</c:v>
                </c:pt>
                <c:pt idx="315">
                  <c:v>549.54200000000003</c:v>
                </c:pt>
                <c:pt idx="316">
                  <c:v>537.96699999999998</c:v>
                </c:pt>
                <c:pt idx="317">
                  <c:v>560.20500000000004</c:v>
                </c:pt>
                <c:pt idx="318">
                  <c:v>514.44299999999998</c:v>
                </c:pt>
                <c:pt idx="319">
                  <c:v>495.60500000000002</c:v>
                </c:pt>
                <c:pt idx="320">
                  <c:v>345.16899999999998</c:v>
                </c:pt>
                <c:pt idx="321">
                  <c:v>364.02100000000002</c:v>
                </c:pt>
                <c:pt idx="322">
                  <c:v>385.15499999999997</c:v>
                </c:pt>
                <c:pt idx="323">
                  <c:v>374.96800000000002</c:v>
                </c:pt>
                <c:pt idx="324">
                  <c:v>317.19400000000002</c:v>
                </c:pt>
                <c:pt idx="325">
                  <c:v>348.90899999999999</c:v>
                </c:pt>
                <c:pt idx="326">
                  <c:v>308.084</c:v>
                </c:pt>
                <c:pt idx="327">
                  <c:v>332.10599999999999</c:v>
                </c:pt>
                <c:pt idx="328">
                  <c:v>380.58499999999998</c:v>
                </c:pt>
                <c:pt idx="329">
                  <c:v>553.95899999999995</c:v>
                </c:pt>
                <c:pt idx="330">
                  <c:v>407.39400000000001</c:v>
                </c:pt>
                <c:pt idx="331">
                  <c:v>297.65300000000002</c:v>
                </c:pt>
                <c:pt idx="332">
                  <c:v>287.30399999999997</c:v>
                </c:pt>
                <c:pt idx="333">
                  <c:v>315.61700000000002</c:v>
                </c:pt>
                <c:pt idx="334">
                  <c:v>295.613</c:v>
                </c:pt>
                <c:pt idx="335">
                  <c:v>290.49299999999999</c:v>
                </c:pt>
                <c:pt idx="336">
                  <c:v>293.57400000000001</c:v>
                </c:pt>
                <c:pt idx="337">
                  <c:v>291.83499999999998</c:v>
                </c:pt>
                <c:pt idx="338">
                  <c:v>289.40499999999997</c:v>
                </c:pt>
                <c:pt idx="339">
                  <c:v>641.75699999999995</c:v>
                </c:pt>
                <c:pt idx="340">
                  <c:v>868.447</c:v>
                </c:pt>
                <c:pt idx="341">
                  <c:v>566.70399999999995</c:v>
                </c:pt>
                <c:pt idx="342">
                  <c:v>514.08600000000001</c:v>
                </c:pt>
                <c:pt idx="343">
                  <c:v>469.923</c:v>
                </c:pt>
                <c:pt idx="344">
                  <c:v>444.25400000000002</c:v>
                </c:pt>
                <c:pt idx="345">
                  <c:v>449.09300000000002</c:v>
                </c:pt>
                <c:pt idx="346">
                  <c:v>560.82399999999996</c:v>
                </c:pt>
                <c:pt idx="347">
                  <c:v>550.00800000000004</c:v>
                </c:pt>
                <c:pt idx="348">
                  <c:v>382.97800000000001</c:v>
                </c:pt>
                <c:pt idx="349">
                  <c:v>533.23099999999999</c:v>
                </c:pt>
                <c:pt idx="350">
                  <c:v>533.05499999999995</c:v>
                </c:pt>
                <c:pt idx="351">
                  <c:v>531.68200000000002</c:v>
                </c:pt>
                <c:pt idx="352">
                  <c:v>525.98500000000001</c:v>
                </c:pt>
                <c:pt idx="353">
                  <c:v>495.096</c:v>
                </c:pt>
                <c:pt idx="354">
                  <c:v>625.30999999999995</c:v>
                </c:pt>
                <c:pt idx="355">
                  <c:v>456.565</c:v>
                </c:pt>
                <c:pt idx="356">
                  <c:v>449.53199999999998</c:v>
                </c:pt>
                <c:pt idx="357">
                  <c:v>628.37699999999995</c:v>
                </c:pt>
                <c:pt idx="358">
                  <c:v>543.226</c:v>
                </c:pt>
                <c:pt idx="359">
                  <c:v>503.46600000000001</c:v>
                </c:pt>
                <c:pt idx="360">
                  <c:v>535.34699999999998</c:v>
                </c:pt>
                <c:pt idx="361">
                  <c:v>518.83699999999999</c:v>
                </c:pt>
                <c:pt idx="362">
                  <c:v>521.35900000000004</c:v>
                </c:pt>
                <c:pt idx="363">
                  <c:v>546.52</c:v>
                </c:pt>
                <c:pt idx="364">
                  <c:v>585.93299999999999</c:v>
                </c:pt>
                <c:pt idx="365">
                  <c:v>552.82100000000003</c:v>
                </c:pt>
                <c:pt idx="366">
                  <c:v>572.88</c:v>
                </c:pt>
                <c:pt idx="367">
                  <c:v>507.08100000000002</c:v>
                </c:pt>
                <c:pt idx="368">
                  <c:v>511.46</c:v>
                </c:pt>
                <c:pt idx="369">
                  <c:v>549.90099999999995</c:v>
                </c:pt>
                <c:pt idx="370">
                  <c:v>547.49300000000005</c:v>
                </c:pt>
                <c:pt idx="371">
                  <c:v>532.13499999999999</c:v>
                </c:pt>
                <c:pt idx="372">
                  <c:v>568.69799999999998</c:v>
                </c:pt>
                <c:pt idx="373">
                  <c:v>400.416</c:v>
                </c:pt>
                <c:pt idx="374">
                  <c:v>322.47899999999998</c:v>
                </c:pt>
                <c:pt idx="375">
                  <c:v>344.358</c:v>
                </c:pt>
                <c:pt idx="376">
                  <c:v>385.96300000000002</c:v>
                </c:pt>
                <c:pt idx="377">
                  <c:v>322.16500000000002</c:v>
                </c:pt>
                <c:pt idx="378">
                  <c:v>359.58499999999998</c:v>
                </c:pt>
                <c:pt idx="379">
                  <c:v>362.262</c:v>
                </c:pt>
                <c:pt idx="380">
                  <c:v>290.66500000000002</c:v>
                </c:pt>
                <c:pt idx="381">
                  <c:v>297.536</c:v>
                </c:pt>
                <c:pt idx="382">
                  <c:v>295.286</c:v>
                </c:pt>
                <c:pt idx="383">
                  <c:v>472.25</c:v>
                </c:pt>
                <c:pt idx="384">
                  <c:v>421.63</c:v>
                </c:pt>
                <c:pt idx="385">
                  <c:v>678.64400000000001</c:v>
                </c:pt>
                <c:pt idx="386">
                  <c:v>506.464</c:v>
                </c:pt>
                <c:pt idx="387">
                  <c:v>650.18499999999995</c:v>
                </c:pt>
                <c:pt idx="388">
                  <c:v>650.62699999999995</c:v>
                </c:pt>
                <c:pt idx="389">
                  <c:v>1138.8800000000001</c:v>
                </c:pt>
                <c:pt idx="390">
                  <c:v>837.48099999999999</c:v>
                </c:pt>
                <c:pt idx="391">
                  <c:v>483.65800000000002</c:v>
                </c:pt>
                <c:pt idx="392">
                  <c:v>458.94600000000003</c:v>
                </c:pt>
                <c:pt idx="393">
                  <c:v>445.51499999999999</c:v>
                </c:pt>
                <c:pt idx="394">
                  <c:v>451.48700000000002</c:v>
                </c:pt>
                <c:pt idx="395">
                  <c:v>452.113</c:v>
                </c:pt>
                <c:pt idx="396">
                  <c:v>495.46800000000002</c:v>
                </c:pt>
                <c:pt idx="397">
                  <c:v>552.05899999999997</c:v>
                </c:pt>
                <c:pt idx="398">
                  <c:v>488.64699999999999</c:v>
                </c:pt>
                <c:pt idx="399">
                  <c:v>493.34399999999999</c:v>
                </c:pt>
                <c:pt idx="400">
                  <c:v>577.38400000000001</c:v>
                </c:pt>
                <c:pt idx="401">
                  <c:v>508.13900000000001</c:v>
                </c:pt>
                <c:pt idx="402">
                  <c:v>518.20500000000004</c:v>
                </c:pt>
                <c:pt idx="403">
                  <c:v>476.04599999999999</c:v>
                </c:pt>
                <c:pt idx="404">
                  <c:v>490.00400000000002</c:v>
                </c:pt>
                <c:pt idx="405">
                  <c:v>604.572</c:v>
                </c:pt>
                <c:pt idx="406">
                  <c:v>521.899</c:v>
                </c:pt>
                <c:pt idx="407">
                  <c:v>580.20299999999997</c:v>
                </c:pt>
                <c:pt idx="408">
                  <c:v>549.30100000000004</c:v>
                </c:pt>
                <c:pt idx="409">
                  <c:v>415.6</c:v>
                </c:pt>
                <c:pt idx="410">
                  <c:v>507.30399999999997</c:v>
                </c:pt>
                <c:pt idx="411">
                  <c:v>375.71899999999999</c:v>
                </c:pt>
                <c:pt idx="412">
                  <c:v>349.20299999999997</c:v>
                </c:pt>
                <c:pt idx="413">
                  <c:v>384.541</c:v>
                </c:pt>
                <c:pt idx="414">
                  <c:v>301.577</c:v>
                </c:pt>
                <c:pt idx="415">
                  <c:v>298.012</c:v>
                </c:pt>
                <c:pt idx="416">
                  <c:v>291.73099999999999</c:v>
                </c:pt>
                <c:pt idx="417">
                  <c:v>302.60399999999998</c:v>
                </c:pt>
                <c:pt idx="418">
                  <c:v>297.67500000000001</c:v>
                </c:pt>
                <c:pt idx="419">
                  <c:v>294.702</c:v>
                </c:pt>
                <c:pt idx="420">
                  <c:v>297.29599999999999</c:v>
                </c:pt>
                <c:pt idx="421">
                  <c:v>292.53199999999998</c:v>
                </c:pt>
                <c:pt idx="422">
                  <c:v>292.06700000000001</c:v>
                </c:pt>
                <c:pt idx="423">
                  <c:v>332.82</c:v>
                </c:pt>
                <c:pt idx="424">
                  <c:v>349.39100000000002</c:v>
                </c:pt>
                <c:pt idx="425">
                  <c:v>433.68900000000002</c:v>
                </c:pt>
                <c:pt idx="426">
                  <c:v>316.21499999999997</c:v>
                </c:pt>
                <c:pt idx="427">
                  <c:v>310.93700000000001</c:v>
                </c:pt>
                <c:pt idx="428">
                  <c:v>317.798</c:v>
                </c:pt>
                <c:pt idx="429">
                  <c:v>330.33600000000001</c:v>
                </c:pt>
                <c:pt idx="430">
                  <c:v>373.88400000000001</c:v>
                </c:pt>
                <c:pt idx="431">
                  <c:v>448.53899999999999</c:v>
                </c:pt>
                <c:pt idx="432">
                  <c:v>300.02699999999999</c:v>
                </c:pt>
                <c:pt idx="433">
                  <c:v>531.79499999999996</c:v>
                </c:pt>
                <c:pt idx="434">
                  <c:v>414.45699999999999</c:v>
                </c:pt>
                <c:pt idx="435">
                  <c:v>333.59699999999998</c:v>
                </c:pt>
                <c:pt idx="436">
                  <c:v>799.06399999999996</c:v>
                </c:pt>
                <c:pt idx="437">
                  <c:v>1116.22</c:v>
                </c:pt>
                <c:pt idx="438">
                  <c:v>534.42399999999998</c:v>
                </c:pt>
                <c:pt idx="439">
                  <c:v>483.26299999999998</c:v>
                </c:pt>
                <c:pt idx="440">
                  <c:v>479.09199999999998</c:v>
                </c:pt>
                <c:pt idx="441">
                  <c:v>554.98099999999999</c:v>
                </c:pt>
                <c:pt idx="442">
                  <c:v>464.279</c:v>
                </c:pt>
                <c:pt idx="443">
                  <c:v>535.57299999999998</c:v>
                </c:pt>
                <c:pt idx="444">
                  <c:v>564.20100000000002</c:v>
                </c:pt>
                <c:pt idx="445">
                  <c:v>563.35900000000004</c:v>
                </c:pt>
                <c:pt idx="446">
                  <c:v>879.15099999999995</c:v>
                </c:pt>
                <c:pt idx="447">
                  <c:v>455.404</c:v>
                </c:pt>
                <c:pt idx="448">
                  <c:v>509.33499999999998</c:v>
                </c:pt>
                <c:pt idx="449">
                  <c:v>448.89</c:v>
                </c:pt>
                <c:pt idx="450">
                  <c:v>512.52300000000002</c:v>
                </c:pt>
                <c:pt idx="451">
                  <c:v>461</c:v>
                </c:pt>
                <c:pt idx="452">
                  <c:v>482.38900000000001</c:v>
                </c:pt>
                <c:pt idx="453">
                  <c:v>458.32600000000002</c:v>
                </c:pt>
                <c:pt idx="454">
                  <c:v>541.66499999999996</c:v>
                </c:pt>
                <c:pt idx="455">
                  <c:v>539.13300000000004</c:v>
                </c:pt>
                <c:pt idx="456">
                  <c:v>490.94099999999997</c:v>
                </c:pt>
                <c:pt idx="457">
                  <c:v>608.91399999999999</c:v>
                </c:pt>
                <c:pt idx="458">
                  <c:v>584.90599999999995</c:v>
                </c:pt>
                <c:pt idx="459">
                  <c:v>492.72800000000001</c:v>
                </c:pt>
                <c:pt idx="460">
                  <c:v>469.04</c:v>
                </c:pt>
                <c:pt idx="461">
                  <c:v>454.43900000000002</c:v>
                </c:pt>
                <c:pt idx="462">
                  <c:v>491.01600000000002</c:v>
                </c:pt>
                <c:pt idx="463">
                  <c:v>492.64800000000002</c:v>
                </c:pt>
                <c:pt idx="464">
                  <c:v>487.83199999999999</c:v>
                </c:pt>
                <c:pt idx="465">
                  <c:v>504.38200000000001</c:v>
                </c:pt>
                <c:pt idx="466">
                  <c:v>547.56299999999999</c:v>
                </c:pt>
                <c:pt idx="467">
                  <c:v>588.149</c:v>
                </c:pt>
                <c:pt idx="468">
                  <c:v>592.34799999999996</c:v>
                </c:pt>
                <c:pt idx="469">
                  <c:v>644.65300000000002</c:v>
                </c:pt>
                <c:pt idx="470">
                  <c:v>659.26700000000005</c:v>
                </c:pt>
                <c:pt idx="471">
                  <c:v>564.49699999999996</c:v>
                </c:pt>
                <c:pt idx="472">
                  <c:v>589.11699999999996</c:v>
                </c:pt>
                <c:pt idx="473">
                  <c:v>553.20100000000002</c:v>
                </c:pt>
                <c:pt idx="474">
                  <c:v>462.94400000000002</c:v>
                </c:pt>
                <c:pt idx="475">
                  <c:v>549.80700000000002</c:v>
                </c:pt>
                <c:pt idx="476">
                  <c:v>478.11200000000002</c:v>
                </c:pt>
                <c:pt idx="477">
                  <c:v>339.50299999999999</c:v>
                </c:pt>
                <c:pt idx="478">
                  <c:v>418.95800000000003</c:v>
                </c:pt>
                <c:pt idx="479">
                  <c:v>314.05799999999999</c:v>
                </c:pt>
                <c:pt idx="480">
                  <c:v>364.33300000000003</c:v>
                </c:pt>
                <c:pt idx="481">
                  <c:v>358.02</c:v>
                </c:pt>
                <c:pt idx="482">
                  <c:v>338.173</c:v>
                </c:pt>
                <c:pt idx="483">
                  <c:v>342.67200000000003</c:v>
                </c:pt>
                <c:pt idx="484">
                  <c:v>316.46800000000002</c:v>
                </c:pt>
                <c:pt idx="485">
                  <c:v>341.22800000000001</c:v>
                </c:pt>
                <c:pt idx="486">
                  <c:v>316.96100000000001</c:v>
                </c:pt>
                <c:pt idx="487">
                  <c:v>285.41800000000001</c:v>
                </c:pt>
                <c:pt idx="488">
                  <c:v>288.82900000000001</c:v>
                </c:pt>
                <c:pt idx="489">
                  <c:v>292.52800000000002</c:v>
                </c:pt>
                <c:pt idx="490">
                  <c:v>457.07</c:v>
                </c:pt>
                <c:pt idx="491">
                  <c:v>633.745</c:v>
                </c:pt>
                <c:pt idx="492">
                  <c:v>491.48399999999998</c:v>
                </c:pt>
                <c:pt idx="493">
                  <c:v>410.346</c:v>
                </c:pt>
                <c:pt idx="494">
                  <c:v>442.79199999999997</c:v>
                </c:pt>
                <c:pt idx="495">
                  <c:v>558.67399999999998</c:v>
                </c:pt>
                <c:pt idx="496">
                  <c:v>476.87900000000002</c:v>
                </c:pt>
                <c:pt idx="497">
                  <c:v>436.733</c:v>
                </c:pt>
                <c:pt idx="498">
                  <c:v>372.29399999999998</c:v>
                </c:pt>
                <c:pt idx="499">
                  <c:v>391.38</c:v>
                </c:pt>
                <c:pt idx="500">
                  <c:v>368.798</c:v>
                </c:pt>
                <c:pt idx="501">
                  <c:v>358.529</c:v>
                </c:pt>
                <c:pt idx="502">
                  <c:v>374.53699999999998</c:v>
                </c:pt>
                <c:pt idx="503">
                  <c:v>393.79199999999997</c:v>
                </c:pt>
                <c:pt idx="504">
                  <c:v>295.86900000000003</c:v>
                </c:pt>
                <c:pt idx="505">
                  <c:v>303.35199999999998</c:v>
                </c:pt>
                <c:pt idx="506">
                  <c:v>367.63200000000001</c:v>
                </c:pt>
                <c:pt idx="507">
                  <c:v>286.63499999999999</c:v>
                </c:pt>
                <c:pt idx="508">
                  <c:v>300.38299999999998</c:v>
                </c:pt>
                <c:pt idx="509">
                  <c:v>302.72699999999998</c:v>
                </c:pt>
                <c:pt idx="510">
                  <c:v>368.08800000000002</c:v>
                </c:pt>
                <c:pt idx="511">
                  <c:v>297.87299999999999</c:v>
                </c:pt>
                <c:pt idx="512">
                  <c:v>581.09500000000003</c:v>
                </c:pt>
                <c:pt idx="513">
                  <c:v>488.58699999999999</c:v>
                </c:pt>
                <c:pt idx="514">
                  <c:v>393.33100000000002</c:v>
                </c:pt>
                <c:pt idx="515">
                  <c:v>623.38599999999997</c:v>
                </c:pt>
                <c:pt idx="516">
                  <c:v>490.74200000000002</c:v>
                </c:pt>
                <c:pt idx="517">
                  <c:v>615.97799999999995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CDD-44EC-9CF7-C3587689C1B0}"/>
            </c:ext>
          </c:extLst>
        </c:ser>
        <c:ser>
          <c:idx val="3"/>
          <c:order val="3"/>
          <c:tx>
            <c:strRef>
              <c:f>Sheet4!$E$1</c:f>
              <c:strCache>
                <c:ptCount val="1"/>
                <c:pt idx="0">
                  <c:v>setpoint_raw/attitude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Sheet4!$E$2:$E$526</c:f>
              <c:numCache>
                <c:formatCode>General</c:formatCode>
                <c:ptCount val="525"/>
                <c:pt idx="0">
                  <c:v>504.68</c:v>
                </c:pt>
                <c:pt idx="1">
                  <c:v>454.279</c:v>
                </c:pt>
                <c:pt idx="2">
                  <c:v>459.93200000000002</c:v>
                </c:pt>
                <c:pt idx="3">
                  <c:v>484.21499999999997</c:v>
                </c:pt>
                <c:pt idx="4">
                  <c:v>468.779</c:v>
                </c:pt>
                <c:pt idx="5">
                  <c:v>298.40499999999997</c:v>
                </c:pt>
                <c:pt idx="6">
                  <c:v>308.18799999999999</c:v>
                </c:pt>
                <c:pt idx="7">
                  <c:v>275.28699999999998</c:v>
                </c:pt>
                <c:pt idx="8">
                  <c:v>368.47199999999998</c:v>
                </c:pt>
                <c:pt idx="9">
                  <c:v>333.61500000000001</c:v>
                </c:pt>
                <c:pt idx="10">
                  <c:v>344.91399999999999</c:v>
                </c:pt>
                <c:pt idx="11">
                  <c:v>324.83800000000002</c:v>
                </c:pt>
                <c:pt idx="12">
                  <c:v>341.24599999999998</c:v>
                </c:pt>
                <c:pt idx="13">
                  <c:v>328.81</c:v>
                </c:pt>
                <c:pt idx="14">
                  <c:v>418.28199999999998</c:v>
                </c:pt>
                <c:pt idx="15">
                  <c:v>492.33800000000002</c:v>
                </c:pt>
                <c:pt idx="16">
                  <c:v>480.58600000000001</c:v>
                </c:pt>
                <c:pt idx="17">
                  <c:v>416.548</c:v>
                </c:pt>
                <c:pt idx="18">
                  <c:v>334.04300000000001</c:v>
                </c:pt>
                <c:pt idx="19">
                  <c:v>308.66000000000003</c:v>
                </c:pt>
                <c:pt idx="20">
                  <c:v>294.14400000000001</c:v>
                </c:pt>
                <c:pt idx="21">
                  <c:v>278.16000000000003</c:v>
                </c:pt>
                <c:pt idx="22">
                  <c:v>352.36900000000003</c:v>
                </c:pt>
                <c:pt idx="23">
                  <c:v>311.70400000000001</c:v>
                </c:pt>
                <c:pt idx="24">
                  <c:v>277.20800000000003</c:v>
                </c:pt>
                <c:pt idx="25">
                  <c:v>418.94900000000001</c:v>
                </c:pt>
                <c:pt idx="26">
                  <c:v>281.99400000000003</c:v>
                </c:pt>
                <c:pt idx="27">
                  <c:v>350.18900000000002</c:v>
                </c:pt>
                <c:pt idx="28">
                  <c:v>405.22800000000001</c:v>
                </c:pt>
                <c:pt idx="29">
                  <c:v>350.565</c:v>
                </c:pt>
                <c:pt idx="30">
                  <c:v>433.125</c:v>
                </c:pt>
                <c:pt idx="31">
                  <c:v>280.76799999999997</c:v>
                </c:pt>
                <c:pt idx="32">
                  <c:v>290.09300000000002</c:v>
                </c:pt>
                <c:pt idx="33">
                  <c:v>314.46199999999999</c:v>
                </c:pt>
                <c:pt idx="34">
                  <c:v>355.43900000000002</c:v>
                </c:pt>
                <c:pt idx="35">
                  <c:v>271.858</c:v>
                </c:pt>
                <c:pt idx="36">
                  <c:v>279.81900000000002</c:v>
                </c:pt>
                <c:pt idx="37">
                  <c:v>284.95400000000001</c:v>
                </c:pt>
                <c:pt idx="38">
                  <c:v>652.44899999999996</c:v>
                </c:pt>
                <c:pt idx="39">
                  <c:v>403.351</c:v>
                </c:pt>
                <c:pt idx="40">
                  <c:v>330.892</c:v>
                </c:pt>
                <c:pt idx="41">
                  <c:v>491.21100000000001</c:v>
                </c:pt>
                <c:pt idx="42">
                  <c:v>319.68400000000003</c:v>
                </c:pt>
                <c:pt idx="43">
                  <c:v>283.06</c:v>
                </c:pt>
                <c:pt idx="44">
                  <c:v>271.2</c:v>
                </c:pt>
                <c:pt idx="45">
                  <c:v>276.55200000000002</c:v>
                </c:pt>
                <c:pt idx="46">
                  <c:v>350.37400000000002</c:v>
                </c:pt>
                <c:pt idx="47">
                  <c:v>276.19099999999997</c:v>
                </c:pt>
                <c:pt idx="48">
                  <c:v>311.995</c:v>
                </c:pt>
                <c:pt idx="49">
                  <c:v>324.90600000000001</c:v>
                </c:pt>
                <c:pt idx="50">
                  <c:v>392.036</c:v>
                </c:pt>
                <c:pt idx="51">
                  <c:v>312.44</c:v>
                </c:pt>
                <c:pt idx="52">
                  <c:v>329.19499999999999</c:v>
                </c:pt>
                <c:pt idx="53">
                  <c:v>1190.58</c:v>
                </c:pt>
                <c:pt idx="54">
                  <c:v>500.95400000000001</c:v>
                </c:pt>
                <c:pt idx="55">
                  <c:v>794.10900000000004</c:v>
                </c:pt>
                <c:pt idx="56">
                  <c:v>1221.4100000000001</c:v>
                </c:pt>
                <c:pt idx="57">
                  <c:v>949.79100000000005</c:v>
                </c:pt>
                <c:pt idx="58">
                  <c:v>455.01900000000001</c:v>
                </c:pt>
                <c:pt idx="59">
                  <c:v>1620.73</c:v>
                </c:pt>
                <c:pt idx="60">
                  <c:v>714.53599999999994</c:v>
                </c:pt>
                <c:pt idx="61">
                  <c:v>544.38699999999994</c:v>
                </c:pt>
                <c:pt idx="62">
                  <c:v>1384.55</c:v>
                </c:pt>
                <c:pt idx="63">
                  <c:v>1358.84</c:v>
                </c:pt>
                <c:pt idx="64">
                  <c:v>557.38300000000004</c:v>
                </c:pt>
                <c:pt idx="65">
                  <c:v>842.67100000000005</c:v>
                </c:pt>
                <c:pt idx="66">
                  <c:v>323.95299999999997</c:v>
                </c:pt>
                <c:pt idx="67">
                  <c:v>283.428</c:v>
                </c:pt>
                <c:pt idx="68">
                  <c:v>278.18900000000002</c:v>
                </c:pt>
                <c:pt idx="69">
                  <c:v>276.65699999999998</c:v>
                </c:pt>
                <c:pt idx="70">
                  <c:v>301.13900000000001</c:v>
                </c:pt>
                <c:pt idx="71">
                  <c:v>348.69400000000002</c:v>
                </c:pt>
                <c:pt idx="72">
                  <c:v>424.25</c:v>
                </c:pt>
                <c:pt idx="73">
                  <c:v>351.04500000000002</c:v>
                </c:pt>
                <c:pt idx="74">
                  <c:v>306.08300000000003</c:v>
                </c:pt>
                <c:pt idx="75">
                  <c:v>276.31799999999998</c:v>
                </c:pt>
                <c:pt idx="76">
                  <c:v>617.49099999999999</c:v>
                </c:pt>
                <c:pt idx="77">
                  <c:v>352.75299999999999</c:v>
                </c:pt>
                <c:pt idx="78">
                  <c:v>341.71800000000002</c:v>
                </c:pt>
                <c:pt idx="79">
                  <c:v>279.90600000000001</c:v>
                </c:pt>
                <c:pt idx="80">
                  <c:v>270.31799999999998</c:v>
                </c:pt>
                <c:pt idx="81">
                  <c:v>272.66899999999998</c:v>
                </c:pt>
                <c:pt idx="82">
                  <c:v>278.19200000000001</c:v>
                </c:pt>
                <c:pt idx="83">
                  <c:v>394.19200000000001</c:v>
                </c:pt>
                <c:pt idx="84">
                  <c:v>396.63200000000001</c:v>
                </c:pt>
                <c:pt idx="85">
                  <c:v>402.62400000000002</c:v>
                </c:pt>
                <c:pt idx="86">
                  <c:v>275.83800000000002</c:v>
                </c:pt>
                <c:pt idx="87">
                  <c:v>290.09300000000002</c:v>
                </c:pt>
                <c:pt idx="88">
                  <c:v>316.524</c:v>
                </c:pt>
                <c:pt idx="89">
                  <c:v>314.65300000000002</c:v>
                </c:pt>
                <c:pt idx="90">
                  <c:v>283.57299999999998</c:v>
                </c:pt>
                <c:pt idx="91">
                  <c:v>422.166</c:v>
                </c:pt>
                <c:pt idx="92">
                  <c:v>347.28</c:v>
                </c:pt>
                <c:pt idx="93">
                  <c:v>313.08499999999998</c:v>
                </c:pt>
                <c:pt idx="94">
                  <c:v>276.01900000000001</c:v>
                </c:pt>
                <c:pt idx="95">
                  <c:v>280.97500000000002</c:v>
                </c:pt>
                <c:pt idx="96">
                  <c:v>317.779</c:v>
                </c:pt>
                <c:pt idx="97">
                  <c:v>294.19299999999998</c:v>
                </c:pt>
                <c:pt idx="98">
                  <c:v>317.44</c:v>
                </c:pt>
                <c:pt idx="99">
                  <c:v>310.98</c:v>
                </c:pt>
                <c:pt idx="100">
                  <c:v>331.40800000000002</c:v>
                </c:pt>
                <c:pt idx="101">
                  <c:v>285.15100000000001</c:v>
                </c:pt>
                <c:pt idx="102">
                  <c:v>277.16500000000002</c:v>
                </c:pt>
                <c:pt idx="103">
                  <c:v>313.03100000000001</c:v>
                </c:pt>
                <c:pt idx="104">
                  <c:v>399.38600000000002</c:v>
                </c:pt>
                <c:pt idx="105">
                  <c:v>287.28399999999999</c:v>
                </c:pt>
                <c:pt idx="106">
                  <c:v>286.95499999999998</c:v>
                </c:pt>
                <c:pt idx="107">
                  <c:v>282.47899999999998</c:v>
                </c:pt>
                <c:pt idx="108">
                  <c:v>276.858</c:v>
                </c:pt>
                <c:pt idx="109">
                  <c:v>441.35199999999998</c:v>
                </c:pt>
                <c:pt idx="110">
                  <c:v>314.93099999999998</c:v>
                </c:pt>
                <c:pt idx="111">
                  <c:v>317.63200000000001</c:v>
                </c:pt>
                <c:pt idx="112">
                  <c:v>301.04700000000003</c:v>
                </c:pt>
                <c:pt idx="113">
                  <c:v>284.726</c:v>
                </c:pt>
                <c:pt idx="114">
                  <c:v>290.58100000000002</c:v>
                </c:pt>
                <c:pt idx="115">
                  <c:v>321.21300000000002</c:v>
                </c:pt>
                <c:pt idx="116">
                  <c:v>308.02600000000001</c:v>
                </c:pt>
                <c:pt idx="117">
                  <c:v>288.40899999999999</c:v>
                </c:pt>
                <c:pt idx="118">
                  <c:v>292.28899999999999</c:v>
                </c:pt>
                <c:pt idx="119">
                  <c:v>282.85300000000001</c:v>
                </c:pt>
                <c:pt idx="120">
                  <c:v>625.94799999999998</c:v>
                </c:pt>
                <c:pt idx="121">
                  <c:v>383.07100000000003</c:v>
                </c:pt>
                <c:pt idx="122">
                  <c:v>407.47800000000001</c:v>
                </c:pt>
                <c:pt idx="123">
                  <c:v>553.73199999999997</c:v>
                </c:pt>
                <c:pt idx="124">
                  <c:v>277.97000000000003</c:v>
                </c:pt>
                <c:pt idx="125">
                  <c:v>282.59500000000003</c:v>
                </c:pt>
                <c:pt idx="126">
                  <c:v>337.86399999999998</c:v>
                </c:pt>
                <c:pt idx="127">
                  <c:v>280.91899999999998</c:v>
                </c:pt>
                <c:pt idx="128">
                  <c:v>345.52199999999999</c:v>
                </c:pt>
                <c:pt idx="129">
                  <c:v>726.23500000000001</c:v>
                </c:pt>
                <c:pt idx="130">
                  <c:v>412.37200000000001</c:v>
                </c:pt>
                <c:pt idx="131">
                  <c:v>340.084</c:v>
                </c:pt>
                <c:pt idx="132">
                  <c:v>334.51600000000002</c:v>
                </c:pt>
                <c:pt idx="133">
                  <c:v>353.56</c:v>
                </c:pt>
                <c:pt idx="134">
                  <c:v>393.55200000000002</c:v>
                </c:pt>
                <c:pt idx="135">
                  <c:v>316.57499999999999</c:v>
                </c:pt>
                <c:pt idx="136">
                  <c:v>282.73899999999998</c:v>
                </c:pt>
                <c:pt idx="137">
                  <c:v>282.34899999999999</c:v>
                </c:pt>
                <c:pt idx="138">
                  <c:v>402.86200000000002</c:v>
                </c:pt>
                <c:pt idx="139">
                  <c:v>346.98700000000002</c:v>
                </c:pt>
                <c:pt idx="140">
                  <c:v>273.928</c:v>
                </c:pt>
                <c:pt idx="141">
                  <c:v>281.214</c:v>
                </c:pt>
                <c:pt idx="142">
                  <c:v>355.98200000000003</c:v>
                </c:pt>
                <c:pt idx="143">
                  <c:v>315.45299999999997</c:v>
                </c:pt>
                <c:pt idx="144">
                  <c:v>317.11599999999999</c:v>
                </c:pt>
                <c:pt idx="145">
                  <c:v>309.37599999999998</c:v>
                </c:pt>
                <c:pt idx="146">
                  <c:v>314.18799999999999</c:v>
                </c:pt>
                <c:pt idx="147">
                  <c:v>271.08499999999998</c:v>
                </c:pt>
                <c:pt idx="148">
                  <c:v>322.89</c:v>
                </c:pt>
                <c:pt idx="149">
                  <c:v>272.72699999999998</c:v>
                </c:pt>
                <c:pt idx="150">
                  <c:v>374.46300000000002</c:v>
                </c:pt>
                <c:pt idx="151">
                  <c:v>403.37299999999999</c:v>
                </c:pt>
                <c:pt idx="152">
                  <c:v>376.78800000000001</c:v>
                </c:pt>
                <c:pt idx="153">
                  <c:v>310.76</c:v>
                </c:pt>
                <c:pt idx="154">
                  <c:v>312.88099999999997</c:v>
                </c:pt>
                <c:pt idx="155">
                  <c:v>309.10300000000001</c:v>
                </c:pt>
                <c:pt idx="156">
                  <c:v>310.61900000000003</c:v>
                </c:pt>
                <c:pt idx="157">
                  <c:v>305.04599999999999</c:v>
                </c:pt>
                <c:pt idx="158">
                  <c:v>278.42200000000003</c:v>
                </c:pt>
                <c:pt idx="159">
                  <c:v>272.26499999999999</c:v>
                </c:pt>
                <c:pt idx="160">
                  <c:v>266.89800000000002</c:v>
                </c:pt>
                <c:pt idx="161">
                  <c:v>276.12799999999999</c:v>
                </c:pt>
                <c:pt idx="162">
                  <c:v>276.65300000000002</c:v>
                </c:pt>
                <c:pt idx="163">
                  <c:v>306.67700000000002</c:v>
                </c:pt>
                <c:pt idx="164">
                  <c:v>275.19200000000001</c:v>
                </c:pt>
                <c:pt idx="165">
                  <c:v>312.48399999999998</c:v>
                </c:pt>
                <c:pt idx="166">
                  <c:v>316.89299999999997</c:v>
                </c:pt>
                <c:pt idx="167">
                  <c:v>315.11599999999999</c:v>
                </c:pt>
                <c:pt idx="168">
                  <c:v>288.62099999999998</c:v>
                </c:pt>
                <c:pt idx="169">
                  <c:v>285.01499999999999</c:v>
                </c:pt>
                <c:pt idx="170">
                  <c:v>278.51400000000001</c:v>
                </c:pt>
                <c:pt idx="171">
                  <c:v>358.28300000000002</c:v>
                </c:pt>
                <c:pt idx="172">
                  <c:v>281.90199999999999</c:v>
                </c:pt>
                <c:pt idx="173">
                  <c:v>287.51100000000002</c:v>
                </c:pt>
                <c:pt idx="174">
                  <c:v>413.87599999999998</c:v>
                </c:pt>
                <c:pt idx="175">
                  <c:v>320.524</c:v>
                </c:pt>
                <c:pt idx="176">
                  <c:v>318.46699999999998</c:v>
                </c:pt>
                <c:pt idx="177">
                  <c:v>370.81200000000001</c:v>
                </c:pt>
                <c:pt idx="178">
                  <c:v>310.80200000000002</c:v>
                </c:pt>
                <c:pt idx="179">
                  <c:v>323.80700000000002</c:v>
                </c:pt>
                <c:pt idx="180">
                  <c:v>312.79599999999999</c:v>
                </c:pt>
                <c:pt idx="181">
                  <c:v>279.43400000000003</c:v>
                </c:pt>
                <c:pt idx="182">
                  <c:v>304.84800000000001</c:v>
                </c:pt>
                <c:pt idx="183">
                  <c:v>297.31900000000002</c:v>
                </c:pt>
                <c:pt idx="184">
                  <c:v>324.964</c:v>
                </c:pt>
                <c:pt idx="185">
                  <c:v>352.19200000000001</c:v>
                </c:pt>
                <c:pt idx="186">
                  <c:v>278.245</c:v>
                </c:pt>
                <c:pt idx="187">
                  <c:v>273.06700000000001</c:v>
                </c:pt>
                <c:pt idx="188">
                  <c:v>494.85300000000001</c:v>
                </c:pt>
                <c:pt idx="189">
                  <c:v>335.96300000000002</c:v>
                </c:pt>
                <c:pt idx="190">
                  <c:v>405.91500000000002</c:v>
                </c:pt>
                <c:pt idx="191">
                  <c:v>276.04599999999999</c:v>
                </c:pt>
                <c:pt idx="192">
                  <c:v>315.45699999999999</c:v>
                </c:pt>
                <c:pt idx="193">
                  <c:v>318.73899999999998</c:v>
                </c:pt>
                <c:pt idx="194">
                  <c:v>355.94900000000001</c:v>
                </c:pt>
                <c:pt idx="195">
                  <c:v>349.46800000000002</c:v>
                </c:pt>
                <c:pt idx="196">
                  <c:v>281.70100000000002</c:v>
                </c:pt>
                <c:pt idx="197">
                  <c:v>273.68799999999999</c:v>
                </c:pt>
                <c:pt idx="198">
                  <c:v>359.262</c:v>
                </c:pt>
                <c:pt idx="199">
                  <c:v>317.99099999999999</c:v>
                </c:pt>
                <c:pt idx="200">
                  <c:v>309.596</c:v>
                </c:pt>
                <c:pt idx="201">
                  <c:v>287.80099999999999</c:v>
                </c:pt>
                <c:pt idx="202">
                  <c:v>272.44799999999998</c:v>
                </c:pt>
                <c:pt idx="203">
                  <c:v>294.04500000000002</c:v>
                </c:pt>
                <c:pt idx="204">
                  <c:v>269.90199999999999</c:v>
                </c:pt>
                <c:pt idx="205">
                  <c:v>267.565</c:v>
                </c:pt>
                <c:pt idx="206">
                  <c:v>274.89400000000001</c:v>
                </c:pt>
                <c:pt idx="207">
                  <c:v>314.25799999999998</c:v>
                </c:pt>
                <c:pt idx="208">
                  <c:v>336.92500000000001</c:v>
                </c:pt>
                <c:pt idx="209">
                  <c:v>287.86200000000002</c:v>
                </c:pt>
                <c:pt idx="210">
                  <c:v>438.44600000000003</c:v>
                </c:pt>
                <c:pt idx="211">
                  <c:v>511.05799999999999</c:v>
                </c:pt>
                <c:pt idx="212">
                  <c:v>281.97199999999998</c:v>
                </c:pt>
                <c:pt idx="213">
                  <c:v>375.154</c:v>
                </c:pt>
                <c:pt idx="214">
                  <c:v>286.58199999999999</c:v>
                </c:pt>
                <c:pt idx="215">
                  <c:v>278.39499999999998</c:v>
                </c:pt>
                <c:pt idx="216">
                  <c:v>274.25200000000001</c:v>
                </c:pt>
                <c:pt idx="217">
                  <c:v>274.97300000000001</c:v>
                </c:pt>
                <c:pt idx="218">
                  <c:v>273.60199999999998</c:v>
                </c:pt>
                <c:pt idx="219">
                  <c:v>305.803</c:v>
                </c:pt>
                <c:pt idx="220">
                  <c:v>312.31299999999999</c:v>
                </c:pt>
                <c:pt idx="221">
                  <c:v>317.642</c:v>
                </c:pt>
                <c:pt idx="222">
                  <c:v>322.572</c:v>
                </c:pt>
                <c:pt idx="223">
                  <c:v>314.90300000000002</c:v>
                </c:pt>
                <c:pt idx="224">
                  <c:v>282.863</c:v>
                </c:pt>
                <c:pt idx="225">
                  <c:v>284.08699999999999</c:v>
                </c:pt>
                <c:pt idx="226">
                  <c:v>293.61900000000003</c:v>
                </c:pt>
                <c:pt idx="227">
                  <c:v>285.07600000000002</c:v>
                </c:pt>
                <c:pt idx="228">
                  <c:v>274.255</c:v>
                </c:pt>
                <c:pt idx="229">
                  <c:v>280.18099999999998</c:v>
                </c:pt>
                <c:pt idx="230">
                  <c:v>326.68599999999998</c:v>
                </c:pt>
                <c:pt idx="231">
                  <c:v>416.64100000000002</c:v>
                </c:pt>
                <c:pt idx="232">
                  <c:v>328.33300000000003</c:v>
                </c:pt>
                <c:pt idx="233">
                  <c:v>300.99700000000001</c:v>
                </c:pt>
                <c:pt idx="234">
                  <c:v>286.291</c:v>
                </c:pt>
                <c:pt idx="235">
                  <c:v>283.29599999999999</c:v>
                </c:pt>
                <c:pt idx="236">
                  <c:v>347.13299999999998</c:v>
                </c:pt>
                <c:pt idx="237">
                  <c:v>281.07</c:v>
                </c:pt>
                <c:pt idx="238">
                  <c:v>318.07</c:v>
                </c:pt>
                <c:pt idx="239">
                  <c:v>312.43</c:v>
                </c:pt>
                <c:pt idx="240">
                  <c:v>333.834</c:v>
                </c:pt>
                <c:pt idx="241">
                  <c:v>650.84400000000005</c:v>
                </c:pt>
                <c:pt idx="242">
                  <c:v>351.166</c:v>
                </c:pt>
                <c:pt idx="243">
                  <c:v>504.19400000000002</c:v>
                </c:pt>
                <c:pt idx="244">
                  <c:v>373.92099999999999</c:v>
                </c:pt>
                <c:pt idx="245">
                  <c:v>341.42200000000003</c:v>
                </c:pt>
                <c:pt idx="246">
                  <c:v>280.83199999999999</c:v>
                </c:pt>
                <c:pt idx="247">
                  <c:v>276.19</c:v>
                </c:pt>
                <c:pt idx="248">
                  <c:v>276.34100000000001</c:v>
                </c:pt>
                <c:pt idx="249">
                  <c:v>289.85700000000003</c:v>
                </c:pt>
                <c:pt idx="250">
                  <c:v>277.08199999999999</c:v>
                </c:pt>
                <c:pt idx="251">
                  <c:v>284.14100000000002</c:v>
                </c:pt>
                <c:pt idx="252">
                  <c:v>318.43299999999999</c:v>
                </c:pt>
                <c:pt idx="253">
                  <c:v>314.51</c:v>
                </c:pt>
                <c:pt idx="254">
                  <c:v>324.74200000000002</c:v>
                </c:pt>
                <c:pt idx="255">
                  <c:v>306.92200000000003</c:v>
                </c:pt>
                <c:pt idx="256">
                  <c:v>308.87299999999999</c:v>
                </c:pt>
                <c:pt idx="257">
                  <c:v>274.93599999999998</c:v>
                </c:pt>
                <c:pt idx="258">
                  <c:v>270.84199999999998</c:v>
                </c:pt>
                <c:pt idx="259">
                  <c:v>274.23700000000002</c:v>
                </c:pt>
                <c:pt idx="260">
                  <c:v>275.935</c:v>
                </c:pt>
                <c:pt idx="261">
                  <c:v>311.505</c:v>
                </c:pt>
                <c:pt idx="262">
                  <c:v>311.06099999999998</c:v>
                </c:pt>
                <c:pt idx="263">
                  <c:v>307.21300000000002</c:v>
                </c:pt>
                <c:pt idx="264">
                  <c:v>410.8</c:v>
                </c:pt>
                <c:pt idx="265">
                  <c:v>271.60199999999998</c:v>
                </c:pt>
                <c:pt idx="266">
                  <c:v>271.93599999999998</c:v>
                </c:pt>
                <c:pt idx="267">
                  <c:v>281.12599999999998</c:v>
                </c:pt>
                <c:pt idx="268">
                  <c:v>283.07400000000001</c:v>
                </c:pt>
                <c:pt idx="269">
                  <c:v>272.56400000000002</c:v>
                </c:pt>
                <c:pt idx="270">
                  <c:v>273.916</c:v>
                </c:pt>
                <c:pt idx="271">
                  <c:v>293.36599999999999</c:v>
                </c:pt>
                <c:pt idx="272">
                  <c:v>283.173</c:v>
                </c:pt>
                <c:pt idx="273">
                  <c:v>294.74200000000002</c:v>
                </c:pt>
                <c:pt idx="274">
                  <c:v>363.702</c:v>
                </c:pt>
                <c:pt idx="275">
                  <c:v>320.435</c:v>
                </c:pt>
                <c:pt idx="276">
                  <c:v>320.02100000000002</c:v>
                </c:pt>
                <c:pt idx="277">
                  <c:v>312.58199999999999</c:v>
                </c:pt>
                <c:pt idx="278">
                  <c:v>325.48200000000003</c:v>
                </c:pt>
                <c:pt idx="279">
                  <c:v>276.21199999999999</c:v>
                </c:pt>
                <c:pt idx="280">
                  <c:v>284.38400000000001</c:v>
                </c:pt>
                <c:pt idx="281">
                  <c:v>281.98899999999998</c:v>
                </c:pt>
                <c:pt idx="282">
                  <c:v>303.26</c:v>
                </c:pt>
                <c:pt idx="283">
                  <c:v>278.512</c:v>
                </c:pt>
                <c:pt idx="284">
                  <c:v>274.65499999999997</c:v>
                </c:pt>
                <c:pt idx="285">
                  <c:v>280.93099999999998</c:v>
                </c:pt>
                <c:pt idx="286">
                  <c:v>315.82499999999999</c:v>
                </c:pt>
                <c:pt idx="287">
                  <c:v>316.85399999999998</c:v>
                </c:pt>
                <c:pt idx="288">
                  <c:v>321.20299999999997</c:v>
                </c:pt>
                <c:pt idx="289">
                  <c:v>320.59199999999998</c:v>
                </c:pt>
                <c:pt idx="290">
                  <c:v>313.78899999999999</c:v>
                </c:pt>
                <c:pt idx="291">
                  <c:v>295.27699999999999</c:v>
                </c:pt>
                <c:pt idx="292">
                  <c:v>294.70800000000003</c:v>
                </c:pt>
                <c:pt idx="293">
                  <c:v>279.85000000000002</c:v>
                </c:pt>
                <c:pt idx="294">
                  <c:v>291.56900000000002</c:v>
                </c:pt>
                <c:pt idx="295">
                  <c:v>302.31799999999998</c:v>
                </c:pt>
                <c:pt idx="296">
                  <c:v>366.17399999999998</c:v>
                </c:pt>
                <c:pt idx="297">
                  <c:v>335.52</c:v>
                </c:pt>
                <c:pt idx="298">
                  <c:v>661.84699999999998</c:v>
                </c:pt>
                <c:pt idx="299">
                  <c:v>408.02699999999999</c:v>
                </c:pt>
                <c:pt idx="300">
                  <c:v>275.04899999999998</c:v>
                </c:pt>
                <c:pt idx="301">
                  <c:v>279.738</c:v>
                </c:pt>
                <c:pt idx="302">
                  <c:v>281.32600000000002</c:v>
                </c:pt>
                <c:pt idx="303">
                  <c:v>280.24900000000002</c:v>
                </c:pt>
                <c:pt idx="304">
                  <c:v>268.20499999999998</c:v>
                </c:pt>
                <c:pt idx="305">
                  <c:v>334.78300000000002</c:v>
                </c:pt>
                <c:pt idx="306">
                  <c:v>271.642</c:v>
                </c:pt>
                <c:pt idx="307">
                  <c:v>267.95699999999999</c:v>
                </c:pt>
                <c:pt idx="308">
                  <c:v>588.98900000000003</c:v>
                </c:pt>
                <c:pt idx="309">
                  <c:v>346.512</c:v>
                </c:pt>
                <c:pt idx="310">
                  <c:v>375.61799999999999</c:v>
                </c:pt>
                <c:pt idx="311">
                  <c:v>430.32100000000003</c:v>
                </c:pt>
                <c:pt idx="312">
                  <c:v>273.32499999999999</c:v>
                </c:pt>
                <c:pt idx="313">
                  <c:v>276.71199999999999</c:v>
                </c:pt>
                <c:pt idx="314">
                  <c:v>272.68799999999999</c:v>
                </c:pt>
                <c:pt idx="315">
                  <c:v>274.56099999999998</c:v>
                </c:pt>
                <c:pt idx="316">
                  <c:v>412.089</c:v>
                </c:pt>
                <c:pt idx="317">
                  <c:v>401.08600000000001</c:v>
                </c:pt>
                <c:pt idx="318">
                  <c:v>297.012</c:v>
                </c:pt>
                <c:pt idx="319">
                  <c:v>280.02300000000002</c:v>
                </c:pt>
                <c:pt idx="320">
                  <c:v>284.00900000000001</c:v>
                </c:pt>
                <c:pt idx="321">
                  <c:v>277.35599999999999</c:v>
                </c:pt>
                <c:pt idx="322">
                  <c:v>331.23700000000002</c:v>
                </c:pt>
                <c:pt idx="323">
                  <c:v>598.28300000000002</c:v>
                </c:pt>
                <c:pt idx="324">
                  <c:v>434.91300000000001</c:v>
                </c:pt>
                <c:pt idx="325">
                  <c:v>518.59500000000003</c:v>
                </c:pt>
                <c:pt idx="326">
                  <c:v>419.84899999999999</c:v>
                </c:pt>
                <c:pt idx="327">
                  <c:v>408.21100000000001</c:v>
                </c:pt>
                <c:pt idx="328">
                  <c:v>422.04</c:v>
                </c:pt>
                <c:pt idx="329">
                  <c:v>418.512</c:v>
                </c:pt>
                <c:pt idx="330">
                  <c:v>417.52199999999999</c:v>
                </c:pt>
                <c:pt idx="331">
                  <c:v>415.86900000000003</c:v>
                </c:pt>
                <c:pt idx="332">
                  <c:v>454.54700000000003</c:v>
                </c:pt>
                <c:pt idx="333">
                  <c:v>346.452</c:v>
                </c:pt>
                <c:pt idx="334">
                  <c:v>500.02800000000002</c:v>
                </c:pt>
                <c:pt idx="335">
                  <c:v>303.10199999999998</c:v>
                </c:pt>
                <c:pt idx="336">
                  <c:v>413.84</c:v>
                </c:pt>
                <c:pt idx="337">
                  <c:v>401.42200000000003</c:v>
                </c:pt>
                <c:pt idx="338">
                  <c:v>370.82100000000003</c:v>
                </c:pt>
                <c:pt idx="339">
                  <c:v>340.16500000000002</c:v>
                </c:pt>
                <c:pt idx="340">
                  <c:v>293.59399999999999</c:v>
                </c:pt>
                <c:pt idx="341">
                  <c:v>280.83800000000002</c:v>
                </c:pt>
                <c:pt idx="342">
                  <c:v>294.572</c:v>
                </c:pt>
                <c:pt idx="343">
                  <c:v>403.48899999999998</c:v>
                </c:pt>
                <c:pt idx="344">
                  <c:v>322.77600000000001</c:v>
                </c:pt>
                <c:pt idx="345">
                  <c:v>283.21100000000001</c:v>
                </c:pt>
                <c:pt idx="346">
                  <c:v>505.024</c:v>
                </c:pt>
                <c:pt idx="347">
                  <c:v>401.86599999999999</c:v>
                </c:pt>
                <c:pt idx="348">
                  <c:v>305.87700000000001</c:v>
                </c:pt>
                <c:pt idx="349">
                  <c:v>303.87900000000002</c:v>
                </c:pt>
                <c:pt idx="350">
                  <c:v>330.21</c:v>
                </c:pt>
                <c:pt idx="351">
                  <c:v>564.78300000000002</c:v>
                </c:pt>
                <c:pt idx="352">
                  <c:v>309.65499999999997</c:v>
                </c:pt>
                <c:pt idx="353">
                  <c:v>316.32100000000003</c:v>
                </c:pt>
                <c:pt idx="354">
                  <c:v>341.95699999999999</c:v>
                </c:pt>
                <c:pt idx="355">
                  <c:v>285.17200000000003</c:v>
                </c:pt>
                <c:pt idx="356">
                  <c:v>272.375</c:v>
                </c:pt>
                <c:pt idx="357">
                  <c:v>275.529</c:v>
                </c:pt>
                <c:pt idx="358">
                  <c:v>273.56900000000002</c:v>
                </c:pt>
                <c:pt idx="359">
                  <c:v>268.66300000000001</c:v>
                </c:pt>
                <c:pt idx="360">
                  <c:v>286.67099999999999</c:v>
                </c:pt>
                <c:pt idx="361">
                  <c:v>292.80900000000003</c:v>
                </c:pt>
                <c:pt idx="362">
                  <c:v>277.77</c:v>
                </c:pt>
                <c:pt idx="363">
                  <c:v>370.577</c:v>
                </c:pt>
                <c:pt idx="364">
                  <c:v>314.18400000000003</c:v>
                </c:pt>
                <c:pt idx="365">
                  <c:v>368.78899999999999</c:v>
                </c:pt>
                <c:pt idx="366">
                  <c:v>278.23500000000001</c:v>
                </c:pt>
                <c:pt idx="367">
                  <c:v>270.726</c:v>
                </c:pt>
                <c:pt idx="368">
                  <c:v>267.64800000000002</c:v>
                </c:pt>
                <c:pt idx="369">
                  <c:v>268.99700000000001</c:v>
                </c:pt>
                <c:pt idx="370">
                  <c:v>330.19299999999998</c:v>
                </c:pt>
                <c:pt idx="371">
                  <c:v>275.863</c:v>
                </c:pt>
                <c:pt idx="372">
                  <c:v>277.88099999999997</c:v>
                </c:pt>
                <c:pt idx="373">
                  <c:v>375.19299999999998</c:v>
                </c:pt>
                <c:pt idx="374">
                  <c:v>301.86500000000001</c:v>
                </c:pt>
                <c:pt idx="375">
                  <c:v>305.55700000000002</c:v>
                </c:pt>
                <c:pt idx="376">
                  <c:v>307.87099999999998</c:v>
                </c:pt>
                <c:pt idx="377">
                  <c:v>325.77199999999999</c:v>
                </c:pt>
                <c:pt idx="378">
                  <c:v>270.709</c:v>
                </c:pt>
                <c:pt idx="379">
                  <c:v>279.476</c:v>
                </c:pt>
                <c:pt idx="380">
                  <c:v>280.45400000000001</c:v>
                </c:pt>
                <c:pt idx="381">
                  <c:v>284.43599999999998</c:v>
                </c:pt>
                <c:pt idx="382">
                  <c:v>277.07400000000001</c:v>
                </c:pt>
                <c:pt idx="383">
                  <c:v>280.995</c:v>
                </c:pt>
                <c:pt idx="384">
                  <c:v>278.029</c:v>
                </c:pt>
                <c:pt idx="385">
                  <c:v>278.45600000000002</c:v>
                </c:pt>
                <c:pt idx="386">
                  <c:v>304.38</c:v>
                </c:pt>
                <c:pt idx="387">
                  <c:v>307.108</c:v>
                </c:pt>
                <c:pt idx="388">
                  <c:v>301.91899999999998</c:v>
                </c:pt>
                <c:pt idx="389">
                  <c:v>337.46899999999999</c:v>
                </c:pt>
                <c:pt idx="390">
                  <c:v>267.65100000000001</c:v>
                </c:pt>
                <c:pt idx="391">
                  <c:v>272.73</c:v>
                </c:pt>
                <c:pt idx="392">
                  <c:v>271.87200000000001</c:v>
                </c:pt>
                <c:pt idx="393">
                  <c:v>283.35500000000002</c:v>
                </c:pt>
                <c:pt idx="394">
                  <c:v>585.35400000000004</c:v>
                </c:pt>
                <c:pt idx="395">
                  <c:v>2809.39</c:v>
                </c:pt>
                <c:pt idx="396">
                  <c:v>411.61599999999999</c:v>
                </c:pt>
                <c:pt idx="397">
                  <c:v>309.815</c:v>
                </c:pt>
                <c:pt idx="398">
                  <c:v>400.66800000000001</c:v>
                </c:pt>
                <c:pt idx="399">
                  <c:v>480.40499999999997</c:v>
                </c:pt>
                <c:pt idx="400">
                  <c:v>356.89499999999998</c:v>
                </c:pt>
                <c:pt idx="401">
                  <c:v>307.14999999999998</c:v>
                </c:pt>
                <c:pt idx="402">
                  <c:v>621.78200000000004</c:v>
                </c:pt>
                <c:pt idx="403">
                  <c:v>349.23</c:v>
                </c:pt>
                <c:pt idx="404">
                  <c:v>317.721</c:v>
                </c:pt>
                <c:pt idx="405">
                  <c:v>349.19200000000001</c:v>
                </c:pt>
                <c:pt idx="406">
                  <c:v>576.923</c:v>
                </c:pt>
                <c:pt idx="407">
                  <c:v>273.65199999999999</c:v>
                </c:pt>
                <c:pt idx="408">
                  <c:v>278.43</c:v>
                </c:pt>
                <c:pt idx="409">
                  <c:v>294.37799999999999</c:v>
                </c:pt>
                <c:pt idx="410">
                  <c:v>272.572</c:v>
                </c:pt>
                <c:pt idx="411">
                  <c:v>273.69299999999998</c:v>
                </c:pt>
                <c:pt idx="412">
                  <c:v>276.178</c:v>
                </c:pt>
                <c:pt idx="413">
                  <c:v>349.07299999999998</c:v>
                </c:pt>
                <c:pt idx="414">
                  <c:v>302.45299999999997</c:v>
                </c:pt>
                <c:pt idx="415">
                  <c:v>382.822</c:v>
                </c:pt>
                <c:pt idx="416">
                  <c:v>304.71800000000002</c:v>
                </c:pt>
                <c:pt idx="417">
                  <c:v>301.23099999999999</c:v>
                </c:pt>
                <c:pt idx="418">
                  <c:v>275.12900000000002</c:v>
                </c:pt>
                <c:pt idx="419">
                  <c:v>268.87400000000002</c:v>
                </c:pt>
                <c:pt idx="420">
                  <c:v>349.38299999999998</c:v>
                </c:pt>
                <c:pt idx="421">
                  <c:v>270.97699999999998</c:v>
                </c:pt>
                <c:pt idx="422">
                  <c:v>275.30099999999999</c:v>
                </c:pt>
                <c:pt idx="423">
                  <c:v>276.96800000000002</c:v>
                </c:pt>
                <c:pt idx="424">
                  <c:v>276.73099999999999</c:v>
                </c:pt>
                <c:pt idx="425">
                  <c:v>285.35000000000002</c:v>
                </c:pt>
                <c:pt idx="426">
                  <c:v>286.72199999999998</c:v>
                </c:pt>
                <c:pt idx="427">
                  <c:v>312.58100000000002</c:v>
                </c:pt>
                <c:pt idx="428">
                  <c:v>311.96100000000001</c:v>
                </c:pt>
                <c:pt idx="429">
                  <c:v>272.93099999999998</c:v>
                </c:pt>
                <c:pt idx="430">
                  <c:v>310.04000000000002</c:v>
                </c:pt>
                <c:pt idx="431">
                  <c:v>349.80900000000003</c:v>
                </c:pt>
                <c:pt idx="432">
                  <c:v>318.09800000000001</c:v>
                </c:pt>
                <c:pt idx="433">
                  <c:v>309.43</c:v>
                </c:pt>
                <c:pt idx="434">
                  <c:v>351.99200000000002</c:v>
                </c:pt>
                <c:pt idx="435">
                  <c:v>366.83300000000003</c:v>
                </c:pt>
                <c:pt idx="436">
                  <c:v>309.31799999999998</c:v>
                </c:pt>
                <c:pt idx="437">
                  <c:v>382.89800000000002</c:v>
                </c:pt>
                <c:pt idx="438">
                  <c:v>370.83</c:v>
                </c:pt>
                <c:pt idx="439">
                  <c:v>274.13200000000001</c:v>
                </c:pt>
                <c:pt idx="440">
                  <c:v>275.35199999999998</c:v>
                </c:pt>
                <c:pt idx="441">
                  <c:v>269.32400000000001</c:v>
                </c:pt>
                <c:pt idx="442">
                  <c:v>273.685</c:v>
                </c:pt>
                <c:pt idx="443">
                  <c:v>269.36</c:v>
                </c:pt>
                <c:pt idx="444">
                  <c:v>268.84100000000001</c:v>
                </c:pt>
                <c:pt idx="445">
                  <c:v>276.23200000000003</c:v>
                </c:pt>
                <c:pt idx="446">
                  <c:v>311.37299999999999</c:v>
                </c:pt>
                <c:pt idx="447">
                  <c:v>320.44499999999999</c:v>
                </c:pt>
                <c:pt idx="448">
                  <c:v>315.01</c:v>
                </c:pt>
                <c:pt idx="449">
                  <c:v>411.95499999999998</c:v>
                </c:pt>
                <c:pt idx="450">
                  <c:v>281.15699999999998</c:v>
                </c:pt>
                <c:pt idx="451">
                  <c:v>351.25200000000001</c:v>
                </c:pt>
                <c:pt idx="452">
                  <c:v>305.42</c:v>
                </c:pt>
                <c:pt idx="453">
                  <c:v>299.97399999999999</c:v>
                </c:pt>
                <c:pt idx="454">
                  <c:v>340.64</c:v>
                </c:pt>
                <c:pt idx="455">
                  <c:v>290.05200000000002</c:v>
                </c:pt>
                <c:pt idx="456">
                  <c:v>273.66199999999998</c:v>
                </c:pt>
                <c:pt idx="457">
                  <c:v>331.10199999999998</c:v>
                </c:pt>
                <c:pt idx="458">
                  <c:v>586.08100000000002</c:v>
                </c:pt>
                <c:pt idx="459">
                  <c:v>286.49599999999998</c:v>
                </c:pt>
                <c:pt idx="460">
                  <c:v>375.86200000000002</c:v>
                </c:pt>
                <c:pt idx="461">
                  <c:v>339.90699999999998</c:v>
                </c:pt>
                <c:pt idx="462">
                  <c:v>286.66199999999998</c:v>
                </c:pt>
                <c:pt idx="463">
                  <c:v>279.40499999999997</c:v>
                </c:pt>
                <c:pt idx="464">
                  <c:v>274.90499999999997</c:v>
                </c:pt>
                <c:pt idx="465">
                  <c:v>272.63600000000002</c:v>
                </c:pt>
                <c:pt idx="466">
                  <c:v>274.428</c:v>
                </c:pt>
                <c:pt idx="467">
                  <c:v>286.12299999999999</c:v>
                </c:pt>
                <c:pt idx="468">
                  <c:v>277.26100000000002</c:v>
                </c:pt>
                <c:pt idx="469">
                  <c:v>294.483</c:v>
                </c:pt>
                <c:pt idx="470">
                  <c:v>316.08300000000003</c:v>
                </c:pt>
                <c:pt idx="471">
                  <c:v>305.55599999999998</c:v>
                </c:pt>
                <c:pt idx="472">
                  <c:v>278.012</c:v>
                </c:pt>
                <c:pt idx="473">
                  <c:v>277.73399999999998</c:v>
                </c:pt>
                <c:pt idx="474">
                  <c:v>289.55799999999999</c:v>
                </c:pt>
                <c:pt idx="475">
                  <c:v>289.89999999999998</c:v>
                </c:pt>
                <c:pt idx="476">
                  <c:v>281.29300000000001</c:v>
                </c:pt>
                <c:pt idx="477">
                  <c:v>281.49900000000002</c:v>
                </c:pt>
                <c:pt idx="478">
                  <c:v>282.22800000000001</c:v>
                </c:pt>
                <c:pt idx="479">
                  <c:v>298.76499999999999</c:v>
                </c:pt>
                <c:pt idx="480">
                  <c:v>606.85299999999995</c:v>
                </c:pt>
                <c:pt idx="481">
                  <c:v>494.42399999999998</c:v>
                </c:pt>
                <c:pt idx="482">
                  <c:v>569.15</c:v>
                </c:pt>
                <c:pt idx="483">
                  <c:v>277.07900000000001</c:v>
                </c:pt>
                <c:pt idx="484">
                  <c:v>281.20100000000002</c:v>
                </c:pt>
                <c:pt idx="485">
                  <c:v>289.85599999999999</c:v>
                </c:pt>
                <c:pt idx="486">
                  <c:v>292.93700000000001</c:v>
                </c:pt>
                <c:pt idx="487">
                  <c:v>289.69400000000002</c:v>
                </c:pt>
                <c:pt idx="488">
                  <c:v>273.16000000000003</c:v>
                </c:pt>
                <c:pt idx="489">
                  <c:v>288.14699999999999</c:v>
                </c:pt>
                <c:pt idx="490">
                  <c:v>278.82900000000001</c:v>
                </c:pt>
                <c:pt idx="491">
                  <c:v>437.84500000000003</c:v>
                </c:pt>
                <c:pt idx="492">
                  <c:v>305.95800000000003</c:v>
                </c:pt>
                <c:pt idx="493">
                  <c:v>308.52100000000002</c:v>
                </c:pt>
                <c:pt idx="494">
                  <c:v>314.154</c:v>
                </c:pt>
                <c:pt idx="495">
                  <c:v>326.91199999999998</c:v>
                </c:pt>
                <c:pt idx="496">
                  <c:v>324.47699999999998</c:v>
                </c:pt>
                <c:pt idx="497">
                  <c:v>395.35199999999998</c:v>
                </c:pt>
                <c:pt idx="498">
                  <c:v>396.45600000000002</c:v>
                </c:pt>
                <c:pt idx="499">
                  <c:v>391.94200000000001</c:v>
                </c:pt>
                <c:pt idx="500">
                  <c:v>399.92</c:v>
                </c:pt>
                <c:pt idx="501">
                  <c:v>395.98</c:v>
                </c:pt>
                <c:pt idx="502">
                  <c:v>313.87700000000001</c:v>
                </c:pt>
                <c:pt idx="503">
                  <c:v>325.67599999999999</c:v>
                </c:pt>
                <c:pt idx="504">
                  <c:v>337.44799999999998</c:v>
                </c:pt>
                <c:pt idx="505">
                  <c:v>272.226</c:v>
                </c:pt>
                <c:pt idx="506">
                  <c:v>304.36099999999999</c:v>
                </c:pt>
                <c:pt idx="507">
                  <c:v>281.69799999999998</c:v>
                </c:pt>
                <c:pt idx="508">
                  <c:v>295.21800000000002</c:v>
                </c:pt>
                <c:pt idx="509">
                  <c:v>311.07</c:v>
                </c:pt>
                <c:pt idx="510">
                  <c:v>316.42</c:v>
                </c:pt>
                <c:pt idx="511">
                  <c:v>285.20400000000001</c:v>
                </c:pt>
                <c:pt idx="512">
                  <c:v>330.46499999999997</c:v>
                </c:pt>
                <c:pt idx="513">
                  <c:v>396.06099999999998</c:v>
                </c:pt>
                <c:pt idx="514">
                  <c:v>280.24900000000002</c:v>
                </c:pt>
                <c:pt idx="515">
                  <c:v>693.97199999999998</c:v>
                </c:pt>
                <c:pt idx="516">
                  <c:v>345.73200000000003</c:v>
                </c:pt>
                <c:pt idx="517">
                  <c:v>348.18299999999999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CDD-44EC-9CF7-C3587689C1B0}"/>
            </c:ext>
          </c:extLst>
        </c:ser>
        <c:ser>
          <c:idx val="4"/>
          <c:order val="4"/>
          <c:tx>
            <c:strRef>
              <c:f>Sheet4!$F$1</c:f>
              <c:strCache>
                <c:ptCount val="1"/>
                <c:pt idx="0">
                  <c:v>setpoint_accel/accel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Sheet4!$F$2:$F$526</c:f>
              <c:numCache>
                <c:formatCode>General</c:formatCode>
                <c:ptCount val="525"/>
                <c:pt idx="0">
                  <c:v>397.85899999999998</c:v>
                </c:pt>
                <c:pt idx="1">
                  <c:v>388.61900000000003</c:v>
                </c:pt>
                <c:pt idx="2">
                  <c:v>491.28199999999998</c:v>
                </c:pt>
                <c:pt idx="3">
                  <c:v>380.24599999999998</c:v>
                </c:pt>
                <c:pt idx="4">
                  <c:v>379.666</c:v>
                </c:pt>
                <c:pt idx="5">
                  <c:v>413.22800000000001</c:v>
                </c:pt>
                <c:pt idx="6">
                  <c:v>405.84300000000002</c:v>
                </c:pt>
                <c:pt idx="7">
                  <c:v>321.27499999999998</c:v>
                </c:pt>
                <c:pt idx="8">
                  <c:v>465.54300000000001</c:v>
                </c:pt>
                <c:pt idx="9">
                  <c:v>419.80099999999999</c:v>
                </c:pt>
                <c:pt idx="10">
                  <c:v>447.98500000000001</c:v>
                </c:pt>
                <c:pt idx="11">
                  <c:v>443.97699999999998</c:v>
                </c:pt>
                <c:pt idx="12">
                  <c:v>478.46800000000002</c:v>
                </c:pt>
                <c:pt idx="13">
                  <c:v>390.80799999999999</c:v>
                </c:pt>
                <c:pt idx="14">
                  <c:v>311.75099999999998</c:v>
                </c:pt>
                <c:pt idx="15">
                  <c:v>324.95499999999998</c:v>
                </c:pt>
                <c:pt idx="16">
                  <c:v>395.14100000000002</c:v>
                </c:pt>
                <c:pt idx="17">
                  <c:v>294.452</c:v>
                </c:pt>
                <c:pt idx="18">
                  <c:v>294.67099999999999</c:v>
                </c:pt>
                <c:pt idx="19">
                  <c:v>316.93700000000001</c:v>
                </c:pt>
                <c:pt idx="20">
                  <c:v>282.43099999999998</c:v>
                </c:pt>
                <c:pt idx="21">
                  <c:v>505.68299999999999</c:v>
                </c:pt>
                <c:pt idx="22">
                  <c:v>751.57</c:v>
                </c:pt>
                <c:pt idx="23">
                  <c:v>571.57000000000005</c:v>
                </c:pt>
                <c:pt idx="24">
                  <c:v>525.80399999999997</c:v>
                </c:pt>
                <c:pt idx="25">
                  <c:v>429.15300000000002</c:v>
                </c:pt>
                <c:pt idx="26">
                  <c:v>566.96900000000005</c:v>
                </c:pt>
                <c:pt idx="27">
                  <c:v>581.39200000000005</c:v>
                </c:pt>
                <c:pt idx="28">
                  <c:v>366.96600000000001</c:v>
                </c:pt>
                <c:pt idx="29">
                  <c:v>414.34</c:v>
                </c:pt>
                <c:pt idx="30">
                  <c:v>334.18599999999998</c:v>
                </c:pt>
                <c:pt idx="31">
                  <c:v>283.70299999999997</c:v>
                </c:pt>
                <c:pt idx="32">
                  <c:v>316.94900000000001</c:v>
                </c:pt>
                <c:pt idx="33">
                  <c:v>425.9</c:v>
                </c:pt>
                <c:pt idx="34">
                  <c:v>906.93399999999997</c:v>
                </c:pt>
                <c:pt idx="35">
                  <c:v>480.673</c:v>
                </c:pt>
                <c:pt idx="36">
                  <c:v>425.87299999999999</c:v>
                </c:pt>
                <c:pt idx="37">
                  <c:v>469.30099999999999</c:v>
                </c:pt>
                <c:pt idx="38">
                  <c:v>414.72699999999998</c:v>
                </c:pt>
                <c:pt idx="39">
                  <c:v>390.73200000000003</c:v>
                </c:pt>
                <c:pt idx="40">
                  <c:v>411.13499999999999</c:v>
                </c:pt>
                <c:pt idx="41">
                  <c:v>423.61599999999999</c:v>
                </c:pt>
                <c:pt idx="42">
                  <c:v>433.149</c:v>
                </c:pt>
                <c:pt idx="43">
                  <c:v>415.52499999999998</c:v>
                </c:pt>
                <c:pt idx="44">
                  <c:v>471.06099999999998</c:v>
                </c:pt>
                <c:pt idx="45">
                  <c:v>462.30099999999999</c:v>
                </c:pt>
                <c:pt idx="46">
                  <c:v>529.61500000000001</c:v>
                </c:pt>
                <c:pt idx="47">
                  <c:v>400.47800000000001</c:v>
                </c:pt>
                <c:pt idx="48">
                  <c:v>419.07600000000002</c:v>
                </c:pt>
                <c:pt idx="49">
                  <c:v>378.11599999999999</c:v>
                </c:pt>
                <c:pt idx="50">
                  <c:v>390.20600000000002</c:v>
                </c:pt>
                <c:pt idx="51">
                  <c:v>382.50200000000001</c:v>
                </c:pt>
                <c:pt idx="52">
                  <c:v>302.27199999999999</c:v>
                </c:pt>
                <c:pt idx="53">
                  <c:v>1317.18</c:v>
                </c:pt>
                <c:pt idx="54">
                  <c:v>403.6</c:v>
                </c:pt>
                <c:pt idx="55">
                  <c:v>635.90300000000002</c:v>
                </c:pt>
                <c:pt idx="56">
                  <c:v>1121.18</c:v>
                </c:pt>
                <c:pt idx="57">
                  <c:v>1403.19</c:v>
                </c:pt>
                <c:pt idx="58">
                  <c:v>1447.98</c:v>
                </c:pt>
                <c:pt idx="59">
                  <c:v>1236.18</c:v>
                </c:pt>
                <c:pt idx="60">
                  <c:v>1689.4</c:v>
                </c:pt>
                <c:pt idx="61">
                  <c:v>1385.53</c:v>
                </c:pt>
                <c:pt idx="62">
                  <c:v>423.49599999999998</c:v>
                </c:pt>
                <c:pt idx="63">
                  <c:v>958.89499999999998</c:v>
                </c:pt>
                <c:pt idx="64">
                  <c:v>1196.93</c:v>
                </c:pt>
                <c:pt idx="65">
                  <c:v>525.48800000000006</c:v>
                </c:pt>
                <c:pt idx="66">
                  <c:v>491.91699999999997</c:v>
                </c:pt>
                <c:pt idx="67">
                  <c:v>498.52</c:v>
                </c:pt>
                <c:pt idx="68">
                  <c:v>435.44499999999999</c:v>
                </c:pt>
                <c:pt idx="69">
                  <c:v>510.66399999999999</c:v>
                </c:pt>
                <c:pt idx="70">
                  <c:v>502.779</c:v>
                </c:pt>
                <c:pt idx="71">
                  <c:v>520.29899999999998</c:v>
                </c:pt>
                <c:pt idx="72">
                  <c:v>500.41199999999998</c:v>
                </c:pt>
                <c:pt idx="73">
                  <c:v>513.38300000000004</c:v>
                </c:pt>
                <c:pt idx="74">
                  <c:v>398.70800000000003</c:v>
                </c:pt>
                <c:pt idx="75">
                  <c:v>366.62200000000001</c:v>
                </c:pt>
                <c:pt idx="76">
                  <c:v>351.99299999999999</c:v>
                </c:pt>
                <c:pt idx="77">
                  <c:v>356.59</c:v>
                </c:pt>
                <c:pt idx="78">
                  <c:v>332.21499999999997</c:v>
                </c:pt>
                <c:pt idx="79">
                  <c:v>306.04500000000002</c:v>
                </c:pt>
                <c:pt idx="80">
                  <c:v>283.88299999999998</c:v>
                </c:pt>
                <c:pt idx="81">
                  <c:v>292.87700000000001</c:v>
                </c:pt>
                <c:pt idx="82">
                  <c:v>282.90100000000001</c:v>
                </c:pt>
                <c:pt idx="83">
                  <c:v>474.13099999999997</c:v>
                </c:pt>
                <c:pt idx="84">
                  <c:v>363.82</c:v>
                </c:pt>
                <c:pt idx="85">
                  <c:v>533.46100000000001</c:v>
                </c:pt>
                <c:pt idx="86">
                  <c:v>607.86500000000001</c:v>
                </c:pt>
                <c:pt idx="87">
                  <c:v>421.99599999999998</c:v>
                </c:pt>
                <c:pt idx="88">
                  <c:v>485.98099999999999</c:v>
                </c:pt>
                <c:pt idx="89">
                  <c:v>469.57600000000002</c:v>
                </c:pt>
                <c:pt idx="90">
                  <c:v>431.62099999999998</c:v>
                </c:pt>
                <c:pt idx="91">
                  <c:v>477.13799999999998</c:v>
                </c:pt>
                <c:pt idx="92">
                  <c:v>455.05200000000002</c:v>
                </c:pt>
                <c:pt idx="93">
                  <c:v>482.15600000000001</c:v>
                </c:pt>
                <c:pt idx="94">
                  <c:v>471.87700000000001</c:v>
                </c:pt>
                <c:pt idx="95">
                  <c:v>362.286</c:v>
                </c:pt>
                <c:pt idx="96">
                  <c:v>356.81599999999997</c:v>
                </c:pt>
                <c:pt idx="97">
                  <c:v>324.05399999999997</c:v>
                </c:pt>
                <c:pt idx="98">
                  <c:v>285.99200000000002</c:v>
                </c:pt>
                <c:pt idx="99">
                  <c:v>396.404</c:v>
                </c:pt>
                <c:pt idx="100">
                  <c:v>291.62900000000002</c:v>
                </c:pt>
                <c:pt idx="101">
                  <c:v>296.45400000000001</c:v>
                </c:pt>
                <c:pt idx="102">
                  <c:v>306.40600000000001</c:v>
                </c:pt>
                <c:pt idx="103">
                  <c:v>320.48700000000002</c:v>
                </c:pt>
                <c:pt idx="104">
                  <c:v>477.642</c:v>
                </c:pt>
                <c:pt idx="105">
                  <c:v>621.21100000000001</c:v>
                </c:pt>
                <c:pt idx="106">
                  <c:v>893.43899999999996</c:v>
                </c:pt>
                <c:pt idx="107">
                  <c:v>474.96600000000001</c:v>
                </c:pt>
                <c:pt idx="108">
                  <c:v>441.18400000000003</c:v>
                </c:pt>
                <c:pt idx="109">
                  <c:v>429.81799999999998</c:v>
                </c:pt>
                <c:pt idx="110">
                  <c:v>426.03699999999998</c:v>
                </c:pt>
                <c:pt idx="111">
                  <c:v>442.59199999999998</c:v>
                </c:pt>
                <c:pt idx="112">
                  <c:v>476.01</c:v>
                </c:pt>
                <c:pt idx="113">
                  <c:v>500.83300000000003</c:v>
                </c:pt>
                <c:pt idx="114">
                  <c:v>553.26</c:v>
                </c:pt>
                <c:pt idx="115">
                  <c:v>591.48</c:v>
                </c:pt>
                <c:pt idx="116">
                  <c:v>699.30600000000004</c:v>
                </c:pt>
                <c:pt idx="117">
                  <c:v>563.92999999999995</c:v>
                </c:pt>
                <c:pt idx="118">
                  <c:v>513.37699999999995</c:v>
                </c:pt>
                <c:pt idx="119">
                  <c:v>488.36099999999999</c:v>
                </c:pt>
                <c:pt idx="120">
                  <c:v>455.834</c:v>
                </c:pt>
                <c:pt idx="121">
                  <c:v>530.88900000000001</c:v>
                </c:pt>
                <c:pt idx="122">
                  <c:v>491.85300000000001</c:v>
                </c:pt>
                <c:pt idx="123">
                  <c:v>484.411</c:v>
                </c:pt>
                <c:pt idx="124">
                  <c:v>486.74799999999999</c:v>
                </c:pt>
                <c:pt idx="125">
                  <c:v>537.524</c:v>
                </c:pt>
                <c:pt idx="126">
                  <c:v>481.74799999999999</c:v>
                </c:pt>
                <c:pt idx="127">
                  <c:v>605.47</c:v>
                </c:pt>
                <c:pt idx="128">
                  <c:v>469.726</c:v>
                </c:pt>
                <c:pt idx="129">
                  <c:v>331.03800000000001</c:v>
                </c:pt>
                <c:pt idx="130">
                  <c:v>353.17599999999999</c:v>
                </c:pt>
                <c:pt idx="131">
                  <c:v>376.94200000000001</c:v>
                </c:pt>
                <c:pt idx="132">
                  <c:v>311.04899999999998</c:v>
                </c:pt>
                <c:pt idx="133">
                  <c:v>377.55700000000002</c:v>
                </c:pt>
                <c:pt idx="134">
                  <c:v>318.89699999999999</c:v>
                </c:pt>
                <c:pt idx="135">
                  <c:v>288.93599999999998</c:v>
                </c:pt>
                <c:pt idx="136">
                  <c:v>288.63099999999997</c:v>
                </c:pt>
                <c:pt idx="137">
                  <c:v>429.38099999999997</c:v>
                </c:pt>
                <c:pt idx="138">
                  <c:v>463.08800000000002</c:v>
                </c:pt>
                <c:pt idx="139">
                  <c:v>382.33199999999999</c:v>
                </c:pt>
                <c:pt idx="140">
                  <c:v>927.64099999999996</c:v>
                </c:pt>
                <c:pt idx="141">
                  <c:v>436.70299999999997</c:v>
                </c:pt>
                <c:pt idx="142">
                  <c:v>507.88400000000001</c:v>
                </c:pt>
                <c:pt idx="143">
                  <c:v>428.012</c:v>
                </c:pt>
                <c:pt idx="144">
                  <c:v>458.70699999999999</c:v>
                </c:pt>
                <c:pt idx="145">
                  <c:v>435.22800000000001</c:v>
                </c:pt>
                <c:pt idx="146">
                  <c:v>595.95600000000002</c:v>
                </c:pt>
                <c:pt idx="147">
                  <c:v>469.85700000000003</c:v>
                </c:pt>
                <c:pt idx="148">
                  <c:v>508.92200000000003</c:v>
                </c:pt>
                <c:pt idx="149">
                  <c:v>506.23200000000003</c:v>
                </c:pt>
                <c:pt idx="150">
                  <c:v>519.41800000000001</c:v>
                </c:pt>
                <c:pt idx="151">
                  <c:v>498.06</c:v>
                </c:pt>
                <c:pt idx="152">
                  <c:v>348.78199999999998</c:v>
                </c:pt>
                <c:pt idx="153">
                  <c:v>455.50599999999997</c:v>
                </c:pt>
                <c:pt idx="154">
                  <c:v>453.38799999999998</c:v>
                </c:pt>
                <c:pt idx="155">
                  <c:v>459.07499999999999</c:v>
                </c:pt>
                <c:pt idx="156">
                  <c:v>438.53800000000001</c:v>
                </c:pt>
                <c:pt idx="157">
                  <c:v>442.79</c:v>
                </c:pt>
                <c:pt idx="158">
                  <c:v>431.6</c:v>
                </c:pt>
                <c:pt idx="159">
                  <c:v>517.43700000000001</c:v>
                </c:pt>
                <c:pt idx="160">
                  <c:v>486.54</c:v>
                </c:pt>
                <c:pt idx="161">
                  <c:v>518.30499999999995</c:v>
                </c:pt>
                <c:pt idx="162">
                  <c:v>512.76700000000005</c:v>
                </c:pt>
                <c:pt idx="163">
                  <c:v>467.75099999999998</c:v>
                </c:pt>
                <c:pt idx="164">
                  <c:v>443.72800000000001</c:v>
                </c:pt>
                <c:pt idx="165">
                  <c:v>434.286</c:v>
                </c:pt>
                <c:pt idx="166">
                  <c:v>457.94900000000001</c:v>
                </c:pt>
                <c:pt idx="167">
                  <c:v>423.50099999999998</c:v>
                </c:pt>
                <c:pt idx="168">
                  <c:v>481.41899999999998</c:v>
                </c:pt>
                <c:pt idx="169">
                  <c:v>483.66199999999998</c:v>
                </c:pt>
                <c:pt idx="170">
                  <c:v>481.72399999999999</c:v>
                </c:pt>
                <c:pt idx="171">
                  <c:v>500.18</c:v>
                </c:pt>
                <c:pt idx="172">
                  <c:v>525.57500000000005</c:v>
                </c:pt>
                <c:pt idx="173">
                  <c:v>531.19899999999996</c:v>
                </c:pt>
                <c:pt idx="174">
                  <c:v>459.46300000000002</c:v>
                </c:pt>
                <c:pt idx="175">
                  <c:v>543.11800000000005</c:v>
                </c:pt>
                <c:pt idx="176">
                  <c:v>517.39599999999996</c:v>
                </c:pt>
                <c:pt idx="177">
                  <c:v>687.18399999999997</c:v>
                </c:pt>
                <c:pt idx="178">
                  <c:v>505.55799999999999</c:v>
                </c:pt>
                <c:pt idx="179">
                  <c:v>528.08399999999995</c:v>
                </c:pt>
                <c:pt idx="180">
                  <c:v>457.483</c:v>
                </c:pt>
                <c:pt idx="181">
                  <c:v>510.38799999999998</c:v>
                </c:pt>
                <c:pt idx="182">
                  <c:v>483.11200000000002</c:v>
                </c:pt>
                <c:pt idx="183">
                  <c:v>565.79399999999998</c:v>
                </c:pt>
                <c:pt idx="184">
                  <c:v>556.30399999999997</c:v>
                </c:pt>
                <c:pt idx="185">
                  <c:v>599.90800000000002</c:v>
                </c:pt>
                <c:pt idx="186">
                  <c:v>375.18700000000001</c:v>
                </c:pt>
                <c:pt idx="187">
                  <c:v>353.64400000000001</c:v>
                </c:pt>
                <c:pt idx="188">
                  <c:v>367.58600000000001</c:v>
                </c:pt>
                <c:pt idx="189">
                  <c:v>379.55099999999999</c:v>
                </c:pt>
                <c:pt idx="190">
                  <c:v>329.47800000000001</c:v>
                </c:pt>
                <c:pt idx="191">
                  <c:v>303.20299999999997</c:v>
                </c:pt>
                <c:pt idx="192">
                  <c:v>301.25200000000001</c:v>
                </c:pt>
                <c:pt idx="193">
                  <c:v>525.40899999999999</c:v>
                </c:pt>
                <c:pt idx="194">
                  <c:v>694.33299999999997</c:v>
                </c:pt>
                <c:pt idx="195">
                  <c:v>309.375</c:v>
                </c:pt>
                <c:pt idx="196">
                  <c:v>310.03199999999998</c:v>
                </c:pt>
                <c:pt idx="197">
                  <c:v>330.392</c:v>
                </c:pt>
                <c:pt idx="198">
                  <c:v>289.976</c:v>
                </c:pt>
                <c:pt idx="199">
                  <c:v>291.62200000000001</c:v>
                </c:pt>
                <c:pt idx="200">
                  <c:v>288.81200000000001</c:v>
                </c:pt>
                <c:pt idx="201">
                  <c:v>382.99799999999999</c:v>
                </c:pt>
                <c:pt idx="202">
                  <c:v>446.90899999999999</c:v>
                </c:pt>
                <c:pt idx="203">
                  <c:v>318.84199999999998</c:v>
                </c:pt>
                <c:pt idx="204">
                  <c:v>433.95499999999998</c:v>
                </c:pt>
                <c:pt idx="205">
                  <c:v>418.95499999999998</c:v>
                </c:pt>
                <c:pt idx="206">
                  <c:v>554.19799999999998</c:v>
                </c:pt>
                <c:pt idx="207">
                  <c:v>497.68599999999998</c:v>
                </c:pt>
                <c:pt idx="208">
                  <c:v>484.79700000000003</c:v>
                </c:pt>
                <c:pt idx="209">
                  <c:v>453.887</c:v>
                </c:pt>
                <c:pt idx="210">
                  <c:v>447.73700000000002</c:v>
                </c:pt>
                <c:pt idx="211">
                  <c:v>448.12200000000001</c:v>
                </c:pt>
                <c:pt idx="212">
                  <c:v>442.72199999999998</c:v>
                </c:pt>
                <c:pt idx="213">
                  <c:v>310.58300000000003</c:v>
                </c:pt>
                <c:pt idx="214">
                  <c:v>570.78099999999995</c:v>
                </c:pt>
                <c:pt idx="215">
                  <c:v>517.20899999999995</c:v>
                </c:pt>
                <c:pt idx="216">
                  <c:v>521.39400000000001</c:v>
                </c:pt>
                <c:pt idx="217">
                  <c:v>511.90899999999999</c:v>
                </c:pt>
                <c:pt idx="218">
                  <c:v>640.25300000000004</c:v>
                </c:pt>
                <c:pt idx="219">
                  <c:v>612.86099999999999</c:v>
                </c:pt>
                <c:pt idx="220">
                  <c:v>436.79700000000003</c:v>
                </c:pt>
                <c:pt idx="221">
                  <c:v>459.113</c:v>
                </c:pt>
                <c:pt idx="222">
                  <c:v>455.58300000000003</c:v>
                </c:pt>
                <c:pt idx="223">
                  <c:v>463.012</c:v>
                </c:pt>
                <c:pt idx="224">
                  <c:v>540.14</c:v>
                </c:pt>
                <c:pt idx="225">
                  <c:v>519.70000000000005</c:v>
                </c:pt>
                <c:pt idx="226">
                  <c:v>549.76400000000001</c:v>
                </c:pt>
                <c:pt idx="227">
                  <c:v>591.29399999999998</c:v>
                </c:pt>
                <c:pt idx="228">
                  <c:v>665.38400000000001</c:v>
                </c:pt>
                <c:pt idx="229">
                  <c:v>468.50700000000001</c:v>
                </c:pt>
                <c:pt idx="230">
                  <c:v>458.47800000000001</c:v>
                </c:pt>
                <c:pt idx="231">
                  <c:v>528.52599999999995</c:v>
                </c:pt>
                <c:pt idx="232">
                  <c:v>432.05099999999999</c:v>
                </c:pt>
                <c:pt idx="233">
                  <c:v>530.03</c:v>
                </c:pt>
                <c:pt idx="234">
                  <c:v>458.86799999999999</c:v>
                </c:pt>
                <c:pt idx="235">
                  <c:v>603.45399999999995</c:v>
                </c:pt>
                <c:pt idx="236">
                  <c:v>545.32299999999998</c:v>
                </c:pt>
                <c:pt idx="237">
                  <c:v>630.74800000000005</c:v>
                </c:pt>
                <c:pt idx="238">
                  <c:v>418.34699999999998</c:v>
                </c:pt>
                <c:pt idx="239">
                  <c:v>373.221</c:v>
                </c:pt>
                <c:pt idx="240">
                  <c:v>337.72800000000001</c:v>
                </c:pt>
                <c:pt idx="241">
                  <c:v>347.02600000000001</c:v>
                </c:pt>
                <c:pt idx="242">
                  <c:v>288.50299999999999</c:v>
                </c:pt>
                <c:pt idx="243">
                  <c:v>366.47899999999998</c:v>
                </c:pt>
                <c:pt idx="244">
                  <c:v>306.452</c:v>
                </c:pt>
                <c:pt idx="245">
                  <c:v>355.22800000000001</c:v>
                </c:pt>
                <c:pt idx="246">
                  <c:v>306.03199999999998</c:v>
                </c:pt>
                <c:pt idx="247">
                  <c:v>614.39099999999996</c:v>
                </c:pt>
                <c:pt idx="248">
                  <c:v>393.15600000000001</c:v>
                </c:pt>
                <c:pt idx="249">
                  <c:v>424.18200000000002</c:v>
                </c:pt>
                <c:pt idx="250">
                  <c:v>539.73599999999999</c:v>
                </c:pt>
                <c:pt idx="251">
                  <c:v>469.46199999999999</c:v>
                </c:pt>
                <c:pt idx="252">
                  <c:v>441.834</c:v>
                </c:pt>
                <c:pt idx="253">
                  <c:v>449.11200000000002</c:v>
                </c:pt>
                <c:pt idx="254">
                  <c:v>455.89699999999999</c:v>
                </c:pt>
                <c:pt idx="255">
                  <c:v>534.505</c:v>
                </c:pt>
                <c:pt idx="256">
                  <c:v>530.37</c:v>
                </c:pt>
                <c:pt idx="257">
                  <c:v>523.06100000000004</c:v>
                </c:pt>
                <c:pt idx="258">
                  <c:v>584.17700000000002</c:v>
                </c:pt>
                <c:pt idx="259">
                  <c:v>462.21199999999999</c:v>
                </c:pt>
                <c:pt idx="260">
                  <c:v>848.52300000000002</c:v>
                </c:pt>
                <c:pt idx="261">
                  <c:v>437.262</c:v>
                </c:pt>
                <c:pt idx="262">
                  <c:v>490.30799999999999</c:v>
                </c:pt>
                <c:pt idx="263">
                  <c:v>407.91899999999998</c:v>
                </c:pt>
                <c:pt idx="264">
                  <c:v>487.93599999999998</c:v>
                </c:pt>
                <c:pt idx="265">
                  <c:v>542.07399999999996</c:v>
                </c:pt>
                <c:pt idx="266">
                  <c:v>598.90300000000002</c:v>
                </c:pt>
                <c:pt idx="267">
                  <c:v>437.80599999999998</c:v>
                </c:pt>
                <c:pt idx="268">
                  <c:v>437.95</c:v>
                </c:pt>
                <c:pt idx="269">
                  <c:v>447.73599999999999</c:v>
                </c:pt>
                <c:pt idx="270">
                  <c:v>480.786</c:v>
                </c:pt>
                <c:pt idx="271">
                  <c:v>489.38600000000002</c:v>
                </c:pt>
                <c:pt idx="272">
                  <c:v>516.10699999999997</c:v>
                </c:pt>
                <c:pt idx="273">
                  <c:v>521.86300000000006</c:v>
                </c:pt>
                <c:pt idx="274">
                  <c:v>426.85</c:v>
                </c:pt>
                <c:pt idx="275">
                  <c:v>433.74599999999998</c:v>
                </c:pt>
                <c:pt idx="276">
                  <c:v>426.04500000000002</c:v>
                </c:pt>
                <c:pt idx="277">
                  <c:v>436.404</c:v>
                </c:pt>
                <c:pt idx="278">
                  <c:v>453.55200000000002</c:v>
                </c:pt>
                <c:pt idx="279">
                  <c:v>438.20499999999998</c:v>
                </c:pt>
                <c:pt idx="280">
                  <c:v>446.48399999999998</c:v>
                </c:pt>
                <c:pt idx="281">
                  <c:v>472.16699999999997</c:v>
                </c:pt>
                <c:pt idx="282">
                  <c:v>358.90499999999997</c:v>
                </c:pt>
                <c:pt idx="283">
                  <c:v>323.31700000000001</c:v>
                </c:pt>
                <c:pt idx="284">
                  <c:v>319.29199999999997</c:v>
                </c:pt>
                <c:pt idx="285">
                  <c:v>295.01100000000002</c:v>
                </c:pt>
                <c:pt idx="286">
                  <c:v>286.39800000000002</c:v>
                </c:pt>
                <c:pt idx="287">
                  <c:v>293.94099999999997</c:v>
                </c:pt>
                <c:pt idx="288">
                  <c:v>284.16500000000002</c:v>
                </c:pt>
                <c:pt idx="289">
                  <c:v>283.721</c:v>
                </c:pt>
                <c:pt idx="290">
                  <c:v>285.012</c:v>
                </c:pt>
                <c:pt idx="291">
                  <c:v>283.02999999999997</c:v>
                </c:pt>
                <c:pt idx="292">
                  <c:v>748.28499999999997</c:v>
                </c:pt>
                <c:pt idx="293">
                  <c:v>967.755</c:v>
                </c:pt>
                <c:pt idx="294">
                  <c:v>365.78800000000001</c:v>
                </c:pt>
                <c:pt idx="295">
                  <c:v>383.07299999999998</c:v>
                </c:pt>
                <c:pt idx="296">
                  <c:v>306.13200000000001</c:v>
                </c:pt>
                <c:pt idx="297">
                  <c:v>360.36599999999999</c:v>
                </c:pt>
                <c:pt idx="298">
                  <c:v>325.17500000000001</c:v>
                </c:pt>
                <c:pt idx="299">
                  <c:v>336.46699999999998</c:v>
                </c:pt>
                <c:pt idx="300">
                  <c:v>291.69400000000002</c:v>
                </c:pt>
                <c:pt idx="301">
                  <c:v>506.09399999999999</c:v>
                </c:pt>
                <c:pt idx="302">
                  <c:v>398.72399999999999</c:v>
                </c:pt>
                <c:pt idx="303">
                  <c:v>393.02800000000002</c:v>
                </c:pt>
                <c:pt idx="304">
                  <c:v>407.41699999999997</c:v>
                </c:pt>
                <c:pt idx="305">
                  <c:v>563.971</c:v>
                </c:pt>
                <c:pt idx="306">
                  <c:v>524.97900000000004</c:v>
                </c:pt>
                <c:pt idx="307">
                  <c:v>446.22500000000002</c:v>
                </c:pt>
                <c:pt idx="308">
                  <c:v>443.99400000000003</c:v>
                </c:pt>
                <c:pt idx="309">
                  <c:v>449.58699999999999</c:v>
                </c:pt>
                <c:pt idx="310">
                  <c:v>462.005</c:v>
                </c:pt>
                <c:pt idx="311">
                  <c:v>496.95499999999998</c:v>
                </c:pt>
                <c:pt idx="312">
                  <c:v>525.09699999999998</c:v>
                </c:pt>
                <c:pt idx="313">
                  <c:v>530.38400000000001</c:v>
                </c:pt>
                <c:pt idx="314">
                  <c:v>494.12599999999998</c:v>
                </c:pt>
                <c:pt idx="315">
                  <c:v>559.41499999999996</c:v>
                </c:pt>
                <c:pt idx="316">
                  <c:v>504.07900000000001</c:v>
                </c:pt>
                <c:pt idx="317">
                  <c:v>570.95500000000004</c:v>
                </c:pt>
                <c:pt idx="318">
                  <c:v>483.04899999999998</c:v>
                </c:pt>
                <c:pt idx="319">
                  <c:v>475.512</c:v>
                </c:pt>
                <c:pt idx="320">
                  <c:v>480.55500000000001</c:v>
                </c:pt>
                <c:pt idx="321">
                  <c:v>543.27</c:v>
                </c:pt>
                <c:pt idx="322">
                  <c:v>483.90100000000001</c:v>
                </c:pt>
                <c:pt idx="323">
                  <c:v>445.04500000000002</c:v>
                </c:pt>
                <c:pt idx="324">
                  <c:v>439.02499999999998</c:v>
                </c:pt>
                <c:pt idx="325">
                  <c:v>483.55599999999998</c:v>
                </c:pt>
                <c:pt idx="326">
                  <c:v>528.86900000000003</c:v>
                </c:pt>
                <c:pt idx="327">
                  <c:v>473.233</c:v>
                </c:pt>
                <c:pt idx="328">
                  <c:v>455.17500000000001</c:v>
                </c:pt>
                <c:pt idx="329">
                  <c:v>480.62400000000002</c:v>
                </c:pt>
                <c:pt idx="330">
                  <c:v>613.08900000000006</c:v>
                </c:pt>
                <c:pt idx="331">
                  <c:v>523.84199999999998</c:v>
                </c:pt>
                <c:pt idx="332">
                  <c:v>517.91200000000003</c:v>
                </c:pt>
                <c:pt idx="333">
                  <c:v>446.82499999999999</c:v>
                </c:pt>
                <c:pt idx="334">
                  <c:v>531.553</c:v>
                </c:pt>
                <c:pt idx="335">
                  <c:v>446.52300000000002</c:v>
                </c:pt>
                <c:pt idx="336">
                  <c:v>576.58199999999999</c:v>
                </c:pt>
                <c:pt idx="337">
                  <c:v>516.01800000000003</c:v>
                </c:pt>
                <c:pt idx="338">
                  <c:v>584.976</c:v>
                </c:pt>
                <c:pt idx="339">
                  <c:v>495.52300000000002</c:v>
                </c:pt>
                <c:pt idx="340">
                  <c:v>495.71</c:v>
                </c:pt>
                <c:pt idx="341">
                  <c:v>533.02800000000002</c:v>
                </c:pt>
                <c:pt idx="342">
                  <c:v>455.11399999999998</c:v>
                </c:pt>
                <c:pt idx="343">
                  <c:v>540.52700000000004</c:v>
                </c:pt>
                <c:pt idx="344">
                  <c:v>467.21899999999999</c:v>
                </c:pt>
                <c:pt idx="345">
                  <c:v>557.649</c:v>
                </c:pt>
                <c:pt idx="346">
                  <c:v>522.73699999999997</c:v>
                </c:pt>
                <c:pt idx="347">
                  <c:v>614.346</c:v>
                </c:pt>
                <c:pt idx="348">
                  <c:v>471.89499999999998</c:v>
                </c:pt>
                <c:pt idx="349">
                  <c:v>370.67700000000002</c:v>
                </c:pt>
                <c:pt idx="350">
                  <c:v>382.43</c:v>
                </c:pt>
                <c:pt idx="351">
                  <c:v>314.94600000000003</c:v>
                </c:pt>
                <c:pt idx="352">
                  <c:v>314.15100000000001</c:v>
                </c:pt>
                <c:pt idx="353">
                  <c:v>317.90100000000001</c:v>
                </c:pt>
                <c:pt idx="354">
                  <c:v>378.12</c:v>
                </c:pt>
                <c:pt idx="355">
                  <c:v>356.67700000000002</c:v>
                </c:pt>
                <c:pt idx="356">
                  <c:v>288.04000000000002</c:v>
                </c:pt>
                <c:pt idx="357">
                  <c:v>385.30099999999999</c:v>
                </c:pt>
                <c:pt idx="358">
                  <c:v>428.00299999999999</c:v>
                </c:pt>
                <c:pt idx="359">
                  <c:v>400.81700000000001</c:v>
                </c:pt>
                <c:pt idx="360">
                  <c:v>907.04600000000005</c:v>
                </c:pt>
                <c:pt idx="361">
                  <c:v>484.22899999999998</c:v>
                </c:pt>
                <c:pt idx="362">
                  <c:v>480.70600000000002</c:v>
                </c:pt>
                <c:pt idx="363">
                  <c:v>441.65800000000002</c:v>
                </c:pt>
                <c:pt idx="364">
                  <c:v>449.512</c:v>
                </c:pt>
                <c:pt idx="365">
                  <c:v>446.43099999999998</c:v>
                </c:pt>
                <c:pt idx="366">
                  <c:v>444.88</c:v>
                </c:pt>
                <c:pt idx="367">
                  <c:v>461.06700000000001</c:v>
                </c:pt>
                <c:pt idx="368">
                  <c:v>449.98</c:v>
                </c:pt>
                <c:pt idx="369">
                  <c:v>483.36900000000003</c:v>
                </c:pt>
                <c:pt idx="370">
                  <c:v>525</c:v>
                </c:pt>
                <c:pt idx="371">
                  <c:v>291.447</c:v>
                </c:pt>
                <c:pt idx="372">
                  <c:v>309.25200000000001</c:v>
                </c:pt>
                <c:pt idx="373">
                  <c:v>295.09199999999998</c:v>
                </c:pt>
                <c:pt idx="374">
                  <c:v>344.416</c:v>
                </c:pt>
                <c:pt idx="375">
                  <c:v>294.24700000000001</c:v>
                </c:pt>
                <c:pt idx="376">
                  <c:v>364.411</c:v>
                </c:pt>
                <c:pt idx="377">
                  <c:v>301.39299999999997</c:v>
                </c:pt>
                <c:pt idx="378">
                  <c:v>304.46499999999997</c:v>
                </c:pt>
                <c:pt idx="379">
                  <c:v>577.07000000000005</c:v>
                </c:pt>
                <c:pt idx="380">
                  <c:v>543.44899999999996</c:v>
                </c:pt>
                <c:pt idx="381">
                  <c:v>573.03700000000003</c:v>
                </c:pt>
                <c:pt idx="382">
                  <c:v>1142.18</c:v>
                </c:pt>
                <c:pt idx="383">
                  <c:v>468.92099999999999</c:v>
                </c:pt>
                <c:pt idx="384">
                  <c:v>519.32799999999997</c:v>
                </c:pt>
                <c:pt idx="385">
                  <c:v>541.60199999999998</c:v>
                </c:pt>
                <c:pt idx="386">
                  <c:v>451.74400000000003</c:v>
                </c:pt>
                <c:pt idx="387">
                  <c:v>458.726</c:v>
                </c:pt>
                <c:pt idx="388">
                  <c:v>598.13099999999997</c:v>
                </c:pt>
                <c:pt idx="389">
                  <c:v>445.17399999999998</c:v>
                </c:pt>
                <c:pt idx="390">
                  <c:v>483.81400000000002</c:v>
                </c:pt>
                <c:pt idx="391">
                  <c:v>515.01599999999996</c:v>
                </c:pt>
                <c:pt idx="392">
                  <c:v>597.096</c:v>
                </c:pt>
                <c:pt idx="393">
                  <c:v>741.93</c:v>
                </c:pt>
                <c:pt idx="394">
                  <c:v>1165.04</c:v>
                </c:pt>
                <c:pt idx="395">
                  <c:v>870.69299999999998</c:v>
                </c:pt>
                <c:pt idx="396">
                  <c:v>441.10300000000001</c:v>
                </c:pt>
                <c:pt idx="397">
                  <c:v>417.77</c:v>
                </c:pt>
                <c:pt idx="398">
                  <c:v>323.113</c:v>
                </c:pt>
                <c:pt idx="399">
                  <c:v>373.59899999999999</c:v>
                </c:pt>
                <c:pt idx="400">
                  <c:v>382.60399999999998</c:v>
                </c:pt>
                <c:pt idx="401">
                  <c:v>313.31299999999999</c:v>
                </c:pt>
                <c:pt idx="402">
                  <c:v>308.74700000000001</c:v>
                </c:pt>
                <c:pt idx="403">
                  <c:v>315.92899999999997</c:v>
                </c:pt>
                <c:pt idx="404">
                  <c:v>344.28800000000001</c:v>
                </c:pt>
                <c:pt idx="405">
                  <c:v>380.85500000000002</c:v>
                </c:pt>
                <c:pt idx="406">
                  <c:v>349.14299999999997</c:v>
                </c:pt>
                <c:pt idx="407">
                  <c:v>329.60199999999998</c:v>
                </c:pt>
                <c:pt idx="408">
                  <c:v>374.33699999999999</c:v>
                </c:pt>
                <c:pt idx="409">
                  <c:v>359.94499999999999</c:v>
                </c:pt>
                <c:pt idx="410">
                  <c:v>371.64299999999997</c:v>
                </c:pt>
                <c:pt idx="411">
                  <c:v>505.74200000000002</c:v>
                </c:pt>
                <c:pt idx="412">
                  <c:v>489.88600000000002</c:v>
                </c:pt>
                <c:pt idx="413">
                  <c:v>434.95100000000002</c:v>
                </c:pt>
                <c:pt idx="414">
                  <c:v>531.49300000000005</c:v>
                </c:pt>
                <c:pt idx="415">
                  <c:v>438.39100000000002</c:v>
                </c:pt>
                <c:pt idx="416">
                  <c:v>466.392</c:v>
                </c:pt>
                <c:pt idx="417">
                  <c:v>464.24900000000002</c:v>
                </c:pt>
                <c:pt idx="418">
                  <c:v>502.75599999999997</c:v>
                </c:pt>
                <c:pt idx="419">
                  <c:v>505.05500000000001</c:v>
                </c:pt>
                <c:pt idx="420">
                  <c:v>499.108</c:v>
                </c:pt>
                <c:pt idx="421">
                  <c:v>559.351</c:v>
                </c:pt>
                <c:pt idx="422">
                  <c:v>532.78</c:v>
                </c:pt>
                <c:pt idx="423">
                  <c:v>484.72800000000001</c:v>
                </c:pt>
                <c:pt idx="424">
                  <c:v>468.214</c:v>
                </c:pt>
                <c:pt idx="425">
                  <c:v>517.053</c:v>
                </c:pt>
                <c:pt idx="426">
                  <c:v>460.738</c:v>
                </c:pt>
                <c:pt idx="427">
                  <c:v>428.80399999999997</c:v>
                </c:pt>
                <c:pt idx="428">
                  <c:v>431.73200000000003</c:v>
                </c:pt>
                <c:pt idx="429">
                  <c:v>478.779</c:v>
                </c:pt>
                <c:pt idx="430">
                  <c:v>444.81299999999999</c:v>
                </c:pt>
                <c:pt idx="431">
                  <c:v>457.596</c:v>
                </c:pt>
                <c:pt idx="432">
                  <c:v>542.74800000000005</c:v>
                </c:pt>
                <c:pt idx="433">
                  <c:v>475.68799999999999</c:v>
                </c:pt>
                <c:pt idx="434">
                  <c:v>457.428</c:v>
                </c:pt>
                <c:pt idx="435">
                  <c:v>431.87</c:v>
                </c:pt>
                <c:pt idx="436">
                  <c:v>450.45400000000001</c:v>
                </c:pt>
                <c:pt idx="437">
                  <c:v>445.63799999999998</c:v>
                </c:pt>
                <c:pt idx="438">
                  <c:v>482.726</c:v>
                </c:pt>
                <c:pt idx="439">
                  <c:v>480.97</c:v>
                </c:pt>
                <c:pt idx="440">
                  <c:v>544.26300000000003</c:v>
                </c:pt>
                <c:pt idx="441">
                  <c:v>461.77300000000002</c:v>
                </c:pt>
                <c:pt idx="442">
                  <c:v>474.34699999999998</c:v>
                </c:pt>
                <c:pt idx="443">
                  <c:v>531.90200000000004</c:v>
                </c:pt>
                <c:pt idx="444">
                  <c:v>525.36699999999996</c:v>
                </c:pt>
                <c:pt idx="445">
                  <c:v>537.91399999999999</c:v>
                </c:pt>
                <c:pt idx="446">
                  <c:v>448.39499999999998</c:v>
                </c:pt>
                <c:pt idx="447">
                  <c:v>547.68899999999996</c:v>
                </c:pt>
                <c:pt idx="448">
                  <c:v>446.38099999999997</c:v>
                </c:pt>
                <c:pt idx="449">
                  <c:v>547.88900000000001</c:v>
                </c:pt>
                <c:pt idx="450">
                  <c:v>456.96300000000002</c:v>
                </c:pt>
                <c:pt idx="451">
                  <c:v>529.45600000000002</c:v>
                </c:pt>
                <c:pt idx="452">
                  <c:v>469.31799999999998</c:v>
                </c:pt>
                <c:pt idx="453">
                  <c:v>533.57399999999996</c:v>
                </c:pt>
                <c:pt idx="454">
                  <c:v>400.90800000000002</c:v>
                </c:pt>
                <c:pt idx="455">
                  <c:v>364.613</c:v>
                </c:pt>
                <c:pt idx="456">
                  <c:v>357.72</c:v>
                </c:pt>
                <c:pt idx="457">
                  <c:v>333.04899999999998</c:v>
                </c:pt>
                <c:pt idx="458">
                  <c:v>355.28500000000003</c:v>
                </c:pt>
                <c:pt idx="459">
                  <c:v>379.27300000000002</c:v>
                </c:pt>
                <c:pt idx="460">
                  <c:v>392.13499999999999</c:v>
                </c:pt>
                <c:pt idx="461">
                  <c:v>308.803</c:v>
                </c:pt>
                <c:pt idx="462">
                  <c:v>367.48899999999998</c:v>
                </c:pt>
                <c:pt idx="463">
                  <c:v>530.38</c:v>
                </c:pt>
                <c:pt idx="464">
                  <c:v>620.34199999999998</c:v>
                </c:pt>
                <c:pt idx="465">
                  <c:v>725.17200000000003</c:v>
                </c:pt>
                <c:pt idx="466">
                  <c:v>600.471</c:v>
                </c:pt>
                <c:pt idx="467">
                  <c:v>299.44600000000003</c:v>
                </c:pt>
                <c:pt idx="468">
                  <c:v>290.15100000000001</c:v>
                </c:pt>
                <c:pt idx="469">
                  <c:v>363.88600000000002</c:v>
                </c:pt>
                <c:pt idx="470">
                  <c:v>300.77199999999999</c:v>
                </c:pt>
                <c:pt idx="471">
                  <c:v>301.54199999999997</c:v>
                </c:pt>
                <c:pt idx="472">
                  <c:v>305.32299999999998</c:v>
                </c:pt>
                <c:pt idx="473">
                  <c:v>295.99099999999999</c:v>
                </c:pt>
                <c:pt idx="474">
                  <c:v>390.05599999999998</c:v>
                </c:pt>
                <c:pt idx="475">
                  <c:v>380.88400000000001</c:v>
                </c:pt>
                <c:pt idx="476">
                  <c:v>454.34399999999999</c:v>
                </c:pt>
                <c:pt idx="477">
                  <c:v>711.65200000000004</c:v>
                </c:pt>
                <c:pt idx="478">
                  <c:v>527.43700000000001</c:v>
                </c:pt>
                <c:pt idx="479">
                  <c:v>447.77699999999999</c:v>
                </c:pt>
                <c:pt idx="480">
                  <c:v>512.55399999999997</c:v>
                </c:pt>
                <c:pt idx="481">
                  <c:v>482.59399999999999</c:v>
                </c:pt>
                <c:pt idx="482">
                  <c:v>506.392</c:v>
                </c:pt>
                <c:pt idx="483">
                  <c:v>425.24099999999999</c:v>
                </c:pt>
                <c:pt idx="484">
                  <c:v>681.04499999999996</c:v>
                </c:pt>
                <c:pt idx="485">
                  <c:v>529.64700000000005</c:v>
                </c:pt>
                <c:pt idx="486">
                  <c:v>505.35</c:v>
                </c:pt>
                <c:pt idx="487">
                  <c:v>494.12</c:v>
                </c:pt>
                <c:pt idx="488">
                  <c:v>524.74099999999999</c:v>
                </c:pt>
                <c:pt idx="489">
                  <c:v>540.42200000000003</c:v>
                </c:pt>
                <c:pt idx="490">
                  <c:v>538.09</c:v>
                </c:pt>
                <c:pt idx="491">
                  <c:v>484.51499999999999</c:v>
                </c:pt>
                <c:pt idx="492">
                  <c:v>526.31299999999999</c:v>
                </c:pt>
                <c:pt idx="493">
                  <c:v>524.14499999999998</c:v>
                </c:pt>
                <c:pt idx="494">
                  <c:v>442.66</c:v>
                </c:pt>
                <c:pt idx="495">
                  <c:v>447.63400000000001</c:v>
                </c:pt>
                <c:pt idx="496">
                  <c:v>443.40499999999997</c:v>
                </c:pt>
                <c:pt idx="497">
                  <c:v>523.81700000000001</c:v>
                </c:pt>
                <c:pt idx="498">
                  <c:v>528.07799999999997</c:v>
                </c:pt>
                <c:pt idx="499">
                  <c:v>504.65300000000002</c:v>
                </c:pt>
                <c:pt idx="500">
                  <c:v>562.91899999999998</c:v>
                </c:pt>
                <c:pt idx="501">
                  <c:v>554.34900000000005</c:v>
                </c:pt>
                <c:pt idx="502">
                  <c:v>473.46300000000002</c:v>
                </c:pt>
                <c:pt idx="503">
                  <c:v>523.71799999999996</c:v>
                </c:pt>
                <c:pt idx="504">
                  <c:v>450.70400000000001</c:v>
                </c:pt>
                <c:pt idx="505">
                  <c:v>570.255</c:v>
                </c:pt>
                <c:pt idx="506">
                  <c:v>545.51800000000003</c:v>
                </c:pt>
                <c:pt idx="507">
                  <c:v>552.51400000000001</c:v>
                </c:pt>
                <c:pt idx="508">
                  <c:v>391.803</c:v>
                </c:pt>
                <c:pt idx="509">
                  <c:v>477.846</c:v>
                </c:pt>
                <c:pt idx="510">
                  <c:v>296.61599999999999</c:v>
                </c:pt>
                <c:pt idx="511">
                  <c:v>345.85899999999998</c:v>
                </c:pt>
                <c:pt idx="512">
                  <c:v>296.17200000000003</c:v>
                </c:pt>
                <c:pt idx="513">
                  <c:v>326.68</c:v>
                </c:pt>
                <c:pt idx="514">
                  <c:v>311.21800000000002</c:v>
                </c:pt>
                <c:pt idx="515">
                  <c:v>382.40100000000001</c:v>
                </c:pt>
                <c:pt idx="516">
                  <c:v>416.43400000000003</c:v>
                </c:pt>
                <c:pt idx="517">
                  <c:v>307.87599999999998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CDD-44EC-9CF7-C3587689C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88834927"/>
        <c:axId val="1388835887"/>
      </c:lineChart>
      <c:catAx>
        <c:axId val="138883492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88835887"/>
        <c:crosses val="autoZero"/>
        <c:auto val="1"/>
        <c:lblAlgn val="ctr"/>
        <c:lblOffset val="100"/>
        <c:noMultiLvlLbl val="0"/>
      </c:catAx>
      <c:valAx>
        <c:axId val="1388835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88834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골</a:t>
            </a:r>
            <a:br>
              <a:rPr lang="en-US" altLang="ko-KR" dirty="0"/>
            </a:br>
            <a:r>
              <a:rPr lang="en-US" altLang="ko-KR" dirty="0"/>
              <a:t>background</a:t>
            </a:r>
            <a:br>
              <a:rPr lang="en-US" altLang="ko-KR" dirty="0"/>
            </a:br>
            <a:r>
              <a:rPr lang="ko-KR" altLang="en-US" dirty="0"/>
              <a:t>이걸 </a:t>
            </a:r>
            <a:r>
              <a:rPr lang="ko-KR" altLang="en-US" dirty="0" err="1"/>
              <a:t>왜하는지</a:t>
            </a:r>
            <a:br>
              <a:rPr lang="en-US" altLang="ko-KR" dirty="0"/>
            </a:br>
            <a:r>
              <a:rPr lang="ko-KR" altLang="en-US" dirty="0"/>
              <a:t>그래서 실험 결과는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\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98B6B-E598-03E9-0671-36F5A1D3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94F66C-B41A-C048-A5BE-8C67AC169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B91FD-E8C5-8ACF-7E5B-A4053E877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지금까지의 과정을 간략하게 요약해서 말씀드리겠습니다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우선순위가 높은 </a:t>
            </a:r>
            <a:r>
              <a:rPr lang="en-US" altLang="ko-KR" dirty="0"/>
              <a:t>msg</a:t>
            </a:r>
            <a:r>
              <a:rPr lang="ko-KR" altLang="en-US" dirty="0"/>
              <a:t>가 지연되는 걸 관찰함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마브로스에서</a:t>
            </a:r>
            <a:r>
              <a:rPr lang="ko-KR" altLang="en-US" dirty="0"/>
              <a:t> </a:t>
            </a:r>
            <a:r>
              <a:rPr lang="en-US" altLang="ko-KR" dirty="0"/>
              <a:t>px4</a:t>
            </a:r>
            <a:r>
              <a:rPr lang="ko-KR" altLang="en-US" dirty="0"/>
              <a:t>로 전송하기 직전에 있는</a:t>
            </a:r>
            <a:r>
              <a:rPr lang="en-US" altLang="ko-KR" dirty="0"/>
              <a:t>, </a:t>
            </a:r>
            <a:r>
              <a:rPr lang="ko-KR" altLang="en-US" dirty="0"/>
              <a:t>최종 </a:t>
            </a:r>
            <a:r>
              <a:rPr lang="en-US" altLang="ko-KR" dirty="0"/>
              <a:t>Queue</a:t>
            </a:r>
            <a:r>
              <a:rPr lang="ko-KR" altLang="en-US" dirty="0"/>
              <a:t>의 구조를 </a:t>
            </a:r>
            <a:r>
              <a:rPr lang="en-US" altLang="ko-KR" dirty="0"/>
              <a:t>priority queue </a:t>
            </a:r>
            <a:r>
              <a:rPr lang="ko-KR" altLang="en-US" dirty="0"/>
              <a:t>구조로 변경하려고 함</a:t>
            </a:r>
            <a:r>
              <a:rPr lang="en-US" altLang="ko-KR" dirty="0"/>
              <a:t>. </a:t>
            </a:r>
            <a:r>
              <a:rPr lang="ko-KR" altLang="en-US" dirty="0"/>
              <a:t>그런데</a:t>
            </a:r>
            <a:r>
              <a:rPr lang="en-US" altLang="ko-KR" dirty="0"/>
              <a:t>, </a:t>
            </a:r>
            <a:r>
              <a:rPr lang="ko-KR" altLang="en-US" dirty="0"/>
              <a:t>바꿨을 때도</a:t>
            </a:r>
            <a:r>
              <a:rPr lang="en-US" altLang="ko-KR" dirty="0"/>
              <a:t>, </a:t>
            </a:r>
            <a:r>
              <a:rPr lang="ko-KR" altLang="en-US" dirty="0"/>
              <a:t>크게 드라마틱한 결과를 얻지 못함</a:t>
            </a:r>
            <a:r>
              <a:rPr lang="en-US" altLang="ko-KR" dirty="0"/>
              <a:t>.  </a:t>
            </a:r>
          </a:p>
          <a:p>
            <a:r>
              <a:rPr lang="en-US" altLang="ko-KR" dirty="0"/>
              <a:t>**** </a:t>
            </a:r>
            <a:r>
              <a:rPr lang="ko-KR" altLang="en-US" dirty="0"/>
              <a:t>최종 큐가 원인이 아니라고 생각해서</a:t>
            </a:r>
            <a:r>
              <a:rPr lang="en-US" altLang="ko-KR" dirty="0"/>
              <a:t>, </a:t>
            </a:r>
            <a:r>
              <a:rPr lang="ko-KR" altLang="en-US" dirty="0"/>
              <a:t>구간별로 </a:t>
            </a:r>
            <a:r>
              <a:rPr lang="en-US" altLang="ko-KR" dirty="0"/>
              <a:t>latency</a:t>
            </a:r>
            <a:r>
              <a:rPr lang="ko-KR" altLang="en-US" dirty="0"/>
              <a:t>를 찾아봄</a:t>
            </a:r>
            <a:r>
              <a:rPr lang="en-US" altLang="ko-KR" dirty="0"/>
              <a:t>. </a:t>
            </a:r>
            <a:r>
              <a:rPr lang="ko-KR" altLang="en-US" dirty="0"/>
              <a:t>어떤 구간에서 </a:t>
            </a:r>
            <a:r>
              <a:rPr lang="en-US" altLang="ko-KR" dirty="0"/>
              <a:t>latency</a:t>
            </a:r>
            <a:r>
              <a:rPr lang="ko-KR" altLang="en-US" dirty="0"/>
              <a:t>가 큰지 알아보고자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CADD6-DBA1-C882-F2CA-414CECC1D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567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8A11-ACDC-4AEB-3850-60054CC74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2120A2-642E-A8B2-7336-4900A8387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84D2D1-A100-BE38-7759-B5AEBC970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결과</a:t>
            </a:r>
            <a:r>
              <a:rPr lang="en-US" altLang="ko-KR" dirty="0"/>
              <a:t>. t1, t2 </a:t>
            </a:r>
            <a:r>
              <a:rPr lang="ko-KR" altLang="en-US" dirty="0"/>
              <a:t>구간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ros2</a:t>
            </a:r>
            <a:r>
              <a:rPr lang="ko-KR" altLang="en-US" dirty="0"/>
              <a:t>에서 </a:t>
            </a:r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  <a:r>
              <a:rPr lang="ko-KR" altLang="en-US" dirty="0"/>
              <a:t>로 </a:t>
            </a:r>
            <a:r>
              <a:rPr lang="en-US" altLang="ko-KR" dirty="0"/>
              <a:t>msg</a:t>
            </a:r>
            <a:r>
              <a:rPr lang="ko-KR" altLang="en-US" dirty="0"/>
              <a:t>를 보낼 때까지 더 많은 시간이 걸린다는 것을 확인함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B83354-653D-9BB0-43E1-1F35E0A71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621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B7C7-257F-A1C2-F41E-02AB9FCB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767A96-A693-0752-A876-B939D74AF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AE7CA8-38BE-2FD5-6D99-A2EF5E0C5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최종 큐가 원인이 아닌 이유를 </a:t>
            </a:r>
            <a:r>
              <a:rPr kumimoji="1" lang="ko-KR" altLang="en-US" sz="1200" b="0" dirty="0" err="1">
                <a:latin typeface="+mn-lt"/>
              </a:rPr>
              <a:t>생각해봄</a:t>
            </a:r>
            <a:r>
              <a:rPr kumimoji="1" lang="en-US" altLang="ko-KR" sz="1200" b="0" dirty="0">
                <a:latin typeface="+mn-lt"/>
              </a:rPr>
              <a:t>.</a:t>
            </a:r>
          </a:p>
          <a:p>
            <a:pPr marL="228600" marR="0" lvl="0" indent="-22860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ko-KR" altLang="en-US" sz="1200" b="0" dirty="0">
                <a:latin typeface="+mn-lt"/>
              </a:rPr>
              <a:t>거의 버퍼처럼 동작함</a:t>
            </a:r>
            <a:r>
              <a:rPr kumimoji="1" lang="en-US" altLang="ko-KR" sz="1200" b="0" dirty="0">
                <a:latin typeface="+mn-lt"/>
              </a:rPr>
              <a:t>.</a:t>
            </a:r>
          </a:p>
          <a:p>
            <a:pPr marL="228600" marR="0" lvl="0" indent="-22860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en-US" altLang="ko-KR" sz="1200" b="0" dirty="0">
                <a:latin typeface="+mn-lt"/>
              </a:rPr>
              <a:t>px4</a:t>
            </a:r>
            <a:r>
              <a:rPr kumimoji="1" lang="ko-KR" altLang="en-US" sz="1200" b="0" dirty="0">
                <a:latin typeface="+mn-lt"/>
              </a:rPr>
              <a:t>가 처리속도가 굉장히 빠름</a:t>
            </a:r>
            <a:endParaRPr kumimoji="1" lang="en-US" altLang="ko-KR" sz="1200" b="0" dirty="0">
              <a:latin typeface="+mn-lt"/>
            </a:endParaRPr>
          </a:p>
          <a:p>
            <a:pPr marL="228600" marR="0" lvl="0" indent="-22860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2068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EC74-73DD-296E-A888-00230385F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AAFE99-0607-AB4A-1C0B-FEF04378F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FA89CA-652E-4306-6C92-097853195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2960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E66FD-39B6-A76E-F537-D8994D195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B8E091-C254-C882-29C9-EAB75603E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84EA4E-247F-B7AF-C789-5102B4051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</a:t>
            </a:r>
            <a:r>
              <a:rPr lang="en-US" altLang="ko-KR" dirty="0"/>
              <a:t>… ros2</a:t>
            </a:r>
            <a:r>
              <a:rPr lang="ko-KR" altLang="en-US" dirty="0"/>
              <a:t>에서 </a:t>
            </a:r>
            <a:r>
              <a:rPr lang="en-US" altLang="ko-KR" dirty="0" err="1"/>
              <a:t>mavros</a:t>
            </a:r>
            <a:r>
              <a:rPr lang="ko-KR" altLang="en-US" dirty="0"/>
              <a:t>로 가는 과정을 보려고 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EF5065-1D87-79A9-DD7C-85C5D0DFE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29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88DB-8894-FEB7-25E0-011F592E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982B17-B3B3-716B-263F-3FEEA0149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515B77-A6AF-1617-6B82-C29208BB6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구간을 다시 나눔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AB676-3879-4EA2-E86B-1B7395EDB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910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BC00-5B4A-E1D3-B262-D2ED1DC7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F6D71A-9F5A-F907-3802-BFA6787D6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14B147-1E9E-001E-C92B-C6A9DBB1A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우선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 err="1">
                <a:latin typeface="+mn-lt"/>
              </a:rPr>
              <a:t>마브로스</a:t>
            </a:r>
            <a:r>
              <a:rPr kumimoji="1" lang="ko-KR" altLang="en-US" sz="1200" b="0" dirty="0">
                <a:latin typeface="+mn-lt"/>
              </a:rPr>
              <a:t> 노드의 구조를 </a:t>
            </a:r>
            <a:r>
              <a:rPr kumimoji="1" lang="ko-KR" altLang="en-US" sz="1200" b="0" dirty="0" err="1">
                <a:latin typeface="+mn-lt"/>
              </a:rPr>
              <a:t>알아야됨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토픽별로 담당하는 </a:t>
            </a:r>
            <a:r>
              <a:rPr kumimoji="1" lang="ko-KR" altLang="en-US" sz="1200" b="0" dirty="0" err="1">
                <a:latin typeface="+mn-lt"/>
              </a:rPr>
              <a:t>섭스크라이브큐가</a:t>
            </a:r>
            <a:r>
              <a:rPr kumimoji="1" lang="ko-KR" altLang="en-US" sz="1200" b="0" dirty="0">
                <a:latin typeface="+mn-lt"/>
              </a:rPr>
              <a:t> 따로 있음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그래서 전에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기존에 한 토픽에서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여러 노드를 만들었을 때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두가지 문제가 발생함</a:t>
            </a:r>
            <a:r>
              <a:rPr kumimoji="1" lang="en-US" altLang="ko-KR" sz="1200" b="0" dirty="0">
                <a:latin typeface="+mn-lt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노드 수에 따른 </a:t>
            </a:r>
            <a:r>
              <a:rPr kumimoji="1" lang="en-US" altLang="ko-KR" sz="1200" b="0" dirty="0">
                <a:latin typeface="+mn-lt"/>
              </a:rPr>
              <a:t>latency </a:t>
            </a:r>
            <a:r>
              <a:rPr kumimoji="1" lang="ko-KR" altLang="en-US" sz="1200" b="0" dirty="0">
                <a:latin typeface="+mn-lt"/>
              </a:rPr>
              <a:t>증가가 나타남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그런데</a:t>
            </a:r>
            <a:r>
              <a:rPr kumimoji="1" lang="en-US" altLang="ko-KR" sz="1200" b="0" dirty="0">
                <a:latin typeface="+mn-lt"/>
              </a:rPr>
              <a:t>,,,,, </a:t>
            </a:r>
            <a:r>
              <a:rPr kumimoji="1" lang="ko-KR" altLang="en-US" sz="1200" b="0" dirty="0">
                <a:latin typeface="+mn-lt"/>
              </a:rPr>
              <a:t>사실 </a:t>
            </a:r>
            <a:r>
              <a:rPr kumimoji="1" lang="ko-KR" altLang="en-US" sz="1200" b="0" dirty="0" err="1">
                <a:latin typeface="+mn-lt"/>
              </a:rPr>
              <a:t>드론</a:t>
            </a:r>
            <a:r>
              <a:rPr kumimoji="1" lang="ko-KR" altLang="en-US" sz="1200" b="0" dirty="0">
                <a:latin typeface="+mn-lt"/>
              </a:rPr>
              <a:t> 구조를 보면 이런 극단적인 </a:t>
            </a:r>
            <a:r>
              <a:rPr kumimoji="1" lang="en-US" altLang="ko-KR" sz="1200" b="0" dirty="0">
                <a:latin typeface="+mn-lt"/>
              </a:rPr>
              <a:t>case</a:t>
            </a:r>
            <a:r>
              <a:rPr kumimoji="1" lang="ko-KR" altLang="en-US" sz="1200" b="0" dirty="0">
                <a:latin typeface="+mn-lt"/>
              </a:rPr>
              <a:t>는 별로 없음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node</a:t>
            </a:r>
            <a:r>
              <a:rPr kumimoji="1" lang="ko-KR" altLang="en-US" sz="1200" b="0" dirty="0">
                <a:latin typeface="+mn-lt"/>
              </a:rPr>
              <a:t>가 </a:t>
            </a:r>
            <a:r>
              <a:rPr kumimoji="1" lang="ko-KR" altLang="en-US" sz="1200" b="0" dirty="0" err="1">
                <a:latin typeface="+mn-lt"/>
              </a:rPr>
              <a:t>중요한게</a:t>
            </a:r>
            <a:r>
              <a:rPr kumimoji="1" lang="ko-KR" altLang="en-US" sz="1200" b="0" dirty="0">
                <a:latin typeface="+mn-lt"/>
              </a:rPr>
              <a:t> 아니라 토픽이 </a:t>
            </a:r>
            <a:r>
              <a:rPr kumimoji="1" lang="ko-KR" altLang="en-US" sz="1200" b="0" dirty="0" err="1">
                <a:latin typeface="+mn-lt"/>
              </a:rPr>
              <a:t>중요한거</a:t>
            </a:r>
            <a:r>
              <a:rPr kumimoji="1" lang="en-US" altLang="ko-KR" sz="1200" b="0" dirty="0"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그래서</a:t>
            </a:r>
            <a:r>
              <a:rPr kumimoji="1" lang="en-US" altLang="ko-KR" sz="1200" b="0" dirty="0">
                <a:latin typeface="+mn-lt"/>
              </a:rPr>
              <a:t>… </a:t>
            </a:r>
            <a:r>
              <a:rPr kumimoji="1" lang="ko-KR" altLang="en-US" sz="1200" b="0" dirty="0">
                <a:latin typeface="+mn-lt"/>
              </a:rPr>
              <a:t>토픽위주로 다시 실험</a:t>
            </a:r>
            <a:r>
              <a:rPr kumimoji="1" lang="en-US" altLang="ko-KR" sz="1200" b="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1864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398C0-D179-D008-D4A3-CDF42491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BF689F-6890-4A68-18FF-47DCC8F49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155722-C867-DD01-EE1B-E384EF018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5541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B8A5-DDFB-C5BA-AF3E-299BEEA07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91942C-2E71-0334-21A0-34271BF53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67A8E-275F-17FA-F6FC-AF3499073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02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F0F52-A674-7D12-CDCB-9C2507D0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C24869-C5C6-76DD-35EF-2A7B6D28E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2822D-7AD7-3261-DE46-E772CCF0D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0366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174A-AE84-4796-23C4-7C464328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4C5F59-E8DE-F402-3731-1FDF5C1A8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D83208-5B45-9DF8-FF5C-2BBAB1993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36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73D9-696D-DD2D-CBF8-935D9EF8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9DF3C0-A754-17BF-83AD-470A96ECD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0D642E-3CAC-6ABD-CED9-B942633B7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6068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09077-CA09-0659-8EFA-E4756069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4627E5-298A-C6BD-0188-A57E78488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1C2F7E-327A-2A64-ADBB-39A493A3B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1960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25.11.17.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14205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Drone Offboarding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Keepalive msg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인해 </a:t>
            </a: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우선순위가 높은 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msg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가 지연되는 문제를 해결해보자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AA74-1977-6850-9F8F-66CDC796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74BABB2-E66A-20DC-B119-0715A05B4761}"/>
              </a:ext>
            </a:extLst>
          </p:cNvPr>
          <p:cNvSpPr/>
          <p:nvPr/>
        </p:nvSpPr>
        <p:spPr>
          <a:xfrm>
            <a:off x="203760" y="998280"/>
            <a:ext cx="8852760" cy="4941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최종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구조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 FIFO Queue → Priority Queue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A44F913-AEDC-D529-DC0C-665CEAD25A34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CE69A3C5-C7A0-56E5-0BF3-588AA3EEECD9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1AF787A6-69CC-851E-19A1-A7C92DEB672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지금까지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…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C349B29-CE2E-F6D5-1DE2-EC78C2DEA13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FD4A5DB-F945-984D-640E-ED224F04FF03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3BEAFD-4DD4-F022-2969-D987CBECDCFB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0F8A35B6-E0AE-6BCF-343D-E47C219335DE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261371" y="2456710"/>
            <a:ext cx="1535927" cy="97229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C829D3B-1A7B-AA20-AB40-785A0B911C47}"/>
              </a:ext>
            </a:extLst>
          </p:cNvPr>
          <p:cNvSpPr/>
          <p:nvPr/>
        </p:nvSpPr>
        <p:spPr>
          <a:xfrm>
            <a:off x="3797298" y="3102900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7D0394CF-E0E2-BC42-3060-4912DB3DF53A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259890" y="3429000"/>
            <a:ext cx="1537408" cy="14396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793D2F58-C14F-5619-AD95-DD4E2C66D347}"/>
              </a:ext>
            </a:extLst>
          </p:cNvPr>
          <p:cNvCxnSpPr>
            <a:cxnSpLocks/>
            <a:stCxn id="20" idx="3"/>
            <a:endCxn id="8" idx="1"/>
          </p:cNvCxnSpPr>
          <p:nvPr/>
        </p:nvCxnSpPr>
        <p:spPr>
          <a:xfrm flipV="1">
            <a:off x="2259890" y="3429000"/>
            <a:ext cx="1537408" cy="1527185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9A27617-C2D1-0ACE-1A8D-F613FBD35792}"/>
              </a:ext>
            </a:extLst>
          </p:cNvPr>
          <p:cNvSpPr/>
          <p:nvPr/>
        </p:nvSpPr>
        <p:spPr>
          <a:xfrm>
            <a:off x="4025307" y="4313302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74083811-42A0-24BB-1EC6-99E99B126473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5400000">
            <a:off x="3904096" y="3876312"/>
            <a:ext cx="884302" cy="641879"/>
          </a:xfrm>
          <a:prstGeom prst="curvedConnector4">
            <a:avLst>
              <a:gd name="adj1" fmla="val 31562"/>
              <a:gd name="adj2" fmla="val 1356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F9EB4D0E-FE62-5B63-AB2F-4CB70A79B950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flipH="1" flipV="1">
            <a:off x="4667186" y="3755100"/>
            <a:ext cx="695036" cy="884302"/>
          </a:xfrm>
          <a:prstGeom prst="curvedConnector4">
            <a:avLst>
              <a:gd name="adj1" fmla="val -32890"/>
              <a:gd name="adj2" fmla="val 684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678C2F5-7368-F68B-859E-EE686153E70D}"/>
              </a:ext>
            </a:extLst>
          </p:cNvPr>
          <p:cNvSpPr/>
          <p:nvPr/>
        </p:nvSpPr>
        <p:spPr>
          <a:xfrm>
            <a:off x="6784025" y="3102900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5824AC-A454-6665-D3E2-AD192871B376}"/>
              </a:ext>
            </a:extLst>
          </p:cNvPr>
          <p:cNvSpPr txBox="1"/>
          <p:nvPr/>
        </p:nvSpPr>
        <p:spPr>
          <a:xfrm>
            <a:off x="517974" y="1735478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E06E489-4904-5C43-B211-8A06CDC08341}"/>
              </a:ext>
            </a:extLst>
          </p:cNvPr>
          <p:cNvCxnSpPr>
            <a:stCxn id="8" idx="3"/>
            <a:endCxn id="14" idx="1"/>
          </p:cNvCxnSpPr>
          <p:nvPr/>
        </p:nvCxnSpPr>
        <p:spPr>
          <a:xfrm>
            <a:off x="5537073" y="3429000"/>
            <a:ext cx="12469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EC655B9-DF28-23C9-00D3-287CF8C808A7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9F70A8B-465D-FE6A-5375-0C9A45855447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5E24589-8883-FDCF-6F68-F4B54DABE584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31802FF-9AAF-69B7-C6F9-2CA21AB3E8E5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1CD41D-C7D1-3BB4-E439-F9998A51D40B}"/>
              </a:ext>
            </a:extLst>
          </p:cNvPr>
          <p:cNvSpPr txBox="1"/>
          <p:nvPr/>
        </p:nvSpPr>
        <p:spPr>
          <a:xfrm>
            <a:off x="6784025" y="2703680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96D73C-AE01-1211-373A-B7E8D5489F6E}"/>
              </a:ext>
            </a:extLst>
          </p:cNvPr>
          <p:cNvSpPr txBox="1"/>
          <p:nvPr/>
        </p:nvSpPr>
        <p:spPr>
          <a:xfrm>
            <a:off x="2327331" y="2087378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51DA91-041C-D60F-8E22-ED06D473633A}"/>
              </a:ext>
            </a:extLst>
          </p:cNvPr>
          <p:cNvSpPr txBox="1"/>
          <p:nvPr/>
        </p:nvSpPr>
        <p:spPr>
          <a:xfrm>
            <a:off x="3626700" y="3950069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FC525-C95A-598F-D89F-F6601D86BB56}"/>
              </a:ext>
            </a:extLst>
          </p:cNvPr>
          <p:cNvSpPr txBox="1"/>
          <p:nvPr/>
        </p:nvSpPr>
        <p:spPr>
          <a:xfrm>
            <a:off x="2659803" y="2083497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arming pub</a:t>
            </a:r>
            <a:endParaRPr lang="ko-KR" altLang="en-US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9C4253-EB92-A081-1996-CA5A826D20FF}"/>
              </a:ext>
            </a:extLst>
          </p:cNvPr>
          <p:cNvSpPr txBox="1"/>
          <p:nvPr/>
        </p:nvSpPr>
        <p:spPr>
          <a:xfrm>
            <a:off x="3981200" y="3928453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최종 </a:t>
            </a:r>
            <a:r>
              <a:rPr lang="en-US" altLang="ko-KR" b="1" dirty="0"/>
              <a:t>Q push</a:t>
            </a:r>
            <a:endParaRPr lang="ko-KR" altLang="en-US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9081D1-EE4F-5889-5093-17BDBCF0AE93}"/>
              </a:ext>
            </a:extLst>
          </p:cNvPr>
          <p:cNvSpPr txBox="1"/>
          <p:nvPr/>
        </p:nvSpPr>
        <p:spPr>
          <a:xfrm>
            <a:off x="6328308" y="3818827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CF83DF-9B54-C353-5FD9-B9E7AB308BDE}"/>
              </a:ext>
            </a:extLst>
          </p:cNvPr>
          <p:cNvSpPr txBox="1"/>
          <p:nvPr/>
        </p:nvSpPr>
        <p:spPr>
          <a:xfrm>
            <a:off x="6682808" y="3797211"/>
            <a:ext cx="261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monitor topic </a:t>
            </a:r>
            <a:r>
              <a:rPr lang="ko-KR" altLang="en-US" b="1" dirty="0"/>
              <a:t>도착 시점</a:t>
            </a:r>
          </a:p>
        </p:txBody>
      </p:sp>
    </p:spTree>
    <p:extLst>
      <p:ext uri="{BB962C8B-B14F-4D97-AF65-F5344CB8AC3E}">
        <p14:creationId xmlns:p14="http://schemas.microsoft.com/office/powerpoint/2010/main" val="104753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44" grpId="0"/>
      <p:bldP spid="45" grpId="0"/>
      <p:bldP spid="46" grpId="0" animBg="1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544C-55B2-167B-B70B-A243CBB3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8367DBD-C25B-24F4-B137-9253D4EDC510}"/>
              </a:ext>
            </a:extLst>
          </p:cNvPr>
          <p:cNvSpPr/>
          <p:nvPr/>
        </p:nvSpPr>
        <p:spPr>
          <a:xfrm>
            <a:off x="203760" y="998280"/>
            <a:ext cx="8852760" cy="4941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최종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구조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 FIFO Queue → Priority Queue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8E78D7C9-6B02-9C4D-9EF1-1D984654B84B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662072B-FEA4-1AAC-5291-EE6A7CDE3975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B14BDA1D-25F8-C1FB-95BB-0DA83679D8D0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지금까지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…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6AA43BBB-3754-2E2C-7734-FF33BCEEA5D5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DEEE16F-B0DD-1E7D-DBD4-74A34C39B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045774"/>
              </p:ext>
            </p:extLst>
          </p:nvPr>
        </p:nvGraphicFramePr>
        <p:xfrm>
          <a:off x="980838" y="4682320"/>
          <a:ext cx="38475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707">
                  <a:extLst>
                    <a:ext uri="{9D8B030D-6E8A-4147-A177-3AD203B41FA5}">
                      <a16:colId xmlns:a16="http://schemas.microsoft.com/office/drawing/2014/main" val="2579796386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2607190636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545126850"/>
                    </a:ext>
                  </a:extLst>
                </a:gridCol>
                <a:gridCol w="851391">
                  <a:extLst>
                    <a:ext uri="{9D8B030D-6E8A-4147-A177-3AD203B41FA5}">
                      <a16:colId xmlns:a16="http://schemas.microsoft.com/office/drawing/2014/main" val="263767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node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t1~t2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t2~t3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30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39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2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07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07204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0168A80-44A6-D07F-B74F-F47DAC81D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56" y="1555113"/>
            <a:ext cx="5066076" cy="303964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5AEE369-660B-FCDE-CC3D-602288463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910" y="4805138"/>
            <a:ext cx="4058610" cy="16878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D6D52BE-C4A4-8B9A-BDB2-3D940A1AC6CA}"/>
              </a:ext>
            </a:extLst>
          </p:cNvPr>
          <p:cNvSpPr txBox="1"/>
          <p:nvPr/>
        </p:nvSpPr>
        <p:spPr>
          <a:xfrm>
            <a:off x="4963391" y="3730452"/>
            <a:ext cx="224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t2~t3: px4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처리시간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큰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BA4DF9-33EB-D858-D1F8-D3FA7CAF4492}"/>
              </a:ext>
            </a:extLst>
          </p:cNvPr>
          <p:cNvSpPr txBox="1"/>
          <p:nvPr/>
        </p:nvSpPr>
        <p:spPr>
          <a:xfrm>
            <a:off x="4780511" y="1996451"/>
            <a:ext cx="224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t1~t2: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전송시간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큰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358EC4-C5E1-0696-0E40-57C88C5EF536}"/>
              </a:ext>
            </a:extLst>
          </p:cNvPr>
          <p:cNvSpPr txBox="1"/>
          <p:nvPr/>
        </p:nvSpPr>
        <p:spPr>
          <a:xfrm>
            <a:off x="6127793" y="2942882"/>
            <a:ext cx="259464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원인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6168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5BFC-7F49-02FD-9EED-D9D521FF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C343B0E-AA46-B6EB-65BB-8105DAC22553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내부 명령 전달 구조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85F9E36-88D4-38DB-DC24-3309C231629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B2ABA2-6F88-C95D-39CD-494B3CAED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E7CC563-2DC5-BBD5-7798-0A1C43BA3BC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-1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지금까지</a:t>
            </a:r>
            <a:r>
              <a:rPr kumimoji="0" lang="en-US" altLang="ko-KR" sz="3600" b="1" i="0" u="none" strike="noStrike" kern="1200" cap="none" spc="-1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…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EBCD77-E0BA-3970-E5F8-0E5C1C05096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DEBC0F-FAC8-71FF-CBED-EC751DA0FA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304"/>
          <a:stretch>
            <a:fillRect/>
          </a:stretch>
        </p:blipFill>
        <p:spPr>
          <a:xfrm>
            <a:off x="1920615" y="1556833"/>
            <a:ext cx="5001823" cy="4561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ADAB7-0198-83EB-FB72-80DCA51640EE}"/>
              </a:ext>
            </a:extLst>
          </p:cNvPr>
          <p:cNvSpPr txBox="1"/>
          <p:nvPr/>
        </p:nvSpPr>
        <p:spPr>
          <a:xfrm>
            <a:off x="382386" y="3392276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EC8A402-A0BC-02D7-7E9D-FF8045EE725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433701" y="3576942"/>
            <a:ext cx="2200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AB5FAD-0569-BF2F-9860-7DD33F2374D1}"/>
              </a:ext>
            </a:extLst>
          </p:cNvPr>
          <p:cNvSpPr txBox="1"/>
          <p:nvPr/>
        </p:nvSpPr>
        <p:spPr>
          <a:xfrm>
            <a:off x="4930476" y="2520060"/>
            <a:ext cx="181912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길이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2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0DEB-1BD4-12DD-E366-ADCEF449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C95F15D-F2F7-9458-70A5-148361D17FB9}"/>
              </a:ext>
            </a:extLst>
          </p:cNvPr>
          <p:cNvSpPr txBox="1"/>
          <p:nvPr/>
        </p:nvSpPr>
        <p:spPr>
          <a:xfrm>
            <a:off x="203699" y="998257"/>
            <a:ext cx="8686301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내부 명령 전달 구조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4ms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B8AB1DA-19A8-5AC7-994D-88C182DBEF0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879C84B-9552-8FE7-3211-1209A2F468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072146B-892F-DCB3-D778-E663F6C1099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지금까지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…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A30EF9-F868-F104-5848-D72A95EE222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A0B7E2-71CD-8679-D627-2E0B74A2F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24" y="2042482"/>
            <a:ext cx="8324850" cy="231457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3A80B7-4845-1EFA-A18C-49F40C2CC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42282"/>
              </p:ext>
            </p:extLst>
          </p:nvPr>
        </p:nvGraphicFramePr>
        <p:xfrm>
          <a:off x="1523997" y="468332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5477785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0008933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3863058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76271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0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7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629781"/>
                  </a:ext>
                </a:extLst>
              </a:tr>
            </a:tbl>
          </a:graphicData>
        </a:graphic>
      </p:graphicFrame>
      <p:pic>
        <p:nvPicPr>
          <p:cNvPr id="7" name="그래픽 6" descr="쿼드콥터 단색으로 채워진">
            <a:extLst>
              <a:ext uri="{FF2B5EF4-FFF2-40B4-BE49-F238E27FC236}">
                <a16:creationId xmlns:a16="http://schemas.microsoft.com/office/drawing/2014/main" id="{BEF9D2D0-6843-E117-0150-D23713998C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797" y="5709488"/>
            <a:ext cx="914400" cy="9144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6967126-D8F7-33D0-99D2-732E5DBBA0B1}"/>
              </a:ext>
            </a:extLst>
          </p:cNvPr>
          <p:cNvSpPr/>
          <p:nvPr/>
        </p:nvSpPr>
        <p:spPr>
          <a:xfrm>
            <a:off x="434726" y="2101673"/>
            <a:ext cx="1546471" cy="537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5CD83C-9A13-99AA-4E5F-E541F2A4E272}"/>
              </a:ext>
            </a:extLst>
          </p:cNvPr>
          <p:cNvSpPr/>
          <p:nvPr/>
        </p:nvSpPr>
        <p:spPr>
          <a:xfrm>
            <a:off x="7103674" y="2914795"/>
            <a:ext cx="1546471" cy="537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6903E370-7341-9007-38BE-18D9D3850B50}"/>
              </a:ext>
            </a:extLst>
          </p:cNvPr>
          <p:cNvSpPr/>
          <p:nvPr/>
        </p:nvSpPr>
        <p:spPr>
          <a:xfrm>
            <a:off x="951261" y="4490866"/>
            <a:ext cx="2995706" cy="1084812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내 위치는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(0,0) 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목표는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(4,4)</a:t>
            </a: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내 위치는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(1,1) 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목표는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(4,4</a:t>
            </a:r>
          </a:p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…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74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66493 -0.20301 " pathEditMode="relative" rAng="0" ptsTypes="AA">
                                      <p:cBhvr>
                                        <p:cTn id="14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47" y="-1016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64114 -0.23033 " pathEditMode="relative" rAng="0" ptsTypes="AA">
                                      <p:cBhvr>
                                        <p:cTn id="1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49" y="-1152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766A-47A0-7158-A288-6A9F7AEF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55CEB04D-E557-2E28-4558-285E2583F3B9}"/>
              </a:ext>
            </a:extLst>
          </p:cNvPr>
          <p:cNvSpPr/>
          <p:nvPr/>
        </p:nvSpPr>
        <p:spPr>
          <a:xfrm>
            <a:off x="203760" y="998280"/>
            <a:ext cx="8852760" cy="4941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최종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구조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 FIFO Queue → Priority Queue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9993578D-5646-0F5F-E45C-627597DC8B5E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6AB7FF9A-9DA7-B112-C48E-2BE87A9EBAF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BECFAE10-4F17-1E9C-5716-488133A3BD9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지금까지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…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C10C2520-3C73-FED7-424F-3DED300AF225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6952B39-9A46-CBFE-57BD-4067F7F832FA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0DFE52-B485-98BE-5F2B-DE680E44BB8F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15AD4714-7CF1-9667-EC6C-E52D1A4473D7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261371" y="2456710"/>
            <a:ext cx="1535927" cy="97229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CE5CFB3-0C88-5C74-4E38-A738750011D9}"/>
              </a:ext>
            </a:extLst>
          </p:cNvPr>
          <p:cNvSpPr/>
          <p:nvPr/>
        </p:nvSpPr>
        <p:spPr>
          <a:xfrm>
            <a:off x="3797298" y="3102900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A57A8E26-5AD5-B94E-474A-13D3EC90FEA2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259890" y="3429000"/>
            <a:ext cx="1537408" cy="14396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29E2AF26-7E62-A271-CDA3-1D836BDC702E}"/>
              </a:ext>
            </a:extLst>
          </p:cNvPr>
          <p:cNvCxnSpPr>
            <a:cxnSpLocks/>
            <a:stCxn id="19" idx="3"/>
            <a:endCxn id="7" idx="1"/>
          </p:cNvCxnSpPr>
          <p:nvPr/>
        </p:nvCxnSpPr>
        <p:spPr>
          <a:xfrm flipV="1">
            <a:off x="2259890" y="3429000"/>
            <a:ext cx="1537408" cy="1527185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8E3A90F-E06F-72B4-0A0E-D3B950E9D21C}"/>
              </a:ext>
            </a:extLst>
          </p:cNvPr>
          <p:cNvSpPr/>
          <p:nvPr/>
        </p:nvSpPr>
        <p:spPr>
          <a:xfrm>
            <a:off x="4025307" y="4313302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82E940D6-E9ED-4FAB-3BA4-53F9F1C89D9B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 rot="5400000">
            <a:off x="3904096" y="3876312"/>
            <a:ext cx="884302" cy="641879"/>
          </a:xfrm>
          <a:prstGeom prst="curvedConnector4">
            <a:avLst>
              <a:gd name="adj1" fmla="val 31562"/>
              <a:gd name="adj2" fmla="val 1356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1B0AB352-5266-2AB5-7B8B-999AB2BCD8ED}"/>
              </a:ext>
            </a:extLst>
          </p:cNvPr>
          <p:cNvCxnSpPr>
            <a:cxnSpLocks/>
            <a:stCxn id="10" idx="3"/>
            <a:endCxn id="7" idx="2"/>
          </p:cNvCxnSpPr>
          <p:nvPr/>
        </p:nvCxnSpPr>
        <p:spPr>
          <a:xfrm flipH="1" flipV="1">
            <a:off x="4667186" y="3755100"/>
            <a:ext cx="695036" cy="884302"/>
          </a:xfrm>
          <a:prstGeom prst="curvedConnector4">
            <a:avLst>
              <a:gd name="adj1" fmla="val -32890"/>
              <a:gd name="adj2" fmla="val 684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D85A94B-8558-183B-95E7-E39C6481A029}"/>
              </a:ext>
            </a:extLst>
          </p:cNvPr>
          <p:cNvSpPr/>
          <p:nvPr/>
        </p:nvSpPr>
        <p:spPr>
          <a:xfrm>
            <a:off x="6784025" y="3102900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7C2718-5D8F-4049-C82F-F8C82AC5B38E}"/>
              </a:ext>
            </a:extLst>
          </p:cNvPr>
          <p:cNvSpPr txBox="1"/>
          <p:nvPr/>
        </p:nvSpPr>
        <p:spPr>
          <a:xfrm>
            <a:off x="517974" y="1735478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D208278-38D0-E651-CA82-7394DC5D3326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5537073" y="3429000"/>
            <a:ext cx="12469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686B5F4-CD67-A085-DBAC-0D0063DC073A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B62D7C-CEE6-1865-0A19-502F50AF0BE1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99FC446-26A2-A85B-5A8A-848B14964B45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FC4100F-A67F-012D-7C11-4C55AA24828D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90D8C6-E397-FA20-7DA4-33D6D6ADE0C3}"/>
              </a:ext>
            </a:extLst>
          </p:cNvPr>
          <p:cNvSpPr txBox="1"/>
          <p:nvPr/>
        </p:nvSpPr>
        <p:spPr>
          <a:xfrm>
            <a:off x="6784025" y="2703680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F10E91-2720-5AF1-2A7E-096E72E429F9}"/>
              </a:ext>
            </a:extLst>
          </p:cNvPr>
          <p:cNvSpPr txBox="1"/>
          <p:nvPr/>
        </p:nvSpPr>
        <p:spPr>
          <a:xfrm>
            <a:off x="2327331" y="2087378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644B3C-0D42-6B7D-EDF9-F6B4CB45EF72}"/>
              </a:ext>
            </a:extLst>
          </p:cNvPr>
          <p:cNvSpPr txBox="1"/>
          <p:nvPr/>
        </p:nvSpPr>
        <p:spPr>
          <a:xfrm>
            <a:off x="3626700" y="3950069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9496-3426-2D0B-6462-A01F485EB3DE}"/>
              </a:ext>
            </a:extLst>
          </p:cNvPr>
          <p:cNvSpPr txBox="1"/>
          <p:nvPr/>
        </p:nvSpPr>
        <p:spPr>
          <a:xfrm>
            <a:off x="2659803" y="2083497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arming pub</a:t>
            </a:r>
            <a:endParaRPr lang="ko-KR" alt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EC15C1-2491-5415-467A-27874F337C70}"/>
              </a:ext>
            </a:extLst>
          </p:cNvPr>
          <p:cNvSpPr txBox="1"/>
          <p:nvPr/>
        </p:nvSpPr>
        <p:spPr>
          <a:xfrm>
            <a:off x="3981200" y="3928453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최종 </a:t>
            </a:r>
            <a:r>
              <a:rPr lang="en-US" altLang="ko-KR" b="1" dirty="0"/>
              <a:t>Q pop</a:t>
            </a:r>
            <a:endParaRPr lang="ko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0A79F8-5A40-CCE8-8589-C2A394AB074A}"/>
              </a:ext>
            </a:extLst>
          </p:cNvPr>
          <p:cNvSpPr txBox="1"/>
          <p:nvPr/>
        </p:nvSpPr>
        <p:spPr>
          <a:xfrm>
            <a:off x="6328308" y="3818827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13E1EE-7B18-051F-2EFE-C726FB1E58A5}"/>
              </a:ext>
            </a:extLst>
          </p:cNvPr>
          <p:cNvSpPr txBox="1"/>
          <p:nvPr/>
        </p:nvSpPr>
        <p:spPr>
          <a:xfrm>
            <a:off x="6682808" y="3797211"/>
            <a:ext cx="261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monitor topic </a:t>
            </a:r>
            <a:r>
              <a:rPr lang="ko-KR" altLang="en-US" b="1" dirty="0"/>
              <a:t>도착 시점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7D3A6BC-F2B9-0465-268F-722DDA073695}"/>
              </a:ext>
            </a:extLst>
          </p:cNvPr>
          <p:cNvSpPr/>
          <p:nvPr/>
        </p:nvSpPr>
        <p:spPr>
          <a:xfrm>
            <a:off x="2162088" y="1883450"/>
            <a:ext cx="3531575" cy="2530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97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6CBA-F367-ABDD-67F6-DE2AE4B5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CB01BE9-9F16-9895-E50A-1FDBA87C0B15}"/>
              </a:ext>
            </a:extLst>
          </p:cNvPr>
          <p:cNvSpPr/>
          <p:nvPr/>
        </p:nvSpPr>
        <p:spPr>
          <a:xfrm>
            <a:off x="4290797" y="2440637"/>
            <a:ext cx="1907921" cy="197824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46">
            <a:extLst>
              <a:ext uri="{FF2B5EF4-FFF2-40B4-BE49-F238E27FC236}">
                <a16:creationId xmlns:a16="http://schemas.microsoft.com/office/drawing/2014/main" id="{3B7A813E-AC6C-9011-DDF2-92B132E44CF9}"/>
              </a:ext>
            </a:extLst>
          </p:cNvPr>
          <p:cNvSpPr/>
          <p:nvPr/>
        </p:nvSpPr>
        <p:spPr>
          <a:xfrm>
            <a:off x="203760" y="998280"/>
            <a:ext cx="8852760" cy="4941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에서부터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까지의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delay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측정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1AA3AF4-AA14-7FCD-7ED9-EB6B2AF7104A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BE1DDEE9-40B9-9BB0-497E-93D044E66D27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32A3F06-3B0E-9054-C0B9-AB767B613171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전송 시간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2F53BEE5-205C-52B3-4E47-3F8598AEF349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34C354A-AFF1-784B-C20C-879308668C44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88CE97C-D9DE-031A-2713-DC167D2B69ED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E5E3AB14-BCF5-FACE-A9B9-ADE768C8FD31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>
            <a:off x="2261371" y="2456710"/>
            <a:ext cx="2029426" cy="97304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19C761-6EA6-B573-B462-C255AA69D914}"/>
              </a:ext>
            </a:extLst>
          </p:cNvPr>
          <p:cNvSpPr/>
          <p:nvPr/>
        </p:nvSpPr>
        <p:spPr>
          <a:xfrm>
            <a:off x="6650226" y="3102900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8DF96323-3342-00E1-F839-72EFB6B10DCB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2259890" y="3429758"/>
            <a:ext cx="2030907" cy="143205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5FA58E00-C994-AA69-AE8A-3D0F188D697C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2259890" y="3429758"/>
            <a:ext cx="2030907" cy="1526427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684FDFD-0FE1-2012-2573-0AFC4F0A2601}"/>
              </a:ext>
            </a:extLst>
          </p:cNvPr>
          <p:cNvSpPr/>
          <p:nvPr/>
        </p:nvSpPr>
        <p:spPr>
          <a:xfrm>
            <a:off x="6878235" y="5093590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4A3112B6-29B5-AE84-3E86-9D9A43C84397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 rot="5400000">
            <a:off x="6366880" y="4266456"/>
            <a:ext cx="1664590" cy="641879"/>
          </a:xfrm>
          <a:prstGeom prst="curvedConnector4">
            <a:avLst>
              <a:gd name="adj1" fmla="val 40205"/>
              <a:gd name="adj2" fmla="val 1356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8D2384C8-742E-176B-9ADA-BE2B72AECA0F}"/>
              </a:ext>
            </a:extLst>
          </p:cNvPr>
          <p:cNvCxnSpPr>
            <a:cxnSpLocks/>
            <a:stCxn id="10" idx="3"/>
            <a:endCxn id="7" idx="2"/>
          </p:cNvCxnSpPr>
          <p:nvPr/>
        </p:nvCxnSpPr>
        <p:spPr>
          <a:xfrm flipH="1" flipV="1">
            <a:off x="7520114" y="3755100"/>
            <a:ext cx="695036" cy="1664590"/>
          </a:xfrm>
          <a:prstGeom prst="curvedConnector4">
            <a:avLst>
              <a:gd name="adj1" fmla="val -32890"/>
              <a:gd name="adj2" fmla="val 597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132B13-FF17-D051-3171-C4CBF967301D}"/>
              </a:ext>
            </a:extLst>
          </p:cNvPr>
          <p:cNvSpPr txBox="1"/>
          <p:nvPr/>
        </p:nvSpPr>
        <p:spPr>
          <a:xfrm>
            <a:off x="517974" y="1735478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9A4A3A8-8235-EF90-6245-72B5303AE8E2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EAFB21-C82B-954E-0B86-F7938ABBA992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551FCCE-8A0E-17FF-0E37-EA0D5826DD67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3DF424D-E020-1268-D148-AE6128819672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E4EBE6-D85B-A3D7-C80B-51C8C6FFF412}"/>
              </a:ext>
            </a:extLst>
          </p:cNvPr>
          <p:cNvSpPr txBox="1"/>
          <p:nvPr/>
        </p:nvSpPr>
        <p:spPr>
          <a:xfrm>
            <a:off x="2327331" y="2087378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72438D-0CBF-D80E-A6D9-EFE451A829BF}"/>
              </a:ext>
            </a:extLst>
          </p:cNvPr>
          <p:cNvSpPr txBox="1"/>
          <p:nvPr/>
        </p:nvSpPr>
        <p:spPr>
          <a:xfrm>
            <a:off x="4260065" y="2030146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7DD6B7-F371-F2D4-3AAE-F1715E5A0648}"/>
              </a:ext>
            </a:extLst>
          </p:cNvPr>
          <p:cNvSpPr txBox="1"/>
          <p:nvPr/>
        </p:nvSpPr>
        <p:spPr>
          <a:xfrm>
            <a:off x="2659803" y="2083497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arming pub</a:t>
            </a:r>
            <a:endParaRPr lang="ko-KR" alt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F7562F-2F87-CB36-BB6C-5EE531B667F2}"/>
              </a:ext>
            </a:extLst>
          </p:cNvPr>
          <p:cNvSpPr txBox="1"/>
          <p:nvPr/>
        </p:nvSpPr>
        <p:spPr>
          <a:xfrm>
            <a:off x="4614565" y="2008530"/>
            <a:ext cx="210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subQ</a:t>
            </a:r>
            <a:r>
              <a:rPr lang="ko-KR" altLang="en-US" b="1" dirty="0"/>
              <a:t>에 도착 시점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3BADE2D-54EF-54AE-8488-5EC4A8B3F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023894"/>
              </p:ext>
            </p:extLst>
          </p:nvPr>
        </p:nvGraphicFramePr>
        <p:xfrm>
          <a:off x="4440085" y="2688077"/>
          <a:ext cx="16093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2416542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subscribe_1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60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subscribe_2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071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23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014611"/>
                  </a:ext>
                </a:extLst>
              </a:tr>
            </a:tbl>
          </a:graphicData>
        </a:graphic>
      </p:graphicFrame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63ACC68-512E-CEF9-7360-2D1B1C02B8C6}"/>
              </a:ext>
            </a:extLst>
          </p:cNvPr>
          <p:cNvCxnSpPr>
            <a:cxnSpLocks/>
            <a:stCxn id="20" idx="3"/>
            <a:endCxn id="7" idx="1"/>
          </p:cNvCxnSpPr>
          <p:nvPr/>
        </p:nvCxnSpPr>
        <p:spPr>
          <a:xfrm flipV="1">
            <a:off x="6198718" y="3429000"/>
            <a:ext cx="451508" cy="7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4965798-03C4-D0C2-F688-F207F1331C33}"/>
              </a:ext>
            </a:extLst>
          </p:cNvPr>
          <p:cNvSpPr txBox="1"/>
          <p:nvPr/>
        </p:nvSpPr>
        <p:spPr>
          <a:xfrm>
            <a:off x="6650226" y="2709693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966CE7-A5EF-B6E7-8BCA-219A1AB60A6F}"/>
              </a:ext>
            </a:extLst>
          </p:cNvPr>
          <p:cNvSpPr txBox="1"/>
          <p:nvPr/>
        </p:nvSpPr>
        <p:spPr>
          <a:xfrm>
            <a:off x="7004726" y="2688077"/>
            <a:ext cx="261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callback </a:t>
            </a:r>
            <a:r>
              <a:rPr lang="ko-KR" altLang="en-US" b="1" dirty="0"/>
              <a:t>함수 실행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A729A6-ABE1-6A2F-E96B-92AEDD638671}"/>
              </a:ext>
            </a:extLst>
          </p:cNvPr>
          <p:cNvSpPr txBox="1"/>
          <p:nvPr/>
        </p:nvSpPr>
        <p:spPr>
          <a:xfrm>
            <a:off x="6650226" y="4634929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5A242C-CA29-B5AF-CDEB-3397FBE6A9C9}"/>
              </a:ext>
            </a:extLst>
          </p:cNvPr>
          <p:cNvSpPr txBox="1"/>
          <p:nvPr/>
        </p:nvSpPr>
        <p:spPr>
          <a:xfrm>
            <a:off x="7004726" y="4613313"/>
            <a:ext cx="261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최종 </a:t>
            </a:r>
            <a:r>
              <a:rPr lang="en-US" altLang="ko-KR" b="1" dirty="0"/>
              <a:t>Q pop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1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  <p:bldP spid="43" grpId="0" animBg="1"/>
      <p:bldP spid="44" grpId="0"/>
      <p:bldP spid="45" grpId="0" animBg="1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5B32E-9DC7-CF92-C362-A031DAF62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7CDE9600-54C6-B801-6512-4CC8B8EADC90}"/>
              </a:ext>
            </a:extLst>
          </p:cNvPr>
          <p:cNvSpPr/>
          <p:nvPr/>
        </p:nvSpPr>
        <p:spPr>
          <a:xfrm>
            <a:off x="306042" y="1554279"/>
            <a:ext cx="8008901" cy="2976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A73F9A-AD1A-7A0A-39B1-E90B4EB76C7C}"/>
              </a:ext>
            </a:extLst>
          </p:cNvPr>
          <p:cNvSpPr txBox="1"/>
          <p:nvPr/>
        </p:nvSpPr>
        <p:spPr>
          <a:xfrm>
            <a:off x="203698" y="102341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node vs multi topic  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93B14B7-8491-1372-84D0-A2780947EF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9597852-A96A-CD71-84E0-94A3C8EE97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0D7008E-F4A4-C87E-749C-3D01CFA01CC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multi node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AB1DDF-C243-B842-F34D-149B77FEA88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B11B45-7550-AF8A-61AC-7CB63E4D0E6F}"/>
              </a:ext>
            </a:extLst>
          </p:cNvPr>
          <p:cNvSpPr/>
          <p:nvPr/>
        </p:nvSpPr>
        <p:spPr>
          <a:xfrm>
            <a:off x="1849043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0D909AC-8D40-622D-B885-FCE5734B479B}"/>
              </a:ext>
            </a:extLst>
          </p:cNvPr>
          <p:cNvSpPr/>
          <p:nvPr/>
        </p:nvSpPr>
        <p:spPr>
          <a:xfrm>
            <a:off x="4315227" y="5983514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1ED06-D43D-BDB3-83AD-8644717BAB85}"/>
              </a:ext>
            </a:extLst>
          </p:cNvPr>
          <p:cNvSpPr txBox="1"/>
          <p:nvPr/>
        </p:nvSpPr>
        <p:spPr>
          <a:xfrm>
            <a:off x="440910" y="1646798"/>
            <a:ext cx="8639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7B7E1C3-1F60-FF28-B2D9-50EFEF3F5376}"/>
              </a:ext>
            </a:extLst>
          </p:cNvPr>
          <p:cNvSpPr/>
          <p:nvPr/>
        </p:nvSpPr>
        <p:spPr>
          <a:xfrm>
            <a:off x="2711421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2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55D2F52-D817-2E81-23E7-05C341685135}"/>
              </a:ext>
            </a:extLst>
          </p:cNvPr>
          <p:cNvSpPr/>
          <p:nvPr/>
        </p:nvSpPr>
        <p:spPr>
          <a:xfrm>
            <a:off x="3573799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3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822B02A-9A44-FDDC-8230-83833B546531}"/>
              </a:ext>
            </a:extLst>
          </p:cNvPr>
          <p:cNvSpPr/>
          <p:nvPr/>
        </p:nvSpPr>
        <p:spPr>
          <a:xfrm>
            <a:off x="4436177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4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978DA8E-942A-C332-CAAE-B9835C22C598}"/>
              </a:ext>
            </a:extLst>
          </p:cNvPr>
          <p:cNvSpPr/>
          <p:nvPr/>
        </p:nvSpPr>
        <p:spPr>
          <a:xfrm>
            <a:off x="5298555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5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74203A-6484-7B05-8DD2-0E138E547699}"/>
              </a:ext>
            </a:extLst>
          </p:cNvPr>
          <p:cNvSpPr/>
          <p:nvPr/>
        </p:nvSpPr>
        <p:spPr>
          <a:xfrm>
            <a:off x="6160933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6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2BD97F8-C0A4-2679-364F-940C65421AF1}"/>
              </a:ext>
            </a:extLst>
          </p:cNvPr>
          <p:cNvSpPr/>
          <p:nvPr/>
        </p:nvSpPr>
        <p:spPr>
          <a:xfrm>
            <a:off x="7023310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7</a:t>
            </a:r>
          </a:p>
        </p:txBody>
      </p:sp>
      <p:cxnSp>
        <p:nvCxnSpPr>
          <p:cNvPr id="46" name="연결선: 구부러짐 45">
            <a:extLst>
              <a:ext uri="{FF2B5EF4-FFF2-40B4-BE49-F238E27FC236}">
                <a16:creationId xmlns:a16="http://schemas.microsoft.com/office/drawing/2014/main" id="{E2A0A959-495F-0894-6158-2013EA73FA57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rot="16200000" flipH="1">
            <a:off x="2995774" y="1400066"/>
            <a:ext cx="1381181" cy="2594643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1C447D6D-D8C4-7173-CBEC-B57DB4035862}"/>
              </a:ext>
            </a:extLst>
          </p:cNvPr>
          <p:cNvCxnSpPr>
            <a:cxnSpLocks/>
            <a:stCxn id="30" idx="2"/>
            <a:endCxn id="2" idx="0"/>
          </p:cNvCxnSpPr>
          <p:nvPr/>
        </p:nvCxnSpPr>
        <p:spPr>
          <a:xfrm rot="16200000" flipH="1">
            <a:off x="3426963" y="1831255"/>
            <a:ext cx="1381181" cy="1732265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88D046B1-D1F9-9480-B2BA-871A9D71D8CF}"/>
              </a:ext>
            </a:extLst>
          </p:cNvPr>
          <p:cNvCxnSpPr>
            <a:cxnSpLocks/>
            <a:stCxn id="32" idx="2"/>
            <a:endCxn id="2" idx="0"/>
          </p:cNvCxnSpPr>
          <p:nvPr/>
        </p:nvCxnSpPr>
        <p:spPr>
          <a:xfrm rot="16200000" flipH="1">
            <a:off x="4289341" y="2693633"/>
            <a:ext cx="1381181" cy="7509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구부러짐 58">
            <a:extLst>
              <a:ext uri="{FF2B5EF4-FFF2-40B4-BE49-F238E27FC236}">
                <a16:creationId xmlns:a16="http://schemas.microsoft.com/office/drawing/2014/main" id="{A04F1FFC-BCD8-1A32-C71E-F4B5B039D453}"/>
              </a:ext>
            </a:extLst>
          </p:cNvPr>
          <p:cNvCxnSpPr>
            <a:cxnSpLocks/>
            <a:stCxn id="33" idx="2"/>
            <a:endCxn id="2" idx="0"/>
          </p:cNvCxnSpPr>
          <p:nvPr/>
        </p:nvCxnSpPr>
        <p:spPr>
          <a:xfrm rot="5400000">
            <a:off x="4720531" y="2269954"/>
            <a:ext cx="1381181" cy="854869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구부러짐 61">
            <a:extLst>
              <a:ext uri="{FF2B5EF4-FFF2-40B4-BE49-F238E27FC236}">
                <a16:creationId xmlns:a16="http://schemas.microsoft.com/office/drawing/2014/main" id="{B49EC466-5656-0053-B114-7BE19A4D4463}"/>
              </a:ext>
            </a:extLst>
          </p:cNvPr>
          <p:cNvCxnSpPr>
            <a:cxnSpLocks/>
            <a:stCxn id="35" idx="2"/>
            <a:endCxn id="2" idx="0"/>
          </p:cNvCxnSpPr>
          <p:nvPr/>
        </p:nvCxnSpPr>
        <p:spPr>
          <a:xfrm rot="5400000">
            <a:off x="5151720" y="1838765"/>
            <a:ext cx="1381181" cy="1717247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6F92EC0C-E1FB-001F-C746-44950D329CAA}"/>
              </a:ext>
            </a:extLst>
          </p:cNvPr>
          <p:cNvCxnSpPr>
            <a:cxnSpLocks/>
            <a:stCxn id="36" idx="2"/>
            <a:endCxn id="2" idx="0"/>
          </p:cNvCxnSpPr>
          <p:nvPr/>
        </p:nvCxnSpPr>
        <p:spPr>
          <a:xfrm rot="5400000">
            <a:off x="5582908" y="1407576"/>
            <a:ext cx="1381181" cy="2579624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92AF57B-8EDA-0D8D-7E24-F3D9A21239F4}"/>
              </a:ext>
            </a:extLst>
          </p:cNvPr>
          <p:cNvCxnSpPr>
            <a:cxnSpLocks/>
            <a:stCxn id="41" idx="2"/>
            <a:endCxn id="13" idx="0"/>
          </p:cNvCxnSpPr>
          <p:nvPr/>
        </p:nvCxnSpPr>
        <p:spPr>
          <a:xfrm flipH="1">
            <a:off x="4983685" y="5281043"/>
            <a:ext cx="2" cy="70247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8F220BC4-E672-2DA4-61D9-B610D1E04742}"/>
              </a:ext>
            </a:extLst>
          </p:cNvPr>
          <p:cNvSpPr txBox="1"/>
          <p:nvPr/>
        </p:nvSpPr>
        <p:spPr>
          <a:xfrm>
            <a:off x="3108669" y="3375044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set_position</a:t>
            </a:r>
            <a:endParaRPr lang="ko-KR" altLang="en-US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4C73EF7-7F04-68E4-77E8-82750885AFC7}"/>
              </a:ext>
            </a:extLst>
          </p:cNvPr>
          <p:cNvSpPr txBox="1"/>
          <p:nvPr/>
        </p:nvSpPr>
        <p:spPr>
          <a:xfrm>
            <a:off x="7103566" y="2132350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arming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D31B226-FBB1-5842-260C-BDC3FF94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092450"/>
              </p:ext>
            </p:extLst>
          </p:nvPr>
        </p:nvGraphicFramePr>
        <p:xfrm>
          <a:off x="2628012" y="4092213"/>
          <a:ext cx="471135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77">
                  <a:extLst>
                    <a:ext uri="{9D8B030D-6E8A-4147-A177-3AD203B41FA5}">
                      <a16:colId xmlns:a16="http://schemas.microsoft.com/office/drawing/2014/main" val="2143976351"/>
                    </a:ext>
                  </a:extLst>
                </a:gridCol>
                <a:gridCol w="1635677">
                  <a:extLst>
                    <a:ext uri="{9D8B030D-6E8A-4147-A177-3AD203B41FA5}">
                      <a16:colId xmlns:a16="http://schemas.microsoft.com/office/drawing/2014/main" val="31022496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2413416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321860990"/>
                    </a:ext>
                  </a:extLst>
                </a:gridCol>
              </a:tblGrid>
              <a:tr h="274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SubscribeQ_1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C00000"/>
                          </a:solidFill>
                        </a:rPr>
                        <a:t>SubscribeQ_2</a:t>
                      </a:r>
                      <a:endParaRPr lang="ko-KR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564566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D5DF297-ABB6-4E17-5B04-6F11EE19D496}"/>
              </a:ext>
            </a:extLst>
          </p:cNvPr>
          <p:cNvSpPr/>
          <p:nvPr/>
        </p:nvSpPr>
        <p:spPr>
          <a:xfrm>
            <a:off x="4443686" y="3387979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5DA68A77-E707-615F-4F75-F727DA7C9F09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rot="16200000" flipH="1">
            <a:off x="3858152" y="2262444"/>
            <a:ext cx="1381181" cy="869887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FFE26734-B666-F713-ACE4-01232F9A2940}"/>
              </a:ext>
            </a:extLst>
          </p:cNvPr>
          <p:cNvCxnSpPr>
            <a:cxnSpLocks/>
            <a:stCxn id="2" idx="2"/>
            <a:endCxn id="27" idx="0"/>
          </p:cNvCxnSpPr>
          <p:nvPr/>
        </p:nvCxnSpPr>
        <p:spPr>
          <a:xfrm rot="16200000" flipH="1">
            <a:off x="4811570" y="3920094"/>
            <a:ext cx="344234" cy="3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8A1229B-473F-5749-3ED7-A74B21522748}"/>
              </a:ext>
            </a:extLst>
          </p:cNvPr>
          <p:cNvSpPr/>
          <p:nvPr/>
        </p:nvSpPr>
        <p:spPr>
          <a:xfrm>
            <a:off x="4113799" y="46288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9869967D-7841-73E2-EDC5-9F5F3A9A2DDD}"/>
              </a:ext>
            </a:extLst>
          </p:cNvPr>
          <p:cNvCxnSpPr>
            <a:cxnSpLocks/>
            <a:stCxn id="27" idx="2"/>
            <a:endCxn id="41" idx="0"/>
          </p:cNvCxnSpPr>
          <p:nvPr/>
        </p:nvCxnSpPr>
        <p:spPr>
          <a:xfrm rot="5400000">
            <a:off x="4898253" y="4543407"/>
            <a:ext cx="170870" cy="2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4624688-1F7F-81D4-548E-C5AD1AFD0ABD}"/>
              </a:ext>
            </a:extLst>
          </p:cNvPr>
          <p:cNvSpPr txBox="1"/>
          <p:nvPr/>
        </p:nvSpPr>
        <p:spPr>
          <a:xfrm>
            <a:off x="5899958" y="4739720"/>
            <a:ext cx="224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set_position_</a:t>
            </a:r>
            <a:r>
              <a:rPr lang="en-US" altLang="ko-KR" b="1" err="1"/>
              <a:t>cb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9E7EE6-747D-F3AA-6B54-8B19CD73E59F}"/>
              </a:ext>
            </a:extLst>
          </p:cNvPr>
          <p:cNvSpPr txBox="1"/>
          <p:nvPr/>
        </p:nvSpPr>
        <p:spPr>
          <a:xfrm>
            <a:off x="1184923" y="4759906"/>
            <a:ext cx="2594647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하나의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여러 개의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공유하는 상황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81F4E-4CB1-B68D-F5B2-C29795337F93}"/>
              </a:ext>
            </a:extLst>
          </p:cNvPr>
          <p:cNvSpPr txBox="1"/>
          <p:nvPr/>
        </p:nvSpPr>
        <p:spPr>
          <a:xfrm>
            <a:off x="5265627" y="4871531"/>
            <a:ext cx="362437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변화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22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3CCD-C908-4029-BEEF-E61B0C91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923A849E-92A2-9552-5204-B702DE418C1E}"/>
              </a:ext>
            </a:extLst>
          </p:cNvPr>
          <p:cNvSpPr/>
          <p:nvPr/>
        </p:nvSpPr>
        <p:spPr>
          <a:xfrm>
            <a:off x="306042" y="1554279"/>
            <a:ext cx="8008901" cy="2976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CF4870-319A-2CC2-E1C2-D70F597A0150}"/>
              </a:ext>
            </a:extLst>
          </p:cNvPr>
          <p:cNvSpPr txBox="1"/>
          <p:nvPr/>
        </p:nvSpPr>
        <p:spPr>
          <a:xfrm>
            <a:off x="203698" y="102341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node vs multi topic  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98E075C-C223-64A4-ACAD-8EE19523443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69EEB77-D791-DE6E-F431-B7D0EDC593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91DA7A9-CFBC-433E-AF18-DE9EA1AAE95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multi topic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93B1D-3E0B-5B89-4C4D-8D3B2526735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8F52F93-0E52-9AF4-0097-26BD6AA254D5}"/>
              </a:ext>
            </a:extLst>
          </p:cNvPr>
          <p:cNvSpPr/>
          <p:nvPr/>
        </p:nvSpPr>
        <p:spPr>
          <a:xfrm>
            <a:off x="1849043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1713B44-3E16-7824-447A-A00E491A1D6C}"/>
              </a:ext>
            </a:extLst>
          </p:cNvPr>
          <p:cNvSpPr/>
          <p:nvPr/>
        </p:nvSpPr>
        <p:spPr>
          <a:xfrm>
            <a:off x="4315227" y="5983514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BC19CA-14A3-303A-8AD8-CC4147AC5787}"/>
              </a:ext>
            </a:extLst>
          </p:cNvPr>
          <p:cNvSpPr txBox="1"/>
          <p:nvPr/>
        </p:nvSpPr>
        <p:spPr>
          <a:xfrm>
            <a:off x="440910" y="1646798"/>
            <a:ext cx="8639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DB03B04-3318-3C41-1D65-C1F162EEF411}"/>
              </a:ext>
            </a:extLst>
          </p:cNvPr>
          <p:cNvSpPr/>
          <p:nvPr/>
        </p:nvSpPr>
        <p:spPr>
          <a:xfrm>
            <a:off x="2711421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1F8E850-5CA6-38AC-8F15-1BA65687F295}"/>
              </a:ext>
            </a:extLst>
          </p:cNvPr>
          <p:cNvSpPr/>
          <p:nvPr/>
        </p:nvSpPr>
        <p:spPr>
          <a:xfrm>
            <a:off x="3573799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8AC582C-4509-79A1-1588-CA5D6EBCEC3E}"/>
              </a:ext>
            </a:extLst>
          </p:cNvPr>
          <p:cNvSpPr/>
          <p:nvPr/>
        </p:nvSpPr>
        <p:spPr>
          <a:xfrm>
            <a:off x="4436177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7681426-12CE-1502-6F2C-8605EB7BF924}"/>
              </a:ext>
            </a:extLst>
          </p:cNvPr>
          <p:cNvSpPr/>
          <p:nvPr/>
        </p:nvSpPr>
        <p:spPr>
          <a:xfrm>
            <a:off x="5298555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5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0BCDEB0-0091-14EC-D6CC-95EBF8A6995F}"/>
              </a:ext>
            </a:extLst>
          </p:cNvPr>
          <p:cNvSpPr/>
          <p:nvPr/>
        </p:nvSpPr>
        <p:spPr>
          <a:xfrm>
            <a:off x="6160933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6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6B681B0-368B-2049-A4B5-9E69E470DB44}"/>
              </a:ext>
            </a:extLst>
          </p:cNvPr>
          <p:cNvSpPr/>
          <p:nvPr/>
        </p:nvSpPr>
        <p:spPr>
          <a:xfrm>
            <a:off x="7023310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7</a:t>
            </a:r>
          </a:p>
        </p:txBody>
      </p:sp>
      <p:cxnSp>
        <p:nvCxnSpPr>
          <p:cNvPr id="46" name="연결선: 구부러짐 45">
            <a:extLst>
              <a:ext uri="{FF2B5EF4-FFF2-40B4-BE49-F238E27FC236}">
                <a16:creationId xmlns:a16="http://schemas.microsoft.com/office/drawing/2014/main" id="{5C733293-E5D4-5D59-121A-F557709F5D60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1938714" y="2457127"/>
            <a:ext cx="2085415" cy="1184756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C449B3A3-7D5D-0288-2348-2152465C7F0E}"/>
              </a:ext>
            </a:extLst>
          </p:cNvPr>
          <p:cNvCxnSpPr>
            <a:cxnSpLocks/>
            <a:stCxn id="30" idx="2"/>
            <a:endCxn id="27" idx="0"/>
          </p:cNvCxnSpPr>
          <p:nvPr/>
        </p:nvCxnSpPr>
        <p:spPr>
          <a:xfrm rot="16200000" flipH="1">
            <a:off x="3074848" y="2183371"/>
            <a:ext cx="2085415" cy="1732268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BBD5B46C-FF56-F3A0-AAB7-3DC36A365BB6}"/>
              </a:ext>
            </a:extLst>
          </p:cNvPr>
          <p:cNvCxnSpPr>
            <a:cxnSpLocks/>
            <a:stCxn id="32" idx="2"/>
          </p:cNvCxnSpPr>
          <p:nvPr/>
        </p:nvCxnSpPr>
        <p:spPr>
          <a:xfrm rot="16200000" flipH="1">
            <a:off x="4525848" y="2457127"/>
            <a:ext cx="2085415" cy="1184756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구부러짐 58">
            <a:extLst>
              <a:ext uri="{FF2B5EF4-FFF2-40B4-BE49-F238E27FC236}">
                <a16:creationId xmlns:a16="http://schemas.microsoft.com/office/drawing/2014/main" id="{C25B1A04-67F7-0DE5-BB13-FC26C5770C29}"/>
              </a:ext>
            </a:extLst>
          </p:cNvPr>
          <p:cNvCxnSpPr>
            <a:cxnSpLocks/>
            <a:stCxn id="33" idx="2"/>
          </p:cNvCxnSpPr>
          <p:nvPr/>
        </p:nvCxnSpPr>
        <p:spPr>
          <a:xfrm rot="16200000" flipH="1">
            <a:off x="4957037" y="2888316"/>
            <a:ext cx="2085415" cy="322378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구부러짐 61">
            <a:extLst>
              <a:ext uri="{FF2B5EF4-FFF2-40B4-BE49-F238E27FC236}">
                <a16:creationId xmlns:a16="http://schemas.microsoft.com/office/drawing/2014/main" id="{677A6492-A47A-29F0-AC85-BB0649548384}"/>
              </a:ext>
            </a:extLst>
          </p:cNvPr>
          <p:cNvCxnSpPr>
            <a:cxnSpLocks/>
            <a:stCxn id="35" idx="2"/>
          </p:cNvCxnSpPr>
          <p:nvPr/>
        </p:nvCxnSpPr>
        <p:spPr>
          <a:xfrm rot="5400000">
            <a:off x="5388226" y="2779505"/>
            <a:ext cx="2085415" cy="54000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80A0637D-F420-D655-0FC8-B3ABC1851E73}"/>
              </a:ext>
            </a:extLst>
          </p:cNvPr>
          <p:cNvCxnSpPr>
            <a:cxnSpLocks/>
            <a:stCxn id="36" idx="2"/>
          </p:cNvCxnSpPr>
          <p:nvPr/>
        </p:nvCxnSpPr>
        <p:spPr>
          <a:xfrm rot="5400000">
            <a:off x="6207571" y="2736475"/>
            <a:ext cx="2085417" cy="626062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7ADC8B8-8A39-E8B4-7220-45602DA860B2}"/>
              </a:ext>
            </a:extLst>
          </p:cNvPr>
          <p:cNvCxnSpPr>
            <a:cxnSpLocks/>
            <a:stCxn id="41" idx="2"/>
            <a:endCxn id="13" idx="0"/>
          </p:cNvCxnSpPr>
          <p:nvPr/>
        </p:nvCxnSpPr>
        <p:spPr>
          <a:xfrm flipH="1">
            <a:off x="4983685" y="5281043"/>
            <a:ext cx="2" cy="70247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565349E-76F5-70BB-4696-4F62082B841C}"/>
              </a:ext>
            </a:extLst>
          </p:cNvPr>
          <p:cNvSpPr txBox="1"/>
          <p:nvPr/>
        </p:nvSpPr>
        <p:spPr>
          <a:xfrm>
            <a:off x="7103566" y="2132350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arming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BF744B8-1C80-652B-0FCF-0183F43CE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48197"/>
              </p:ext>
            </p:extLst>
          </p:nvPr>
        </p:nvGraphicFramePr>
        <p:xfrm>
          <a:off x="2628012" y="4092213"/>
          <a:ext cx="471135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77">
                  <a:extLst>
                    <a:ext uri="{9D8B030D-6E8A-4147-A177-3AD203B41FA5}">
                      <a16:colId xmlns:a16="http://schemas.microsoft.com/office/drawing/2014/main" val="2143976351"/>
                    </a:ext>
                  </a:extLst>
                </a:gridCol>
                <a:gridCol w="1635677">
                  <a:extLst>
                    <a:ext uri="{9D8B030D-6E8A-4147-A177-3AD203B41FA5}">
                      <a16:colId xmlns:a16="http://schemas.microsoft.com/office/drawing/2014/main" val="31022496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2413416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321860990"/>
                    </a:ext>
                  </a:extLst>
                </a:gridCol>
              </a:tblGrid>
              <a:tr h="274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SubscribeQ_1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SubscribeQ_2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564566"/>
                  </a:ext>
                </a:extLst>
              </a:tr>
            </a:tbl>
          </a:graphicData>
        </a:graphic>
      </p:graphicFrame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EB2986A6-B488-EFE8-A7D2-6FE3A3E9AE91}"/>
              </a:ext>
            </a:extLst>
          </p:cNvPr>
          <p:cNvCxnSpPr>
            <a:cxnSpLocks/>
            <a:stCxn id="31" idx="2"/>
          </p:cNvCxnSpPr>
          <p:nvPr/>
        </p:nvCxnSpPr>
        <p:spPr>
          <a:xfrm rot="16200000" flipH="1">
            <a:off x="4094660" y="2025937"/>
            <a:ext cx="2085414" cy="2047136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5D43CAF-2421-E85A-C94F-4C3E683843EC}"/>
              </a:ext>
            </a:extLst>
          </p:cNvPr>
          <p:cNvSpPr/>
          <p:nvPr/>
        </p:nvSpPr>
        <p:spPr>
          <a:xfrm>
            <a:off x="4113799" y="46288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B7F45587-B96D-DAF8-3D29-56B37A4B870C}"/>
              </a:ext>
            </a:extLst>
          </p:cNvPr>
          <p:cNvCxnSpPr>
            <a:cxnSpLocks/>
            <a:stCxn id="27" idx="2"/>
            <a:endCxn id="41" idx="0"/>
          </p:cNvCxnSpPr>
          <p:nvPr/>
        </p:nvCxnSpPr>
        <p:spPr>
          <a:xfrm rot="5400000">
            <a:off x="4898253" y="4543407"/>
            <a:ext cx="170870" cy="2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1FD0874-21A8-1FA1-F597-6E24A197FE1F}"/>
              </a:ext>
            </a:extLst>
          </p:cNvPr>
          <p:cNvSpPr txBox="1"/>
          <p:nvPr/>
        </p:nvSpPr>
        <p:spPr>
          <a:xfrm>
            <a:off x="5899958" y="4739720"/>
            <a:ext cx="2414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callback </a:t>
            </a:r>
            <a:r>
              <a:rPr lang="ko-KR" altLang="en-US" b="1" dirty="0"/>
              <a:t>함수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AAA43A0-F266-F97B-BD12-837CBCD3CD1D}"/>
              </a:ext>
            </a:extLst>
          </p:cNvPr>
          <p:cNvSpPr txBox="1"/>
          <p:nvPr/>
        </p:nvSpPr>
        <p:spPr>
          <a:xfrm>
            <a:off x="1065437" y="2284750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set_position</a:t>
            </a:r>
            <a:endParaRPr lang="ko-KR" altLang="en-US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C2746A-945D-9EDB-7977-DC1E5D23B349}"/>
              </a:ext>
            </a:extLst>
          </p:cNvPr>
          <p:cNvSpPr txBox="1"/>
          <p:nvPr/>
        </p:nvSpPr>
        <p:spPr>
          <a:xfrm>
            <a:off x="2532242" y="2284750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set_velocity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D1487-60D4-0832-FE6E-D144E74C6C99}"/>
              </a:ext>
            </a:extLst>
          </p:cNvPr>
          <p:cNvSpPr txBox="1"/>
          <p:nvPr/>
        </p:nvSpPr>
        <p:spPr>
          <a:xfrm>
            <a:off x="8024889" y="214163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5E36D-16F2-E40F-F36D-5515CE7C8B84}"/>
              </a:ext>
            </a:extLst>
          </p:cNvPr>
          <p:cNvSpPr txBox="1"/>
          <p:nvPr/>
        </p:nvSpPr>
        <p:spPr>
          <a:xfrm>
            <a:off x="2981421" y="3659500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20914-AF38-ED74-5953-944248A4216A}"/>
              </a:ext>
            </a:extLst>
          </p:cNvPr>
          <p:cNvSpPr txBox="1"/>
          <p:nvPr/>
        </p:nvSpPr>
        <p:spPr>
          <a:xfrm>
            <a:off x="7868011" y="4739720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F9524-1D06-13D5-BF0E-DABC992C4B1E}"/>
              </a:ext>
            </a:extLst>
          </p:cNvPr>
          <p:cNvSpPr txBox="1"/>
          <p:nvPr/>
        </p:nvSpPr>
        <p:spPr>
          <a:xfrm>
            <a:off x="5050701" y="533811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208BE4-76F9-D5D6-5EC6-2D1404C44F8A}"/>
              </a:ext>
            </a:extLst>
          </p:cNvPr>
          <p:cNvSpPr txBox="1"/>
          <p:nvPr/>
        </p:nvSpPr>
        <p:spPr>
          <a:xfrm>
            <a:off x="5405201" y="5316496"/>
            <a:ext cx="261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최종 </a:t>
            </a:r>
            <a:r>
              <a:rPr lang="en-US" altLang="ko-KR" b="1" dirty="0"/>
              <a:t>Q pop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6349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0BE05-6B3F-AB78-8031-FC69F45B4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53C4B0E-C68D-876C-C94F-FB1E73680EDB}"/>
              </a:ext>
            </a:extLst>
          </p:cNvPr>
          <p:cNvSpPr txBox="1"/>
          <p:nvPr/>
        </p:nvSpPr>
        <p:spPr>
          <a:xfrm>
            <a:off x="203698" y="1023417"/>
            <a:ext cx="8686301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실험 설명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t1~t3: communication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t3~t4: processing latency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topic(5 + 2)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실험 방법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topic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들에 대해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각각의 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측정</a:t>
            </a:r>
            <a:endParaRPr lang="en-US" altLang="ko-K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동시에 실행하는 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ko-KR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수를 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… 7 </a:t>
            </a:r>
            <a:r>
              <a:rPr lang="ko-KR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늘려가며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관전 포인트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t1~t2, t2~t3, t3~t4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가운데 주로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유발 되는 구간이 어디인가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동시에 실행되는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따라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어떻게 되는가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08B1098-3885-1D6A-0128-109CA83E1DE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95C337C-3BB9-F117-0A2B-EF79A06AC9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D705A2E5-0E84-38C8-0392-6FD72EA4A64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측정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FA48533-1981-5490-D034-241838FB55A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75D098-B6C0-0ED6-6965-DE3C01B86E42}"/>
              </a:ext>
            </a:extLst>
          </p:cNvPr>
          <p:cNvSpPr txBox="1"/>
          <p:nvPr/>
        </p:nvSpPr>
        <p:spPr>
          <a:xfrm>
            <a:off x="1056135" y="5675604"/>
            <a:ext cx="256489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측정 실패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6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AEAFE-A9FB-CB4D-10D2-92EF123A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E44398F-7B4C-B34D-2DD0-71135D1A49ED}"/>
              </a:ext>
            </a:extLst>
          </p:cNvPr>
          <p:cNvSpPr txBox="1"/>
          <p:nvPr/>
        </p:nvSpPr>
        <p:spPr>
          <a:xfrm>
            <a:off x="203698" y="102341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별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D4653345-611C-BC4D-B20E-41E1408F5D0B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0D24663-8294-7C17-B64A-ACEEAA8D5D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0AC4F631-7BF1-9FD7-9BA5-9ACD348C552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측정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54AF268-FB28-0F61-A771-F2C67EDF9614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6376E16-912B-F49C-D1AA-5DF1223584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2647447"/>
              </p:ext>
            </p:extLst>
          </p:nvPr>
        </p:nvGraphicFramePr>
        <p:xfrm>
          <a:off x="763273" y="1521246"/>
          <a:ext cx="7617447" cy="457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39826CE0-D7FF-E3AB-CCA0-DB6548091E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3779043"/>
              </p:ext>
            </p:extLst>
          </p:nvPr>
        </p:nvGraphicFramePr>
        <p:xfrm>
          <a:off x="5869447" y="1023417"/>
          <a:ext cx="3238011" cy="1942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02872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564FB-93A4-0197-1591-01D81F4CE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F69FD71-DEB4-3C72-0758-1C3AAE080AA9}"/>
              </a:ext>
            </a:extLst>
          </p:cNvPr>
          <p:cNvSpPr txBox="1"/>
          <p:nvPr/>
        </p:nvSpPr>
        <p:spPr>
          <a:xfrm>
            <a:off x="203698" y="102341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동시에 실행하는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DE4C4C6-BC4F-3FAF-06B5-224769F2CFB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5BB0758-3048-95C8-72CE-0AEFB3D5B5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E72C3CA-1D19-7647-42FC-10A9D964205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측정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8C2E1CE-002B-F71F-9BDE-C91E62B86B54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931655DE-9B05-7493-342D-88C8ACF6B1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0794174"/>
              </p:ext>
            </p:extLst>
          </p:nvPr>
        </p:nvGraphicFramePr>
        <p:xfrm>
          <a:off x="519301" y="3496108"/>
          <a:ext cx="4746326" cy="2767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F9BDA67-828A-59A8-9EEC-079F8EC8D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766288"/>
              </p:ext>
            </p:extLst>
          </p:nvPr>
        </p:nvGraphicFramePr>
        <p:xfrm>
          <a:off x="519301" y="1617137"/>
          <a:ext cx="7124700" cy="178308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479066847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71061913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461989567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84986726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96340323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421392065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46456676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8083300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45354227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Name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42576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setpoint_raw/local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687.2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550.1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582.4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492.1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558.0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465.4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461.0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71940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setpoint_velocity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cmd_vel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360.0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404.7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708.6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623.9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530.1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469.2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430.9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9429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setpoint_position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/local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622.1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464.5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663.7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459.3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369.9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508.1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200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setpoint_raw/attitude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535.6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445.7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611.7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370.0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661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setpoint_accel/accel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699.5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429.9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498.7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497.2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91081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vision_pose/pose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406.4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9118.2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8650.0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0596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mocap/pose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468.6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18802.9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31605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CF5205-1419-9949-F3CA-38731B7E16A1}"/>
              </a:ext>
            </a:extLst>
          </p:cNvPr>
          <p:cNvSpPr/>
          <p:nvPr/>
        </p:nvSpPr>
        <p:spPr>
          <a:xfrm>
            <a:off x="6388609" y="2868168"/>
            <a:ext cx="1389887" cy="627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D52FD3-1D3A-4AC9-E8EE-98B59BA69146}"/>
              </a:ext>
            </a:extLst>
          </p:cNvPr>
          <p:cNvSpPr txBox="1"/>
          <p:nvPr/>
        </p:nvSpPr>
        <p:spPr>
          <a:xfrm>
            <a:off x="5265627" y="4871531"/>
            <a:ext cx="362437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변화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03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7924C-C5E0-53E6-6672-3E63590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88F7556-48EB-22DC-CAF5-08001C4428E2}"/>
              </a:ext>
            </a:extLst>
          </p:cNvPr>
          <p:cNvSpPr txBox="1"/>
          <p:nvPr/>
        </p:nvSpPr>
        <p:spPr>
          <a:xfrm>
            <a:off x="203698" y="102341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동시에 실행하는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FEFAB326-6B82-CCA1-171C-EACE077FF10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36C8374-8F1B-F6B0-1AAD-B675AC46BD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E00231F4-9DD8-93EE-7365-58478BCA2697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측정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0BFEB76-9F70-FD7B-BF18-EC9248A5A90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C73EB5C9-557F-2709-5609-124B220AD9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6859567"/>
              </p:ext>
            </p:extLst>
          </p:nvPr>
        </p:nvGraphicFramePr>
        <p:xfrm>
          <a:off x="819714" y="1521246"/>
          <a:ext cx="7454267" cy="4349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72C19A5-DE6A-8D2F-1C6D-2EF248A0F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147657"/>
              </p:ext>
            </p:extLst>
          </p:nvPr>
        </p:nvGraphicFramePr>
        <p:xfrm>
          <a:off x="3124197" y="3137292"/>
          <a:ext cx="5765800" cy="178308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1796263933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49477585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79416059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88397766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12979514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Name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Communication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Processing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52095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setpoint_raw/local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438.0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461.0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33487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setpoint_velocity/cmd_vel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409.0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430.9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29085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setpoint_position/local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487.8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508.1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9098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setpoint_raw/attitude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354.0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370.0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3444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setpoint_accel/accel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474.0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497.2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6274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vision_pose/pose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8627.7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8650.0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6774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Topic 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mocap/pose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18785.3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18802.9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847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59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DF1F-8460-D607-C1C1-9BB0ADCD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93DE5B1-2DF9-BAA7-E882-8EA57949CA97}"/>
              </a:ext>
            </a:extLst>
          </p:cNvPr>
          <p:cNvSpPr txBox="1"/>
          <p:nvPr/>
        </p:nvSpPr>
        <p:spPr>
          <a:xfrm>
            <a:off x="203698" y="102341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동시에 실행하는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E23C4A1-ECAB-1AAB-C626-1B05D04EE64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D21755-5BD0-1C91-6D64-B5A52E70DA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DF7C1BA0-4C9F-E4E9-B132-3AD4D09BCA5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측정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ABCE33A-BEA7-01FC-7ACC-BA6FA5940BA2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D862EFCA-908E-3A75-0165-83D87725BA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8258652"/>
              </p:ext>
            </p:extLst>
          </p:nvPr>
        </p:nvGraphicFramePr>
        <p:xfrm>
          <a:off x="920488" y="1638385"/>
          <a:ext cx="7252719" cy="4351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72C6FA1-2C18-45F4-A47B-E22B3BDAE4DA}"/>
              </a:ext>
            </a:extLst>
          </p:cNvPr>
          <p:cNvSpPr/>
          <p:nvPr/>
        </p:nvSpPr>
        <p:spPr>
          <a:xfrm>
            <a:off x="1402081" y="2381544"/>
            <a:ext cx="451103" cy="3117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D515392-25BF-80E3-A84F-11823AF01D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7828391"/>
              </p:ext>
            </p:extLst>
          </p:nvPr>
        </p:nvGraphicFramePr>
        <p:xfrm>
          <a:off x="2467849" y="2331001"/>
          <a:ext cx="6422150" cy="2652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92FD3FF-D403-047E-CCE4-6B537206555A}"/>
              </a:ext>
            </a:extLst>
          </p:cNvPr>
          <p:cNvSpPr txBox="1"/>
          <p:nvPr/>
        </p:nvSpPr>
        <p:spPr>
          <a:xfrm>
            <a:off x="422150" y="6046865"/>
            <a:ext cx="414984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우선 순위가 높은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지연되는 원인</a:t>
            </a:r>
          </a:p>
        </p:txBody>
      </p:sp>
    </p:spTree>
    <p:extLst>
      <p:ext uri="{BB962C8B-B14F-4D97-AF65-F5344CB8AC3E}">
        <p14:creationId xmlns:p14="http://schemas.microsoft.com/office/powerpoint/2010/main" val="336137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AsOne/>
      </p:bldGraphic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76980</TotalTime>
  <Words>1142</Words>
  <Application>Microsoft Office PowerPoint</Application>
  <PresentationFormat>화면 슬라이드 쇼(4:3)</PresentationFormat>
  <Paragraphs>356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1455</cp:revision>
  <cp:lastPrinted>2021-08-19T05:10:09Z</cp:lastPrinted>
  <dcterms:created xsi:type="dcterms:W3CDTF">2020-05-28T10:10:30Z</dcterms:created>
  <dcterms:modified xsi:type="dcterms:W3CDTF">2025-11-20T02:58:32Z</dcterms:modified>
</cp:coreProperties>
</file>