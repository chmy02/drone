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699" r:id="rId2"/>
    <p:sldId id="257" r:id="rId3"/>
    <p:sldId id="963" r:id="rId4"/>
    <p:sldId id="988" r:id="rId5"/>
    <p:sldId id="989" r:id="rId6"/>
    <p:sldId id="990" r:id="rId7"/>
    <p:sldId id="991" r:id="rId8"/>
    <p:sldId id="992" r:id="rId9"/>
    <p:sldId id="993" r:id="rId10"/>
    <p:sldId id="994" r:id="rId11"/>
    <p:sldId id="995" r:id="rId12"/>
    <p:sldId id="983" r:id="rId13"/>
    <p:sldId id="985" r:id="rId14"/>
    <p:sldId id="984" r:id="rId15"/>
    <p:sldId id="986" r:id="rId16"/>
    <p:sldId id="987" r:id="rId17"/>
    <p:sldId id="731" r:id="rId18"/>
  </p:sldIdLst>
  <p:sldSz cx="9144000" cy="6858000" type="screen4x3"/>
  <p:notesSz cx="9928225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8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FFFF"/>
    <a:srgbClr val="ED7D31"/>
    <a:srgbClr val="D6DCE5"/>
    <a:srgbClr val="DAE3F3"/>
    <a:srgbClr val="404040"/>
    <a:srgbClr val="BDD7EE"/>
    <a:srgbClr val="002060"/>
    <a:srgbClr val="E6E6E6"/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20FA93-E70C-478E-9A5C-CF2B1FE1B9EB}" v="175" dt="2026-05-08T01:11:21.0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1" autoAdjust="0"/>
    <p:restoredTop sz="76878" autoAdjust="0"/>
  </p:normalViewPr>
  <p:slideViewPr>
    <p:cSldViewPr snapToGrid="0">
      <p:cViewPr varScale="1">
        <p:scale>
          <a:sx n="60" d="100"/>
          <a:sy n="60" d="100"/>
        </p:scale>
        <p:origin x="1426" y="34"/>
      </p:cViewPr>
      <p:guideLst>
        <p:guide orient="horz" pos="3385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최문영" userId="c9c2ca5b-20f2-48c9-9e1f-a03229bf2768" providerId="ADAL" clId="{1AFE30CA-0473-46B3-B73A-3803F8D94D85}"/>
    <pc:docChg chg="undo custSel addSld delSld modSld">
      <pc:chgData name="최문영" userId="c9c2ca5b-20f2-48c9-9e1f-a03229bf2768" providerId="ADAL" clId="{1AFE30CA-0473-46B3-B73A-3803F8D94D85}" dt="2026-05-08T01:14:54.752" v="4173" actId="1076"/>
      <pc:docMkLst>
        <pc:docMk/>
      </pc:docMkLst>
      <pc:sldChg chg="modSp mod">
        <pc:chgData name="최문영" userId="c9c2ca5b-20f2-48c9-9e1f-a03229bf2768" providerId="ADAL" clId="{1AFE30CA-0473-46B3-B73A-3803F8D94D85}" dt="2026-05-08T00:29:14.869" v="2351" actId="20577"/>
        <pc:sldMkLst>
          <pc:docMk/>
          <pc:sldMk cId="2886263250" sldId="699"/>
        </pc:sldMkLst>
        <pc:spChg chg="mod">
          <ac:chgData name="최문영" userId="c9c2ca5b-20f2-48c9-9e1f-a03229bf2768" providerId="ADAL" clId="{1AFE30CA-0473-46B3-B73A-3803F8D94D85}" dt="2026-05-08T00:29:14.869" v="2351" actId="20577"/>
          <ac:spMkLst>
            <pc:docMk/>
            <pc:sldMk cId="2886263250" sldId="699"/>
            <ac:spMk id="14" creationId="{C21A635C-1642-419F-9A80-B71C2DC7C4C4}"/>
          </ac:spMkLst>
        </pc:spChg>
      </pc:sldChg>
      <pc:sldChg chg="del">
        <pc:chgData name="최문영" userId="c9c2ca5b-20f2-48c9-9e1f-a03229bf2768" providerId="ADAL" clId="{1AFE30CA-0473-46B3-B73A-3803F8D94D85}" dt="2026-05-08T00:29:26.227" v="2353" actId="47"/>
        <pc:sldMkLst>
          <pc:docMk/>
          <pc:sldMk cId="3812014490" sldId="961"/>
        </pc:sldMkLst>
      </pc:sldChg>
      <pc:sldChg chg="del">
        <pc:chgData name="최문영" userId="c9c2ca5b-20f2-48c9-9e1f-a03229bf2768" providerId="ADAL" clId="{1AFE30CA-0473-46B3-B73A-3803F8D94D85}" dt="2026-05-08T00:29:23.898" v="2352" actId="47"/>
        <pc:sldMkLst>
          <pc:docMk/>
          <pc:sldMk cId="933221934" sldId="962"/>
        </pc:sldMkLst>
      </pc:sldChg>
      <pc:sldChg chg="del">
        <pc:chgData name="최문영" userId="c9c2ca5b-20f2-48c9-9e1f-a03229bf2768" providerId="ADAL" clId="{1AFE30CA-0473-46B3-B73A-3803F8D94D85}" dt="2026-05-08T00:29:28.464" v="2354" actId="47"/>
        <pc:sldMkLst>
          <pc:docMk/>
          <pc:sldMk cId="2231730414" sldId="975"/>
        </pc:sldMkLst>
      </pc:sldChg>
      <pc:sldChg chg="del">
        <pc:chgData name="최문영" userId="c9c2ca5b-20f2-48c9-9e1f-a03229bf2768" providerId="ADAL" clId="{1AFE30CA-0473-46B3-B73A-3803F8D94D85}" dt="2026-05-08T00:29:28.834" v="2355" actId="47"/>
        <pc:sldMkLst>
          <pc:docMk/>
          <pc:sldMk cId="1584414723" sldId="976"/>
        </pc:sldMkLst>
      </pc:sldChg>
      <pc:sldChg chg="del">
        <pc:chgData name="최문영" userId="c9c2ca5b-20f2-48c9-9e1f-a03229bf2768" providerId="ADAL" clId="{1AFE30CA-0473-46B3-B73A-3803F8D94D85}" dt="2026-05-08T00:29:29.733" v="2357" actId="47"/>
        <pc:sldMkLst>
          <pc:docMk/>
          <pc:sldMk cId="1685775414" sldId="979"/>
        </pc:sldMkLst>
      </pc:sldChg>
      <pc:sldChg chg="del">
        <pc:chgData name="최문영" userId="c9c2ca5b-20f2-48c9-9e1f-a03229bf2768" providerId="ADAL" clId="{1AFE30CA-0473-46B3-B73A-3803F8D94D85}" dt="2026-05-08T00:29:29.203" v="2356" actId="47"/>
        <pc:sldMkLst>
          <pc:docMk/>
          <pc:sldMk cId="2876901005" sldId="980"/>
        </pc:sldMkLst>
      </pc:sldChg>
      <pc:sldChg chg="addSp delSp modSp mod addAnim delAnim modAnim">
        <pc:chgData name="최문영" userId="c9c2ca5b-20f2-48c9-9e1f-a03229bf2768" providerId="ADAL" clId="{1AFE30CA-0473-46B3-B73A-3803F8D94D85}" dt="2026-05-08T01:14:54.752" v="4173" actId="1076"/>
        <pc:sldMkLst>
          <pc:docMk/>
          <pc:sldMk cId="3811349856" sldId="983"/>
        </pc:sldMkLst>
        <pc:spChg chg="add mod">
          <ac:chgData name="최문영" userId="c9c2ca5b-20f2-48c9-9e1f-a03229bf2768" providerId="ADAL" clId="{1AFE30CA-0473-46B3-B73A-3803F8D94D85}" dt="2026-05-08T00:57:20.357" v="3137"/>
          <ac:spMkLst>
            <pc:docMk/>
            <pc:sldMk cId="3811349856" sldId="983"/>
            <ac:spMk id="2" creationId="{52A69E74-D324-718E-714C-699D95413717}"/>
          </ac:spMkLst>
        </pc:spChg>
        <pc:spChg chg="del">
          <ac:chgData name="최문영" userId="c9c2ca5b-20f2-48c9-9e1f-a03229bf2768" providerId="ADAL" clId="{1AFE30CA-0473-46B3-B73A-3803F8D94D85}" dt="2026-05-08T01:06:33.422" v="3418" actId="21"/>
          <ac:spMkLst>
            <pc:docMk/>
            <pc:sldMk cId="3811349856" sldId="983"/>
            <ac:spMk id="3" creationId="{DCC05664-E194-79ED-9704-99CA1EA912E2}"/>
          </ac:spMkLst>
        </pc:spChg>
        <pc:spChg chg="del">
          <ac:chgData name="최문영" userId="c9c2ca5b-20f2-48c9-9e1f-a03229bf2768" providerId="ADAL" clId="{1AFE30CA-0473-46B3-B73A-3803F8D94D85}" dt="2026-05-08T01:06:17.544" v="3412" actId="478"/>
          <ac:spMkLst>
            <pc:docMk/>
            <pc:sldMk cId="3811349856" sldId="983"/>
            <ac:spMk id="6" creationId="{02D39DD1-0F68-08B2-9163-B6CD577CDA63}"/>
          </ac:spMkLst>
        </pc:spChg>
        <pc:spChg chg="del">
          <ac:chgData name="최문영" userId="c9c2ca5b-20f2-48c9-9e1f-a03229bf2768" providerId="ADAL" clId="{1AFE30CA-0473-46B3-B73A-3803F8D94D85}" dt="2026-05-08T01:06:33.422" v="3418" actId="21"/>
          <ac:spMkLst>
            <pc:docMk/>
            <pc:sldMk cId="3811349856" sldId="983"/>
            <ac:spMk id="7" creationId="{C2BE54DC-8038-EF56-00C3-5803C23D4DEC}"/>
          </ac:spMkLst>
        </pc:spChg>
        <pc:spChg chg="del">
          <ac:chgData name="최문영" userId="c9c2ca5b-20f2-48c9-9e1f-a03229bf2768" providerId="ADAL" clId="{1AFE30CA-0473-46B3-B73A-3803F8D94D85}" dt="2026-05-08T01:06:33.422" v="3418" actId="21"/>
          <ac:spMkLst>
            <pc:docMk/>
            <pc:sldMk cId="3811349856" sldId="983"/>
            <ac:spMk id="12" creationId="{B6CBD01A-F81A-A277-6A18-B2B968CB9336}"/>
          </ac:spMkLst>
        </pc:spChg>
        <pc:spChg chg="del">
          <ac:chgData name="최문영" userId="c9c2ca5b-20f2-48c9-9e1f-a03229bf2768" providerId="ADAL" clId="{1AFE30CA-0473-46B3-B73A-3803F8D94D85}" dt="2026-05-08T01:06:33.422" v="3418" actId="21"/>
          <ac:spMkLst>
            <pc:docMk/>
            <pc:sldMk cId="3811349856" sldId="983"/>
            <ac:spMk id="13" creationId="{53146AB3-25A6-A151-1DFA-601340DDB1F6}"/>
          </ac:spMkLst>
        </pc:spChg>
        <pc:spChg chg="del">
          <ac:chgData name="최문영" userId="c9c2ca5b-20f2-48c9-9e1f-a03229bf2768" providerId="ADAL" clId="{1AFE30CA-0473-46B3-B73A-3803F8D94D85}" dt="2026-05-08T01:06:33.422" v="3418" actId="21"/>
          <ac:spMkLst>
            <pc:docMk/>
            <pc:sldMk cId="3811349856" sldId="983"/>
            <ac:spMk id="14" creationId="{3E795E9F-6CC6-9C77-14E3-B2E632C60514}"/>
          </ac:spMkLst>
        </pc:spChg>
        <pc:spChg chg="add del mod">
          <ac:chgData name="최문영" userId="c9c2ca5b-20f2-48c9-9e1f-a03229bf2768" providerId="ADAL" clId="{1AFE30CA-0473-46B3-B73A-3803F8D94D85}" dt="2026-05-08T01:06:33.422" v="3418" actId="21"/>
          <ac:spMkLst>
            <pc:docMk/>
            <pc:sldMk cId="3811349856" sldId="983"/>
            <ac:spMk id="15" creationId="{8A9B5CAE-4CA4-7F8E-B621-1E25D9B4E907}"/>
          </ac:spMkLst>
        </pc:spChg>
        <pc:spChg chg="mod">
          <ac:chgData name="최문영" userId="c9c2ca5b-20f2-48c9-9e1f-a03229bf2768" providerId="ADAL" clId="{1AFE30CA-0473-46B3-B73A-3803F8D94D85}" dt="2026-05-08T01:06:18.662" v="3413"/>
          <ac:spMkLst>
            <pc:docMk/>
            <pc:sldMk cId="3811349856" sldId="983"/>
            <ac:spMk id="20" creationId="{45F40932-1555-5ABB-FE6C-BE618B08F5B9}"/>
          </ac:spMkLst>
        </pc:spChg>
        <pc:spChg chg="del">
          <ac:chgData name="최문영" userId="c9c2ca5b-20f2-48c9-9e1f-a03229bf2768" providerId="ADAL" clId="{1AFE30CA-0473-46B3-B73A-3803F8D94D85}" dt="2026-05-08T01:06:17.544" v="3412" actId="478"/>
          <ac:spMkLst>
            <pc:docMk/>
            <pc:sldMk cId="3811349856" sldId="983"/>
            <ac:spMk id="27" creationId="{6E68D76E-D73F-8A2A-6D68-3D50AC29C561}"/>
          </ac:spMkLst>
        </pc:spChg>
        <pc:spChg chg="del">
          <ac:chgData name="최문영" userId="c9c2ca5b-20f2-48c9-9e1f-a03229bf2768" providerId="ADAL" clId="{1AFE30CA-0473-46B3-B73A-3803F8D94D85}" dt="2026-05-08T01:06:17.544" v="3412" actId="478"/>
          <ac:spMkLst>
            <pc:docMk/>
            <pc:sldMk cId="3811349856" sldId="983"/>
            <ac:spMk id="28" creationId="{441D04E1-E5E2-5E44-8221-B593BBF5E049}"/>
          </ac:spMkLst>
        </pc:spChg>
        <pc:spChg chg="mod">
          <ac:chgData name="최문영" userId="c9c2ca5b-20f2-48c9-9e1f-a03229bf2768" providerId="ADAL" clId="{1AFE30CA-0473-46B3-B73A-3803F8D94D85}" dt="2026-05-08T01:06:18.662" v="3413"/>
          <ac:spMkLst>
            <pc:docMk/>
            <pc:sldMk cId="3811349856" sldId="983"/>
            <ac:spMk id="29" creationId="{73900C9D-A3D0-3639-AE87-2BCF0DE06905}"/>
          </ac:spMkLst>
        </pc:spChg>
        <pc:spChg chg="del">
          <ac:chgData name="최문영" userId="c9c2ca5b-20f2-48c9-9e1f-a03229bf2768" providerId="ADAL" clId="{1AFE30CA-0473-46B3-B73A-3803F8D94D85}" dt="2026-05-08T01:06:17.544" v="3412" actId="478"/>
          <ac:spMkLst>
            <pc:docMk/>
            <pc:sldMk cId="3811349856" sldId="983"/>
            <ac:spMk id="31" creationId="{BE6C03BF-58CA-5EE8-75A7-9484D6E266FC}"/>
          </ac:spMkLst>
        </pc:spChg>
        <pc:spChg chg="del">
          <ac:chgData name="최문영" userId="c9c2ca5b-20f2-48c9-9e1f-a03229bf2768" providerId="ADAL" clId="{1AFE30CA-0473-46B3-B73A-3803F8D94D85}" dt="2026-05-08T01:06:17.544" v="3412" actId="478"/>
          <ac:spMkLst>
            <pc:docMk/>
            <pc:sldMk cId="3811349856" sldId="983"/>
            <ac:spMk id="32" creationId="{C78C4057-8542-4319-56B3-186AC9D218CB}"/>
          </ac:spMkLst>
        </pc:spChg>
        <pc:spChg chg="del">
          <ac:chgData name="최문영" userId="c9c2ca5b-20f2-48c9-9e1f-a03229bf2768" providerId="ADAL" clId="{1AFE30CA-0473-46B3-B73A-3803F8D94D85}" dt="2026-05-08T01:06:17.544" v="3412" actId="478"/>
          <ac:spMkLst>
            <pc:docMk/>
            <pc:sldMk cId="3811349856" sldId="983"/>
            <ac:spMk id="33" creationId="{525E5B37-6DF6-6C79-F197-A01424D4D8CC}"/>
          </ac:spMkLst>
        </pc:spChg>
        <pc:spChg chg="del">
          <ac:chgData name="최문영" userId="c9c2ca5b-20f2-48c9-9e1f-a03229bf2768" providerId="ADAL" clId="{1AFE30CA-0473-46B3-B73A-3803F8D94D85}" dt="2026-05-08T01:06:17.544" v="3412" actId="478"/>
          <ac:spMkLst>
            <pc:docMk/>
            <pc:sldMk cId="3811349856" sldId="983"/>
            <ac:spMk id="35" creationId="{E1A24955-B395-BD94-82C2-2538CAD4710B}"/>
          </ac:spMkLst>
        </pc:spChg>
        <pc:spChg chg="del">
          <ac:chgData name="최문영" userId="c9c2ca5b-20f2-48c9-9e1f-a03229bf2768" providerId="ADAL" clId="{1AFE30CA-0473-46B3-B73A-3803F8D94D85}" dt="2026-05-08T01:06:17.544" v="3412" actId="478"/>
          <ac:spMkLst>
            <pc:docMk/>
            <pc:sldMk cId="3811349856" sldId="983"/>
            <ac:spMk id="36" creationId="{8181DA92-F85D-FFFA-4878-1340D4E9135A}"/>
          </ac:spMkLst>
        </pc:spChg>
        <pc:spChg chg="del">
          <ac:chgData name="최문영" userId="c9c2ca5b-20f2-48c9-9e1f-a03229bf2768" providerId="ADAL" clId="{1AFE30CA-0473-46B3-B73A-3803F8D94D85}" dt="2026-05-08T01:06:17.544" v="3412" actId="478"/>
          <ac:spMkLst>
            <pc:docMk/>
            <pc:sldMk cId="3811349856" sldId="983"/>
            <ac:spMk id="38" creationId="{F559600B-5168-2B6A-CC5C-F619598B768D}"/>
          </ac:spMkLst>
        </pc:spChg>
        <pc:spChg chg="del">
          <ac:chgData name="최문영" userId="c9c2ca5b-20f2-48c9-9e1f-a03229bf2768" providerId="ADAL" clId="{1AFE30CA-0473-46B3-B73A-3803F8D94D85}" dt="2026-05-08T01:06:17.544" v="3412" actId="478"/>
          <ac:spMkLst>
            <pc:docMk/>
            <pc:sldMk cId="3811349856" sldId="983"/>
            <ac:spMk id="39" creationId="{4BF049E9-2DBE-840F-8B36-82F5A1C6C3E6}"/>
          </ac:spMkLst>
        </pc:spChg>
        <pc:spChg chg="mod">
          <ac:chgData name="최문영" userId="c9c2ca5b-20f2-48c9-9e1f-a03229bf2768" providerId="ADAL" clId="{1AFE30CA-0473-46B3-B73A-3803F8D94D85}" dt="2026-05-08T01:06:18.662" v="3413"/>
          <ac:spMkLst>
            <pc:docMk/>
            <pc:sldMk cId="3811349856" sldId="983"/>
            <ac:spMk id="42" creationId="{FD05B994-6AC8-CBB9-467E-E1F51D031EAD}"/>
          </ac:spMkLst>
        </pc:spChg>
        <pc:spChg chg="del">
          <ac:chgData name="최문영" userId="c9c2ca5b-20f2-48c9-9e1f-a03229bf2768" providerId="ADAL" clId="{1AFE30CA-0473-46B3-B73A-3803F8D94D85}" dt="2026-05-08T01:06:33.422" v="3418" actId="21"/>
          <ac:spMkLst>
            <pc:docMk/>
            <pc:sldMk cId="3811349856" sldId="983"/>
            <ac:spMk id="48" creationId="{511598AF-5259-0EA3-2A9E-069EA9D3CBC5}"/>
          </ac:spMkLst>
        </pc:spChg>
        <pc:spChg chg="add del mod">
          <ac:chgData name="최문영" userId="c9c2ca5b-20f2-48c9-9e1f-a03229bf2768" providerId="ADAL" clId="{1AFE30CA-0473-46B3-B73A-3803F8D94D85}" dt="2026-05-08T01:06:33.422" v="3418" actId="21"/>
          <ac:spMkLst>
            <pc:docMk/>
            <pc:sldMk cId="3811349856" sldId="983"/>
            <ac:spMk id="49" creationId="{A1A2F363-F779-2507-CA3F-6DC1121659BE}"/>
          </ac:spMkLst>
        </pc:spChg>
        <pc:spChg chg="mod">
          <ac:chgData name="최문영" userId="c9c2ca5b-20f2-48c9-9e1f-a03229bf2768" providerId="ADAL" clId="{1AFE30CA-0473-46B3-B73A-3803F8D94D85}" dt="2026-05-08T01:06:18.662" v="3413"/>
          <ac:spMkLst>
            <pc:docMk/>
            <pc:sldMk cId="3811349856" sldId="983"/>
            <ac:spMk id="52" creationId="{90A91CAB-672C-0033-3957-7F93E4297011}"/>
          </ac:spMkLst>
        </pc:spChg>
        <pc:spChg chg="mod">
          <ac:chgData name="최문영" userId="c9c2ca5b-20f2-48c9-9e1f-a03229bf2768" providerId="ADAL" clId="{1AFE30CA-0473-46B3-B73A-3803F8D94D85}" dt="2026-05-08T01:06:18.662" v="3413"/>
          <ac:spMkLst>
            <pc:docMk/>
            <pc:sldMk cId="3811349856" sldId="983"/>
            <ac:spMk id="55" creationId="{4FF08D03-9EF7-9463-F03A-7D49D6046A92}"/>
          </ac:spMkLst>
        </pc:spChg>
        <pc:spChg chg="mod">
          <ac:chgData name="최문영" userId="c9c2ca5b-20f2-48c9-9e1f-a03229bf2768" providerId="ADAL" clId="{1AFE30CA-0473-46B3-B73A-3803F8D94D85}" dt="2026-05-08T01:06:18.662" v="3413"/>
          <ac:spMkLst>
            <pc:docMk/>
            <pc:sldMk cId="3811349856" sldId="983"/>
            <ac:spMk id="59" creationId="{372E6AC9-54C4-EDB0-7753-1CE7941CBD46}"/>
          </ac:spMkLst>
        </pc:spChg>
        <pc:spChg chg="add del mod">
          <ac:chgData name="최문영" userId="c9c2ca5b-20f2-48c9-9e1f-a03229bf2768" providerId="ADAL" clId="{1AFE30CA-0473-46B3-B73A-3803F8D94D85}" dt="2026-05-08T01:06:33.422" v="3418" actId="21"/>
          <ac:spMkLst>
            <pc:docMk/>
            <pc:sldMk cId="3811349856" sldId="983"/>
            <ac:spMk id="60" creationId="{1B1FAF65-1AB3-A6BE-91DC-62A5C76BF094}"/>
          </ac:spMkLst>
        </pc:spChg>
        <pc:spChg chg="add del mod">
          <ac:chgData name="최문영" userId="c9c2ca5b-20f2-48c9-9e1f-a03229bf2768" providerId="ADAL" clId="{1AFE30CA-0473-46B3-B73A-3803F8D94D85}" dt="2026-05-08T01:06:33.422" v="3418" actId="21"/>
          <ac:spMkLst>
            <pc:docMk/>
            <pc:sldMk cId="3811349856" sldId="983"/>
            <ac:spMk id="62" creationId="{A92FF5EA-2D4B-D85B-F080-F223AB3847DB}"/>
          </ac:spMkLst>
        </pc:spChg>
        <pc:spChg chg="add del">
          <ac:chgData name="최문영" userId="c9c2ca5b-20f2-48c9-9e1f-a03229bf2768" providerId="ADAL" clId="{1AFE30CA-0473-46B3-B73A-3803F8D94D85}" dt="2026-05-08T01:06:27.732" v="3416" actId="478"/>
          <ac:spMkLst>
            <pc:docMk/>
            <pc:sldMk cId="3811349856" sldId="983"/>
            <ac:spMk id="63" creationId="{2201F3D4-4FDA-EAA3-4492-B841824E5F3E}"/>
          </ac:spMkLst>
        </pc:spChg>
        <pc:spChg chg="del">
          <ac:chgData name="최문영" userId="c9c2ca5b-20f2-48c9-9e1f-a03229bf2768" providerId="ADAL" clId="{1AFE30CA-0473-46B3-B73A-3803F8D94D85}" dt="2026-05-08T01:06:30.259" v="3417" actId="478"/>
          <ac:spMkLst>
            <pc:docMk/>
            <pc:sldMk cId="3811349856" sldId="983"/>
            <ac:spMk id="64" creationId="{0C573B3B-2EE9-1E75-05BF-03307C9ED7C7}"/>
          </ac:spMkLst>
        </pc:spChg>
        <pc:spChg chg="add mod">
          <ac:chgData name="최문영" userId="c9c2ca5b-20f2-48c9-9e1f-a03229bf2768" providerId="ADAL" clId="{1AFE30CA-0473-46B3-B73A-3803F8D94D85}" dt="2026-05-08T01:06:34.391" v="3419"/>
          <ac:spMkLst>
            <pc:docMk/>
            <pc:sldMk cId="3811349856" sldId="983"/>
            <ac:spMk id="65" creationId="{DCC05664-E194-79ED-9704-99CA1EA912E2}"/>
          </ac:spMkLst>
        </pc:spChg>
        <pc:spChg chg="add mod">
          <ac:chgData name="최문영" userId="c9c2ca5b-20f2-48c9-9e1f-a03229bf2768" providerId="ADAL" clId="{1AFE30CA-0473-46B3-B73A-3803F8D94D85}" dt="2026-05-08T01:06:34.391" v="3419"/>
          <ac:spMkLst>
            <pc:docMk/>
            <pc:sldMk cId="3811349856" sldId="983"/>
            <ac:spMk id="69" creationId="{57CFDAF1-D96D-28B1-2AC1-58EF21D1C428}"/>
          </ac:spMkLst>
        </pc:spChg>
        <pc:spChg chg="add mod">
          <ac:chgData name="최문영" userId="c9c2ca5b-20f2-48c9-9e1f-a03229bf2768" providerId="ADAL" clId="{1AFE30CA-0473-46B3-B73A-3803F8D94D85}" dt="2026-05-08T01:06:34.391" v="3419"/>
          <ac:spMkLst>
            <pc:docMk/>
            <pc:sldMk cId="3811349856" sldId="983"/>
            <ac:spMk id="72" creationId="{53146AB3-25A6-A151-1DFA-601340DDB1F6}"/>
          </ac:spMkLst>
        </pc:spChg>
        <pc:spChg chg="add mod">
          <ac:chgData name="최문영" userId="c9c2ca5b-20f2-48c9-9e1f-a03229bf2768" providerId="ADAL" clId="{1AFE30CA-0473-46B3-B73A-3803F8D94D85}" dt="2026-05-08T01:06:34.391" v="3419"/>
          <ac:spMkLst>
            <pc:docMk/>
            <pc:sldMk cId="3811349856" sldId="983"/>
            <ac:spMk id="75" creationId="{A9D385BF-D786-7EE2-7777-CF04E3D95AF2}"/>
          </ac:spMkLst>
        </pc:spChg>
        <pc:spChg chg="add mod">
          <ac:chgData name="최문영" userId="c9c2ca5b-20f2-48c9-9e1f-a03229bf2768" providerId="ADAL" clId="{1AFE30CA-0473-46B3-B73A-3803F8D94D85}" dt="2026-05-08T01:06:34.391" v="3419"/>
          <ac:spMkLst>
            <pc:docMk/>
            <pc:sldMk cId="3811349856" sldId="983"/>
            <ac:spMk id="76" creationId="{E6CCF454-7236-1529-846E-BB5A09F40BF8}"/>
          </ac:spMkLst>
        </pc:spChg>
        <pc:spChg chg="mod">
          <ac:chgData name="최문영" userId="c9c2ca5b-20f2-48c9-9e1f-a03229bf2768" providerId="ADAL" clId="{1AFE30CA-0473-46B3-B73A-3803F8D94D85}" dt="2026-05-08T01:06:34.391" v="3419"/>
          <ac:spMkLst>
            <pc:docMk/>
            <pc:sldMk cId="3811349856" sldId="983"/>
            <ac:spMk id="87" creationId="{096EEBDA-F136-2538-1964-199270C9C8B6}"/>
          </ac:spMkLst>
        </pc:spChg>
        <pc:spChg chg="mod">
          <ac:chgData name="최문영" userId="c9c2ca5b-20f2-48c9-9e1f-a03229bf2768" providerId="ADAL" clId="{1AFE30CA-0473-46B3-B73A-3803F8D94D85}" dt="2026-05-08T01:06:34.391" v="3419"/>
          <ac:spMkLst>
            <pc:docMk/>
            <pc:sldMk cId="3811349856" sldId="983"/>
            <ac:spMk id="89" creationId="{FD05B994-6AC8-CBB9-467E-E1F51D031EAD}"/>
          </ac:spMkLst>
        </pc:spChg>
        <pc:spChg chg="mod">
          <ac:chgData name="최문영" userId="c9c2ca5b-20f2-48c9-9e1f-a03229bf2768" providerId="ADAL" clId="{1AFE30CA-0473-46B3-B73A-3803F8D94D85}" dt="2026-05-08T01:06:34.391" v="3419"/>
          <ac:spMkLst>
            <pc:docMk/>
            <pc:sldMk cId="3811349856" sldId="983"/>
            <ac:spMk id="92" creationId="{4DB2D174-9D6D-FD9A-B2DA-3F8F3EB29F61}"/>
          </ac:spMkLst>
        </pc:spChg>
        <pc:spChg chg="mod">
          <ac:chgData name="최문영" userId="c9c2ca5b-20f2-48c9-9e1f-a03229bf2768" providerId="ADAL" clId="{1AFE30CA-0473-46B3-B73A-3803F8D94D85}" dt="2026-05-08T01:08:37.921" v="3556"/>
          <ac:spMkLst>
            <pc:docMk/>
            <pc:sldMk cId="3811349856" sldId="983"/>
            <ac:spMk id="97" creationId="{830FA793-7FC0-6A28-E0D1-CAD7F7AB15EF}"/>
          </ac:spMkLst>
        </pc:spChg>
        <pc:spChg chg="mod">
          <ac:chgData name="최문영" userId="c9c2ca5b-20f2-48c9-9e1f-a03229bf2768" providerId="ADAL" clId="{1AFE30CA-0473-46B3-B73A-3803F8D94D85}" dt="2026-05-08T01:09:32.465" v="3569" actId="1076"/>
          <ac:spMkLst>
            <pc:docMk/>
            <pc:sldMk cId="3811349856" sldId="983"/>
            <ac:spMk id="98" creationId="{FC28D29D-5C39-C1EF-A1A2-E9C140F9A714}"/>
          </ac:spMkLst>
        </pc:spChg>
        <pc:spChg chg="mod">
          <ac:chgData name="최문영" userId="c9c2ca5b-20f2-48c9-9e1f-a03229bf2768" providerId="ADAL" clId="{1AFE30CA-0473-46B3-B73A-3803F8D94D85}" dt="2026-05-08T00:29:44.716" v="2374" actId="20577"/>
          <ac:spMkLst>
            <pc:docMk/>
            <pc:sldMk cId="3811349856" sldId="983"/>
            <ac:spMk id="100" creationId="{1B21C36E-8AA0-6C2C-C2F3-FC06E8CA5A3E}"/>
          </ac:spMkLst>
        </pc:spChg>
        <pc:spChg chg="mod">
          <ac:chgData name="최문영" userId="c9c2ca5b-20f2-48c9-9e1f-a03229bf2768" providerId="ADAL" clId="{1AFE30CA-0473-46B3-B73A-3803F8D94D85}" dt="2026-05-08T01:06:34.391" v="3419"/>
          <ac:spMkLst>
            <pc:docMk/>
            <pc:sldMk cId="3811349856" sldId="983"/>
            <ac:spMk id="107" creationId="{4FF08D03-9EF7-9463-F03A-7D49D6046A92}"/>
          </ac:spMkLst>
        </pc:spChg>
        <pc:spChg chg="mod">
          <ac:chgData name="최문영" userId="c9c2ca5b-20f2-48c9-9e1f-a03229bf2768" providerId="ADAL" clId="{1AFE30CA-0473-46B3-B73A-3803F8D94D85}" dt="2026-05-08T01:06:34.391" v="3419"/>
          <ac:spMkLst>
            <pc:docMk/>
            <pc:sldMk cId="3811349856" sldId="983"/>
            <ac:spMk id="111" creationId="{372E6AC9-54C4-EDB0-7753-1CE7941CBD46}"/>
          </ac:spMkLst>
        </pc:spChg>
        <pc:spChg chg="add mod">
          <ac:chgData name="최문영" userId="c9c2ca5b-20f2-48c9-9e1f-a03229bf2768" providerId="ADAL" clId="{1AFE30CA-0473-46B3-B73A-3803F8D94D85}" dt="2026-05-08T01:10:52.757" v="3599" actId="207"/>
          <ac:spMkLst>
            <pc:docMk/>
            <pc:sldMk cId="3811349856" sldId="983"/>
            <ac:spMk id="121" creationId="{FF043E8F-5BB4-4374-C4C2-E6A5DD0A8073}"/>
          </ac:spMkLst>
        </pc:spChg>
        <pc:spChg chg="add mod">
          <ac:chgData name="최문영" userId="c9c2ca5b-20f2-48c9-9e1f-a03229bf2768" providerId="ADAL" clId="{1AFE30CA-0473-46B3-B73A-3803F8D94D85}" dt="2026-05-08T01:10:43.627" v="3598" actId="555"/>
          <ac:spMkLst>
            <pc:docMk/>
            <pc:sldMk cId="3811349856" sldId="983"/>
            <ac:spMk id="122" creationId="{0FD9666B-AB8B-2821-3D9F-F8A276A6BFD2}"/>
          </ac:spMkLst>
        </pc:spChg>
        <pc:spChg chg="add mod">
          <ac:chgData name="최문영" userId="c9c2ca5b-20f2-48c9-9e1f-a03229bf2768" providerId="ADAL" clId="{1AFE30CA-0473-46B3-B73A-3803F8D94D85}" dt="2026-05-08T01:10:52.757" v="3599" actId="207"/>
          <ac:spMkLst>
            <pc:docMk/>
            <pc:sldMk cId="3811349856" sldId="983"/>
            <ac:spMk id="123" creationId="{E7480410-45A7-9197-97B9-1DFDB9D91A41}"/>
          </ac:spMkLst>
        </pc:spChg>
        <pc:spChg chg="add mod">
          <ac:chgData name="최문영" userId="c9c2ca5b-20f2-48c9-9e1f-a03229bf2768" providerId="ADAL" clId="{1AFE30CA-0473-46B3-B73A-3803F8D94D85}" dt="2026-05-08T01:10:52.757" v="3599" actId="207"/>
          <ac:spMkLst>
            <pc:docMk/>
            <pc:sldMk cId="3811349856" sldId="983"/>
            <ac:spMk id="124" creationId="{E5CD9D48-4E74-2AF3-1213-F637AC46BBB5}"/>
          </ac:spMkLst>
        </pc:spChg>
        <pc:spChg chg="add mod">
          <ac:chgData name="최문영" userId="c9c2ca5b-20f2-48c9-9e1f-a03229bf2768" providerId="ADAL" clId="{1AFE30CA-0473-46B3-B73A-3803F8D94D85}" dt="2026-05-08T01:10:52.757" v="3599" actId="207"/>
          <ac:spMkLst>
            <pc:docMk/>
            <pc:sldMk cId="3811349856" sldId="983"/>
            <ac:spMk id="125" creationId="{402BE31D-FD6F-389A-8D46-A7ECC1200BD2}"/>
          </ac:spMkLst>
        </pc:spChg>
        <pc:spChg chg="add mod">
          <ac:chgData name="최문영" userId="c9c2ca5b-20f2-48c9-9e1f-a03229bf2768" providerId="ADAL" clId="{1AFE30CA-0473-46B3-B73A-3803F8D94D85}" dt="2026-05-08T01:10:43.627" v="3598" actId="555"/>
          <ac:spMkLst>
            <pc:docMk/>
            <pc:sldMk cId="3811349856" sldId="983"/>
            <ac:spMk id="126" creationId="{55713F12-76F9-8188-B087-F9AE23E2A4DF}"/>
          </ac:spMkLst>
        </pc:spChg>
        <pc:spChg chg="add mod">
          <ac:chgData name="최문영" userId="c9c2ca5b-20f2-48c9-9e1f-a03229bf2768" providerId="ADAL" clId="{1AFE30CA-0473-46B3-B73A-3803F8D94D85}" dt="2026-05-08T01:10:52.757" v="3599" actId="207"/>
          <ac:spMkLst>
            <pc:docMk/>
            <pc:sldMk cId="3811349856" sldId="983"/>
            <ac:spMk id="127" creationId="{10F25FBA-2ACE-4064-0151-4BD81F6B60E7}"/>
          </ac:spMkLst>
        </pc:spChg>
        <pc:spChg chg="add mod">
          <ac:chgData name="최문영" userId="c9c2ca5b-20f2-48c9-9e1f-a03229bf2768" providerId="ADAL" clId="{1AFE30CA-0473-46B3-B73A-3803F8D94D85}" dt="2026-05-08T01:14:54.752" v="4173" actId="1076"/>
          <ac:spMkLst>
            <pc:docMk/>
            <pc:sldMk cId="3811349856" sldId="983"/>
            <ac:spMk id="128" creationId="{836EC808-353A-8363-B2A2-171439B3F688}"/>
          </ac:spMkLst>
        </pc:spChg>
        <pc:picChg chg="mod">
          <ac:chgData name="최문영" userId="c9c2ca5b-20f2-48c9-9e1f-a03229bf2768" providerId="ADAL" clId="{1AFE30CA-0473-46B3-B73A-3803F8D94D85}" dt="2026-05-08T01:09:31.098" v="3567" actId="1076"/>
          <ac:picMkLst>
            <pc:docMk/>
            <pc:sldMk cId="3811349856" sldId="983"/>
            <ac:picMk id="99" creationId="{9F2B522A-8D92-F9F9-3414-81D2350F9D8C}"/>
          </ac:picMkLst>
        </pc:picChg>
        <pc:picChg chg="add mod">
          <ac:chgData name="최문영" userId="c9c2ca5b-20f2-48c9-9e1f-a03229bf2768" providerId="ADAL" clId="{1AFE30CA-0473-46B3-B73A-3803F8D94D85}" dt="2026-05-08T01:06:44.596" v="3424" actId="1076"/>
          <ac:picMkLst>
            <pc:docMk/>
            <pc:sldMk cId="3811349856" sldId="983"/>
            <ac:picMk id="116" creationId="{AA26AC74-2C9F-44A2-FF4F-E028CA6248E4}"/>
          </ac:picMkLst>
        </pc:picChg>
        <pc:cxnChg chg="add mod">
          <ac:chgData name="최문영" userId="c9c2ca5b-20f2-48c9-9e1f-a03229bf2768" providerId="ADAL" clId="{1AFE30CA-0473-46B3-B73A-3803F8D94D85}" dt="2026-05-08T01:09:35.930" v="3576" actId="1035"/>
          <ac:cxnSpMkLst>
            <pc:docMk/>
            <pc:sldMk cId="3811349856" sldId="983"/>
            <ac:cxnSpMk id="118" creationId="{844EF27E-8EF2-0BC7-6B83-FEDB82BAF652}"/>
          </ac:cxnSpMkLst>
        </pc:cxnChg>
      </pc:sldChg>
      <pc:sldChg chg="addSp delSp modSp add mod delAnim modAnim">
        <pc:chgData name="최문영" userId="c9c2ca5b-20f2-48c9-9e1f-a03229bf2768" providerId="ADAL" clId="{1AFE30CA-0473-46B3-B73A-3803F8D94D85}" dt="2026-05-08T01:08:10.413" v="3546" actId="20577"/>
        <pc:sldMkLst>
          <pc:docMk/>
          <pc:sldMk cId="358728403" sldId="988"/>
        </pc:sldMkLst>
        <pc:spChg chg="add mod">
          <ac:chgData name="최문영" userId="c9c2ca5b-20f2-48c9-9e1f-a03229bf2768" providerId="ADAL" clId="{1AFE30CA-0473-46B3-B73A-3803F8D94D85}" dt="2026-05-08T00:34:44.537" v="2450" actId="1038"/>
          <ac:spMkLst>
            <pc:docMk/>
            <pc:sldMk cId="358728403" sldId="988"/>
            <ac:spMk id="2" creationId="{B0278421-654B-0CD3-6124-BEADD7339B27}"/>
          </ac:spMkLst>
        </pc:spChg>
        <pc:spChg chg="add mod">
          <ac:chgData name="최문영" userId="c9c2ca5b-20f2-48c9-9e1f-a03229bf2768" providerId="ADAL" clId="{1AFE30CA-0473-46B3-B73A-3803F8D94D85}" dt="2026-05-08T00:34:44.537" v="2450" actId="1038"/>
          <ac:spMkLst>
            <pc:docMk/>
            <pc:sldMk cId="358728403" sldId="988"/>
            <ac:spMk id="3" creationId="{064AEEC5-859A-152B-99FD-B5DF202250EA}"/>
          </ac:spMkLst>
        </pc:spChg>
        <pc:spChg chg="add mod">
          <ac:chgData name="최문영" userId="c9c2ca5b-20f2-48c9-9e1f-a03229bf2768" providerId="ADAL" clId="{1AFE30CA-0473-46B3-B73A-3803F8D94D85}" dt="2026-05-08T00:34:55.137" v="2478" actId="1037"/>
          <ac:spMkLst>
            <pc:docMk/>
            <pc:sldMk cId="358728403" sldId="988"/>
            <ac:spMk id="4" creationId="{3AD4244C-183D-CAF9-A525-30520B645018}"/>
          </ac:spMkLst>
        </pc:spChg>
        <pc:spChg chg="del">
          <ac:chgData name="최문영" userId="c9c2ca5b-20f2-48c9-9e1f-a03229bf2768" providerId="ADAL" clId="{1AFE30CA-0473-46B3-B73A-3803F8D94D85}" dt="2026-05-08T00:32:32.537" v="2376" actId="478"/>
          <ac:spMkLst>
            <pc:docMk/>
            <pc:sldMk cId="358728403" sldId="988"/>
            <ac:spMk id="6" creationId="{72C5D4B8-E2B4-BA15-B9EC-8E917EFEB75C}"/>
          </ac:spMkLst>
        </pc:spChg>
        <pc:spChg chg="add mod">
          <ac:chgData name="최문영" userId="c9c2ca5b-20f2-48c9-9e1f-a03229bf2768" providerId="ADAL" clId="{1AFE30CA-0473-46B3-B73A-3803F8D94D85}" dt="2026-05-08T00:34:55.137" v="2478" actId="1037"/>
          <ac:spMkLst>
            <pc:docMk/>
            <pc:sldMk cId="358728403" sldId="988"/>
            <ac:spMk id="7" creationId="{51673E30-8759-6F52-A25B-2DC32BD339F8}"/>
          </ac:spMkLst>
        </pc:spChg>
        <pc:spChg chg="add mod">
          <ac:chgData name="최문영" userId="c9c2ca5b-20f2-48c9-9e1f-a03229bf2768" providerId="ADAL" clId="{1AFE30CA-0473-46B3-B73A-3803F8D94D85}" dt="2026-05-08T00:34:49.231" v="2466" actId="1038"/>
          <ac:spMkLst>
            <pc:docMk/>
            <pc:sldMk cId="358728403" sldId="988"/>
            <ac:spMk id="8" creationId="{B8D5C63E-ABDE-5666-6DCF-477BD07E047B}"/>
          </ac:spMkLst>
        </pc:spChg>
        <pc:spChg chg="add mod">
          <ac:chgData name="최문영" userId="c9c2ca5b-20f2-48c9-9e1f-a03229bf2768" providerId="ADAL" clId="{1AFE30CA-0473-46B3-B73A-3803F8D94D85}" dt="2026-05-08T00:34:49.231" v="2466" actId="1038"/>
          <ac:spMkLst>
            <pc:docMk/>
            <pc:sldMk cId="358728403" sldId="988"/>
            <ac:spMk id="9" creationId="{E8A0121B-E08D-0BE6-2538-C93B8B4407F3}"/>
          </ac:spMkLst>
        </pc:spChg>
        <pc:spChg chg="add mod">
          <ac:chgData name="최문영" userId="c9c2ca5b-20f2-48c9-9e1f-a03229bf2768" providerId="ADAL" clId="{1AFE30CA-0473-46B3-B73A-3803F8D94D85}" dt="2026-05-08T00:34:49.231" v="2466" actId="1038"/>
          <ac:spMkLst>
            <pc:docMk/>
            <pc:sldMk cId="358728403" sldId="988"/>
            <ac:spMk id="10" creationId="{6985598A-015F-B132-D3C3-C7464874B205}"/>
          </ac:spMkLst>
        </pc:spChg>
        <pc:spChg chg="del">
          <ac:chgData name="최문영" userId="c9c2ca5b-20f2-48c9-9e1f-a03229bf2768" providerId="ADAL" clId="{1AFE30CA-0473-46B3-B73A-3803F8D94D85}" dt="2026-05-08T00:32:32.537" v="2376" actId="478"/>
          <ac:spMkLst>
            <pc:docMk/>
            <pc:sldMk cId="358728403" sldId="988"/>
            <ac:spMk id="11" creationId="{6E924BB8-723E-7D94-2732-58D3FBF0D7A8}"/>
          </ac:spMkLst>
        </pc:spChg>
        <pc:spChg chg="add mod">
          <ac:chgData name="최문영" userId="c9c2ca5b-20f2-48c9-9e1f-a03229bf2768" providerId="ADAL" clId="{1AFE30CA-0473-46B3-B73A-3803F8D94D85}" dt="2026-05-08T00:34:49.231" v="2466" actId="1038"/>
          <ac:spMkLst>
            <pc:docMk/>
            <pc:sldMk cId="358728403" sldId="988"/>
            <ac:spMk id="12" creationId="{B6FF90C0-B52B-1C0D-E4DF-C2858A8417E7}"/>
          </ac:spMkLst>
        </pc:spChg>
        <pc:spChg chg="add mod">
          <ac:chgData name="최문영" userId="c9c2ca5b-20f2-48c9-9e1f-a03229bf2768" providerId="ADAL" clId="{1AFE30CA-0473-46B3-B73A-3803F8D94D85}" dt="2026-05-08T00:34:44.537" v="2450" actId="1038"/>
          <ac:spMkLst>
            <pc:docMk/>
            <pc:sldMk cId="358728403" sldId="988"/>
            <ac:spMk id="13" creationId="{975F26AC-1794-B3A8-8D66-4DA98B9EAA4C}"/>
          </ac:spMkLst>
        </pc:spChg>
        <pc:spChg chg="add mod">
          <ac:chgData name="최문영" userId="c9c2ca5b-20f2-48c9-9e1f-a03229bf2768" providerId="ADAL" clId="{1AFE30CA-0473-46B3-B73A-3803F8D94D85}" dt="2026-05-08T00:34:44.537" v="2450" actId="1038"/>
          <ac:spMkLst>
            <pc:docMk/>
            <pc:sldMk cId="358728403" sldId="988"/>
            <ac:spMk id="14" creationId="{107D7AC2-8FC5-DCDE-F8A9-45BCE23B84E2}"/>
          </ac:spMkLst>
        </pc:spChg>
        <pc:spChg chg="add mod">
          <ac:chgData name="최문영" userId="c9c2ca5b-20f2-48c9-9e1f-a03229bf2768" providerId="ADAL" clId="{1AFE30CA-0473-46B3-B73A-3803F8D94D85}" dt="2026-05-08T00:39:39.230" v="2627" actId="1582"/>
          <ac:spMkLst>
            <pc:docMk/>
            <pc:sldMk cId="358728403" sldId="988"/>
            <ac:spMk id="15" creationId="{9B6DE343-1900-7702-51D6-3A4949D6BA5F}"/>
          </ac:spMkLst>
        </pc:spChg>
        <pc:spChg chg="add mod">
          <ac:chgData name="최문영" userId="c9c2ca5b-20f2-48c9-9e1f-a03229bf2768" providerId="ADAL" clId="{1AFE30CA-0473-46B3-B73A-3803F8D94D85}" dt="2026-05-08T00:37:22.407" v="2570" actId="1076"/>
          <ac:spMkLst>
            <pc:docMk/>
            <pc:sldMk cId="358728403" sldId="988"/>
            <ac:spMk id="16" creationId="{F1081CF9-F406-EC3B-BB93-D2E929BFB9A0}"/>
          </ac:spMkLst>
        </pc:spChg>
        <pc:spChg chg="del">
          <ac:chgData name="최문영" userId="c9c2ca5b-20f2-48c9-9e1f-a03229bf2768" providerId="ADAL" clId="{1AFE30CA-0473-46B3-B73A-3803F8D94D85}" dt="2026-05-08T00:32:32.537" v="2376" actId="478"/>
          <ac:spMkLst>
            <pc:docMk/>
            <pc:sldMk cId="358728403" sldId="988"/>
            <ac:spMk id="27" creationId="{FFCBC8EA-C87C-50A4-668A-50741B91B143}"/>
          </ac:spMkLst>
        </pc:spChg>
        <pc:spChg chg="del">
          <ac:chgData name="최문영" userId="c9c2ca5b-20f2-48c9-9e1f-a03229bf2768" providerId="ADAL" clId="{1AFE30CA-0473-46B3-B73A-3803F8D94D85}" dt="2026-05-08T00:32:32.537" v="2376" actId="478"/>
          <ac:spMkLst>
            <pc:docMk/>
            <pc:sldMk cId="358728403" sldId="988"/>
            <ac:spMk id="32" creationId="{63A6BDD2-213F-FA19-F818-E9ECB699034D}"/>
          </ac:spMkLst>
        </pc:spChg>
        <pc:spChg chg="del">
          <ac:chgData name="최문영" userId="c9c2ca5b-20f2-48c9-9e1f-a03229bf2768" providerId="ADAL" clId="{1AFE30CA-0473-46B3-B73A-3803F8D94D85}" dt="2026-05-08T00:32:32.537" v="2376" actId="478"/>
          <ac:spMkLst>
            <pc:docMk/>
            <pc:sldMk cId="358728403" sldId="988"/>
            <ac:spMk id="33" creationId="{4845A72E-6665-A774-4720-111B3C3DBE61}"/>
          </ac:spMkLst>
        </pc:spChg>
        <pc:spChg chg="del">
          <ac:chgData name="최문영" userId="c9c2ca5b-20f2-48c9-9e1f-a03229bf2768" providerId="ADAL" clId="{1AFE30CA-0473-46B3-B73A-3803F8D94D85}" dt="2026-05-08T00:32:32.537" v="2376" actId="478"/>
          <ac:spMkLst>
            <pc:docMk/>
            <pc:sldMk cId="358728403" sldId="988"/>
            <ac:spMk id="34" creationId="{974CCBB0-1C91-920F-A00E-AA56E60DDE79}"/>
          </ac:spMkLst>
        </pc:spChg>
        <pc:spChg chg="del">
          <ac:chgData name="최문영" userId="c9c2ca5b-20f2-48c9-9e1f-a03229bf2768" providerId="ADAL" clId="{1AFE30CA-0473-46B3-B73A-3803F8D94D85}" dt="2026-05-08T00:32:32.537" v="2376" actId="478"/>
          <ac:spMkLst>
            <pc:docMk/>
            <pc:sldMk cId="358728403" sldId="988"/>
            <ac:spMk id="35" creationId="{834EC510-338F-C312-C1CF-FADA5C1CF542}"/>
          </ac:spMkLst>
        </pc:spChg>
        <pc:spChg chg="del">
          <ac:chgData name="최문영" userId="c9c2ca5b-20f2-48c9-9e1f-a03229bf2768" providerId="ADAL" clId="{1AFE30CA-0473-46B3-B73A-3803F8D94D85}" dt="2026-05-08T00:32:32.537" v="2376" actId="478"/>
          <ac:spMkLst>
            <pc:docMk/>
            <pc:sldMk cId="358728403" sldId="988"/>
            <ac:spMk id="36" creationId="{242FC449-121B-770E-5CF4-A14ECAFE8729}"/>
          </ac:spMkLst>
        </pc:spChg>
        <pc:spChg chg="del">
          <ac:chgData name="최문영" userId="c9c2ca5b-20f2-48c9-9e1f-a03229bf2768" providerId="ADAL" clId="{1AFE30CA-0473-46B3-B73A-3803F8D94D85}" dt="2026-05-08T00:32:32.537" v="2376" actId="478"/>
          <ac:spMkLst>
            <pc:docMk/>
            <pc:sldMk cId="358728403" sldId="988"/>
            <ac:spMk id="37" creationId="{515BEB05-D7CC-4FD3-E204-13788EA2046F}"/>
          </ac:spMkLst>
        </pc:spChg>
        <pc:spChg chg="del">
          <ac:chgData name="최문영" userId="c9c2ca5b-20f2-48c9-9e1f-a03229bf2768" providerId="ADAL" clId="{1AFE30CA-0473-46B3-B73A-3803F8D94D85}" dt="2026-05-08T00:32:32.537" v="2376" actId="478"/>
          <ac:spMkLst>
            <pc:docMk/>
            <pc:sldMk cId="358728403" sldId="988"/>
            <ac:spMk id="38" creationId="{6808DDE1-66BD-D578-3BCD-E9FA57B85DBD}"/>
          </ac:spMkLst>
        </pc:spChg>
        <pc:spChg chg="mod">
          <ac:chgData name="최문영" userId="c9c2ca5b-20f2-48c9-9e1f-a03229bf2768" providerId="ADAL" clId="{1AFE30CA-0473-46B3-B73A-3803F8D94D85}" dt="2026-05-08T01:08:10.413" v="3546" actId="20577"/>
          <ac:spMkLst>
            <pc:docMk/>
            <pc:sldMk cId="358728403" sldId="988"/>
            <ac:spMk id="97" creationId="{DD285700-83A4-4FF7-5000-248D75CF6603}"/>
          </ac:spMkLst>
        </pc:spChg>
        <pc:cxnChg chg="add mod">
          <ac:chgData name="최문영" userId="c9c2ca5b-20f2-48c9-9e1f-a03229bf2768" providerId="ADAL" clId="{1AFE30CA-0473-46B3-B73A-3803F8D94D85}" dt="2026-05-08T00:37:55.278" v="2573" actId="208"/>
          <ac:cxnSpMkLst>
            <pc:docMk/>
            <pc:sldMk cId="358728403" sldId="988"/>
            <ac:cxnSpMk id="18" creationId="{477030E2-06AB-E27A-FA1B-353295528518}"/>
          </ac:cxnSpMkLst>
        </pc:cxnChg>
      </pc:sldChg>
      <pc:sldChg chg="addSp modSp add mod modTransition modAnim">
        <pc:chgData name="최문영" userId="c9c2ca5b-20f2-48c9-9e1f-a03229bf2768" providerId="ADAL" clId="{1AFE30CA-0473-46B3-B73A-3803F8D94D85}" dt="2026-05-08T01:08:16.446" v="3549" actId="20577"/>
        <pc:sldMkLst>
          <pc:docMk/>
          <pc:sldMk cId="2531583698" sldId="989"/>
        </pc:sldMkLst>
        <pc:spChg chg="mod">
          <ac:chgData name="최문영" userId="c9c2ca5b-20f2-48c9-9e1f-a03229bf2768" providerId="ADAL" clId="{1AFE30CA-0473-46B3-B73A-3803F8D94D85}" dt="2026-05-08T00:39:48.318" v="2629" actId="208"/>
          <ac:spMkLst>
            <pc:docMk/>
            <pc:sldMk cId="2531583698" sldId="989"/>
            <ac:spMk id="15" creationId="{718B51D7-91BC-A6CE-B270-46C914A4740C}"/>
          </ac:spMkLst>
        </pc:spChg>
        <pc:spChg chg="mod">
          <ac:chgData name="최문영" userId="c9c2ca5b-20f2-48c9-9e1f-a03229bf2768" providerId="ADAL" clId="{1AFE30CA-0473-46B3-B73A-3803F8D94D85}" dt="2026-05-08T00:39:21.994" v="2626" actId="1037"/>
          <ac:spMkLst>
            <pc:docMk/>
            <pc:sldMk cId="2531583698" sldId="989"/>
            <ac:spMk id="16" creationId="{B48A854B-E83D-6F18-3629-C6A0C215113B}"/>
          </ac:spMkLst>
        </pc:spChg>
        <pc:spChg chg="mod">
          <ac:chgData name="최문영" userId="c9c2ca5b-20f2-48c9-9e1f-a03229bf2768" providerId="ADAL" clId="{1AFE30CA-0473-46B3-B73A-3803F8D94D85}" dt="2026-05-08T01:08:16.446" v="3549" actId="20577"/>
          <ac:spMkLst>
            <pc:docMk/>
            <pc:sldMk cId="2531583698" sldId="989"/>
            <ac:spMk id="97" creationId="{35111EA9-1AAE-9514-B7E6-051023CBB398}"/>
          </ac:spMkLst>
        </pc:spChg>
        <pc:cxnChg chg="add mod">
          <ac:chgData name="최문영" userId="c9c2ca5b-20f2-48c9-9e1f-a03229bf2768" providerId="ADAL" clId="{1AFE30CA-0473-46B3-B73A-3803F8D94D85}" dt="2026-05-08T00:40:06.194" v="2632" actId="1582"/>
          <ac:cxnSpMkLst>
            <pc:docMk/>
            <pc:sldMk cId="2531583698" sldId="989"/>
            <ac:cxnSpMk id="6" creationId="{689D44FA-BF43-8301-C5A7-F8F550FC89AF}"/>
          </ac:cxnSpMkLst>
        </pc:cxnChg>
      </pc:sldChg>
      <pc:sldChg chg="addSp modSp add mod modAnim">
        <pc:chgData name="최문영" userId="c9c2ca5b-20f2-48c9-9e1f-a03229bf2768" providerId="ADAL" clId="{1AFE30CA-0473-46B3-B73A-3803F8D94D85}" dt="2026-05-08T01:08:21.048" v="3550"/>
        <pc:sldMkLst>
          <pc:docMk/>
          <pc:sldMk cId="1808863640" sldId="990"/>
        </pc:sldMkLst>
        <pc:spChg chg="add mod">
          <ac:chgData name="최문영" userId="c9c2ca5b-20f2-48c9-9e1f-a03229bf2768" providerId="ADAL" clId="{1AFE30CA-0473-46B3-B73A-3803F8D94D85}" dt="2026-05-08T00:40:50.084" v="2690" actId="1582"/>
          <ac:spMkLst>
            <pc:docMk/>
            <pc:sldMk cId="1808863640" sldId="990"/>
            <ac:spMk id="5" creationId="{9C87E4CE-EC46-81F0-7FCA-48EAFCF2CB73}"/>
          </ac:spMkLst>
        </pc:spChg>
        <pc:spChg chg="add mod">
          <ac:chgData name="최문영" userId="c9c2ca5b-20f2-48c9-9e1f-a03229bf2768" providerId="ADAL" clId="{1AFE30CA-0473-46B3-B73A-3803F8D94D85}" dt="2026-05-08T00:41:47.471" v="2715" actId="1076"/>
          <ac:spMkLst>
            <pc:docMk/>
            <pc:sldMk cId="1808863640" sldId="990"/>
            <ac:spMk id="11" creationId="{274DF6EA-ED07-AA4F-DFCD-1BEDCC78D1BB}"/>
          </ac:spMkLst>
        </pc:spChg>
        <pc:spChg chg="mod">
          <ac:chgData name="최문영" userId="c9c2ca5b-20f2-48c9-9e1f-a03229bf2768" providerId="ADAL" clId="{1AFE30CA-0473-46B3-B73A-3803F8D94D85}" dt="2026-05-08T00:40:24.871" v="2683" actId="1038"/>
          <ac:spMkLst>
            <pc:docMk/>
            <pc:sldMk cId="1808863640" sldId="990"/>
            <ac:spMk id="15" creationId="{FEC71F16-DB4B-29BD-D3CB-E5A8ECA4B8A8}"/>
          </ac:spMkLst>
        </pc:spChg>
        <pc:spChg chg="mod">
          <ac:chgData name="최문영" userId="c9c2ca5b-20f2-48c9-9e1f-a03229bf2768" providerId="ADAL" clId="{1AFE30CA-0473-46B3-B73A-3803F8D94D85}" dt="2026-05-08T00:40:24.871" v="2683" actId="1038"/>
          <ac:spMkLst>
            <pc:docMk/>
            <pc:sldMk cId="1808863640" sldId="990"/>
            <ac:spMk id="16" creationId="{A673EA99-DF8C-02CD-1CFE-2571972BD471}"/>
          </ac:spMkLst>
        </pc:spChg>
        <pc:spChg chg="mod">
          <ac:chgData name="최문영" userId="c9c2ca5b-20f2-48c9-9e1f-a03229bf2768" providerId="ADAL" clId="{1AFE30CA-0473-46B3-B73A-3803F8D94D85}" dt="2026-05-08T01:08:21.048" v="3550"/>
          <ac:spMkLst>
            <pc:docMk/>
            <pc:sldMk cId="1808863640" sldId="990"/>
            <ac:spMk id="97" creationId="{5369A252-A0C6-5B26-D67F-EC5B51967952}"/>
          </ac:spMkLst>
        </pc:spChg>
        <pc:cxnChg chg="add mod">
          <ac:chgData name="최문영" userId="c9c2ca5b-20f2-48c9-9e1f-a03229bf2768" providerId="ADAL" clId="{1AFE30CA-0473-46B3-B73A-3803F8D94D85}" dt="2026-05-08T00:43:06.571" v="2750" actId="1582"/>
          <ac:cxnSpMkLst>
            <pc:docMk/>
            <pc:sldMk cId="1808863640" sldId="990"/>
            <ac:cxnSpMk id="19" creationId="{F37D9BF2-2B8A-DC1F-A1A0-5BD7E1BE8CDB}"/>
          </ac:cxnSpMkLst>
        </pc:cxnChg>
      </pc:sldChg>
      <pc:sldChg chg="addSp modSp add mod modAnim">
        <pc:chgData name="최문영" userId="c9c2ca5b-20f2-48c9-9e1f-a03229bf2768" providerId="ADAL" clId="{1AFE30CA-0473-46B3-B73A-3803F8D94D85}" dt="2026-05-08T01:08:24.308" v="3551"/>
        <pc:sldMkLst>
          <pc:docMk/>
          <pc:sldMk cId="1768202908" sldId="991"/>
        </pc:sldMkLst>
        <pc:spChg chg="mod">
          <ac:chgData name="최문영" userId="c9c2ca5b-20f2-48c9-9e1f-a03229bf2768" providerId="ADAL" clId="{1AFE30CA-0473-46B3-B73A-3803F8D94D85}" dt="2026-05-08T00:44:22.899" v="2848" actId="1035"/>
          <ac:spMkLst>
            <pc:docMk/>
            <pc:sldMk cId="1768202908" sldId="991"/>
            <ac:spMk id="5" creationId="{7E7186BF-A72B-2DC5-CB20-A3E57D9DBF09}"/>
          </ac:spMkLst>
        </pc:spChg>
        <pc:spChg chg="mod">
          <ac:chgData name="최문영" userId="c9c2ca5b-20f2-48c9-9e1f-a03229bf2768" providerId="ADAL" clId="{1AFE30CA-0473-46B3-B73A-3803F8D94D85}" dt="2026-05-08T00:44:22.899" v="2848" actId="1035"/>
          <ac:spMkLst>
            <pc:docMk/>
            <pc:sldMk cId="1768202908" sldId="991"/>
            <ac:spMk id="11" creationId="{2B5E25A5-4AC7-75A6-8D4D-3FDFAF0338BC}"/>
          </ac:spMkLst>
        </pc:spChg>
        <pc:spChg chg="mod">
          <ac:chgData name="최문영" userId="c9c2ca5b-20f2-48c9-9e1f-a03229bf2768" providerId="ADAL" clId="{1AFE30CA-0473-46B3-B73A-3803F8D94D85}" dt="2026-05-08T01:08:24.308" v="3551"/>
          <ac:spMkLst>
            <pc:docMk/>
            <pc:sldMk cId="1768202908" sldId="991"/>
            <ac:spMk id="97" creationId="{65435089-1546-2F1A-057E-30309B8EE33F}"/>
          </ac:spMkLst>
        </pc:spChg>
        <pc:cxnChg chg="add mod">
          <ac:chgData name="최문영" userId="c9c2ca5b-20f2-48c9-9e1f-a03229bf2768" providerId="ADAL" clId="{1AFE30CA-0473-46B3-B73A-3803F8D94D85}" dt="2026-05-08T00:43:19.492" v="2753"/>
          <ac:cxnSpMkLst>
            <pc:docMk/>
            <pc:sldMk cId="1768202908" sldId="991"/>
            <ac:cxnSpMk id="17" creationId="{1C5F5420-26F8-FF50-E443-08A83848938D}"/>
          </ac:cxnSpMkLst>
        </pc:cxnChg>
        <pc:cxnChg chg="add mod">
          <ac:chgData name="최문영" userId="c9c2ca5b-20f2-48c9-9e1f-a03229bf2768" providerId="ADAL" clId="{1AFE30CA-0473-46B3-B73A-3803F8D94D85}" dt="2026-05-08T00:43:48.428" v="2771" actId="1582"/>
          <ac:cxnSpMkLst>
            <pc:docMk/>
            <pc:sldMk cId="1768202908" sldId="991"/>
            <ac:cxnSpMk id="20" creationId="{150BF768-62E6-912A-DA04-3DD6D366D67D}"/>
          </ac:cxnSpMkLst>
        </pc:cxnChg>
      </pc:sldChg>
      <pc:sldChg chg="addSp modSp add mod modAnim">
        <pc:chgData name="최문영" userId="c9c2ca5b-20f2-48c9-9e1f-a03229bf2768" providerId="ADAL" clId="{1AFE30CA-0473-46B3-B73A-3803F8D94D85}" dt="2026-05-08T01:08:27.212" v="3552"/>
        <pc:sldMkLst>
          <pc:docMk/>
          <pc:sldMk cId="2299440853" sldId="992"/>
        </pc:sldMkLst>
        <pc:spChg chg="mod">
          <ac:chgData name="최문영" userId="c9c2ca5b-20f2-48c9-9e1f-a03229bf2768" providerId="ADAL" clId="{1AFE30CA-0473-46B3-B73A-3803F8D94D85}" dt="2026-05-08T00:44:29.888" v="2858" actId="1035"/>
          <ac:spMkLst>
            <pc:docMk/>
            <pc:sldMk cId="2299440853" sldId="992"/>
            <ac:spMk id="5" creationId="{68E2A049-3966-CDC7-10B9-E52C6C569790}"/>
          </ac:spMkLst>
        </pc:spChg>
        <pc:spChg chg="mod">
          <ac:chgData name="최문영" userId="c9c2ca5b-20f2-48c9-9e1f-a03229bf2768" providerId="ADAL" clId="{1AFE30CA-0473-46B3-B73A-3803F8D94D85}" dt="2026-05-08T00:44:29.888" v="2858" actId="1035"/>
          <ac:spMkLst>
            <pc:docMk/>
            <pc:sldMk cId="2299440853" sldId="992"/>
            <ac:spMk id="11" creationId="{4229AEEB-47FA-05D7-4BC5-8249F9B046D3}"/>
          </ac:spMkLst>
        </pc:spChg>
        <pc:spChg chg="add mod">
          <ac:chgData name="최문영" userId="c9c2ca5b-20f2-48c9-9e1f-a03229bf2768" providerId="ADAL" clId="{1AFE30CA-0473-46B3-B73A-3803F8D94D85}" dt="2026-05-08T00:45:01.721" v="2864" actId="1582"/>
          <ac:spMkLst>
            <pc:docMk/>
            <pc:sldMk cId="2299440853" sldId="992"/>
            <ac:spMk id="19" creationId="{C1128A6C-AB12-8329-2069-EFCAD1D98559}"/>
          </ac:spMkLst>
        </pc:spChg>
        <pc:spChg chg="add mod">
          <ac:chgData name="최문영" userId="c9c2ca5b-20f2-48c9-9e1f-a03229bf2768" providerId="ADAL" clId="{1AFE30CA-0473-46B3-B73A-3803F8D94D85}" dt="2026-05-08T00:45:16.781" v="2879" actId="1076"/>
          <ac:spMkLst>
            <pc:docMk/>
            <pc:sldMk cId="2299440853" sldId="992"/>
            <ac:spMk id="21" creationId="{BBBAC06C-6E60-EFC8-C8DC-F4C2BB7B96F5}"/>
          </ac:spMkLst>
        </pc:spChg>
        <pc:spChg chg="mod">
          <ac:chgData name="최문영" userId="c9c2ca5b-20f2-48c9-9e1f-a03229bf2768" providerId="ADAL" clId="{1AFE30CA-0473-46B3-B73A-3803F8D94D85}" dt="2026-05-08T01:08:27.212" v="3552"/>
          <ac:spMkLst>
            <pc:docMk/>
            <pc:sldMk cId="2299440853" sldId="992"/>
            <ac:spMk id="97" creationId="{11555F55-E645-ED77-C767-403895E194CA}"/>
          </ac:spMkLst>
        </pc:spChg>
        <pc:cxnChg chg="add mod">
          <ac:chgData name="최문영" userId="c9c2ca5b-20f2-48c9-9e1f-a03229bf2768" providerId="ADAL" clId="{1AFE30CA-0473-46B3-B73A-3803F8D94D85}" dt="2026-05-08T00:45:38.784" v="2883" actId="1582"/>
          <ac:cxnSpMkLst>
            <pc:docMk/>
            <pc:sldMk cId="2299440853" sldId="992"/>
            <ac:cxnSpMk id="23" creationId="{CB89453C-26AF-3B88-E932-FE486C0A0E98}"/>
          </ac:cxnSpMkLst>
        </pc:cxnChg>
      </pc:sldChg>
      <pc:sldChg chg="addSp modSp add mod modAnim">
        <pc:chgData name="최문영" userId="c9c2ca5b-20f2-48c9-9e1f-a03229bf2768" providerId="ADAL" clId="{1AFE30CA-0473-46B3-B73A-3803F8D94D85}" dt="2026-05-08T01:08:30.621" v="3553"/>
        <pc:sldMkLst>
          <pc:docMk/>
          <pc:sldMk cId="2771452787" sldId="993"/>
        </pc:sldMkLst>
        <pc:spChg chg="mod">
          <ac:chgData name="최문영" userId="c9c2ca5b-20f2-48c9-9e1f-a03229bf2768" providerId="ADAL" clId="{1AFE30CA-0473-46B3-B73A-3803F8D94D85}" dt="2026-05-08T00:45:57.390" v="2957" actId="1036"/>
          <ac:spMkLst>
            <pc:docMk/>
            <pc:sldMk cId="2771452787" sldId="993"/>
            <ac:spMk id="19" creationId="{23DDFB1E-EC40-9258-073C-58387DC97EC0}"/>
          </ac:spMkLst>
        </pc:spChg>
        <pc:spChg chg="mod">
          <ac:chgData name="최문영" userId="c9c2ca5b-20f2-48c9-9e1f-a03229bf2768" providerId="ADAL" clId="{1AFE30CA-0473-46B3-B73A-3803F8D94D85}" dt="2026-05-08T00:45:57.390" v="2957" actId="1036"/>
          <ac:spMkLst>
            <pc:docMk/>
            <pc:sldMk cId="2771452787" sldId="993"/>
            <ac:spMk id="21" creationId="{BEAE331F-4E37-B1E8-6451-9012A0D7761A}"/>
          </ac:spMkLst>
        </pc:spChg>
        <pc:spChg chg="add mod">
          <ac:chgData name="최문영" userId="c9c2ca5b-20f2-48c9-9e1f-a03229bf2768" providerId="ADAL" clId="{1AFE30CA-0473-46B3-B73A-3803F8D94D85}" dt="2026-05-08T00:48:49.424" v="3036" actId="164"/>
          <ac:spMkLst>
            <pc:docMk/>
            <pc:sldMk cId="2771452787" sldId="993"/>
            <ac:spMk id="22" creationId="{B31B85C0-123D-9282-6E44-B7D77B9D1178}"/>
          </ac:spMkLst>
        </pc:spChg>
        <pc:spChg chg="add mod">
          <ac:chgData name="최문영" userId="c9c2ca5b-20f2-48c9-9e1f-a03229bf2768" providerId="ADAL" clId="{1AFE30CA-0473-46B3-B73A-3803F8D94D85}" dt="2026-05-08T00:48:49.424" v="3036" actId="164"/>
          <ac:spMkLst>
            <pc:docMk/>
            <pc:sldMk cId="2771452787" sldId="993"/>
            <ac:spMk id="24" creationId="{6ACDDC22-5EE3-1EF0-5952-8E7FF4C27E85}"/>
          </ac:spMkLst>
        </pc:spChg>
        <pc:spChg chg="add mod">
          <ac:chgData name="최문영" userId="c9c2ca5b-20f2-48c9-9e1f-a03229bf2768" providerId="ADAL" clId="{1AFE30CA-0473-46B3-B73A-3803F8D94D85}" dt="2026-05-08T00:48:54.526" v="3037" actId="164"/>
          <ac:spMkLst>
            <pc:docMk/>
            <pc:sldMk cId="2771452787" sldId="993"/>
            <ac:spMk id="25" creationId="{5E344E70-0FC3-4AC6-B347-FA74D4968F5D}"/>
          </ac:spMkLst>
        </pc:spChg>
        <pc:spChg chg="add mod">
          <ac:chgData name="최문영" userId="c9c2ca5b-20f2-48c9-9e1f-a03229bf2768" providerId="ADAL" clId="{1AFE30CA-0473-46B3-B73A-3803F8D94D85}" dt="2026-05-08T00:48:54.526" v="3037" actId="164"/>
          <ac:spMkLst>
            <pc:docMk/>
            <pc:sldMk cId="2771452787" sldId="993"/>
            <ac:spMk id="26" creationId="{A47C3227-5B83-5337-2B07-636FCAA3A026}"/>
          </ac:spMkLst>
        </pc:spChg>
        <pc:spChg chg="mod">
          <ac:chgData name="최문영" userId="c9c2ca5b-20f2-48c9-9e1f-a03229bf2768" providerId="ADAL" clId="{1AFE30CA-0473-46B3-B73A-3803F8D94D85}" dt="2026-05-08T01:08:30.621" v="3553"/>
          <ac:spMkLst>
            <pc:docMk/>
            <pc:sldMk cId="2771452787" sldId="993"/>
            <ac:spMk id="97" creationId="{9AD8C611-D205-49EB-C955-38D26218BEA4}"/>
          </ac:spMkLst>
        </pc:spChg>
        <pc:grpChg chg="add mod">
          <ac:chgData name="최문영" userId="c9c2ca5b-20f2-48c9-9e1f-a03229bf2768" providerId="ADAL" clId="{1AFE30CA-0473-46B3-B73A-3803F8D94D85}" dt="2026-05-08T00:48:49.424" v="3036" actId="164"/>
          <ac:grpSpMkLst>
            <pc:docMk/>
            <pc:sldMk cId="2771452787" sldId="993"/>
            <ac:grpSpMk id="27" creationId="{4695FA01-1967-2607-4D92-5A95EEB793A2}"/>
          </ac:grpSpMkLst>
        </pc:grpChg>
        <pc:grpChg chg="add mod">
          <ac:chgData name="최문영" userId="c9c2ca5b-20f2-48c9-9e1f-a03229bf2768" providerId="ADAL" clId="{1AFE30CA-0473-46B3-B73A-3803F8D94D85}" dt="2026-05-08T00:48:54.526" v="3037" actId="164"/>
          <ac:grpSpMkLst>
            <pc:docMk/>
            <pc:sldMk cId="2771452787" sldId="993"/>
            <ac:grpSpMk id="28" creationId="{AEF5F027-6A2E-3D7E-984D-72EA6E840D8A}"/>
          </ac:grpSpMkLst>
        </pc:grpChg>
      </pc:sldChg>
      <pc:sldChg chg="addSp delSp modSp add mod modTransition modAnim">
        <pc:chgData name="최문영" userId="c9c2ca5b-20f2-48c9-9e1f-a03229bf2768" providerId="ADAL" clId="{1AFE30CA-0473-46B3-B73A-3803F8D94D85}" dt="2026-05-08T01:08:33.022" v="3554"/>
        <pc:sldMkLst>
          <pc:docMk/>
          <pc:sldMk cId="4100086670" sldId="994"/>
        </pc:sldMkLst>
        <pc:spChg chg="mod">
          <ac:chgData name="최문영" userId="c9c2ca5b-20f2-48c9-9e1f-a03229bf2768" providerId="ADAL" clId="{1AFE30CA-0473-46B3-B73A-3803F8D94D85}" dt="2026-05-08T00:50:54.672" v="3057" actId="164"/>
          <ac:spMkLst>
            <pc:docMk/>
            <pc:sldMk cId="4100086670" sldId="994"/>
            <ac:spMk id="5" creationId="{A4276007-C112-9C2B-456B-9D885687F351}"/>
          </ac:spMkLst>
        </pc:spChg>
        <pc:spChg chg="mod">
          <ac:chgData name="최문영" userId="c9c2ca5b-20f2-48c9-9e1f-a03229bf2768" providerId="ADAL" clId="{1AFE30CA-0473-46B3-B73A-3803F8D94D85}" dt="2026-05-08T00:50:54.672" v="3057" actId="164"/>
          <ac:spMkLst>
            <pc:docMk/>
            <pc:sldMk cId="4100086670" sldId="994"/>
            <ac:spMk id="11" creationId="{2E558E69-5B0F-E36D-7405-DEB818AEE07A}"/>
          </ac:spMkLst>
        </pc:spChg>
        <pc:spChg chg="mod">
          <ac:chgData name="최문영" userId="c9c2ca5b-20f2-48c9-9e1f-a03229bf2768" providerId="ADAL" clId="{1AFE30CA-0473-46B3-B73A-3803F8D94D85}" dt="2026-05-08T00:50:50.309" v="3056" actId="164"/>
          <ac:spMkLst>
            <pc:docMk/>
            <pc:sldMk cId="4100086670" sldId="994"/>
            <ac:spMk id="15" creationId="{3DD5552D-D31C-7D81-7F37-DB3D0376642B}"/>
          </ac:spMkLst>
        </pc:spChg>
        <pc:spChg chg="mod">
          <ac:chgData name="최문영" userId="c9c2ca5b-20f2-48c9-9e1f-a03229bf2768" providerId="ADAL" clId="{1AFE30CA-0473-46B3-B73A-3803F8D94D85}" dt="2026-05-08T00:50:50.309" v="3056" actId="164"/>
          <ac:spMkLst>
            <pc:docMk/>
            <pc:sldMk cId="4100086670" sldId="994"/>
            <ac:spMk id="16" creationId="{7B3F66C9-B7FA-8CBA-F39B-99FEAC1409A5}"/>
          </ac:spMkLst>
        </pc:spChg>
        <pc:spChg chg="mod">
          <ac:chgData name="최문영" userId="c9c2ca5b-20f2-48c9-9e1f-a03229bf2768" providerId="ADAL" clId="{1AFE30CA-0473-46B3-B73A-3803F8D94D85}" dt="2026-05-08T00:50:46.370" v="3055" actId="164"/>
          <ac:spMkLst>
            <pc:docMk/>
            <pc:sldMk cId="4100086670" sldId="994"/>
            <ac:spMk id="19" creationId="{36CE1E00-15DA-9EE8-CA41-275D14394311}"/>
          </ac:spMkLst>
        </pc:spChg>
        <pc:spChg chg="mod">
          <ac:chgData name="최문영" userId="c9c2ca5b-20f2-48c9-9e1f-a03229bf2768" providerId="ADAL" clId="{1AFE30CA-0473-46B3-B73A-3803F8D94D85}" dt="2026-05-08T00:50:46.370" v="3055" actId="164"/>
          <ac:spMkLst>
            <pc:docMk/>
            <pc:sldMk cId="4100086670" sldId="994"/>
            <ac:spMk id="21" creationId="{2751E549-F5DC-97D8-2ECA-2303570F38D1}"/>
          </ac:spMkLst>
        </pc:spChg>
        <pc:spChg chg="add mod">
          <ac:chgData name="최문영" userId="c9c2ca5b-20f2-48c9-9e1f-a03229bf2768" providerId="ADAL" clId="{1AFE30CA-0473-46B3-B73A-3803F8D94D85}" dt="2026-05-08T00:50:32.824" v="3051"/>
          <ac:spMkLst>
            <pc:docMk/>
            <pc:sldMk cId="4100086670" sldId="994"/>
            <ac:spMk id="29" creationId="{CFFDED1A-CD98-21A5-432B-9779379DC9D0}"/>
          </ac:spMkLst>
        </pc:spChg>
        <pc:spChg chg="add mod">
          <ac:chgData name="최문영" userId="c9c2ca5b-20f2-48c9-9e1f-a03229bf2768" providerId="ADAL" clId="{1AFE30CA-0473-46B3-B73A-3803F8D94D85}" dt="2026-05-08T00:51:06.059" v="3059" actId="164"/>
          <ac:spMkLst>
            <pc:docMk/>
            <pc:sldMk cId="4100086670" sldId="994"/>
            <ac:spMk id="33" creationId="{D0D19846-1B7C-12DD-FE71-D46D380B6BBE}"/>
          </ac:spMkLst>
        </pc:spChg>
        <pc:spChg chg="add mod">
          <ac:chgData name="최문영" userId="c9c2ca5b-20f2-48c9-9e1f-a03229bf2768" providerId="ADAL" clId="{1AFE30CA-0473-46B3-B73A-3803F8D94D85}" dt="2026-05-08T00:51:06.059" v="3059" actId="164"/>
          <ac:spMkLst>
            <pc:docMk/>
            <pc:sldMk cId="4100086670" sldId="994"/>
            <ac:spMk id="34" creationId="{FFF04E2D-3259-7B95-98EF-67AAE6F051A8}"/>
          </ac:spMkLst>
        </pc:spChg>
        <pc:spChg chg="add mod">
          <ac:chgData name="최문영" userId="c9c2ca5b-20f2-48c9-9e1f-a03229bf2768" providerId="ADAL" clId="{1AFE30CA-0473-46B3-B73A-3803F8D94D85}" dt="2026-05-08T00:55:42.166" v="3129" actId="207"/>
          <ac:spMkLst>
            <pc:docMk/>
            <pc:sldMk cId="4100086670" sldId="994"/>
            <ac:spMk id="36" creationId="{C5259355-5712-44FC-215A-67F98AEC4D80}"/>
          </ac:spMkLst>
        </pc:spChg>
        <pc:spChg chg="add mod">
          <ac:chgData name="최문영" userId="c9c2ca5b-20f2-48c9-9e1f-a03229bf2768" providerId="ADAL" clId="{1AFE30CA-0473-46B3-B73A-3803F8D94D85}" dt="2026-05-08T00:53:04.626" v="3088" actId="1076"/>
          <ac:spMkLst>
            <pc:docMk/>
            <pc:sldMk cId="4100086670" sldId="994"/>
            <ac:spMk id="37" creationId="{DB560D83-3328-FA1A-B45B-1C82A838D0AF}"/>
          </ac:spMkLst>
        </pc:spChg>
        <pc:spChg chg="add mod">
          <ac:chgData name="최문영" userId="c9c2ca5b-20f2-48c9-9e1f-a03229bf2768" providerId="ADAL" clId="{1AFE30CA-0473-46B3-B73A-3803F8D94D85}" dt="2026-05-08T00:54:05.651" v="3102" actId="1076"/>
          <ac:spMkLst>
            <pc:docMk/>
            <pc:sldMk cId="4100086670" sldId="994"/>
            <ac:spMk id="38" creationId="{197381D7-BC09-016B-2060-A81A7C7D83ED}"/>
          </ac:spMkLst>
        </pc:spChg>
        <pc:spChg chg="add del mod">
          <ac:chgData name="최문영" userId="c9c2ca5b-20f2-48c9-9e1f-a03229bf2768" providerId="ADAL" clId="{1AFE30CA-0473-46B3-B73A-3803F8D94D85}" dt="2026-05-08T00:53:43.151" v="3098" actId="478"/>
          <ac:spMkLst>
            <pc:docMk/>
            <pc:sldMk cId="4100086670" sldId="994"/>
            <ac:spMk id="39" creationId="{DE6EB94C-19DF-17C4-A98E-234E9A6C1D28}"/>
          </ac:spMkLst>
        </pc:spChg>
        <pc:spChg chg="add mod">
          <ac:chgData name="최문영" userId="c9c2ca5b-20f2-48c9-9e1f-a03229bf2768" providerId="ADAL" clId="{1AFE30CA-0473-46B3-B73A-3803F8D94D85}" dt="2026-05-08T00:53:36.022" v="3095" actId="164"/>
          <ac:spMkLst>
            <pc:docMk/>
            <pc:sldMk cId="4100086670" sldId="994"/>
            <ac:spMk id="40" creationId="{68DC8856-E029-BFC6-5E1B-C5DCA24924CE}"/>
          </ac:spMkLst>
        </pc:spChg>
        <pc:spChg chg="add mod">
          <ac:chgData name="최문영" userId="c9c2ca5b-20f2-48c9-9e1f-a03229bf2768" providerId="ADAL" clId="{1AFE30CA-0473-46B3-B73A-3803F8D94D85}" dt="2026-05-08T00:53:36.022" v="3095" actId="164"/>
          <ac:spMkLst>
            <pc:docMk/>
            <pc:sldMk cId="4100086670" sldId="994"/>
            <ac:spMk id="41" creationId="{2F076207-3DD1-1AE4-DDAA-557949BD0A72}"/>
          </ac:spMkLst>
        </pc:spChg>
        <pc:spChg chg="add mod">
          <ac:chgData name="최문영" userId="c9c2ca5b-20f2-48c9-9e1f-a03229bf2768" providerId="ADAL" clId="{1AFE30CA-0473-46B3-B73A-3803F8D94D85}" dt="2026-05-08T00:54:27.841" v="3108" actId="20577"/>
          <ac:spMkLst>
            <pc:docMk/>
            <pc:sldMk cId="4100086670" sldId="994"/>
            <ac:spMk id="43" creationId="{F8476293-5D88-BF87-A809-C28184C3C8F3}"/>
          </ac:spMkLst>
        </pc:spChg>
        <pc:spChg chg="mod">
          <ac:chgData name="최문영" userId="c9c2ca5b-20f2-48c9-9e1f-a03229bf2768" providerId="ADAL" clId="{1AFE30CA-0473-46B3-B73A-3803F8D94D85}" dt="2026-05-08T00:54:17.774" v="3104"/>
          <ac:spMkLst>
            <pc:docMk/>
            <pc:sldMk cId="4100086670" sldId="994"/>
            <ac:spMk id="45" creationId="{1BC50968-CB28-D597-275C-C9D22EE941FD}"/>
          </ac:spMkLst>
        </pc:spChg>
        <pc:spChg chg="mod">
          <ac:chgData name="최문영" userId="c9c2ca5b-20f2-48c9-9e1f-a03229bf2768" providerId="ADAL" clId="{1AFE30CA-0473-46B3-B73A-3803F8D94D85}" dt="2026-05-08T00:54:17.774" v="3104"/>
          <ac:spMkLst>
            <pc:docMk/>
            <pc:sldMk cId="4100086670" sldId="994"/>
            <ac:spMk id="46" creationId="{7EE81CB2-DA48-5AF7-A0CC-BFCD35400D53}"/>
          </ac:spMkLst>
        </pc:spChg>
        <pc:spChg chg="mod">
          <ac:chgData name="최문영" userId="c9c2ca5b-20f2-48c9-9e1f-a03229bf2768" providerId="ADAL" clId="{1AFE30CA-0473-46B3-B73A-3803F8D94D85}" dt="2026-05-08T00:54:53.700" v="3111"/>
          <ac:spMkLst>
            <pc:docMk/>
            <pc:sldMk cId="4100086670" sldId="994"/>
            <ac:spMk id="48" creationId="{F9FB2ECE-E0A1-250E-6F8C-E3143F04386E}"/>
          </ac:spMkLst>
        </pc:spChg>
        <pc:spChg chg="mod">
          <ac:chgData name="최문영" userId="c9c2ca5b-20f2-48c9-9e1f-a03229bf2768" providerId="ADAL" clId="{1AFE30CA-0473-46B3-B73A-3803F8D94D85}" dt="2026-05-08T00:54:53.700" v="3111"/>
          <ac:spMkLst>
            <pc:docMk/>
            <pc:sldMk cId="4100086670" sldId="994"/>
            <ac:spMk id="49" creationId="{3410853E-F525-929E-D599-1E44FE4961A4}"/>
          </ac:spMkLst>
        </pc:spChg>
        <pc:spChg chg="add mod">
          <ac:chgData name="최문영" userId="c9c2ca5b-20f2-48c9-9e1f-a03229bf2768" providerId="ADAL" clId="{1AFE30CA-0473-46B3-B73A-3803F8D94D85}" dt="2026-05-08T00:55:42.166" v="3129" actId="207"/>
          <ac:spMkLst>
            <pc:docMk/>
            <pc:sldMk cId="4100086670" sldId="994"/>
            <ac:spMk id="50" creationId="{59F1B362-8178-43D0-263C-C57F93AB3580}"/>
          </ac:spMkLst>
        </pc:spChg>
        <pc:spChg chg="add mod">
          <ac:chgData name="최문영" userId="c9c2ca5b-20f2-48c9-9e1f-a03229bf2768" providerId="ADAL" clId="{1AFE30CA-0473-46B3-B73A-3803F8D94D85}" dt="2026-05-08T00:55:25.846" v="3124" actId="20577"/>
          <ac:spMkLst>
            <pc:docMk/>
            <pc:sldMk cId="4100086670" sldId="994"/>
            <ac:spMk id="51" creationId="{5F6BD6E6-C981-9C53-0ADE-A16A14FBFE60}"/>
          </ac:spMkLst>
        </pc:spChg>
        <pc:spChg chg="add mod">
          <ac:chgData name="최문영" userId="c9c2ca5b-20f2-48c9-9e1f-a03229bf2768" providerId="ADAL" clId="{1AFE30CA-0473-46B3-B73A-3803F8D94D85}" dt="2026-05-08T00:55:33.732" v="3128" actId="20577"/>
          <ac:spMkLst>
            <pc:docMk/>
            <pc:sldMk cId="4100086670" sldId="994"/>
            <ac:spMk id="52" creationId="{123B1914-88E9-1AC9-F5E1-A229C6E2A2A4}"/>
          </ac:spMkLst>
        </pc:spChg>
        <pc:spChg chg="add mod">
          <ac:chgData name="최문영" userId="c9c2ca5b-20f2-48c9-9e1f-a03229bf2768" providerId="ADAL" clId="{1AFE30CA-0473-46B3-B73A-3803F8D94D85}" dt="2026-05-08T00:57:43.750" v="3202" actId="1076"/>
          <ac:spMkLst>
            <pc:docMk/>
            <pc:sldMk cId="4100086670" sldId="994"/>
            <ac:spMk id="53" creationId="{F100FAB2-85C4-D063-9164-F2F37271F16B}"/>
          </ac:spMkLst>
        </pc:spChg>
        <pc:spChg chg="add mod ord">
          <ac:chgData name="최문영" userId="c9c2ca5b-20f2-48c9-9e1f-a03229bf2768" providerId="ADAL" clId="{1AFE30CA-0473-46B3-B73A-3803F8D94D85}" dt="2026-05-08T00:58:12.137" v="3210" actId="14100"/>
          <ac:spMkLst>
            <pc:docMk/>
            <pc:sldMk cId="4100086670" sldId="994"/>
            <ac:spMk id="54" creationId="{FAF61EB2-7B07-0A48-D623-70CFDD413914}"/>
          </ac:spMkLst>
        </pc:spChg>
        <pc:spChg chg="add mod ord">
          <ac:chgData name="최문영" userId="c9c2ca5b-20f2-48c9-9e1f-a03229bf2768" providerId="ADAL" clId="{1AFE30CA-0473-46B3-B73A-3803F8D94D85}" dt="2026-05-08T00:58:28.128" v="3215" actId="207"/>
          <ac:spMkLst>
            <pc:docMk/>
            <pc:sldMk cId="4100086670" sldId="994"/>
            <ac:spMk id="55" creationId="{951AB813-D6DE-2499-890D-3E466A365BBD}"/>
          </ac:spMkLst>
        </pc:spChg>
        <pc:spChg chg="add mod">
          <ac:chgData name="최문영" userId="c9c2ca5b-20f2-48c9-9e1f-a03229bf2768" providerId="ADAL" clId="{1AFE30CA-0473-46B3-B73A-3803F8D94D85}" dt="2026-05-08T00:59:02.254" v="3254" actId="20577"/>
          <ac:spMkLst>
            <pc:docMk/>
            <pc:sldMk cId="4100086670" sldId="994"/>
            <ac:spMk id="56" creationId="{5E4B6FC1-BE21-0A00-256E-C0A62F779F14}"/>
          </ac:spMkLst>
        </pc:spChg>
        <pc:spChg chg="add mod">
          <ac:chgData name="최문영" userId="c9c2ca5b-20f2-48c9-9e1f-a03229bf2768" providerId="ADAL" clId="{1AFE30CA-0473-46B3-B73A-3803F8D94D85}" dt="2026-05-08T00:58:59.898" v="3251" actId="20577"/>
          <ac:spMkLst>
            <pc:docMk/>
            <pc:sldMk cId="4100086670" sldId="994"/>
            <ac:spMk id="57" creationId="{4A303FEB-F856-CC49-3DEE-781F73DFD17D}"/>
          </ac:spMkLst>
        </pc:spChg>
        <pc:spChg chg="add del mod">
          <ac:chgData name="최문영" userId="c9c2ca5b-20f2-48c9-9e1f-a03229bf2768" providerId="ADAL" clId="{1AFE30CA-0473-46B3-B73A-3803F8D94D85}" dt="2026-05-08T01:01:10.716" v="3303" actId="478"/>
          <ac:spMkLst>
            <pc:docMk/>
            <pc:sldMk cId="4100086670" sldId="994"/>
            <ac:spMk id="58" creationId="{27023A49-65F8-CAD4-1962-465166C4C227}"/>
          </ac:spMkLst>
        </pc:spChg>
        <pc:spChg chg="mod">
          <ac:chgData name="최문영" userId="c9c2ca5b-20f2-48c9-9e1f-a03229bf2768" providerId="ADAL" clId="{1AFE30CA-0473-46B3-B73A-3803F8D94D85}" dt="2026-05-08T01:08:33.022" v="3554"/>
          <ac:spMkLst>
            <pc:docMk/>
            <pc:sldMk cId="4100086670" sldId="994"/>
            <ac:spMk id="97" creationId="{1C95146C-56EE-EB01-F0D6-09DDC245ACEE}"/>
          </ac:spMkLst>
        </pc:spChg>
        <pc:grpChg chg="mod">
          <ac:chgData name="최문영" userId="c9c2ca5b-20f2-48c9-9e1f-a03229bf2768" providerId="ADAL" clId="{1AFE30CA-0473-46B3-B73A-3803F8D94D85}" dt="2026-05-08T00:55:16.076" v="3119" actId="1076"/>
          <ac:grpSpMkLst>
            <pc:docMk/>
            <pc:sldMk cId="4100086670" sldId="994"/>
            <ac:grpSpMk id="27" creationId="{4B5043F6-9EA0-C039-8B33-A80713F51363}"/>
          </ac:grpSpMkLst>
        </pc:grpChg>
        <pc:grpChg chg="mod">
          <ac:chgData name="최문영" userId="c9c2ca5b-20f2-48c9-9e1f-a03229bf2768" providerId="ADAL" clId="{1AFE30CA-0473-46B3-B73A-3803F8D94D85}" dt="2026-05-08T00:55:19.346" v="3120" actId="1076"/>
          <ac:grpSpMkLst>
            <pc:docMk/>
            <pc:sldMk cId="4100086670" sldId="994"/>
            <ac:grpSpMk id="28" creationId="{E8ACC392-16AF-B186-3160-C4FB8E4A35E7}"/>
          </ac:grpSpMkLst>
        </pc:grpChg>
        <pc:grpChg chg="add del mod">
          <ac:chgData name="최문영" userId="c9c2ca5b-20f2-48c9-9e1f-a03229bf2768" providerId="ADAL" clId="{1AFE30CA-0473-46B3-B73A-3803F8D94D85}" dt="2026-05-08T00:54:51.641" v="3110" actId="478"/>
          <ac:grpSpMkLst>
            <pc:docMk/>
            <pc:sldMk cId="4100086670" sldId="994"/>
            <ac:grpSpMk id="30" creationId="{DD74C2E2-7E88-D8C2-E1A9-4831D62C0D49}"/>
          </ac:grpSpMkLst>
        </pc:grpChg>
        <pc:grpChg chg="add mod">
          <ac:chgData name="최문영" userId="c9c2ca5b-20f2-48c9-9e1f-a03229bf2768" providerId="ADAL" clId="{1AFE30CA-0473-46B3-B73A-3803F8D94D85}" dt="2026-05-08T00:52:59.743" v="3085" actId="1035"/>
          <ac:grpSpMkLst>
            <pc:docMk/>
            <pc:sldMk cId="4100086670" sldId="994"/>
            <ac:grpSpMk id="31" creationId="{FE6D94F9-CB07-BE2D-FD6C-CCA5FEB2CE92}"/>
          </ac:grpSpMkLst>
        </pc:grpChg>
        <pc:grpChg chg="add del mod">
          <ac:chgData name="최문영" userId="c9c2ca5b-20f2-48c9-9e1f-a03229bf2768" providerId="ADAL" clId="{1AFE30CA-0473-46B3-B73A-3803F8D94D85}" dt="2026-05-08T00:54:34.035" v="3109" actId="478"/>
          <ac:grpSpMkLst>
            <pc:docMk/>
            <pc:sldMk cId="4100086670" sldId="994"/>
            <ac:grpSpMk id="32" creationId="{29EF4E77-6466-6BA5-86F3-909D22BF4BDD}"/>
          </ac:grpSpMkLst>
        </pc:grpChg>
        <pc:grpChg chg="add mod">
          <ac:chgData name="최문영" userId="c9c2ca5b-20f2-48c9-9e1f-a03229bf2768" providerId="ADAL" clId="{1AFE30CA-0473-46B3-B73A-3803F8D94D85}" dt="2026-05-08T00:51:12.958" v="3062" actId="1076"/>
          <ac:grpSpMkLst>
            <pc:docMk/>
            <pc:sldMk cId="4100086670" sldId="994"/>
            <ac:grpSpMk id="35" creationId="{EA6115AD-3D0D-ABC0-9A44-30633B37CAFD}"/>
          </ac:grpSpMkLst>
        </pc:grpChg>
        <pc:grpChg chg="add mod">
          <ac:chgData name="최문영" userId="c9c2ca5b-20f2-48c9-9e1f-a03229bf2768" providerId="ADAL" clId="{1AFE30CA-0473-46B3-B73A-3803F8D94D85}" dt="2026-05-08T00:54:01.980" v="3100" actId="1076"/>
          <ac:grpSpMkLst>
            <pc:docMk/>
            <pc:sldMk cId="4100086670" sldId="994"/>
            <ac:grpSpMk id="42" creationId="{121960CA-DA6B-D9C2-E8DA-D18CFAB34064}"/>
          </ac:grpSpMkLst>
        </pc:grpChg>
        <pc:grpChg chg="add mod">
          <ac:chgData name="최문영" userId="c9c2ca5b-20f2-48c9-9e1f-a03229bf2768" providerId="ADAL" clId="{1AFE30CA-0473-46B3-B73A-3803F8D94D85}" dt="2026-05-08T00:54:21.344" v="3105" actId="1076"/>
          <ac:grpSpMkLst>
            <pc:docMk/>
            <pc:sldMk cId="4100086670" sldId="994"/>
            <ac:grpSpMk id="44" creationId="{8AFBCB54-34AA-804F-DDCD-7FBE8CAFFA5E}"/>
          </ac:grpSpMkLst>
        </pc:grpChg>
        <pc:grpChg chg="add mod">
          <ac:chgData name="최문영" userId="c9c2ca5b-20f2-48c9-9e1f-a03229bf2768" providerId="ADAL" clId="{1AFE30CA-0473-46B3-B73A-3803F8D94D85}" dt="2026-05-08T00:54:56.764" v="3112" actId="1076"/>
          <ac:grpSpMkLst>
            <pc:docMk/>
            <pc:sldMk cId="4100086670" sldId="994"/>
            <ac:grpSpMk id="47" creationId="{68D7F4B9-E9DB-C346-6AA5-6C965D566B7F}"/>
          </ac:grpSpMkLst>
        </pc:grpChg>
      </pc:sldChg>
      <pc:sldChg chg="addSp delSp modSp add mod modTransition addAnim delAnim modAnim">
        <pc:chgData name="최문영" userId="c9c2ca5b-20f2-48c9-9e1f-a03229bf2768" providerId="ADAL" clId="{1AFE30CA-0473-46B3-B73A-3803F8D94D85}" dt="2026-05-08T01:08:35.249" v="3555"/>
        <pc:sldMkLst>
          <pc:docMk/>
          <pc:sldMk cId="2730400037" sldId="995"/>
        </pc:sldMkLst>
        <pc:spChg chg="add mod">
          <ac:chgData name="최문영" userId="c9c2ca5b-20f2-48c9-9e1f-a03229bf2768" providerId="ADAL" clId="{1AFE30CA-0473-46B3-B73A-3803F8D94D85}" dt="2026-05-08T01:01:44.579" v="3359" actId="207"/>
          <ac:spMkLst>
            <pc:docMk/>
            <pc:sldMk cId="2730400037" sldId="995"/>
            <ac:spMk id="5" creationId="{B24628A8-1CC7-1A82-FC9D-CA0502467465}"/>
          </ac:spMkLst>
        </pc:spChg>
        <pc:spChg chg="add del">
          <ac:chgData name="최문영" userId="c9c2ca5b-20f2-48c9-9e1f-a03229bf2768" providerId="ADAL" clId="{1AFE30CA-0473-46B3-B73A-3803F8D94D85}" dt="2026-05-08T01:03:33.622" v="3372" actId="22"/>
          <ac:spMkLst>
            <pc:docMk/>
            <pc:sldMk cId="2730400037" sldId="995"/>
            <ac:spMk id="19" creationId="{0FD42DD7-ACCA-DE82-1A3B-B20A64AD34D6}"/>
          </ac:spMkLst>
        </pc:spChg>
        <pc:spChg chg="add del">
          <ac:chgData name="최문영" userId="c9c2ca5b-20f2-48c9-9e1f-a03229bf2768" providerId="ADAL" clId="{1AFE30CA-0473-46B3-B73A-3803F8D94D85}" dt="2026-05-08T01:03:34.239" v="3375" actId="22"/>
          <ac:spMkLst>
            <pc:docMk/>
            <pc:sldMk cId="2730400037" sldId="995"/>
            <ac:spMk id="29" creationId="{DA772FFE-F676-87A9-6589-A7787B9626AC}"/>
          </ac:spMkLst>
        </pc:spChg>
        <pc:spChg chg="add del">
          <ac:chgData name="최문영" userId="c9c2ca5b-20f2-48c9-9e1f-a03229bf2768" providerId="ADAL" clId="{1AFE30CA-0473-46B3-B73A-3803F8D94D85}" dt="2026-05-08T01:03:43.290" v="3378" actId="22"/>
          <ac:spMkLst>
            <pc:docMk/>
            <pc:sldMk cId="2730400037" sldId="995"/>
            <ac:spMk id="32" creationId="{5A9C78B0-2213-E973-C7FE-C3520E30C832}"/>
          </ac:spMkLst>
        </pc:spChg>
        <pc:spChg chg="mod ord">
          <ac:chgData name="최문영" userId="c9c2ca5b-20f2-48c9-9e1f-a03229bf2768" providerId="ADAL" clId="{1AFE30CA-0473-46B3-B73A-3803F8D94D85}" dt="2026-05-08T01:04:41.634" v="3403" actId="1076"/>
          <ac:spMkLst>
            <pc:docMk/>
            <pc:sldMk cId="2730400037" sldId="995"/>
            <ac:spMk id="58" creationId="{4252009A-9440-8B49-8E7E-AD8603E3807E}"/>
          </ac:spMkLst>
        </pc:spChg>
        <pc:spChg chg="add mod">
          <ac:chgData name="최문영" userId="c9c2ca5b-20f2-48c9-9e1f-a03229bf2768" providerId="ADAL" clId="{1AFE30CA-0473-46B3-B73A-3803F8D94D85}" dt="2026-05-08T01:04:38.610" v="3402" actId="1076"/>
          <ac:spMkLst>
            <pc:docMk/>
            <pc:sldMk cId="2730400037" sldId="995"/>
            <ac:spMk id="60" creationId="{8E0F2449-B2C3-CD56-D573-CE16D087C71C}"/>
          </ac:spMkLst>
        </pc:spChg>
        <pc:spChg chg="mod">
          <ac:chgData name="최문영" userId="c9c2ca5b-20f2-48c9-9e1f-a03229bf2768" providerId="ADAL" clId="{1AFE30CA-0473-46B3-B73A-3803F8D94D85}" dt="2026-05-08T01:08:35.249" v="3555"/>
          <ac:spMkLst>
            <pc:docMk/>
            <pc:sldMk cId="2730400037" sldId="995"/>
            <ac:spMk id="97" creationId="{E9908CE8-0383-15BC-8580-AFB751EABC4D}"/>
          </ac:spMkLst>
        </pc:spChg>
        <pc:picChg chg="add mod modCrop">
          <ac:chgData name="최문영" userId="c9c2ca5b-20f2-48c9-9e1f-a03229bf2768" providerId="ADAL" clId="{1AFE30CA-0473-46B3-B73A-3803F8D94D85}" dt="2026-05-08T01:04:01.290" v="3386" actId="1076"/>
          <ac:picMkLst>
            <pc:docMk/>
            <pc:sldMk cId="2730400037" sldId="995"/>
            <ac:picMk id="59" creationId="{448AAFE8-6744-BC6B-94E8-484B55C3F34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702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56E78C-6F24-4C47-8404-8F319E51B92F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435350" y="849313"/>
            <a:ext cx="3057525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71385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6456613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702" y="6456613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CEE1C-692C-4CC6-A2F1-3935922D1E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088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100" dirty="0"/>
              <a:t>Weekly meeting </a:t>
            </a:r>
            <a:r>
              <a:rPr lang="ko-KR" altLang="en-US" sz="1100" dirty="0"/>
              <a:t>표지</a:t>
            </a:r>
            <a:endParaRPr lang="en-US" altLang="ko-KR" sz="11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4527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61917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E287E-FB0E-A256-4FD5-18E0C01A1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7A5EC70-9C5A-CFBD-BF72-E1E34A71B5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764296A-7F6E-4464-BE4A-4E8DAC13C5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우선 목표는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드론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자율 주행 과정에서 발생하는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레이턴시를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알아보는 것입니다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예시로 우선 라이다 장애물 감지 과정에서 발생하는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레이턴시를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분석해보고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라이다 장애물 감지 과정을 가볍게 살펴보면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라이다 센서 스캔 결과를 로스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노드가 확인하여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장애물이 감지되면 정지명령을 발행하여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마브로스를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거쳐 시뮬레이터에 반영되는 방식입니다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1A5B3F-BBF2-C87D-E86E-DF0BDC2808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2682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A34AA-A7DC-F83E-19C1-CAFEB3345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7D71E7C-F548-4427-81FF-5508E46AF9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4A69156-AC6F-2AAC-1BF5-653C8A6260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결과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어플리케이션이 주 원인임을 확인하였습니다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높은 순간마다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가장 많이 사용하고 있던 것은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cursor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종료하고 실험을 하니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안정적으로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나타났습ㄴ다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5E6FA6-8773-6D51-B62A-FF11F43939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93031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E3C44-C22D-C906-8601-38B86C788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E1A9A9F-E29E-3982-C110-5E1A394145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1C1EC2-1ED1-92A4-BB8A-A12A01AF1C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결과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어플리케이션이 주 원인임을 확인하였습니다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높은 순간마다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가장 많이 사용하고 있던 것은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cursor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종료하고 실험을 하니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안정적으로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나타났습ㄴ다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40B5E9-0780-BA3A-B8B5-63D8E0B21F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63737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27A58-5026-F2DF-7BF8-5B1FE2C5B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80FAE8-60A1-4E42-54E3-D25743165E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7553B5-FBEE-C17E-749C-2B3364F451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결과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어플리케이션이 주 원인임을 확인하였습니다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높은 순간마다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가장 많이 사용하고 있던 것은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cursor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종료하고 실험을 하니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안정적으로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나타났습ㄴ다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B62BB3-2A1D-B604-07C1-2A63E83DC8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81400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C8E2C-F46D-3ADA-BB56-20C0C33AF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5188E33-4367-3124-A371-A2954BB970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01012D-A171-D6E5-4ABC-E614794F5F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결과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어플리케이션이 주 원인임을 확인하였습니다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높은 순간마다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가장 많이 사용하고 있던 것은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cursor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종료하고 실험을 하니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안정적으로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나타났습ㄴ다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28D9E6-3A3A-E3DC-00F1-433B9C5EC1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76831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BF1F9-9873-BC2A-B414-C5FB14647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394AC69-1B0F-1BC0-E1ED-77ADE39A72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F65A38-DC8B-36DD-D7C1-F8E149F286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결과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어플리케이션이 주 원인임을 확인하였습니다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높은 순간마다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가장 많이 사용하고 있던 것은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cursor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종료하고 실험을 하니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안정적으로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나타났습ㄴ다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ED90CD-A9FA-69B8-9704-FFC77A1889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0231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900BD-7264-7CF1-5AE2-E28AC4C41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D4532B-D6C9-52AA-3724-F7A13D8DD4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B8243F-3428-821F-1B36-722662242A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결과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어플리케이션이 주 원인임을 확인하였습니다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높은 순간마다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가장 많이 사용하고 있던 것은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cursor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종료하고 실험을 하니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안정적으로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나타났습ㄴ다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43FA1C-B92F-9348-4AFF-F2A951507C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27718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AC779-F5A4-3308-B936-7C6C1B503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99123C-A82B-3CD1-EB9D-80B0DC3902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D13F474-4896-2933-976C-D0193D4099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결과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어플리케이션이 주 원인임을 확인하였습니다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높은 순간마다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가장 많이 사용하고 있던 것은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cursor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종료하고 실험을 하니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안정적으로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나타났습ㄴ다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A96292-F780-2AF2-96D0-C2DEF6CA8A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8503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4C8BB-FBA1-05B3-0768-B4E4BF1DE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347712-1BA9-4E40-46D1-A52A0A275B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BB3ECDE-7041-5292-C314-CF5929AD55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결과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어플리케이션이 주 원인임을 확인하였습니다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높은 순간마다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가장 많이 사용하고 있던 것은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cursor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종료하고 실험을 하니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안정적으로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나타났습ㄴ다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0CDBD2-8A36-F613-25AD-5F47DF9552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50818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91593-197B-B063-627D-6C8F8C15B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F019DAA-7595-6136-B142-B9F7164518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F38EFF-B755-E732-01E2-67ACD3CFF5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결과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어플리케이션이 주 원인임을 확인하였습니다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높은 순간마다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가장 많이 사용하고 있던 것은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cursor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종료하고 실험을 하니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안정적으로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나타났습ㄴ다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68A6A5-8611-8F2B-0C4A-6605D54E5C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47648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F35D5-6590-330D-C13B-9CEBC7EDD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13B626-6830-FD3E-C6A2-8502F28ED5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C34268-AF1C-FCF4-1434-6EC31C4FC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결과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어플리케이션이 주 원인임을 확인하였습니다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높은 순간마다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가장 많이 사용하고 있던 것은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cursor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종료하고 실험을 하니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안정적으로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나타났습ㄴ다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D9FFB3-C764-2885-C25C-20A18652DC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82565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B632A-910E-8FAB-F4D0-D56941709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233F9EE-146B-47EA-EDA9-36DF3660DE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8D3ADC0-379C-C9A8-E78E-33FC519CF4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결과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어플리케이션이 주 원인임을 확인하였습니다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높은 순간마다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가장 많이 사용하고 있던 것은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cursor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종료하고 실험을 하니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안정적으로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나타났습ㄴ다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5F2FD3-7AE7-C46A-135B-E04B8690D1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42411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4018B-56F9-E0AB-C8EA-26A7DC09F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F7718C4-DD56-AA44-645B-32421DAF13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AA45A5-B466-2AD7-BD25-F75908DD3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 그래서 저는 이번에는 이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부하의 원인을 알아보고자 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부하를 크게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가지로 분류하였습니다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주기적으로 나타나는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중간중간 갑자기 나타나는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초기에 나타나는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이렇게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가지로 분류하였습니다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571C55-AD7A-12AD-FAFD-9C3711C2AD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7737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0C062-E2D8-6C27-72CF-E9EC8B1DA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E11414A-9C0F-4031-18C3-3081973111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FAB9156-85BA-8BDE-08A8-AF6A42A3E1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결과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어플리케이션이 주 원인임을 확인하였습니다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높은 순간마다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가장 많이 사용하고 있던 것은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cursor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cursor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종료하고 실험을 하니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사용량이 안정적으로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나타났습ㄴ다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815FFB-1239-A579-5AAE-89939F86BF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61157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473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570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612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455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442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8631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991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852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452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761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7751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182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62595-2691-45CA-A9C9-B57440176AD7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333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90A73214-B533-452F-8554-666DE071E9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3922814" y="5087502"/>
            <a:ext cx="1298367" cy="429085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09D70B81-8235-441B-B034-F866362B81CF}"/>
              </a:ext>
            </a:extLst>
          </p:cNvPr>
          <p:cNvGrpSpPr/>
          <p:nvPr/>
        </p:nvGrpSpPr>
        <p:grpSpPr>
          <a:xfrm>
            <a:off x="0" y="1744278"/>
            <a:ext cx="9144000" cy="2831291"/>
            <a:chOff x="0" y="1682575"/>
            <a:chExt cx="9144000" cy="2831291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1139A42-2018-48E7-94CA-8E5B7303B85A}"/>
                </a:ext>
              </a:extLst>
            </p:cNvPr>
            <p:cNvSpPr/>
            <p:nvPr/>
          </p:nvSpPr>
          <p:spPr>
            <a:xfrm>
              <a:off x="0" y="4369665"/>
              <a:ext cx="9144000" cy="144201"/>
            </a:xfrm>
            <a:prstGeom prst="rect">
              <a:avLst/>
            </a:prstGeom>
            <a:gradFill flip="none" rotWithShape="1">
              <a:gsLst>
                <a:gs pos="61000">
                  <a:srgbClr val="00206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F41A9F0-8D2F-43C3-9541-536B37B0E4FE}"/>
                </a:ext>
              </a:extLst>
            </p:cNvPr>
            <p:cNvSpPr/>
            <p:nvPr/>
          </p:nvSpPr>
          <p:spPr>
            <a:xfrm>
              <a:off x="0" y="1682575"/>
              <a:ext cx="9144000" cy="144201"/>
            </a:xfrm>
            <a:prstGeom prst="rect">
              <a:avLst/>
            </a:prstGeom>
            <a:gradFill flip="none" rotWithShape="1">
              <a:gsLst>
                <a:gs pos="61000">
                  <a:srgbClr val="00206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E4A91DB-303A-4F81-99F8-0D2A77C39D5B}"/>
              </a:ext>
            </a:extLst>
          </p:cNvPr>
          <p:cNvSpPr/>
          <p:nvPr/>
        </p:nvSpPr>
        <p:spPr>
          <a:xfrm>
            <a:off x="1113754" y="2202214"/>
            <a:ext cx="6978825" cy="14333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ko-KR" sz="6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Weekly Meeting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1A635C-1642-419F-9A80-B71C2DC7C4C4}"/>
              </a:ext>
            </a:extLst>
          </p:cNvPr>
          <p:cNvSpPr txBox="1"/>
          <p:nvPr/>
        </p:nvSpPr>
        <p:spPr>
          <a:xfrm>
            <a:off x="2285994" y="3628769"/>
            <a:ext cx="4572000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26.05.08.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385A0FD-5E48-4E0E-9C94-D53FC4C10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6876" y="143521"/>
            <a:ext cx="1228382" cy="25450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45F7EC6-6702-4AD9-B6D4-4B401C3A4168}"/>
              </a:ext>
            </a:extLst>
          </p:cNvPr>
          <p:cNvSpPr txBox="1"/>
          <p:nvPr/>
        </p:nvSpPr>
        <p:spPr>
          <a:xfrm>
            <a:off x="4508624" y="68172"/>
            <a:ext cx="4572000" cy="343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 : Hoon Sung Chwa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A9E7AC-451E-4B40-B0C0-4FAEDB5A95A9}"/>
              </a:ext>
            </a:extLst>
          </p:cNvPr>
          <p:cNvSpPr txBox="1"/>
          <p:nvPr/>
        </p:nvSpPr>
        <p:spPr>
          <a:xfrm>
            <a:off x="1691139" y="5711522"/>
            <a:ext cx="576171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Electronic Engineering &amp; Computer Science, DGIST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Computing Lab </a:t>
            </a:r>
          </a:p>
          <a:p>
            <a:pPr algn="ctr">
              <a:lnSpc>
                <a:spcPct val="110000"/>
              </a:lnSpc>
              <a:buNone/>
            </a:pPr>
            <a:r>
              <a:rPr lang="en-US" altLang="ko-KR" sz="1600" b="0" strike="noStrike" spc="-1">
                <a:solidFill>
                  <a:srgbClr val="3B3838"/>
                </a:solidFill>
                <a:latin typeface="Times New Roman"/>
                <a:ea typeface="DejaVu Sans"/>
              </a:rPr>
              <a:t>Moonyoung Choi (cmy021205@dgist.ac.kr)</a:t>
            </a:r>
            <a:endParaRPr lang="en-US" altLang="ko-KR" sz="16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86263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슬라이드 번호 개체 틀 1"/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2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100" name="Title 2"/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대본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/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25" name="TextBox 46">
            <a:extLst>
              <a:ext uri="{FF2B5EF4-FFF2-40B4-BE49-F238E27FC236}">
                <a16:creationId xmlns:a16="http://schemas.microsoft.com/office/drawing/2014/main" id="{D5EF52ED-397B-1E5C-8923-58311D2300A3}"/>
              </a:ext>
            </a:extLst>
          </p:cNvPr>
          <p:cNvSpPr/>
          <p:nvPr/>
        </p:nvSpPr>
        <p:spPr>
          <a:xfrm>
            <a:off x="203760" y="998280"/>
            <a:ext cx="8852760" cy="72704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이번주 미팅을 시작하겠습니다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8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goal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은 </a:t>
            </a:r>
            <a:r>
              <a:rPr lang="ko-KR" altLang="en-US" sz="800" b="1" spc="-1" dirty="0" err="1">
                <a:solidFill>
                  <a:srgbClr val="000000"/>
                </a:solidFill>
                <a:latin typeface="Times New Roman"/>
              </a:rPr>
              <a:t>드론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 자율주행 과정에서 발생하는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latency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들을 알아보는 것입니다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8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지난 내용을 가볍게 </a:t>
            </a:r>
            <a:r>
              <a:rPr lang="ko-KR" altLang="en-US" sz="800" b="1" spc="-1" dirty="0" err="1">
                <a:solidFill>
                  <a:srgbClr val="000000"/>
                </a:solidFill>
                <a:latin typeface="Times New Roman"/>
              </a:rPr>
              <a:t>요약드리면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초기와 중간에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peak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값이 나타난다는 점입니다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8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그래서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peak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의 원인을 살펴본 결과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CPU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사용량이 높아질 때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peak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가 나타난다는 점을 확인하였습니다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그래서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CPU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부하의 원인을 분석하였는데요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cpu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부하는 두 가지로 구분 할 수 있었습니다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중간중간 갑작스런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cpu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부하와 초기에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cpu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부하가 발생하는 두 가지 부하로 구분하였습니다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8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중간중간 갑작스런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cpu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부하는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garbage collection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과 다른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process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들로 인한 부하가 원인이었습니다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8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이번에는 초기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cpu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부하 원인을 살펴보았는데요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cpu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사용량 측정 결과에 따르면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mavros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의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cpu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사용량이 꽤 높게 나타났기 때문에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실험 초기에 필요한 작업들이 그 원인이라고 생각하여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주로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mavros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설정에 초점을 맞추어 살펴보았습니다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그러나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mavros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초기화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mavlink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연결 과정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plugin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불러오기 등등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mavros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설정은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cpu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사용량에 영향을 주지 못했습니다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지터들을 보면서 하나 특징을 발견할 수 있었는데요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실험을 위해 노드를 순차적으로 실행시키면서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초기에 실행된 노드에 더 많은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peak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가 나타났다는 점입니다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8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그래서 노드 실행 간격을 기존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0.5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초에서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2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초로 늘려보았는데요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초기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cpu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부하의 원인을 명확하게 확인할 수 있었습니다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2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초 간격으로 새 노드를 실행하다 보니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2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초 간격으로 순간적으로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cpu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사용량이 높게 나타났습니다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이는 노드의 실행이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cpu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부하의 원인임을 확인하였습니다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총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12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개의 노드로 실험을 했다 보니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11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개의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peak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가 나타났음을 확인하였습니다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8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실제로 다른 노드들의 결과도 함께 보면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다른 노드가 추가로 실행되는 시점에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peak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가 </a:t>
            </a:r>
            <a:r>
              <a:rPr lang="ko-KR" altLang="en-US" sz="800" b="1" spc="-1" dirty="0" err="1">
                <a:solidFill>
                  <a:srgbClr val="000000"/>
                </a:solidFill>
                <a:latin typeface="Times New Roman"/>
              </a:rPr>
              <a:t>나타났구요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12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번 노드의 경우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peak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가 나타나지 않음을 확인하였습니다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이로써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초기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latency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와 중간시점에 예상치 못하는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latency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가 발생하는 원인들을 확인하였습니다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8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그래서 다음으로 다시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lidar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를 포함하여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전체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latency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를 측정해보고자 하였습니다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우선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lidar data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송 수신 과정을 살펴보겠습니다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5m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안에 장애물이 감지되면 멈추는 명령을 예시로 과정을 살펴보았습니다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gazebo simulator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에서 라이다 </a:t>
            </a:r>
            <a:r>
              <a:rPr lang="ko-KR" altLang="en-US" sz="800" b="1" spc="-1" dirty="0" err="1">
                <a:solidFill>
                  <a:srgbClr val="000000"/>
                </a:solidFill>
                <a:latin typeface="Times New Roman"/>
              </a:rPr>
              <a:t>스캔값이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 발행되면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이때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스캔 값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4.9m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와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simulator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상에서의 시간이 함께 전달됩니다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8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bridge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를 거쳐서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ros2 node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로 들어가게 되는데요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이때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ros2 node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에서 받은 값을 기준으로 정지 여부를 판단합니다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그리고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service call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로 정지 명령을 발행하면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mavros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로 보내지고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px4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를 거쳐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gazebo sim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에서 정지명령이 반영됩니다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그러나 첫 번째 문제는 이 시점을 알 수 없다는 점입니다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따로 무언가를 또 발행하는 것이 아니라면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단순히 정지명령이 이뤄진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simultort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상에서의 시간을 알 수 없습니다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그래서 조금 다른 방식으로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E2E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를 측정하려고 하였는데요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gazebo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는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drone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의 상태를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px4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로 전송하는데요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px4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는 다시 이 상태를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mavros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로 보내게 됩니다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이때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mavros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는 이 데이터를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ros2 msg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로 바꾸어 또 다른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ros2 node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로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msg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를 발행하게 하였습니다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이때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drone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의 상태와 발행되는 시점을 함께 보내게 됩니다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저는 이 시점을 정지 시점으로 사용하였습니다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그러나 두 번째 문제는 정지 시점의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stamp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방식이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simultor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에서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lidar msg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를 발행할 시점의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stamp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방식과 다르다는 점입니다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그래서 시작 시점 또한 다른 측정 방식이 필요했는데요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lidar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에서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msg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를 발행하고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ros2 node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로 전송되면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ros2 node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에서는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lidar callback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이 실행됩니다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그래서 이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lidar callback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이 실행되는 시점을 측정하여 시작 지점으로 사용하였습니다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8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그 결과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lidar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센서 감지 시작 시점부터 정지 시점까지 시간을 측정한 결과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190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ms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로 나타났습니다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이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190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ms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에는 문제가 있는데요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바로 진짜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E2E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와 제가 측정한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E2E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가 일치하지 않는다는 점입니다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그런데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일단은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진짜 정지 시점과 제가 측정한 정지 시점과의 차이를 살펴보면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gazebo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에서의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data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가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ros2 node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로 전달되는 데 까지의 시간이 더해진 상황입니다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8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이때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제가 지금까지 </a:t>
            </a:r>
            <a:r>
              <a:rPr lang="ko-KR" altLang="en-US" sz="800" b="1" spc="-1" dirty="0" err="1">
                <a:solidFill>
                  <a:srgbClr val="000000"/>
                </a:solidFill>
                <a:latin typeface="Times New Roman"/>
              </a:rPr>
              <a:t>지켜봐온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ros2 node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로부터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px4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까지의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latency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를 다시 살펴보면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1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만 마이크로 세컨드 미만으로 나타났습니다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그래서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ros2 node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로부터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px4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까지의 과정과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반대로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gazebo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에서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px4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를 거쳐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ros2 node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로 까지의 과정이 같다면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gazebo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에서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ros2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까지의 과정 또한 전체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190ms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에 비하면 아주 작은 값에 불과합니다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따라서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ros2 node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에서 </a:t>
            </a:r>
            <a:r>
              <a:rPr lang="en-US" altLang="ko-KR" sz="800" b="1" spc="-1" dirty="0" err="1">
                <a:solidFill>
                  <a:srgbClr val="000000"/>
                </a:solidFill>
                <a:latin typeface="Times New Roman"/>
              </a:rPr>
              <a:t>mavros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 node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로 인한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latency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는 결국 전체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latency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에서 차지하는 비중이 매우 작음을 확인하였습니다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그래서 지금은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gazebo 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에서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ros2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까지 오는 과정이 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ros2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에서 가는 과정과 일치하는지 확인해보고 있고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, lidar</a:t>
            </a:r>
            <a:r>
              <a:rPr lang="ko-KR" altLang="en-US" sz="800" b="1" spc="-1" dirty="0">
                <a:solidFill>
                  <a:srgbClr val="000000"/>
                </a:solidFill>
                <a:latin typeface="Times New Roman"/>
              </a:rPr>
              <a:t>를 이용한 자율주행 알고리즘을 설계하고 있습니다</a:t>
            </a:r>
            <a:r>
              <a:rPr lang="en-US" altLang="ko-KR" sz="8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B2B4B-6B7F-7C94-A9FF-73C7B2331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389D18D4-D21E-0DD7-F6AC-E0887ECDBCA2}"/>
              </a:ext>
            </a:extLst>
          </p:cNvPr>
          <p:cNvSpPr/>
          <p:nvPr/>
        </p:nvSpPr>
        <p:spPr>
          <a:xfrm>
            <a:off x="203760" y="998280"/>
            <a:ext cx="8852760" cy="18822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Drone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자율주행을 위한 </a:t>
            </a: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Offboarding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과정에서 발생하는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latency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를 알아보자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Lidar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장애물 감지 과정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lvl="1">
              <a:lnSpc>
                <a:spcPct val="150000"/>
              </a:lnSpc>
              <a:buClr>
                <a:srgbClr val="000000"/>
              </a:buClr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CC7BE289-0089-DE6C-5C8D-7668E3ABD16F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3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3B620C5A-B832-6EEA-935B-C666F4BDD025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5E087910-ED40-0BAF-AB0E-C1A0C4D68189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Goal</a:t>
            </a: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FEED5725-A90A-827B-DF09-764FC51AAF0D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70AFF2-D32D-3BA2-CE3F-808018F582A8}"/>
              </a:ext>
            </a:extLst>
          </p:cNvPr>
          <p:cNvSpPr txBox="1"/>
          <p:nvPr/>
        </p:nvSpPr>
        <p:spPr>
          <a:xfrm>
            <a:off x="594070" y="2967603"/>
            <a:ext cx="2112720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Lidar sensor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3F563C-7ACF-2D62-B938-077A7B33701A}"/>
              </a:ext>
            </a:extLst>
          </p:cNvPr>
          <p:cNvSpPr txBox="1"/>
          <p:nvPr/>
        </p:nvSpPr>
        <p:spPr>
          <a:xfrm>
            <a:off x="2331387" y="2967466"/>
            <a:ext cx="2112720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 node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FB72CD-B191-AB91-1F10-9ED4DC3B1917}"/>
              </a:ext>
            </a:extLst>
          </p:cNvPr>
          <p:cNvSpPr txBox="1"/>
          <p:nvPr/>
        </p:nvSpPr>
        <p:spPr>
          <a:xfrm>
            <a:off x="3901244" y="2967329"/>
            <a:ext cx="2112720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9BD8F0-C83A-CEB0-8F1B-B8F81586B8B7}"/>
              </a:ext>
            </a:extLst>
          </p:cNvPr>
          <p:cNvSpPr txBox="1"/>
          <p:nvPr/>
        </p:nvSpPr>
        <p:spPr>
          <a:xfrm>
            <a:off x="5236632" y="2965573"/>
            <a:ext cx="2112720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PX4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EABAF1-7B18-D325-56C6-C36FB9BDDD0F}"/>
              </a:ext>
            </a:extLst>
          </p:cNvPr>
          <p:cNvSpPr txBox="1"/>
          <p:nvPr/>
        </p:nvSpPr>
        <p:spPr>
          <a:xfrm>
            <a:off x="6180218" y="2965573"/>
            <a:ext cx="2112720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Gazebo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5FBB7E-EBC3-4ABF-6542-6B3EB5F1F0F4}"/>
              </a:ext>
            </a:extLst>
          </p:cNvPr>
          <p:cNvSpPr txBox="1"/>
          <p:nvPr/>
        </p:nvSpPr>
        <p:spPr>
          <a:xfrm>
            <a:off x="594070" y="2446843"/>
            <a:ext cx="2112720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 </a:t>
            </a:r>
            <a:r>
              <a:rPr lang="ko-KR" altLang="en-US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결과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C5FF1B-7C7C-2FCC-005D-ABA2E5C3711E}"/>
              </a:ext>
            </a:extLst>
          </p:cNvPr>
          <p:cNvSpPr txBox="1"/>
          <p:nvPr/>
        </p:nvSpPr>
        <p:spPr>
          <a:xfrm>
            <a:off x="2331387" y="2446706"/>
            <a:ext cx="2112720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ko-KR" altLang="en-US" b="1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정지 명령</a:t>
            </a:r>
            <a:endParaRPr lang="ko-KR" altLang="en-US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74CFDF38-8D8B-96AD-067F-EF986D18052A}"/>
              </a:ext>
            </a:extLst>
          </p:cNvPr>
          <p:cNvCxnSpPr>
            <a:cxnSpLocks/>
          </p:cNvCxnSpPr>
          <p:nvPr/>
        </p:nvCxnSpPr>
        <p:spPr>
          <a:xfrm>
            <a:off x="594070" y="2880483"/>
            <a:ext cx="65243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293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7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6461A-CD1E-AF5C-967C-C4E7975C1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DD285700-83A4-4FF7-5000-248D75CF6603}"/>
              </a:ext>
            </a:extLst>
          </p:cNvPr>
          <p:cNvSpPr/>
          <p:nvPr/>
        </p:nvSpPr>
        <p:spPr>
          <a:xfrm>
            <a:off x="203760" y="998280"/>
            <a:ext cx="8852760" cy="958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Lidar Data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송수신 경로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test: 0.5 m/s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로 비행하다가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3m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이내에 장애물이 감지되면 멈춰라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DBCE05DE-D961-63CF-D5A6-8B02BB5037F1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4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393B1731-677A-699F-A13C-4A052B4A7EFD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F8B6625F-D0E9-D18E-34DA-B641E5E7A3AA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Lidar data 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DF2DB76F-C582-5CFC-160B-EED4A3D0B9AD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0278421-654B-0CD3-6124-BEADD7339B27}"/>
              </a:ext>
            </a:extLst>
          </p:cNvPr>
          <p:cNvSpPr/>
          <p:nvPr/>
        </p:nvSpPr>
        <p:spPr>
          <a:xfrm>
            <a:off x="1323243" y="2326360"/>
            <a:ext cx="1464760" cy="22710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4AEEC5-859A-152B-99FD-B5DF202250EA}"/>
              </a:ext>
            </a:extLst>
          </p:cNvPr>
          <p:cNvSpPr txBox="1"/>
          <p:nvPr/>
        </p:nvSpPr>
        <p:spPr>
          <a:xfrm>
            <a:off x="1323243" y="233160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Gazebo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AD4244C-183D-CAF9-A525-30520B645018}"/>
              </a:ext>
            </a:extLst>
          </p:cNvPr>
          <p:cNvSpPr/>
          <p:nvPr/>
        </p:nvSpPr>
        <p:spPr>
          <a:xfrm>
            <a:off x="3482243" y="2326360"/>
            <a:ext cx="1464760" cy="22710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673E30-8759-6F52-A25B-2DC32BD339F8}"/>
              </a:ext>
            </a:extLst>
          </p:cNvPr>
          <p:cNvSpPr txBox="1"/>
          <p:nvPr/>
        </p:nvSpPr>
        <p:spPr>
          <a:xfrm>
            <a:off x="3482243" y="233160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8D5C63E-ABDE-5666-6DCF-477BD07E047B}"/>
              </a:ext>
            </a:extLst>
          </p:cNvPr>
          <p:cNvSpPr/>
          <p:nvPr/>
        </p:nvSpPr>
        <p:spPr>
          <a:xfrm>
            <a:off x="5488843" y="2326360"/>
            <a:ext cx="1464760" cy="22710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A0121B-E08D-0BE6-2538-C93B8B4407F3}"/>
              </a:ext>
            </a:extLst>
          </p:cNvPr>
          <p:cNvSpPr txBox="1"/>
          <p:nvPr/>
        </p:nvSpPr>
        <p:spPr>
          <a:xfrm>
            <a:off x="5488843" y="233160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985598A-015F-B132-D3C3-C7464874B205}"/>
              </a:ext>
            </a:extLst>
          </p:cNvPr>
          <p:cNvSpPr/>
          <p:nvPr/>
        </p:nvSpPr>
        <p:spPr>
          <a:xfrm>
            <a:off x="3859413" y="5303002"/>
            <a:ext cx="3094190" cy="1113436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FF90C0-B52B-1C0D-E4DF-C2858A8417E7}"/>
              </a:ext>
            </a:extLst>
          </p:cNvPr>
          <p:cNvSpPr txBox="1"/>
          <p:nvPr/>
        </p:nvSpPr>
        <p:spPr>
          <a:xfrm>
            <a:off x="3859413" y="5308247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75F26AC-1794-B3A8-8D66-4DA98B9EAA4C}"/>
              </a:ext>
            </a:extLst>
          </p:cNvPr>
          <p:cNvSpPr/>
          <p:nvPr/>
        </p:nvSpPr>
        <p:spPr>
          <a:xfrm>
            <a:off x="1323243" y="5303002"/>
            <a:ext cx="1464760" cy="1113436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7D7AC2-8FC5-DCDE-F8A9-45BCE23B84E2}"/>
              </a:ext>
            </a:extLst>
          </p:cNvPr>
          <p:cNvSpPr txBox="1"/>
          <p:nvPr/>
        </p:nvSpPr>
        <p:spPr>
          <a:xfrm>
            <a:off x="1323242" y="5303002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px4</a:t>
            </a:r>
          </a:p>
        </p:txBody>
      </p:sp>
      <p:sp>
        <p:nvSpPr>
          <p:cNvPr id="15" name="사각형: 위쪽 모서리의 한쪽은 둥글고 다른 한쪽은 잘림 14">
            <a:extLst>
              <a:ext uri="{FF2B5EF4-FFF2-40B4-BE49-F238E27FC236}">
                <a16:creationId xmlns:a16="http://schemas.microsoft.com/office/drawing/2014/main" id="{9B6DE343-1900-7702-51D6-3A4949D6BA5F}"/>
              </a:ext>
            </a:extLst>
          </p:cNvPr>
          <p:cNvSpPr/>
          <p:nvPr/>
        </p:nvSpPr>
        <p:spPr>
          <a:xfrm>
            <a:off x="1399185" y="3070144"/>
            <a:ext cx="1312876" cy="886740"/>
          </a:xfrm>
          <a:prstGeom prst="snipRoundRect">
            <a:avLst>
              <a:gd name="adj1" fmla="val 0"/>
              <a:gd name="adj2" fmla="val 16667"/>
            </a:avLst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081CF9-F406-EC3B-BB93-D2E929BFB9A0}"/>
              </a:ext>
            </a:extLst>
          </p:cNvPr>
          <p:cNvSpPr txBox="1"/>
          <p:nvPr/>
        </p:nvSpPr>
        <p:spPr>
          <a:xfrm>
            <a:off x="1384690" y="3083725"/>
            <a:ext cx="1555713" cy="830997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lidar scan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msg</a:t>
            </a:r>
          </a:p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ex) distance, angle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477030E2-06AB-E27A-FA1B-353295528518}"/>
              </a:ext>
            </a:extLst>
          </p:cNvPr>
          <p:cNvCxnSpPr/>
          <p:nvPr/>
        </p:nvCxnSpPr>
        <p:spPr>
          <a:xfrm>
            <a:off x="2788003" y="2794000"/>
            <a:ext cx="69424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728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A5405-E598-DC49-5451-669F8E3CF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35111EA9-1AAE-9514-B7E6-051023CBB398}"/>
              </a:ext>
            </a:extLst>
          </p:cNvPr>
          <p:cNvSpPr/>
          <p:nvPr/>
        </p:nvSpPr>
        <p:spPr>
          <a:xfrm>
            <a:off x="203760" y="998280"/>
            <a:ext cx="8852760" cy="95803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Lidar Data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송수신 경로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test: 0.5 m/s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로 비행하다가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3m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이내에 장애물이 감지되면 멈춰라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F22B94DF-A601-EC37-64B1-A28FEE020ED6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5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74EF8CFB-B207-51DA-B7E9-00E42F4428CD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4334C0D8-B668-53C2-3B0D-0FC8F9B5A520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Lidar data 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F91D55C0-A131-1072-F7E1-688A8303335C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2525068-0A89-A877-54BF-D84EAE8693C9}"/>
              </a:ext>
            </a:extLst>
          </p:cNvPr>
          <p:cNvSpPr/>
          <p:nvPr/>
        </p:nvSpPr>
        <p:spPr>
          <a:xfrm>
            <a:off x="1323243" y="2326360"/>
            <a:ext cx="1464760" cy="22710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9F973A-4689-8ADD-83D9-C4718C063043}"/>
              </a:ext>
            </a:extLst>
          </p:cNvPr>
          <p:cNvSpPr txBox="1"/>
          <p:nvPr/>
        </p:nvSpPr>
        <p:spPr>
          <a:xfrm>
            <a:off x="1323243" y="233160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Gazebo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4E4ED99-6538-FA70-9265-B1CBACA9D5EB}"/>
              </a:ext>
            </a:extLst>
          </p:cNvPr>
          <p:cNvSpPr/>
          <p:nvPr/>
        </p:nvSpPr>
        <p:spPr>
          <a:xfrm>
            <a:off x="3482243" y="2326360"/>
            <a:ext cx="1464760" cy="22710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F8C36B-B176-D24F-7757-CFF0386D7D04}"/>
              </a:ext>
            </a:extLst>
          </p:cNvPr>
          <p:cNvSpPr txBox="1"/>
          <p:nvPr/>
        </p:nvSpPr>
        <p:spPr>
          <a:xfrm>
            <a:off x="3482243" y="233160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6CC5938-4B4F-402B-171A-33213889B617}"/>
              </a:ext>
            </a:extLst>
          </p:cNvPr>
          <p:cNvSpPr/>
          <p:nvPr/>
        </p:nvSpPr>
        <p:spPr>
          <a:xfrm>
            <a:off x="5488843" y="2326360"/>
            <a:ext cx="1464760" cy="22710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76360B-18FA-4B60-8E96-1EA86A9F01E4}"/>
              </a:ext>
            </a:extLst>
          </p:cNvPr>
          <p:cNvSpPr txBox="1"/>
          <p:nvPr/>
        </p:nvSpPr>
        <p:spPr>
          <a:xfrm>
            <a:off x="5488843" y="233160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021D15-372A-BE87-C177-BBD24FB3B14D}"/>
              </a:ext>
            </a:extLst>
          </p:cNvPr>
          <p:cNvSpPr/>
          <p:nvPr/>
        </p:nvSpPr>
        <p:spPr>
          <a:xfrm>
            <a:off x="3859413" y="5303002"/>
            <a:ext cx="3094190" cy="1113436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9D1031-D43D-B874-14E3-07F388AA2BCB}"/>
              </a:ext>
            </a:extLst>
          </p:cNvPr>
          <p:cNvSpPr txBox="1"/>
          <p:nvPr/>
        </p:nvSpPr>
        <p:spPr>
          <a:xfrm>
            <a:off x="3859413" y="5308247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66A3C66-820A-9858-4D99-A86B153E9B3C}"/>
              </a:ext>
            </a:extLst>
          </p:cNvPr>
          <p:cNvSpPr/>
          <p:nvPr/>
        </p:nvSpPr>
        <p:spPr>
          <a:xfrm>
            <a:off x="1323243" y="5303002"/>
            <a:ext cx="1464760" cy="1113436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B1904F-47F6-700B-21DC-7F83639DA659}"/>
              </a:ext>
            </a:extLst>
          </p:cNvPr>
          <p:cNvSpPr txBox="1"/>
          <p:nvPr/>
        </p:nvSpPr>
        <p:spPr>
          <a:xfrm>
            <a:off x="1323242" y="5303002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px4</a:t>
            </a:r>
          </a:p>
        </p:txBody>
      </p:sp>
      <p:sp>
        <p:nvSpPr>
          <p:cNvPr id="15" name="사각형: 위쪽 모서리의 한쪽은 둥글고 다른 한쪽은 잘림 14">
            <a:extLst>
              <a:ext uri="{FF2B5EF4-FFF2-40B4-BE49-F238E27FC236}">
                <a16:creationId xmlns:a16="http://schemas.microsoft.com/office/drawing/2014/main" id="{718B51D7-91BC-A6CE-B270-46C914A4740C}"/>
              </a:ext>
            </a:extLst>
          </p:cNvPr>
          <p:cNvSpPr/>
          <p:nvPr/>
        </p:nvSpPr>
        <p:spPr>
          <a:xfrm>
            <a:off x="3558185" y="3070144"/>
            <a:ext cx="1312876" cy="886740"/>
          </a:xfrm>
          <a:prstGeom prst="snipRoundRect">
            <a:avLst>
              <a:gd name="adj1" fmla="val 0"/>
              <a:gd name="adj2" fmla="val 16667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8A854B-E83D-6F18-3629-C6A0C215113B}"/>
              </a:ext>
            </a:extLst>
          </p:cNvPr>
          <p:cNvSpPr txBox="1"/>
          <p:nvPr/>
        </p:nvSpPr>
        <p:spPr>
          <a:xfrm>
            <a:off x="3543690" y="3083725"/>
            <a:ext cx="1555713" cy="830997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lidar scan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msg</a:t>
            </a:r>
          </a:p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ex) distance, angle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15EBE214-1539-A6CE-E6DF-E2AD56AACCDC}"/>
              </a:ext>
            </a:extLst>
          </p:cNvPr>
          <p:cNvCxnSpPr/>
          <p:nvPr/>
        </p:nvCxnSpPr>
        <p:spPr>
          <a:xfrm>
            <a:off x="2788003" y="2794000"/>
            <a:ext cx="69424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689D44FA-BF43-8301-C5A7-F8F550FC89AF}"/>
              </a:ext>
            </a:extLst>
          </p:cNvPr>
          <p:cNvCxnSpPr/>
          <p:nvPr/>
        </p:nvCxnSpPr>
        <p:spPr>
          <a:xfrm>
            <a:off x="4947003" y="2794000"/>
            <a:ext cx="54184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15836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80A06-C049-C162-3C7C-D2C7A5D78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5369A252-A0C6-5B26-D67F-EC5B51967952}"/>
              </a:ext>
            </a:extLst>
          </p:cNvPr>
          <p:cNvSpPr/>
          <p:nvPr/>
        </p:nvSpPr>
        <p:spPr>
          <a:xfrm>
            <a:off x="203760" y="998280"/>
            <a:ext cx="8852760" cy="958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Lidar Data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송수신 경로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test: 0.5 m/s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로 비행하다가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3m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이내에 장애물이 감지되면 멈춰라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FCA740E5-9EBB-CDBC-EFA0-A77F48E44C9B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6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A729BD86-50BF-E3B3-11B4-CE2CEEDA969F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C1B053D8-86E0-3C9F-1E30-5D6904220DA5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Lidar data 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9D76403D-1D2C-9929-F923-650F222C62B4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68A0565-E17C-A262-CC04-3A131B1C2395}"/>
              </a:ext>
            </a:extLst>
          </p:cNvPr>
          <p:cNvSpPr/>
          <p:nvPr/>
        </p:nvSpPr>
        <p:spPr>
          <a:xfrm>
            <a:off x="1323243" y="2326360"/>
            <a:ext cx="1464760" cy="22710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CB335D-CD7F-7784-699E-145E53B7213C}"/>
              </a:ext>
            </a:extLst>
          </p:cNvPr>
          <p:cNvSpPr txBox="1"/>
          <p:nvPr/>
        </p:nvSpPr>
        <p:spPr>
          <a:xfrm>
            <a:off x="1323243" y="233160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Gazebo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B4A8DE9-9805-3C29-AE0C-3B42B5DF2FC1}"/>
              </a:ext>
            </a:extLst>
          </p:cNvPr>
          <p:cNvSpPr/>
          <p:nvPr/>
        </p:nvSpPr>
        <p:spPr>
          <a:xfrm>
            <a:off x="3482243" y="2326360"/>
            <a:ext cx="1464760" cy="22710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4BAF49-382F-6689-B77F-79AE826B2741}"/>
              </a:ext>
            </a:extLst>
          </p:cNvPr>
          <p:cNvSpPr txBox="1"/>
          <p:nvPr/>
        </p:nvSpPr>
        <p:spPr>
          <a:xfrm>
            <a:off x="3482243" y="233160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C85EBDE-8726-A75D-B736-EF0960F2C91F}"/>
              </a:ext>
            </a:extLst>
          </p:cNvPr>
          <p:cNvSpPr/>
          <p:nvPr/>
        </p:nvSpPr>
        <p:spPr>
          <a:xfrm>
            <a:off x="5488843" y="2326360"/>
            <a:ext cx="1464760" cy="22710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9EE68F-6758-C8D1-CE43-3706C145363A}"/>
              </a:ext>
            </a:extLst>
          </p:cNvPr>
          <p:cNvSpPr txBox="1"/>
          <p:nvPr/>
        </p:nvSpPr>
        <p:spPr>
          <a:xfrm>
            <a:off x="5488843" y="233160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655AFBD-D014-EE99-1FF8-6952C3D1F3BF}"/>
              </a:ext>
            </a:extLst>
          </p:cNvPr>
          <p:cNvSpPr/>
          <p:nvPr/>
        </p:nvSpPr>
        <p:spPr>
          <a:xfrm>
            <a:off x="3859413" y="5303002"/>
            <a:ext cx="3094190" cy="1113436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1C1666-C2EF-F730-16F4-9C1FD06BDD69}"/>
              </a:ext>
            </a:extLst>
          </p:cNvPr>
          <p:cNvSpPr txBox="1"/>
          <p:nvPr/>
        </p:nvSpPr>
        <p:spPr>
          <a:xfrm>
            <a:off x="3859413" y="5308247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8233205-862A-978A-42E6-95305A79AB2A}"/>
              </a:ext>
            </a:extLst>
          </p:cNvPr>
          <p:cNvSpPr/>
          <p:nvPr/>
        </p:nvSpPr>
        <p:spPr>
          <a:xfrm>
            <a:off x="1323243" y="5303002"/>
            <a:ext cx="1464760" cy="1113436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A80561-E0C5-129A-80A9-CC37A8943BF9}"/>
              </a:ext>
            </a:extLst>
          </p:cNvPr>
          <p:cNvSpPr txBox="1"/>
          <p:nvPr/>
        </p:nvSpPr>
        <p:spPr>
          <a:xfrm>
            <a:off x="1323242" y="5303002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px4</a:t>
            </a:r>
          </a:p>
        </p:txBody>
      </p:sp>
      <p:sp>
        <p:nvSpPr>
          <p:cNvPr id="15" name="사각형: 위쪽 모서리의 한쪽은 둥글고 다른 한쪽은 잘림 14">
            <a:extLst>
              <a:ext uri="{FF2B5EF4-FFF2-40B4-BE49-F238E27FC236}">
                <a16:creationId xmlns:a16="http://schemas.microsoft.com/office/drawing/2014/main" id="{FEC71F16-DB4B-29BD-D3CB-E5A8ECA4B8A8}"/>
              </a:ext>
            </a:extLst>
          </p:cNvPr>
          <p:cNvSpPr/>
          <p:nvPr/>
        </p:nvSpPr>
        <p:spPr>
          <a:xfrm>
            <a:off x="5577485" y="3070144"/>
            <a:ext cx="1312876" cy="886740"/>
          </a:xfrm>
          <a:prstGeom prst="snipRoundRect">
            <a:avLst>
              <a:gd name="adj1" fmla="val 0"/>
              <a:gd name="adj2" fmla="val 16667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73EA99-DF8C-02CD-1CFE-2571972BD471}"/>
              </a:ext>
            </a:extLst>
          </p:cNvPr>
          <p:cNvSpPr txBox="1"/>
          <p:nvPr/>
        </p:nvSpPr>
        <p:spPr>
          <a:xfrm>
            <a:off x="5562990" y="3083725"/>
            <a:ext cx="1555713" cy="830997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lidar scan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msg</a:t>
            </a:r>
          </a:p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ex) distance, angle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06260C30-74E8-A42D-A3A4-14EC8925824E}"/>
              </a:ext>
            </a:extLst>
          </p:cNvPr>
          <p:cNvCxnSpPr/>
          <p:nvPr/>
        </p:nvCxnSpPr>
        <p:spPr>
          <a:xfrm>
            <a:off x="2788003" y="2794000"/>
            <a:ext cx="69424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5043E0E3-A923-56EF-2BEE-CCE2815AAAF0}"/>
              </a:ext>
            </a:extLst>
          </p:cNvPr>
          <p:cNvCxnSpPr/>
          <p:nvPr/>
        </p:nvCxnSpPr>
        <p:spPr>
          <a:xfrm>
            <a:off x="4947003" y="2794000"/>
            <a:ext cx="54184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사각형: 잘린 한쪽 모서리 4">
            <a:extLst>
              <a:ext uri="{FF2B5EF4-FFF2-40B4-BE49-F238E27FC236}">
                <a16:creationId xmlns:a16="http://schemas.microsoft.com/office/drawing/2014/main" id="{9C87E4CE-EC46-81F0-7FCA-48EAFCF2CB73}"/>
              </a:ext>
            </a:extLst>
          </p:cNvPr>
          <p:cNvSpPr/>
          <p:nvPr/>
        </p:nvSpPr>
        <p:spPr>
          <a:xfrm>
            <a:off x="5564785" y="4064414"/>
            <a:ext cx="1312876" cy="401740"/>
          </a:xfrm>
          <a:prstGeom prst="snip1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4DF6EA-ED07-AA4F-DFCD-1BEDCC78D1BB}"/>
              </a:ext>
            </a:extLst>
          </p:cNvPr>
          <p:cNvSpPr txBox="1"/>
          <p:nvPr/>
        </p:nvSpPr>
        <p:spPr>
          <a:xfrm>
            <a:off x="5581031" y="4071395"/>
            <a:ext cx="871184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stop!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F37D9BF2-2B8A-DC1F-A1A0-5BD7E1BE8CDB}"/>
              </a:ext>
            </a:extLst>
          </p:cNvPr>
          <p:cNvCxnSpPr/>
          <p:nvPr/>
        </p:nvCxnSpPr>
        <p:spPr>
          <a:xfrm>
            <a:off x="6032500" y="4597400"/>
            <a:ext cx="0" cy="70560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88636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C3C22-1987-A73A-CEEF-190C6C240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65435089-1546-2F1A-057E-30309B8EE33F}"/>
              </a:ext>
            </a:extLst>
          </p:cNvPr>
          <p:cNvSpPr/>
          <p:nvPr/>
        </p:nvSpPr>
        <p:spPr>
          <a:xfrm>
            <a:off x="203760" y="998280"/>
            <a:ext cx="8852760" cy="958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Lidar Data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송수신 경로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test: 0.5 m/s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로 비행하다가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3m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이내에 장애물이 감지되면 멈춰라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B7EFD1E4-BC15-8EDF-F7F3-9BCD190B2241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7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32C77A38-3DEB-FB6D-4A18-A0F92D2D919E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8892EFE0-61D6-A37F-06DB-57B19A6B8AD0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Lidar data 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C8FE4E2C-4C6E-E01C-4F16-FE448FE92185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7D2A877-166C-76F5-05B8-4A6B0C92B242}"/>
              </a:ext>
            </a:extLst>
          </p:cNvPr>
          <p:cNvSpPr/>
          <p:nvPr/>
        </p:nvSpPr>
        <p:spPr>
          <a:xfrm>
            <a:off x="1323243" y="2326360"/>
            <a:ext cx="1464760" cy="22710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9211E6-CDD7-71A7-21A5-45D298E08350}"/>
              </a:ext>
            </a:extLst>
          </p:cNvPr>
          <p:cNvSpPr txBox="1"/>
          <p:nvPr/>
        </p:nvSpPr>
        <p:spPr>
          <a:xfrm>
            <a:off x="1323243" y="233160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Gazebo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1237A5B-08A2-A016-AAAF-51C98702E807}"/>
              </a:ext>
            </a:extLst>
          </p:cNvPr>
          <p:cNvSpPr/>
          <p:nvPr/>
        </p:nvSpPr>
        <p:spPr>
          <a:xfrm>
            <a:off x="3482243" y="2326360"/>
            <a:ext cx="1464760" cy="22710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06DE62-F8BC-6925-6E02-5B9597C672A3}"/>
              </a:ext>
            </a:extLst>
          </p:cNvPr>
          <p:cNvSpPr txBox="1"/>
          <p:nvPr/>
        </p:nvSpPr>
        <p:spPr>
          <a:xfrm>
            <a:off x="3482243" y="233160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D37D3F0-7264-F9B4-B3B1-20B5D2239155}"/>
              </a:ext>
            </a:extLst>
          </p:cNvPr>
          <p:cNvSpPr/>
          <p:nvPr/>
        </p:nvSpPr>
        <p:spPr>
          <a:xfrm>
            <a:off x="5488843" y="2326360"/>
            <a:ext cx="1464760" cy="22710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4C39C2-B931-AF73-FB82-0B05DD75971B}"/>
              </a:ext>
            </a:extLst>
          </p:cNvPr>
          <p:cNvSpPr txBox="1"/>
          <p:nvPr/>
        </p:nvSpPr>
        <p:spPr>
          <a:xfrm>
            <a:off x="5488843" y="233160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0997141-39DB-4659-1D9B-882407AE1852}"/>
              </a:ext>
            </a:extLst>
          </p:cNvPr>
          <p:cNvSpPr/>
          <p:nvPr/>
        </p:nvSpPr>
        <p:spPr>
          <a:xfrm>
            <a:off x="3859413" y="5303002"/>
            <a:ext cx="3094190" cy="1113436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89D30D-C8DC-007B-84DC-59555C817408}"/>
              </a:ext>
            </a:extLst>
          </p:cNvPr>
          <p:cNvSpPr txBox="1"/>
          <p:nvPr/>
        </p:nvSpPr>
        <p:spPr>
          <a:xfrm>
            <a:off x="3859413" y="5308247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DFE8CB6-0338-0D93-6A9F-53C2F169AAAD}"/>
              </a:ext>
            </a:extLst>
          </p:cNvPr>
          <p:cNvSpPr/>
          <p:nvPr/>
        </p:nvSpPr>
        <p:spPr>
          <a:xfrm>
            <a:off x="1323243" y="5303002"/>
            <a:ext cx="1464760" cy="1113436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DC79A9-4523-410B-5A1B-939CB9712EFF}"/>
              </a:ext>
            </a:extLst>
          </p:cNvPr>
          <p:cNvSpPr txBox="1"/>
          <p:nvPr/>
        </p:nvSpPr>
        <p:spPr>
          <a:xfrm>
            <a:off x="1323242" y="5303002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px4</a:t>
            </a:r>
          </a:p>
        </p:txBody>
      </p:sp>
      <p:sp>
        <p:nvSpPr>
          <p:cNvPr id="15" name="사각형: 위쪽 모서리의 한쪽은 둥글고 다른 한쪽은 잘림 14">
            <a:extLst>
              <a:ext uri="{FF2B5EF4-FFF2-40B4-BE49-F238E27FC236}">
                <a16:creationId xmlns:a16="http://schemas.microsoft.com/office/drawing/2014/main" id="{8A687227-4720-A463-47B8-6DCB6081925C}"/>
              </a:ext>
            </a:extLst>
          </p:cNvPr>
          <p:cNvSpPr/>
          <p:nvPr/>
        </p:nvSpPr>
        <p:spPr>
          <a:xfrm>
            <a:off x="5577485" y="3070144"/>
            <a:ext cx="1312876" cy="886740"/>
          </a:xfrm>
          <a:prstGeom prst="snipRoundRect">
            <a:avLst>
              <a:gd name="adj1" fmla="val 0"/>
              <a:gd name="adj2" fmla="val 16667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A758B1-9A74-B93D-530F-55F1389955B1}"/>
              </a:ext>
            </a:extLst>
          </p:cNvPr>
          <p:cNvSpPr txBox="1"/>
          <p:nvPr/>
        </p:nvSpPr>
        <p:spPr>
          <a:xfrm>
            <a:off x="5562990" y="3083725"/>
            <a:ext cx="1555713" cy="830997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lidar scan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msg</a:t>
            </a:r>
          </a:p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ex) distance, angle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7B0B1137-45F5-ED7D-99A0-9B20151703E0}"/>
              </a:ext>
            </a:extLst>
          </p:cNvPr>
          <p:cNvCxnSpPr/>
          <p:nvPr/>
        </p:nvCxnSpPr>
        <p:spPr>
          <a:xfrm>
            <a:off x="2788003" y="2794000"/>
            <a:ext cx="69424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4D8D2BAE-41E9-0469-68BD-F0B5C066895B}"/>
              </a:ext>
            </a:extLst>
          </p:cNvPr>
          <p:cNvCxnSpPr/>
          <p:nvPr/>
        </p:nvCxnSpPr>
        <p:spPr>
          <a:xfrm>
            <a:off x="4947003" y="2794000"/>
            <a:ext cx="54184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사각형: 잘린 한쪽 모서리 4">
            <a:extLst>
              <a:ext uri="{FF2B5EF4-FFF2-40B4-BE49-F238E27FC236}">
                <a16:creationId xmlns:a16="http://schemas.microsoft.com/office/drawing/2014/main" id="{7E7186BF-A72B-2DC5-CB20-A3E57D9DBF09}"/>
              </a:ext>
            </a:extLst>
          </p:cNvPr>
          <p:cNvSpPr/>
          <p:nvPr/>
        </p:nvSpPr>
        <p:spPr>
          <a:xfrm>
            <a:off x="5564785" y="5677314"/>
            <a:ext cx="1312876" cy="401740"/>
          </a:xfrm>
          <a:prstGeom prst="snip1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5E25A5-4AC7-75A6-8D4D-3FDFAF0338BC}"/>
              </a:ext>
            </a:extLst>
          </p:cNvPr>
          <p:cNvSpPr txBox="1"/>
          <p:nvPr/>
        </p:nvSpPr>
        <p:spPr>
          <a:xfrm>
            <a:off x="5581031" y="5684295"/>
            <a:ext cx="871184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stop!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1C5F5420-26F8-FF50-E443-08A83848938D}"/>
              </a:ext>
            </a:extLst>
          </p:cNvPr>
          <p:cNvCxnSpPr/>
          <p:nvPr/>
        </p:nvCxnSpPr>
        <p:spPr>
          <a:xfrm>
            <a:off x="6032500" y="4597400"/>
            <a:ext cx="0" cy="70560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150BF768-62E6-912A-DA04-3DD6D366D67D}"/>
              </a:ext>
            </a:extLst>
          </p:cNvPr>
          <p:cNvCxnSpPr/>
          <p:nvPr/>
        </p:nvCxnSpPr>
        <p:spPr>
          <a:xfrm flipH="1">
            <a:off x="2788003" y="6083300"/>
            <a:ext cx="107141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82029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5DDCF-016D-4873-E93C-E4E22F133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11555F55-E645-ED77-C767-403895E194CA}"/>
              </a:ext>
            </a:extLst>
          </p:cNvPr>
          <p:cNvSpPr/>
          <p:nvPr/>
        </p:nvSpPr>
        <p:spPr>
          <a:xfrm>
            <a:off x="203760" y="998280"/>
            <a:ext cx="8852760" cy="958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Lidar Data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송수신 경로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test: 0.5 m/s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로 비행하다가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3m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이내에 장애물이 감지되면 멈춰라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49AAE9F2-D859-7D87-BA84-B867ACD7E4E3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8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354C950C-532E-2A81-6C77-648DC8263A8D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EA7FCA22-6C97-A1B7-F44B-7E26EB7CAE44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Lidar data 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94A53F89-0725-9185-1B77-75253A7C0147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5EC3AD4-9A95-3110-AC0D-7B0DFF429115}"/>
              </a:ext>
            </a:extLst>
          </p:cNvPr>
          <p:cNvSpPr/>
          <p:nvPr/>
        </p:nvSpPr>
        <p:spPr>
          <a:xfrm>
            <a:off x="1323243" y="2326360"/>
            <a:ext cx="1464760" cy="22710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B17696-2358-678B-31F7-689D1A9106A4}"/>
              </a:ext>
            </a:extLst>
          </p:cNvPr>
          <p:cNvSpPr txBox="1"/>
          <p:nvPr/>
        </p:nvSpPr>
        <p:spPr>
          <a:xfrm>
            <a:off x="1323243" y="233160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Gazebo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5896612-E9E2-9109-5EFE-CBC38DFABB5E}"/>
              </a:ext>
            </a:extLst>
          </p:cNvPr>
          <p:cNvSpPr/>
          <p:nvPr/>
        </p:nvSpPr>
        <p:spPr>
          <a:xfrm>
            <a:off x="3482243" y="2326360"/>
            <a:ext cx="1464760" cy="22710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1FC98D-DDC9-6B9C-CB6F-E8A850828B62}"/>
              </a:ext>
            </a:extLst>
          </p:cNvPr>
          <p:cNvSpPr txBox="1"/>
          <p:nvPr/>
        </p:nvSpPr>
        <p:spPr>
          <a:xfrm>
            <a:off x="3482243" y="233160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46186D7-AD57-1205-2954-8A45CB5582BA}"/>
              </a:ext>
            </a:extLst>
          </p:cNvPr>
          <p:cNvSpPr/>
          <p:nvPr/>
        </p:nvSpPr>
        <p:spPr>
          <a:xfrm>
            <a:off x="5488843" y="2326360"/>
            <a:ext cx="1464760" cy="22710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7F5C19-91B4-5B6D-01DC-8673EB42C9A9}"/>
              </a:ext>
            </a:extLst>
          </p:cNvPr>
          <p:cNvSpPr txBox="1"/>
          <p:nvPr/>
        </p:nvSpPr>
        <p:spPr>
          <a:xfrm>
            <a:off x="5488843" y="233160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9961FA1-F859-C733-53DB-E807BA5C0F82}"/>
              </a:ext>
            </a:extLst>
          </p:cNvPr>
          <p:cNvSpPr/>
          <p:nvPr/>
        </p:nvSpPr>
        <p:spPr>
          <a:xfrm>
            <a:off x="3859413" y="5303002"/>
            <a:ext cx="3094190" cy="1113436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1E4B4C-593D-1CD8-67E1-8F8BF93AE167}"/>
              </a:ext>
            </a:extLst>
          </p:cNvPr>
          <p:cNvSpPr txBox="1"/>
          <p:nvPr/>
        </p:nvSpPr>
        <p:spPr>
          <a:xfrm>
            <a:off x="3859413" y="5308247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15381A8-D7C7-800D-277A-49D00B860D70}"/>
              </a:ext>
            </a:extLst>
          </p:cNvPr>
          <p:cNvSpPr/>
          <p:nvPr/>
        </p:nvSpPr>
        <p:spPr>
          <a:xfrm>
            <a:off x="1323243" y="5303002"/>
            <a:ext cx="1464760" cy="1113436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53EAEF-3267-446B-E734-8CFBDC87CE30}"/>
              </a:ext>
            </a:extLst>
          </p:cNvPr>
          <p:cNvSpPr txBox="1"/>
          <p:nvPr/>
        </p:nvSpPr>
        <p:spPr>
          <a:xfrm>
            <a:off x="1323242" y="5303002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px4</a:t>
            </a:r>
          </a:p>
        </p:txBody>
      </p:sp>
      <p:sp>
        <p:nvSpPr>
          <p:cNvPr id="15" name="사각형: 위쪽 모서리의 한쪽은 둥글고 다른 한쪽은 잘림 14">
            <a:extLst>
              <a:ext uri="{FF2B5EF4-FFF2-40B4-BE49-F238E27FC236}">
                <a16:creationId xmlns:a16="http://schemas.microsoft.com/office/drawing/2014/main" id="{25671D0F-33F1-ABD5-6826-D2F5A053352F}"/>
              </a:ext>
            </a:extLst>
          </p:cNvPr>
          <p:cNvSpPr/>
          <p:nvPr/>
        </p:nvSpPr>
        <p:spPr>
          <a:xfrm>
            <a:off x="5577485" y="3070144"/>
            <a:ext cx="1312876" cy="886740"/>
          </a:xfrm>
          <a:prstGeom prst="snipRoundRect">
            <a:avLst>
              <a:gd name="adj1" fmla="val 0"/>
              <a:gd name="adj2" fmla="val 16667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4DAA95-9690-0A60-7507-7869CE475976}"/>
              </a:ext>
            </a:extLst>
          </p:cNvPr>
          <p:cNvSpPr txBox="1"/>
          <p:nvPr/>
        </p:nvSpPr>
        <p:spPr>
          <a:xfrm>
            <a:off x="5562990" y="3083725"/>
            <a:ext cx="1555713" cy="830997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lidar scan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msg</a:t>
            </a:r>
          </a:p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ex) distance, angle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C6E36BC5-0249-1C77-6B11-3DAF1C2B6102}"/>
              </a:ext>
            </a:extLst>
          </p:cNvPr>
          <p:cNvCxnSpPr/>
          <p:nvPr/>
        </p:nvCxnSpPr>
        <p:spPr>
          <a:xfrm>
            <a:off x="2788003" y="2794000"/>
            <a:ext cx="69424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E153B5B5-C1AC-B898-20D0-6D644C43708C}"/>
              </a:ext>
            </a:extLst>
          </p:cNvPr>
          <p:cNvCxnSpPr/>
          <p:nvPr/>
        </p:nvCxnSpPr>
        <p:spPr>
          <a:xfrm>
            <a:off x="4947003" y="2794000"/>
            <a:ext cx="54184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사각형: 잘린 한쪽 모서리 4">
            <a:extLst>
              <a:ext uri="{FF2B5EF4-FFF2-40B4-BE49-F238E27FC236}">
                <a16:creationId xmlns:a16="http://schemas.microsoft.com/office/drawing/2014/main" id="{68E2A049-3966-CDC7-10B9-E52C6C569790}"/>
              </a:ext>
            </a:extLst>
          </p:cNvPr>
          <p:cNvSpPr/>
          <p:nvPr/>
        </p:nvSpPr>
        <p:spPr>
          <a:xfrm>
            <a:off x="1399185" y="5677314"/>
            <a:ext cx="1312876" cy="401740"/>
          </a:xfrm>
          <a:prstGeom prst="snip1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29AEEB-47FA-05D7-4BC5-8249F9B046D3}"/>
              </a:ext>
            </a:extLst>
          </p:cNvPr>
          <p:cNvSpPr txBox="1"/>
          <p:nvPr/>
        </p:nvSpPr>
        <p:spPr>
          <a:xfrm>
            <a:off x="1415431" y="5684295"/>
            <a:ext cx="871184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stop!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B60BC48A-EFA9-78FC-2B8E-C2CE5F383033}"/>
              </a:ext>
            </a:extLst>
          </p:cNvPr>
          <p:cNvCxnSpPr/>
          <p:nvPr/>
        </p:nvCxnSpPr>
        <p:spPr>
          <a:xfrm>
            <a:off x="6032500" y="4597400"/>
            <a:ext cx="0" cy="70560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792BA737-0909-083E-2BEB-74DE77524645}"/>
              </a:ext>
            </a:extLst>
          </p:cNvPr>
          <p:cNvCxnSpPr/>
          <p:nvPr/>
        </p:nvCxnSpPr>
        <p:spPr>
          <a:xfrm flipH="1">
            <a:off x="2788003" y="6083300"/>
            <a:ext cx="107141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사각형: 잘린 한쪽 모서리 18">
            <a:extLst>
              <a:ext uri="{FF2B5EF4-FFF2-40B4-BE49-F238E27FC236}">
                <a16:creationId xmlns:a16="http://schemas.microsoft.com/office/drawing/2014/main" id="{C1128A6C-AB12-8329-2069-EFCAD1D98559}"/>
              </a:ext>
            </a:extLst>
          </p:cNvPr>
          <p:cNvSpPr/>
          <p:nvPr/>
        </p:nvSpPr>
        <p:spPr>
          <a:xfrm>
            <a:off x="1399185" y="6184900"/>
            <a:ext cx="1312876" cy="401740"/>
          </a:xfrm>
          <a:prstGeom prst="snip1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BAC06C-6E60-EFC8-C8DC-F4C2BB7B96F5}"/>
              </a:ext>
            </a:extLst>
          </p:cNvPr>
          <p:cNvSpPr txBox="1"/>
          <p:nvPr/>
        </p:nvSpPr>
        <p:spPr>
          <a:xfrm>
            <a:off x="1446945" y="6184900"/>
            <a:ext cx="1686427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velocity=0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CB89453C-26AF-3B88-E932-FE486C0A0E98}"/>
              </a:ext>
            </a:extLst>
          </p:cNvPr>
          <p:cNvCxnSpPr/>
          <p:nvPr/>
        </p:nvCxnSpPr>
        <p:spPr>
          <a:xfrm flipV="1">
            <a:off x="1851023" y="4597400"/>
            <a:ext cx="0" cy="70560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4408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30F65-8083-3343-345B-53B238FBE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9AD8C611-D205-49EB-C955-38D26218BEA4}"/>
              </a:ext>
            </a:extLst>
          </p:cNvPr>
          <p:cNvSpPr/>
          <p:nvPr/>
        </p:nvSpPr>
        <p:spPr>
          <a:xfrm>
            <a:off x="203760" y="998280"/>
            <a:ext cx="8852760" cy="958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Lidar Data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송수신 경로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test: 0.5 m/s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로 비행하다가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3m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이내에 장애물이 감지되면 멈춰라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D5A00EA2-3551-B671-224B-A7986253E5F3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9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66FEE250-9C97-B292-D409-EED885CB2974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99BA694D-E927-30B9-5166-DF633A9F5826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Lidar data 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5C730C90-929C-F731-016E-67E2451A191A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745AE4C-5D9A-ED48-3134-11861232EF30}"/>
              </a:ext>
            </a:extLst>
          </p:cNvPr>
          <p:cNvSpPr/>
          <p:nvPr/>
        </p:nvSpPr>
        <p:spPr>
          <a:xfrm>
            <a:off x="1323243" y="2326360"/>
            <a:ext cx="1464760" cy="22710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F7DDF1-ACEC-9FBE-50C3-0A44FBCBC5EE}"/>
              </a:ext>
            </a:extLst>
          </p:cNvPr>
          <p:cNvSpPr txBox="1"/>
          <p:nvPr/>
        </p:nvSpPr>
        <p:spPr>
          <a:xfrm>
            <a:off x="1323243" y="233160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Gazebo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A875661-A794-FE42-87C5-DC4537AEE9C3}"/>
              </a:ext>
            </a:extLst>
          </p:cNvPr>
          <p:cNvSpPr/>
          <p:nvPr/>
        </p:nvSpPr>
        <p:spPr>
          <a:xfrm>
            <a:off x="3482243" y="2326360"/>
            <a:ext cx="1464760" cy="22710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D3DDE8-4936-1D04-EFE9-F52126D79CE5}"/>
              </a:ext>
            </a:extLst>
          </p:cNvPr>
          <p:cNvSpPr txBox="1"/>
          <p:nvPr/>
        </p:nvSpPr>
        <p:spPr>
          <a:xfrm>
            <a:off x="3482243" y="233160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5F7948E-5781-EB2E-4CA9-331418903D2A}"/>
              </a:ext>
            </a:extLst>
          </p:cNvPr>
          <p:cNvSpPr/>
          <p:nvPr/>
        </p:nvSpPr>
        <p:spPr>
          <a:xfrm>
            <a:off x="5488843" y="2326360"/>
            <a:ext cx="1464760" cy="22710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864D2D-A2CF-7D57-CC65-7E756E1CF4CF}"/>
              </a:ext>
            </a:extLst>
          </p:cNvPr>
          <p:cNvSpPr txBox="1"/>
          <p:nvPr/>
        </p:nvSpPr>
        <p:spPr>
          <a:xfrm>
            <a:off x="5488843" y="233160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D52145A-7046-2475-9BF6-DDA433321F59}"/>
              </a:ext>
            </a:extLst>
          </p:cNvPr>
          <p:cNvSpPr/>
          <p:nvPr/>
        </p:nvSpPr>
        <p:spPr>
          <a:xfrm>
            <a:off x="3859413" y="5303002"/>
            <a:ext cx="3094190" cy="1113436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7A48B3-06F1-FC1C-0393-631E07CA0064}"/>
              </a:ext>
            </a:extLst>
          </p:cNvPr>
          <p:cNvSpPr txBox="1"/>
          <p:nvPr/>
        </p:nvSpPr>
        <p:spPr>
          <a:xfrm>
            <a:off x="3859413" y="5308247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C39850D-922E-59E1-CF1A-0166B064837C}"/>
              </a:ext>
            </a:extLst>
          </p:cNvPr>
          <p:cNvSpPr/>
          <p:nvPr/>
        </p:nvSpPr>
        <p:spPr>
          <a:xfrm>
            <a:off x="1323243" y="5303002"/>
            <a:ext cx="1464760" cy="1113436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D4FB45-F2AD-6160-2538-CFCF5BB1FEA0}"/>
              </a:ext>
            </a:extLst>
          </p:cNvPr>
          <p:cNvSpPr txBox="1"/>
          <p:nvPr/>
        </p:nvSpPr>
        <p:spPr>
          <a:xfrm>
            <a:off x="1323242" y="5303002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px4</a:t>
            </a:r>
          </a:p>
        </p:txBody>
      </p:sp>
      <p:sp>
        <p:nvSpPr>
          <p:cNvPr id="15" name="사각형: 위쪽 모서리의 한쪽은 둥글고 다른 한쪽은 잘림 14">
            <a:extLst>
              <a:ext uri="{FF2B5EF4-FFF2-40B4-BE49-F238E27FC236}">
                <a16:creationId xmlns:a16="http://schemas.microsoft.com/office/drawing/2014/main" id="{C3CA4800-EA1E-E609-CFC1-EE3CA4E435F7}"/>
              </a:ext>
            </a:extLst>
          </p:cNvPr>
          <p:cNvSpPr/>
          <p:nvPr/>
        </p:nvSpPr>
        <p:spPr>
          <a:xfrm>
            <a:off x="5577485" y="3070144"/>
            <a:ext cx="1312876" cy="886740"/>
          </a:xfrm>
          <a:prstGeom prst="snipRoundRect">
            <a:avLst>
              <a:gd name="adj1" fmla="val 0"/>
              <a:gd name="adj2" fmla="val 16667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0EBE1B-018D-EB81-ECAE-E4115FA22077}"/>
              </a:ext>
            </a:extLst>
          </p:cNvPr>
          <p:cNvSpPr txBox="1"/>
          <p:nvPr/>
        </p:nvSpPr>
        <p:spPr>
          <a:xfrm>
            <a:off x="5562990" y="3083725"/>
            <a:ext cx="1555713" cy="830997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lidar scan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msg</a:t>
            </a:r>
          </a:p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ex) distance, angle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76409972-A3C1-6DFA-3B5A-F37359D57670}"/>
              </a:ext>
            </a:extLst>
          </p:cNvPr>
          <p:cNvCxnSpPr/>
          <p:nvPr/>
        </p:nvCxnSpPr>
        <p:spPr>
          <a:xfrm>
            <a:off x="2788003" y="2794000"/>
            <a:ext cx="69424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8A51C8EA-8044-52C4-BB73-38B92C785756}"/>
              </a:ext>
            </a:extLst>
          </p:cNvPr>
          <p:cNvCxnSpPr/>
          <p:nvPr/>
        </p:nvCxnSpPr>
        <p:spPr>
          <a:xfrm>
            <a:off x="4947003" y="2794000"/>
            <a:ext cx="54184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사각형: 잘린 한쪽 모서리 4">
            <a:extLst>
              <a:ext uri="{FF2B5EF4-FFF2-40B4-BE49-F238E27FC236}">
                <a16:creationId xmlns:a16="http://schemas.microsoft.com/office/drawing/2014/main" id="{3F25CF2E-EBDA-C5F6-701F-F725E19EA835}"/>
              </a:ext>
            </a:extLst>
          </p:cNvPr>
          <p:cNvSpPr/>
          <p:nvPr/>
        </p:nvSpPr>
        <p:spPr>
          <a:xfrm>
            <a:off x="1399185" y="5677314"/>
            <a:ext cx="1312876" cy="401740"/>
          </a:xfrm>
          <a:prstGeom prst="snip1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87AC9F-0806-76CC-6494-287B8370D9CB}"/>
              </a:ext>
            </a:extLst>
          </p:cNvPr>
          <p:cNvSpPr txBox="1"/>
          <p:nvPr/>
        </p:nvSpPr>
        <p:spPr>
          <a:xfrm>
            <a:off x="1415431" y="5684295"/>
            <a:ext cx="871184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stop!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0431B2EC-CD16-8982-7E99-29273DB026FF}"/>
              </a:ext>
            </a:extLst>
          </p:cNvPr>
          <p:cNvCxnSpPr/>
          <p:nvPr/>
        </p:nvCxnSpPr>
        <p:spPr>
          <a:xfrm>
            <a:off x="6032500" y="4597400"/>
            <a:ext cx="0" cy="70560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F104044B-9BC3-2901-9ED0-938EE20B6882}"/>
              </a:ext>
            </a:extLst>
          </p:cNvPr>
          <p:cNvCxnSpPr/>
          <p:nvPr/>
        </p:nvCxnSpPr>
        <p:spPr>
          <a:xfrm flipH="1">
            <a:off x="2788003" y="6083300"/>
            <a:ext cx="107141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사각형: 잘린 한쪽 모서리 18">
            <a:extLst>
              <a:ext uri="{FF2B5EF4-FFF2-40B4-BE49-F238E27FC236}">
                <a16:creationId xmlns:a16="http://schemas.microsoft.com/office/drawing/2014/main" id="{23DDFB1E-EC40-9258-073C-58387DC97EC0}"/>
              </a:ext>
            </a:extLst>
          </p:cNvPr>
          <p:cNvSpPr/>
          <p:nvPr/>
        </p:nvSpPr>
        <p:spPr>
          <a:xfrm>
            <a:off x="1399185" y="2882900"/>
            <a:ext cx="1312876" cy="401740"/>
          </a:xfrm>
          <a:prstGeom prst="snip1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AE331F-4E37-B1E8-6451-9012A0D7761A}"/>
              </a:ext>
            </a:extLst>
          </p:cNvPr>
          <p:cNvSpPr txBox="1"/>
          <p:nvPr/>
        </p:nvSpPr>
        <p:spPr>
          <a:xfrm>
            <a:off x="1446945" y="2882900"/>
            <a:ext cx="1686427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velocity=0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02F33248-3AA0-C238-9D48-2AA66C557739}"/>
              </a:ext>
            </a:extLst>
          </p:cNvPr>
          <p:cNvCxnSpPr/>
          <p:nvPr/>
        </p:nvCxnSpPr>
        <p:spPr>
          <a:xfrm flipV="1">
            <a:off x="1851023" y="4597400"/>
            <a:ext cx="0" cy="70560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4695FA01-1967-2607-4D92-5A95EEB793A2}"/>
              </a:ext>
            </a:extLst>
          </p:cNvPr>
          <p:cNvGrpSpPr/>
          <p:nvPr/>
        </p:nvGrpSpPr>
        <p:grpSpPr>
          <a:xfrm>
            <a:off x="1404974" y="3501190"/>
            <a:ext cx="1555713" cy="401740"/>
            <a:chOff x="1404974" y="3501190"/>
            <a:chExt cx="1555713" cy="401740"/>
          </a:xfrm>
        </p:grpSpPr>
        <p:sp>
          <p:nvSpPr>
            <p:cNvPr id="22" name="사각형: 잘린 한쪽 모서리 21">
              <a:extLst>
                <a:ext uri="{FF2B5EF4-FFF2-40B4-BE49-F238E27FC236}">
                  <a16:creationId xmlns:a16="http://schemas.microsoft.com/office/drawing/2014/main" id="{B31B85C0-123D-9282-6E44-B7D77B9D1178}"/>
                </a:ext>
              </a:extLst>
            </p:cNvPr>
            <p:cNvSpPr/>
            <p:nvPr/>
          </p:nvSpPr>
          <p:spPr>
            <a:xfrm>
              <a:off x="1413680" y="3501190"/>
              <a:ext cx="1312876" cy="401740"/>
            </a:xfrm>
            <a:prstGeom prst="snip1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ACDDC22-5EE3-1EF0-5952-8E7FF4C27E85}"/>
                </a:ext>
              </a:extLst>
            </p:cNvPr>
            <p:cNvSpPr txBox="1"/>
            <p:nvPr/>
          </p:nvSpPr>
          <p:spPr>
            <a:xfrm>
              <a:off x="1404974" y="3527934"/>
              <a:ext cx="1555713" cy="338554"/>
            </a:xfrm>
            <a:prstGeom prst="rect">
              <a:avLst/>
            </a:prstGeom>
            <a:noFill/>
            <a:ln w="19050">
              <a:noFill/>
            </a:ln>
            <a:effectLst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감속 시작</a:t>
              </a:r>
              <a:endPara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EF5F027-6A2E-3D7E-984D-72EA6E840D8A}"/>
              </a:ext>
            </a:extLst>
          </p:cNvPr>
          <p:cNvGrpSpPr/>
          <p:nvPr/>
        </p:nvGrpSpPr>
        <p:grpSpPr>
          <a:xfrm>
            <a:off x="1399185" y="4060988"/>
            <a:ext cx="1555713" cy="401740"/>
            <a:chOff x="1399185" y="4060988"/>
            <a:chExt cx="1555713" cy="401740"/>
          </a:xfrm>
        </p:grpSpPr>
        <p:sp>
          <p:nvSpPr>
            <p:cNvPr id="25" name="사각형: 잘린 한쪽 모서리 24">
              <a:extLst>
                <a:ext uri="{FF2B5EF4-FFF2-40B4-BE49-F238E27FC236}">
                  <a16:creationId xmlns:a16="http://schemas.microsoft.com/office/drawing/2014/main" id="{5E344E70-0FC3-4AC6-B347-FA74D4968F5D}"/>
                </a:ext>
              </a:extLst>
            </p:cNvPr>
            <p:cNvSpPr/>
            <p:nvPr/>
          </p:nvSpPr>
          <p:spPr>
            <a:xfrm>
              <a:off x="1407891" y="4060988"/>
              <a:ext cx="1312876" cy="401740"/>
            </a:xfrm>
            <a:prstGeom prst="snip1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47C3227-5B83-5337-2B07-636FCAA3A026}"/>
                </a:ext>
              </a:extLst>
            </p:cNvPr>
            <p:cNvSpPr txBox="1"/>
            <p:nvPr/>
          </p:nvSpPr>
          <p:spPr>
            <a:xfrm>
              <a:off x="1399185" y="4087732"/>
              <a:ext cx="1555713" cy="338554"/>
            </a:xfrm>
            <a:prstGeom prst="rect">
              <a:avLst/>
            </a:prstGeom>
            <a:noFill/>
            <a:ln w="19050">
              <a:noFill/>
            </a:ln>
            <a:effectLst/>
          </p:spPr>
          <p:txBody>
            <a:bodyPr wrap="square" rtlCol="0" anchor="ctr">
              <a:spAutoFit/>
            </a:bodyPr>
            <a:lstStyle/>
            <a:p>
              <a:r>
                <a:rPr lang="en-US" altLang="ko-KR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 = 0</a:t>
              </a:r>
              <a:endPara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714527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4.81481E-6 L 4.72222E-6 0.16667 C 4.72222E-6 0.24144 0.07847 0.33357 0.14236 0.33357 L 0.28489 0.33357 " pathEditMode="relative" rAng="0" ptsTypes="AAAA">
                                      <p:cBhvr>
                                        <p:cTn id="11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236" y="16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3.7037E-6 L -8.33333E-7 0.12592 C -8.33333E-7 0.1824 0.12083 0.25208 0.21945 0.25208 L 0.43889 0.25208 " pathEditMode="relative" rAng="0" ptsTypes="AAAA">
                                      <p:cBhvr>
                                        <p:cTn id="20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944" y="125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BE388-B60F-CFAC-6F2B-AB8B222CD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직사각형 54">
            <a:extLst>
              <a:ext uri="{FF2B5EF4-FFF2-40B4-BE49-F238E27FC236}">
                <a16:creationId xmlns:a16="http://schemas.microsoft.com/office/drawing/2014/main" id="{951AB813-D6DE-2499-890D-3E466A365BBD}"/>
              </a:ext>
            </a:extLst>
          </p:cNvPr>
          <p:cNvSpPr/>
          <p:nvPr/>
        </p:nvSpPr>
        <p:spPr>
          <a:xfrm>
            <a:off x="3222021" y="2222500"/>
            <a:ext cx="4320944" cy="43140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AF61EB2-7B07-0A48-D623-70CFDD413914}"/>
              </a:ext>
            </a:extLst>
          </p:cNvPr>
          <p:cNvSpPr/>
          <p:nvPr/>
        </p:nvSpPr>
        <p:spPr>
          <a:xfrm>
            <a:off x="709554" y="2222500"/>
            <a:ext cx="2320945" cy="431402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46">
            <a:extLst>
              <a:ext uri="{FF2B5EF4-FFF2-40B4-BE49-F238E27FC236}">
                <a16:creationId xmlns:a16="http://schemas.microsoft.com/office/drawing/2014/main" id="{1C95146C-56EE-EB01-F0D6-09DDC245ACEE}"/>
              </a:ext>
            </a:extLst>
          </p:cNvPr>
          <p:cNvSpPr/>
          <p:nvPr/>
        </p:nvSpPr>
        <p:spPr>
          <a:xfrm>
            <a:off x="203760" y="998280"/>
            <a:ext cx="8852760" cy="958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Lidar Data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송수신 경로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test: 0.5 m/s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로 비행하다가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3m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이내에 장애물이 감지되면 멈춰라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F8283C99-B38D-3EA0-AD59-0B0F6855BACF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10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A31596FC-6F2C-0B46-1E80-DA3B973EEB5D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764BA8CA-10A9-8A0F-3154-79C14524A4B3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Lidar data 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AC0D0608-9BD7-14D0-4DE1-FFE019CAD476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2D4FBEA-9537-2848-61E0-7E16CECDEF2C}"/>
              </a:ext>
            </a:extLst>
          </p:cNvPr>
          <p:cNvSpPr/>
          <p:nvPr/>
        </p:nvSpPr>
        <p:spPr>
          <a:xfrm>
            <a:off x="1323243" y="2326360"/>
            <a:ext cx="1464760" cy="22710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2B662E-316A-2B52-645E-9C5C25B10E63}"/>
              </a:ext>
            </a:extLst>
          </p:cNvPr>
          <p:cNvSpPr txBox="1"/>
          <p:nvPr/>
        </p:nvSpPr>
        <p:spPr>
          <a:xfrm>
            <a:off x="1323243" y="233160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Gazebo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4CF1248-7307-B7E9-1FC0-A05915181673}"/>
              </a:ext>
            </a:extLst>
          </p:cNvPr>
          <p:cNvSpPr/>
          <p:nvPr/>
        </p:nvSpPr>
        <p:spPr>
          <a:xfrm>
            <a:off x="3482243" y="2326360"/>
            <a:ext cx="1464760" cy="22710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D228F4-547B-46B0-7A53-B761C391FC33}"/>
              </a:ext>
            </a:extLst>
          </p:cNvPr>
          <p:cNvSpPr txBox="1"/>
          <p:nvPr/>
        </p:nvSpPr>
        <p:spPr>
          <a:xfrm>
            <a:off x="3482243" y="233160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204125F-936A-F603-815C-20C43E21DBC0}"/>
              </a:ext>
            </a:extLst>
          </p:cNvPr>
          <p:cNvSpPr/>
          <p:nvPr/>
        </p:nvSpPr>
        <p:spPr>
          <a:xfrm>
            <a:off x="5488843" y="2326360"/>
            <a:ext cx="1464760" cy="22710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EFBE79-F4CA-BB37-D77F-6084B466ED45}"/>
              </a:ext>
            </a:extLst>
          </p:cNvPr>
          <p:cNvSpPr txBox="1"/>
          <p:nvPr/>
        </p:nvSpPr>
        <p:spPr>
          <a:xfrm>
            <a:off x="5488843" y="233160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825AD4F-E472-0B9F-DC36-09A5DEC7E715}"/>
              </a:ext>
            </a:extLst>
          </p:cNvPr>
          <p:cNvSpPr/>
          <p:nvPr/>
        </p:nvSpPr>
        <p:spPr>
          <a:xfrm>
            <a:off x="3859413" y="5303002"/>
            <a:ext cx="3094190" cy="1113436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BDC417-21E4-64FF-FB44-8D0411A0709C}"/>
              </a:ext>
            </a:extLst>
          </p:cNvPr>
          <p:cNvSpPr txBox="1"/>
          <p:nvPr/>
        </p:nvSpPr>
        <p:spPr>
          <a:xfrm>
            <a:off x="3859413" y="5308247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03DE2F3-C616-CF18-9588-038FF5DC4C95}"/>
              </a:ext>
            </a:extLst>
          </p:cNvPr>
          <p:cNvSpPr/>
          <p:nvPr/>
        </p:nvSpPr>
        <p:spPr>
          <a:xfrm>
            <a:off x="1323243" y="5303002"/>
            <a:ext cx="1464760" cy="1113436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CF338F-9C96-9B9A-3294-2AE0C5066640}"/>
              </a:ext>
            </a:extLst>
          </p:cNvPr>
          <p:cNvSpPr txBox="1"/>
          <p:nvPr/>
        </p:nvSpPr>
        <p:spPr>
          <a:xfrm>
            <a:off x="1323242" y="5303002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px4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FE6D94F9-CB07-BE2D-FD6C-CCA5FEB2CE92}"/>
              </a:ext>
            </a:extLst>
          </p:cNvPr>
          <p:cNvGrpSpPr/>
          <p:nvPr/>
        </p:nvGrpSpPr>
        <p:grpSpPr>
          <a:xfrm>
            <a:off x="5562990" y="2803444"/>
            <a:ext cx="1555713" cy="886740"/>
            <a:chOff x="5562990" y="3070144"/>
            <a:chExt cx="1555713" cy="886740"/>
          </a:xfrm>
        </p:grpSpPr>
        <p:sp>
          <p:nvSpPr>
            <p:cNvPr id="15" name="사각형: 위쪽 모서리의 한쪽은 둥글고 다른 한쪽은 잘림 14">
              <a:extLst>
                <a:ext uri="{FF2B5EF4-FFF2-40B4-BE49-F238E27FC236}">
                  <a16:creationId xmlns:a16="http://schemas.microsoft.com/office/drawing/2014/main" id="{3DD5552D-D31C-7D81-7F37-DB3D0376642B}"/>
                </a:ext>
              </a:extLst>
            </p:cNvPr>
            <p:cNvSpPr/>
            <p:nvPr/>
          </p:nvSpPr>
          <p:spPr>
            <a:xfrm>
              <a:off x="5577485" y="3070144"/>
              <a:ext cx="1312876" cy="886740"/>
            </a:xfrm>
            <a:prstGeom prst="snipRoundRect">
              <a:avLst>
                <a:gd name="adj1" fmla="val 0"/>
                <a:gd name="adj2" fmla="val 16667"/>
              </a:avLst>
            </a:prstGeom>
            <a:noFill/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B3F66C9-B7FA-8CBA-F39B-99FEAC1409A5}"/>
                </a:ext>
              </a:extLst>
            </p:cNvPr>
            <p:cNvSpPr txBox="1"/>
            <p:nvPr/>
          </p:nvSpPr>
          <p:spPr>
            <a:xfrm>
              <a:off x="5562990" y="3083725"/>
              <a:ext cx="1555713" cy="830997"/>
            </a:xfrm>
            <a:prstGeom prst="rect">
              <a:avLst/>
            </a:prstGeom>
            <a:noFill/>
            <a:ln w="19050">
              <a:noFill/>
            </a:ln>
            <a:effectLst/>
          </p:spPr>
          <p:txBody>
            <a:bodyPr wrap="square" rtlCol="0" anchor="ctr">
              <a:spAutoFit/>
            </a:bodyPr>
            <a:lstStyle/>
            <a:p>
              <a:r>
                <a: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lidar scan</a:t>
              </a:r>
              <a:r>
                <a:rPr lang="ko-KR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msg</a:t>
              </a:r>
            </a:p>
            <a:p>
              <a:r>
                <a: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ex) distance, angle</a:t>
              </a:r>
            </a:p>
          </p:txBody>
        </p:sp>
      </p:grp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200723C1-EE7C-0AF5-1232-FB368614B805}"/>
              </a:ext>
            </a:extLst>
          </p:cNvPr>
          <p:cNvCxnSpPr/>
          <p:nvPr/>
        </p:nvCxnSpPr>
        <p:spPr>
          <a:xfrm>
            <a:off x="2788003" y="2794000"/>
            <a:ext cx="69424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E65AADD5-7ED7-14D3-5F96-75A8A9E0DD68}"/>
              </a:ext>
            </a:extLst>
          </p:cNvPr>
          <p:cNvCxnSpPr/>
          <p:nvPr/>
        </p:nvCxnSpPr>
        <p:spPr>
          <a:xfrm>
            <a:off x="4947003" y="2794000"/>
            <a:ext cx="54184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0C4DE188-CB17-D8F9-7F61-D27A83F8AD8B}"/>
              </a:ext>
            </a:extLst>
          </p:cNvPr>
          <p:cNvCxnSpPr/>
          <p:nvPr/>
        </p:nvCxnSpPr>
        <p:spPr>
          <a:xfrm>
            <a:off x="6032500" y="4597400"/>
            <a:ext cx="0" cy="70560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D6271E93-46E4-AE5E-E9E2-6AD118494847}"/>
              </a:ext>
            </a:extLst>
          </p:cNvPr>
          <p:cNvCxnSpPr/>
          <p:nvPr/>
        </p:nvCxnSpPr>
        <p:spPr>
          <a:xfrm flipH="1">
            <a:off x="2788003" y="6083300"/>
            <a:ext cx="107141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DC76CED4-C18C-BC99-CE4D-D5611CB10074}"/>
              </a:ext>
            </a:extLst>
          </p:cNvPr>
          <p:cNvCxnSpPr/>
          <p:nvPr/>
        </p:nvCxnSpPr>
        <p:spPr>
          <a:xfrm flipV="1">
            <a:off x="1851023" y="4597400"/>
            <a:ext cx="0" cy="70560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4B5043F6-9EA0-C039-8B33-A80713F51363}"/>
              </a:ext>
            </a:extLst>
          </p:cNvPr>
          <p:cNvGrpSpPr/>
          <p:nvPr/>
        </p:nvGrpSpPr>
        <p:grpSpPr>
          <a:xfrm>
            <a:off x="5473278" y="5431998"/>
            <a:ext cx="1555713" cy="401740"/>
            <a:chOff x="1404974" y="3501190"/>
            <a:chExt cx="1555713" cy="401740"/>
          </a:xfrm>
        </p:grpSpPr>
        <p:sp>
          <p:nvSpPr>
            <p:cNvPr id="22" name="사각형: 잘린 한쪽 모서리 21">
              <a:extLst>
                <a:ext uri="{FF2B5EF4-FFF2-40B4-BE49-F238E27FC236}">
                  <a16:creationId xmlns:a16="http://schemas.microsoft.com/office/drawing/2014/main" id="{7D738DED-4D77-4DE5-D0EF-3CC0550B2911}"/>
                </a:ext>
              </a:extLst>
            </p:cNvPr>
            <p:cNvSpPr/>
            <p:nvPr/>
          </p:nvSpPr>
          <p:spPr>
            <a:xfrm>
              <a:off x="1413680" y="3501190"/>
              <a:ext cx="1312876" cy="401740"/>
            </a:xfrm>
            <a:prstGeom prst="snip1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82E9088-230F-59D4-53CE-BF65E3CFE116}"/>
                </a:ext>
              </a:extLst>
            </p:cNvPr>
            <p:cNvSpPr txBox="1"/>
            <p:nvPr/>
          </p:nvSpPr>
          <p:spPr>
            <a:xfrm>
              <a:off x="1404974" y="3527934"/>
              <a:ext cx="1555713" cy="338554"/>
            </a:xfrm>
            <a:prstGeom prst="rect">
              <a:avLst/>
            </a:prstGeom>
            <a:noFill/>
            <a:ln w="19050">
              <a:noFill/>
            </a:ln>
            <a:effectLst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감속 시작</a:t>
              </a:r>
              <a:endPara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E8ACC392-16AF-B186-3160-C4FB8E4A35E7}"/>
              </a:ext>
            </a:extLst>
          </p:cNvPr>
          <p:cNvGrpSpPr/>
          <p:nvPr/>
        </p:nvGrpSpPr>
        <p:grpSpPr>
          <a:xfrm>
            <a:off x="5473278" y="5901227"/>
            <a:ext cx="1555713" cy="401740"/>
            <a:chOff x="1399185" y="4060988"/>
            <a:chExt cx="1555713" cy="401740"/>
          </a:xfrm>
        </p:grpSpPr>
        <p:sp>
          <p:nvSpPr>
            <p:cNvPr id="25" name="사각형: 잘린 한쪽 모서리 24">
              <a:extLst>
                <a:ext uri="{FF2B5EF4-FFF2-40B4-BE49-F238E27FC236}">
                  <a16:creationId xmlns:a16="http://schemas.microsoft.com/office/drawing/2014/main" id="{EFAC7F81-37A0-5209-3568-55B8DC5728E7}"/>
                </a:ext>
              </a:extLst>
            </p:cNvPr>
            <p:cNvSpPr/>
            <p:nvPr/>
          </p:nvSpPr>
          <p:spPr>
            <a:xfrm>
              <a:off x="1407891" y="4060988"/>
              <a:ext cx="1312876" cy="401740"/>
            </a:xfrm>
            <a:prstGeom prst="snip1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9BC1449-F424-0C1A-58AA-D4182DDE84B7}"/>
                </a:ext>
              </a:extLst>
            </p:cNvPr>
            <p:cNvSpPr txBox="1"/>
            <p:nvPr/>
          </p:nvSpPr>
          <p:spPr>
            <a:xfrm>
              <a:off x="1399185" y="4087732"/>
              <a:ext cx="1555713" cy="338554"/>
            </a:xfrm>
            <a:prstGeom prst="rect">
              <a:avLst/>
            </a:prstGeom>
            <a:noFill/>
            <a:ln w="19050">
              <a:noFill/>
            </a:ln>
            <a:effectLst/>
          </p:spPr>
          <p:txBody>
            <a:bodyPr wrap="square" rtlCol="0" anchor="ctr">
              <a:spAutoFit/>
            </a:bodyPr>
            <a:lstStyle/>
            <a:p>
              <a:r>
                <a:rPr lang="en-US" altLang="ko-KR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 = 0</a:t>
              </a:r>
              <a:endPara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EA6115AD-3D0D-ABC0-9A44-30633B37CAFD}"/>
              </a:ext>
            </a:extLst>
          </p:cNvPr>
          <p:cNvGrpSpPr/>
          <p:nvPr/>
        </p:nvGrpSpPr>
        <p:grpSpPr>
          <a:xfrm>
            <a:off x="1384690" y="2794000"/>
            <a:ext cx="1555713" cy="886740"/>
            <a:chOff x="1384690" y="3070144"/>
            <a:chExt cx="1555713" cy="886740"/>
          </a:xfrm>
        </p:grpSpPr>
        <p:sp>
          <p:nvSpPr>
            <p:cNvPr id="33" name="사각형: 위쪽 모서리의 한쪽은 둥글고 다른 한쪽은 잘림 32">
              <a:extLst>
                <a:ext uri="{FF2B5EF4-FFF2-40B4-BE49-F238E27FC236}">
                  <a16:creationId xmlns:a16="http://schemas.microsoft.com/office/drawing/2014/main" id="{D0D19846-1B7C-12DD-FE71-D46D380B6BBE}"/>
                </a:ext>
              </a:extLst>
            </p:cNvPr>
            <p:cNvSpPr/>
            <p:nvPr/>
          </p:nvSpPr>
          <p:spPr>
            <a:xfrm>
              <a:off x="1399185" y="3070144"/>
              <a:ext cx="1312876" cy="886740"/>
            </a:xfrm>
            <a:prstGeom prst="snipRoundRect">
              <a:avLst>
                <a:gd name="adj1" fmla="val 0"/>
                <a:gd name="adj2" fmla="val 16667"/>
              </a:avLst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FF04E2D-3259-7B95-98EF-67AAE6F051A8}"/>
                </a:ext>
              </a:extLst>
            </p:cNvPr>
            <p:cNvSpPr txBox="1"/>
            <p:nvPr/>
          </p:nvSpPr>
          <p:spPr>
            <a:xfrm>
              <a:off x="1384690" y="3083725"/>
              <a:ext cx="1555713" cy="830997"/>
            </a:xfrm>
            <a:prstGeom prst="rect">
              <a:avLst/>
            </a:prstGeom>
            <a:noFill/>
            <a:ln w="19050">
              <a:noFill/>
            </a:ln>
            <a:effectLst/>
          </p:spPr>
          <p:txBody>
            <a:bodyPr wrap="square" rtlCol="0" anchor="ctr">
              <a:spAutoFit/>
            </a:bodyPr>
            <a:lstStyle/>
            <a:p>
              <a:r>
                <a: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lidar scan</a:t>
              </a:r>
              <a:r>
                <a:rPr lang="ko-KR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msg</a:t>
              </a:r>
            </a:p>
            <a:p>
              <a:r>
                <a: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ex) distance, angle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C5259355-5712-44FC-215A-67F98AEC4D80}"/>
              </a:ext>
            </a:extLst>
          </p:cNvPr>
          <p:cNvSpPr txBox="1"/>
          <p:nvPr/>
        </p:nvSpPr>
        <p:spPr>
          <a:xfrm>
            <a:off x="887205" y="2754831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endParaRPr lang="ko-KR" altLang="en-US" b="1" u="sng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B560D83-3328-FA1A-B45B-1C82A838D0AF}"/>
              </a:ext>
            </a:extLst>
          </p:cNvPr>
          <p:cNvSpPr txBox="1"/>
          <p:nvPr/>
        </p:nvSpPr>
        <p:spPr>
          <a:xfrm>
            <a:off x="7027750" y="2774863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  <a:endParaRPr lang="ko-KR" altLang="en-US" b="1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97381D7-BC09-016B-2060-A81A7C7D83ED}"/>
              </a:ext>
            </a:extLst>
          </p:cNvPr>
          <p:cNvSpPr txBox="1"/>
          <p:nvPr/>
        </p:nvSpPr>
        <p:spPr>
          <a:xfrm>
            <a:off x="7027749" y="4121104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  <a:endParaRPr lang="ko-KR" altLang="en-US" b="1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121960CA-DA6B-D9C2-E8DA-D18CFAB34064}"/>
              </a:ext>
            </a:extLst>
          </p:cNvPr>
          <p:cNvGrpSpPr/>
          <p:nvPr/>
        </p:nvGrpSpPr>
        <p:grpSpPr>
          <a:xfrm>
            <a:off x="5564785" y="4115934"/>
            <a:ext cx="1312876" cy="401740"/>
            <a:chOff x="5564785" y="4064414"/>
            <a:chExt cx="1312876" cy="401740"/>
          </a:xfrm>
        </p:grpSpPr>
        <p:sp>
          <p:nvSpPr>
            <p:cNvPr id="40" name="사각형: 잘린 한쪽 모서리 39">
              <a:extLst>
                <a:ext uri="{FF2B5EF4-FFF2-40B4-BE49-F238E27FC236}">
                  <a16:creationId xmlns:a16="http://schemas.microsoft.com/office/drawing/2014/main" id="{68DC8856-E029-BFC6-5E1B-C5DCA24924CE}"/>
                </a:ext>
              </a:extLst>
            </p:cNvPr>
            <p:cNvSpPr/>
            <p:nvPr/>
          </p:nvSpPr>
          <p:spPr>
            <a:xfrm>
              <a:off x="5564785" y="4064414"/>
              <a:ext cx="1312876" cy="401740"/>
            </a:xfrm>
            <a:prstGeom prst="snip1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F076207-3DD1-1AE4-DDAA-557949BD0A72}"/>
                </a:ext>
              </a:extLst>
            </p:cNvPr>
            <p:cNvSpPr txBox="1"/>
            <p:nvPr/>
          </p:nvSpPr>
          <p:spPr>
            <a:xfrm>
              <a:off x="5581031" y="4071395"/>
              <a:ext cx="871184" cy="369332"/>
            </a:xfrm>
            <a:prstGeom prst="rect">
              <a:avLst/>
            </a:prstGeom>
            <a:noFill/>
            <a:ln w="19050">
              <a:noFill/>
            </a:ln>
            <a:effectLst/>
          </p:spPr>
          <p:txBody>
            <a:bodyPr wrap="square" rtlCol="0" anchor="ctr">
              <a:spAutoFit/>
            </a:bodyPr>
            <a:lstStyle/>
            <a:p>
              <a:r>
                <a:rPr lang="en-US" altLang="ko-K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stop!</a:t>
              </a:r>
              <a:endPara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F8476293-5D88-BF87-A809-C28184C3C8F3}"/>
              </a:ext>
            </a:extLst>
          </p:cNvPr>
          <p:cNvSpPr txBox="1"/>
          <p:nvPr/>
        </p:nvSpPr>
        <p:spPr>
          <a:xfrm>
            <a:off x="3416627" y="5661472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t4</a:t>
            </a:r>
            <a:endParaRPr lang="ko-KR" altLang="en-US" b="1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8AFBCB54-34AA-804F-DDCD-7FBE8CAFFA5E}"/>
              </a:ext>
            </a:extLst>
          </p:cNvPr>
          <p:cNvGrpSpPr/>
          <p:nvPr/>
        </p:nvGrpSpPr>
        <p:grpSpPr>
          <a:xfrm>
            <a:off x="3935355" y="5846138"/>
            <a:ext cx="1312876" cy="401740"/>
            <a:chOff x="5564785" y="4064414"/>
            <a:chExt cx="1312876" cy="401740"/>
          </a:xfrm>
        </p:grpSpPr>
        <p:sp>
          <p:nvSpPr>
            <p:cNvPr id="45" name="사각형: 잘린 한쪽 모서리 44">
              <a:extLst>
                <a:ext uri="{FF2B5EF4-FFF2-40B4-BE49-F238E27FC236}">
                  <a16:creationId xmlns:a16="http://schemas.microsoft.com/office/drawing/2014/main" id="{1BC50968-CB28-D597-275C-C9D22EE941FD}"/>
                </a:ext>
              </a:extLst>
            </p:cNvPr>
            <p:cNvSpPr/>
            <p:nvPr/>
          </p:nvSpPr>
          <p:spPr>
            <a:xfrm>
              <a:off x="5564785" y="4064414"/>
              <a:ext cx="1312876" cy="401740"/>
            </a:xfrm>
            <a:prstGeom prst="snip1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EE81CB2-DA48-5AF7-A0CC-BFCD35400D53}"/>
                </a:ext>
              </a:extLst>
            </p:cNvPr>
            <p:cNvSpPr txBox="1"/>
            <p:nvPr/>
          </p:nvSpPr>
          <p:spPr>
            <a:xfrm>
              <a:off x="5581031" y="4071395"/>
              <a:ext cx="871184" cy="369332"/>
            </a:xfrm>
            <a:prstGeom prst="rect">
              <a:avLst/>
            </a:prstGeom>
            <a:noFill/>
            <a:ln w="19050">
              <a:noFill/>
            </a:ln>
            <a:effectLst/>
          </p:spPr>
          <p:txBody>
            <a:bodyPr wrap="square" rtlCol="0" anchor="ctr">
              <a:spAutoFit/>
            </a:bodyPr>
            <a:lstStyle/>
            <a:p>
              <a:r>
                <a:rPr lang="en-US" altLang="ko-K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stop!</a:t>
              </a:r>
              <a:endPara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8D7F4B9-E9DB-C346-6AA5-6C965D566B7F}"/>
              </a:ext>
            </a:extLst>
          </p:cNvPr>
          <p:cNvGrpSpPr/>
          <p:nvPr/>
        </p:nvGrpSpPr>
        <p:grpSpPr>
          <a:xfrm>
            <a:off x="1384689" y="4073239"/>
            <a:ext cx="1555713" cy="401740"/>
            <a:chOff x="1404974" y="3501190"/>
            <a:chExt cx="1555713" cy="401740"/>
          </a:xfrm>
        </p:grpSpPr>
        <p:sp>
          <p:nvSpPr>
            <p:cNvPr id="48" name="사각형: 잘린 한쪽 모서리 47">
              <a:extLst>
                <a:ext uri="{FF2B5EF4-FFF2-40B4-BE49-F238E27FC236}">
                  <a16:creationId xmlns:a16="http://schemas.microsoft.com/office/drawing/2014/main" id="{F9FB2ECE-E0A1-250E-6F8C-E3143F04386E}"/>
                </a:ext>
              </a:extLst>
            </p:cNvPr>
            <p:cNvSpPr/>
            <p:nvPr/>
          </p:nvSpPr>
          <p:spPr>
            <a:xfrm>
              <a:off x="1413680" y="3501190"/>
              <a:ext cx="1312876" cy="401740"/>
            </a:xfrm>
            <a:prstGeom prst="snip1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410853E-F525-929E-D599-1E44FE4961A4}"/>
                </a:ext>
              </a:extLst>
            </p:cNvPr>
            <p:cNvSpPr txBox="1"/>
            <p:nvPr/>
          </p:nvSpPr>
          <p:spPr>
            <a:xfrm>
              <a:off x="1404974" y="3527934"/>
              <a:ext cx="1555713" cy="338554"/>
            </a:xfrm>
            <a:prstGeom prst="rect">
              <a:avLst/>
            </a:prstGeom>
            <a:noFill/>
            <a:ln w="19050">
              <a:noFill/>
            </a:ln>
            <a:effectLst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감속 시작</a:t>
              </a:r>
              <a:endPara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9F1B362-8178-43D0-263C-C57F93AB3580}"/>
              </a:ext>
            </a:extLst>
          </p:cNvPr>
          <p:cNvSpPr txBox="1"/>
          <p:nvPr/>
        </p:nvSpPr>
        <p:spPr>
          <a:xfrm>
            <a:off x="912475" y="4136375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F6BD6E6-C981-9C53-0ADE-A16A14FBFE60}"/>
              </a:ext>
            </a:extLst>
          </p:cNvPr>
          <p:cNvSpPr txBox="1"/>
          <p:nvPr/>
        </p:nvSpPr>
        <p:spPr>
          <a:xfrm>
            <a:off x="7008279" y="5431998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23B1914-88E9-1AC9-F5E1-A229C6E2A2A4}"/>
              </a:ext>
            </a:extLst>
          </p:cNvPr>
          <p:cNvSpPr txBox="1"/>
          <p:nvPr/>
        </p:nvSpPr>
        <p:spPr>
          <a:xfrm>
            <a:off x="7019389" y="5960660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100FAB2-85C4-D063-9164-F2F37271F16B}"/>
              </a:ext>
            </a:extLst>
          </p:cNvPr>
          <p:cNvSpPr txBox="1"/>
          <p:nvPr/>
        </p:nvSpPr>
        <p:spPr>
          <a:xfrm>
            <a:off x="1982848" y="4733432"/>
            <a:ext cx="3937505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simulator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와 </a:t>
            </a:r>
            <a:r>
              <a:rPr lang="en-US" altLang="ko-KR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의 시간 체계가 다르다</a:t>
            </a:r>
            <a:endParaRPr lang="en-US" altLang="ko-KR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E4B6FC1-BE21-0A00-256E-C0A62F779F14}"/>
              </a:ext>
            </a:extLst>
          </p:cNvPr>
          <p:cNvSpPr txBox="1"/>
          <p:nvPr/>
        </p:nvSpPr>
        <p:spPr>
          <a:xfrm>
            <a:off x="6953603" y="188857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ros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A303FEB-F856-CC49-3DEE-781F73DFD17D}"/>
              </a:ext>
            </a:extLst>
          </p:cNvPr>
          <p:cNvSpPr txBox="1"/>
          <p:nvPr/>
        </p:nvSpPr>
        <p:spPr>
          <a:xfrm>
            <a:off x="709554" y="188857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silmulator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086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0"/>
      <p:bldP spid="43" grpId="0"/>
      <p:bldP spid="50" grpId="0"/>
      <p:bldP spid="51" grpId="0"/>
      <p:bldP spid="52" grpId="0"/>
      <p:bldP spid="5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769D4-C880-80D1-27CB-9FE799FDD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직사각형 54">
            <a:extLst>
              <a:ext uri="{FF2B5EF4-FFF2-40B4-BE49-F238E27FC236}">
                <a16:creationId xmlns:a16="http://schemas.microsoft.com/office/drawing/2014/main" id="{5B202593-F0E7-91E8-AD66-89CF01C01D9E}"/>
              </a:ext>
            </a:extLst>
          </p:cNvPr>
          <p:cNvSpPr/>
          <p:nvPr/>
        </p:nvSpPr>
        <p:spPr>
          <a:xfrm>
            <a:off x="3222021" y="2222500"/>
            <a:ext cx="4320944" cy="43140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0A61BC3-F6BD-5903-0D2B-89AC952C33A6}"/>
              </a:ext>
            </a:extLst>
          </p:cNvPr>
          <p:cNvSpPr/>
          <p:nvPr/>
        </p:nvSpPr>
        <p:spPr>
          <a:xfrm>
            <a:off x="709554" y="2222500"/>
            <a:ext cx="2320945" cy="431402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46">
            <a:extLst>
              <a:ext uri="{FF2B5EF4-FFF2-40B4-BE49-F238E27FC236}">
                <a16:creationId xmlns:a16="http://schemas.microsoft.com/office/drawing/2014/main" id="{E9908CE8-0383-15BC-8580-AFB751EABC4D}"/>
              </a:ext>
            </a:extLst>
          </p:cNvPr>
          <p:cNvSpPr/>
          <p:nvPr/>
        </p:nvSpPr>
        <p:spPr>
          <a:xfrm>
            <a:off x="203760" y="998280"/>
            <a:ext cx="8852760" cy="958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Lidar Data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송수신 경로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test: 0.5 m/s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로 비행하다가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3m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이내에 장애물이 감지되면 멈춰라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702C0DDD-988B-E540-7827-B4F23EC99033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11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D78DE05E-86B7-CCF4-56E8-130E3AE71A7C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0D4DD3F0-C9E2-4214-32D6-0C57B4E5CE5A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Lidar data 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92769B96-2194-BCAA-91C6-6DF037AD086F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F544382-B37A-67AA-E743-B09C6D071430}"/>
              </a:ext>
            </a:extLst>
          </p:cNvPr>
          <p:cNvSpPr/>
          <p:nvPr/>
        </p:nvSpPr>
        <p:spPr>
          <a:xfrm>
            <a:off x="1323243" y="2326360"/>
            <a:ext cx="1464760" cy="22710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840F92-5E5F-05D3-678A-85B5BF6FB2AF}"/>
              </a:ext>
            </a:extLst>
          </p:cNvPr>
          <p:cNvSpPr txBox="1"/>
          <p:nvPr/>
        </p:nvSpPr>
        <p:spPr>
          <a:xfrm>
            <a:off x="1323243" y="233160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Gazebo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B4B39A4-174C-2122-EBE9-511D948DFB22}"/>
              </a:ext>
            </a:extLst>
          </p:cNvPr>
          <p:cNvSpPr/>
          <p:nvPr/>
        </p:nvSpPr>
        <p:spPr>
          <a:xfrm>
            <a:off x="3482243" y="2326360"/>
            <a:ext cx="1464760" cy="22710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4AC87E-7FA6-8BCC-D2A0-062484876DAB}"/>
              </a:ext>
            </a:extLst>
          </p:cNvPr>
          <p:cNvSpPr txBox="1"/>
          <p:nvPr/>
        </p:nvSpPr>
        <p:spPr>
          <a:xfrm>
            <a:off x="3482243" y="233160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991255A-12FB-D10A-55A4-609B60FCB009}"/>
              </a:ext>
            </a:extLst>
          </p:cNvPr>
          <p:cNvSpPr/>
          <p:nvPr/>
        </p:nvSpPr>
        <p:spPr>
          <a:xfrm>
            <a:off x="5488843" y="2326360"/>
            <a:ext cx="1464760" cy="22710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6FCFDB-7DF1-9881-5E34-1D5D6A18C1AA}"/>
              </a:ext>
            </a:extLst>
          </p:cNvPr>
          <p:cNvSpPr txBox="1"/>
          <p:nvPr/>
        </p:nvSpPr>
        <p:spPr>
          <a:xfrm>
            <a:off x="5488843" y="233160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3BBBEAE-EDBD-56FE-2237-57FD2BA533A4}"/>
              </a:ext>
            </a:extLst>
          </p:cNvPr>
          <p:cNvSpPr/>
          <p:nvPr/>
        </p:nvSpPr>
        <p:spPr>
          <a:xfrm>
            <a:off x="3859413" y="5303002"/>
            <a:ext cx="3094190" cy="1113436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0F5C79-D4AA-1771-A153-38320E929AE7}"/>
              </a:ext>
            </a:extLst>
          </p:cNvPr>
          <p:cNvSpPr txBox="1"/>
          <p:nvPr/>
        </p:nvSpPr>
        <p:spPr>
          <a:xfrm>
            <a:off x="3859413" y="5308247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A895124-0C43-4786-60D9-181343DEE97D}"/>
              </a:ext>
            </a:extLst>
          </p:cNvPr>
          <p:cNvSpPr/>
          <p:nvPr/>
        </p:nvSpPr>
        <p:spPr>
          <a:xfrm>
            <a:off x="1323243" y="5303002"/>
            <a:ext cx="1464760" cy="1113436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901E72-2566-491A-C72A-A03F4E314609}"/>
              </a:ext>
            </a:extLst>
          </p:cNvPr>
          <p:cNvSpPr txBox="1"/>
          <p:nvPr/>
        </p:nvSpPr>
        <p:spPr>
          <a:xfrm>
            <a:off x="1323242" y="5303002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px4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D3E56B0-682D-7898-74B7-D1CC72DC2A10}"/>
              </a:ext>
            </a:extLst>
          </p:cNvPr>
          <p:cNvGrpSpPr/>
          <p:nvPr/>
        </p:nvGrpSpPr>
        <p:grpSpPr>
          <a:xfrm>
            <a:off x="5562990" y="2803444"/>
            <a:ext cx="1555713" cy="886740"/>
            <a:chOff x="5562990" y="3070144"/>
            <a:chExt cx="1555713" cy="886740"/>
          </a:xfrm>
        </p:grpSpPr>
        <p:sp>
          <p:nvSpPr>
            <p:cNvPr id="15" name="사각형: 위쪽 모서리의 한쪽은 둥글고 다른 한쪽은 잘림 14">
              <a:extLst>
                <a:ext uri="{FF2B5EF4-FFF2-40B4-BE49-F238E27FC236}">
                  <a16:creationId xmlns:a16="http://schemas.microsoft.com/office/drawing/2014/main" id="{5A0940E7-2E00-43EA-7EA4-B74C636C098A}"/>
                </a:ext>
              </a:extLst>
            </p:cNvPr>
            <p:cNvSpPr/>
            <p:nvPr/>
          </p:nvSpPr>
          <p:spPr>
            <a:xfrm>
              <a:off x="5577485" y="3070144"/>
              <a:ext cx="1312876" cy="886740"/>
            </a:xfrm>
            <a:prstGeom prst="snipRoundRect">
              <a:avLst>
                <a:gd name="adj1" fmla="val 0"/>
                <a:gd name="adj2" fmla="val 16667"/>
              </a:avLst>
            </a:prstGeom>
            <a:noFill/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EECCFF7-2FF0-672A-AE9E-5CAB4DF72654}"/>
                </a:ext>
              </a:extLst>
            </p:cNvPr>
            <p:cNvSpPr txBox="1"/>
            <p:nvPr/>
          </p:nvSpPr>
          <p:spPr>
            <a:xfrm>
              <a:off x="5562990" y="3083725"/>
              <a:ext cx="1555713" cy="830997"/>
            </a:xfrm>
            <a:prstGeom prst="rect">
              <a:avLst/>
            </a:prstGeom>
            <a:noFill/>
            <a:ln w="19050">
              <a:noFill/>
            </a:ln>
            <a:effectLst/>
          </p:spPr>
          <p:txBody>
            <a:bodyPr wrap="square" rtlCol="0" anchor="ctr">
              <a:spAutoFit/>
            </a:bodyPr>
            <a:lstStyle/>
            <a:p>
              <a:r>
                <a: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lidar scan</a:t>
              </a:r>
              <a:r>
                <a:rPr lang="ko-KR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msg</a:t>
              </a:r>
            </a:p>
            <a:p>
              <a:r>
                <a: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ex) distance, angle</a:t>
              </a:r>
            </a:p>
          </p:txBody>
        </p:sp>
      </p:grp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601E45E2-6F1F-7B6F-3F41-7A41A89A0DC6}"/>
              </a:ext>
            </a:extLst>
          </p:cNvPr>
          <p:cNvCxnSpPr/>
          <p:nvPr/>
        </p:nvCxnSpPr>
        <p:spPr>
          <a:xfrm>
            <a:off x="2788003" y="2794000"/>
            <a:ext cx="69424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41033E4B-5600-F695-2ED6-2D122FFC2B0B}"/>
              </a:ext>
            </a:extLst>
          </p:cNvPr>
          <p:cNvCxnSpPr/>
          <p:nvPr/>
        </p:nvCxnSpPr>
        <p:spPr>
          <a:xfrm>
            <a:off x="4947003" y="2794000"/>
            <a:ext cx="54184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6B94F3C6-7411-D078-F7AC-FB1812C67B5F}"/>
              </a:ext>
            </a:extLst>
          </p:cNvPr>
          <p:cNvCxnSpPr/>
          <p:nvPr/>
        </p:nvCxnSpPr>
        <p:spPr>
          <a:xfrm>
            <a:off x="6032500" y="4597400"/>
            <a:ext cx="0" cy="70560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424E495C-6037-C3A1-0F61-8A6256C7F09F}"/>
              </a:ext>
            </a:extLst>
          </p:cNvPr>
          <p:cNvCxnSpPr/>
          <p:nvPr/>
        </p:nvCxnSpPr>
        <p:spPr>
          <a:xfrm flipH="1">
            <a:off x="2788003" y="6083300"/>
            <a:ext cx="107141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BEDAF451-8BA9-9743-7724-FA2D22C734E0}"/>
              </a:ext>
            </a:extLst>
          </p:cNvPr>
          <p:cNvCxnSpPr/>
          <p:nvPr/>
        </p:nvCxnSpPr>
        <p:spPr>
          <a:xfrm flipV="1">
            <a:off x="1851023" y="4597400"/>
            <a:ext cx="0" cy="70560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EB35151D-7408-1007-8AC2-7C145DD077CE}"/>
              </a:ext>
            </a:extLst>
          </p:cNvPr>
          <p:cNvGrpSpPr/>
          <p:nvPr/>
        </p:nvGrpSpPr>
        <p:grpSpPr>
          <a:xfrm>
            <a:off x="5473278" y="5431998"/>
            <a:ext cx="1555713" cy="401740"/>
            <a:chOff x="1404974" y="3501190"/>
            <a:chExt cx="1555713" cy="401740"/>
          </a:xfrm>
        </p:grpSpPr>
        <p:sp>
          <p:nvSpPr>
            <p:cNvPr id="22" name="사각형: 잘린 한쪽 모서리 21">
              <a:extLst>
                <a:ext uri="{FF2B5EF4-FFF2-40B4-BE49-F238E27FC236}">
                  <a16:creationId xmlns:a16="http://schemas.microsoft.com/office/drawing/2014/main" id="{ECBE896A-012D-6A89-52E9-1EC4D3AA67CA}"/>
                </a:ext>
              </a:extLst>
            </p:cNvPr>
            <p:cNvSpPr/>
            <p:nvPr/>
          </p:nvSpPr>
          <p:spPr>
            <a:xfrm>
              <a:off x="1413680" y="3501190"/>
              <a:ext cx="1312876" cy="401740"/>
            </a:xfrm>
            <a:prstGeom prst="snip1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99F5CD5-922F-0680-AB72-5BE30756974E}"/>
                </a:ext>
              </a:extLst>
            </p:cNvPr>
            <p:cNvSpPr txBox="1"/>
            <p:nvPr/>
          </p:nvSpPr>
          <p:spPr>
            <a:xfrm>
              <a:off x="1404974" y="3527934"/>
              <a:ext cx="1555713" cy="338554"/>
            </a:xfrm>
            <a:prstGeom prst="rect">
              <a:avLst/>
            </a:prstGeom>
            <a:noFill/>
            <a:ln w="19050">
              <a:noFill/>
            </a:ln>
            <a:effectLst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감속 시작</a:t>
              </a:r>
              <a:endPara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84B8FB7-F6D0-6E6B-237E-17ACF65076EE}"/>
              </a:ext>
            </a:extLst>
          </p:cNvPr>
          <p:cNvGrpSpPr/>
          <p:nvPr/>
        </p:nvGrpSpPr>
        <p:grpSpPr>
          <a:xfrm>
            <a:off x="5473278" y="5901227"/>
            <a:ext cx="1555713" cy="401740"/>
            <a:chOff x="1399185" y="4060988"/>
            <a:chExt cx="1555713" cy="401740"/>
          </a:xfrm>
        </p:grpSpPr>
        <p:sp>
          <p:nvSpPr>
            <p:cNvPr id="25" name="사각형: 잘린 한쪽 모서리 24">
              <a:extLst>
                <a:ext uri="{FF2B5EF4-FFF2-40B4-BE49-F238E27FC236}">
                  <a16:creationId xmlns:a16="http://schemas.microsoft.com/office/drawing/2014/main" id="{A45CC3EC-A05A-89A9-0986-35DBA8B95511}"/>
                </a:ext>
              </a:extLst>
            </p:cNvPr>
            <p:cNvSpPr/>
            <p:nvPr/>
          </p:nvSpPr>
          <p:spPr>
            <a:xfrm>
              <a:off x="1407891" y="4060988"/>
              <a:ext cx="1312876" cy="401740"/>
            </a:xfrm>
            <a:prstGeom prst="snip1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3FFDD67-691D-1791-960D-471AD58A91A9}"/>
                </a:ext>
              </a:extLst>
            </p:cNvPr>
            <p:cNvSpPr txBox="1"/>
            <p:nvPr/>
          </p:nvSpPr>
          <p:spPr>
            <a:xfrm>
              <a:off x="1399185" y="4087732"/>
              <a:ext cx="1555713" cy="338554"/>
            </a:xfrm>
            <a:prstGeom prst="rect">
              <a:avLst/>
            </a:prstGeom>
            <a:noFill/>
            <a:ln w="19050">
              <a:noFill/>
            </a:ln>
            <a:effectLst/>
          </p:spPr>
          <p:txBody>
            <a:bodyPr wrap="square" rtlCol="0" anchor="ctr">
              <a:spAutoFit/>
            </a:bodyPr>
            <a:lstStyle/>
            <a:p>
              <a:r>
                <a:rPr lang="en-US" altLang="ko-KR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 = 0</a:t>
              </a:r>
              <a:endPara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8ED46370-8551-E1E1-3973-895B150DFCA9}"/>
              </a:ext>
            </a:extLst>
          </p:cNvPr>
          <p:cNvGrpSpPr/>
          <p:nvPr/>
        </p:nvGrpSpPr>
        <p:grpSpPr>
          <a:xfrm>
            <a:off x="1384690" y="2794000"/>
            <a:ext cx="1555713" cy="886740"/>
            <a:chOff x="1384690" y="3070144"/>
            <a:chExt cx="1555713" cy="886740"/>
          </a:xfrm>
        </p:grpSpPr>
        <p:sp>
          <p:nvSpPr>
            <p:cNvPr id="33" name="사각형: 위쪽 모서리의 한쪽은 둥글고 다른 한쪽은 잘림 32">
              <a:extLst>
                <a:ext uri="{FF2B5EF4-FFF2-40B4-BE49-F238E27FC236}">
                  <a16:creationId xmlns:a16="http://schemas.microsoft.com/office/drawing/2014/main" id="{C0762AE0-B2FA-8250-4822-24EF3D73D508}"/>
                </a:ext>
              </a:extLst>
            </p:cNvPr>
            <p:cNvSpPr/>
            <p:nvPr/>
          </p:nvSpPr>
          <p:spPr>
            <a:xfrm>
              <a:off x="1399185" y="3070144"/>
              <a:ext cx="1312876" cy="886740"/>
            </a:xfrm>
            <a:prstGeom prst="snipRoundRect">
              <a:avLst>
                <a:gd name="adj1" fmla="val 0"/>
                <a:gd name="adj2" fmla="val 16667"/>
              </a:avLst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CC7C5DB-7927-1E14-59AF-F4BC0A42F3DA}"/>
                </a:ext>
              </a:extLst>
            </p:cNvPr>
            <p:cNvSpPr txBox="1"/>
            <p:nvPr/>
          </p:nvSpPr>
          <p:spPr>
            <a:xfrm>
              <a:off x="1384690" y="3083725"/>
              <a:ext cx="1555713" cy="830997"/>
            </a:xfrm>
            <a:prstGeom prst="rect">
              <a:avLst/>
            </a:prstGeom>
            <a:noFill/>
            <a:ln w="19050">
              <a:noFill/>
            </a:ln>
            <a:effectLst/>
          </p:spPr>
          <p:txBody>
            <a:bodyPr wrap="square" rtlCol="0" anchor="ctr">
              <a:spAutoFit/>
            </a:bodyPr>
            <a:lstStyle/>
            <a:p>
              <a:r>
                <a: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lidar scan</a:t>
              </a:r>
              <a:r>
                <a:rPr lang="ko-KR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msg</a:t>
              </a:r>
            </a:p>
            <a:p>
              <a:r>
                <a: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ex) distance, angle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0BEE7AF7-DA09-B781-B614-DBD885D21F6B}"/>
              </a:ext>
            </a:extLst>
          </p:cNvPr>
          <p:cNvSpPr txBox="1"/>
          <p:nvPr/>
        </p:nvSpPr>
        <p:spPr>
          <a:xfrm>
            <a:off x="887205" y="2754831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endParaRPr lang="ko-KR" altLang="en-US" b="1" u="sng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5993B1C-DEFF-83C9-8619-266875F2D9B8}"/>
              </a:ext>
            </a:extLst>
          </p:cNvPr>
          <p:cNvSpPr txBox="1"/>
          <p:nvPr/>
        </p:nvSpPr>
        <p:spPr>
          <a:xfrm>
            <a:off x="7027750" y="2774863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  <a:endParaRPr lang="ko-KR" altLang="en-US" b="1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8E2CC83-0816-3500-116A-3C21416A09F0}"/>
              </a:ext>
            </a:extLst>
          </p:cNvPr>
          <p:cNvSpPr txBox="1"/>
          <p:nvPr/>
        </p:nvSpPr>
        <p:spPr>
          <a:xfrm>
            <a:off x="7027749" y="4121104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  <a:endParaRPr lang="ko-KR" altLang="en-US" b="1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46DB9E0C-92E4-04C7-35BF-45AA2B880E52}"/>
              </a:ext>
            </a:extLst>
          </p:cNvPr>
          <p:cNvGrpSpPr/>
          <p:nvPr/>
        </p:nvGrpSpPr>
        <p:grpSpPr>
          <a:xfrm>
            <a:off x="5564785" y="4115934"/>
            <a:ext cx="1312876" cy="401740"/>
            <a:chOff x="5564785" y="4064414"/>
            <a:chExt cx="1312876" cy="401740"/>
          </a:xfrm>
        </p:grpSpPr>
        <p:sp>
          <p:nvSpPr>
            <p:cNvPr id="40" name="사각형: 잘린 한쪽 모서리 39">
              <a:extLst>
                <a:ext uri="{FF2B5EF4-FFF2-40B4-BE49-F238E27FC236}">
                  <a16:creationId xmlns:a16="http://schemas.microsoft.com/office/drawing/2014/main" id="{C2476A6A-43A5-65C8-CA98-02B8955E9AA1}"/>
                </a:ext>
              </a:extLst>
            </p:cNvPr>
            <p:cNvSpPr/>
            <p:nvPr/>
          </p:nvSpPr>
          <p:spPr>
            <a:xfrm>
              <a:off x="5564785" y="4064414"/>
              <a:ext cx="1312876" cy="401740"/>
            </a:xfrm>
            <a:prstGeom prst="snip1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B325346-AF0F-B218-74E4-032EBBFA23EF}"/>
                </a:ext>
              </a:extLst>
            </p:cNvPr>
            <p:cNvSpPr txBox="1"/>
            <p:nvPr/>
          </p:nvSpPr>
          <p:spPr>
            <a:xfrm>
              <a:off x="5581031" y="4071395"/>
              <a:ext cx="871184" cy="369332"/>
            </a:xfrm>
            <a:prstGeom prst="rect">
              <a:avLst/>
            </a:prstGeom>
            <a:noFill/>
            <a:ln w="19050">
              <a:noFill/>
            </a:ln>
            <a:effectLst/>
          </p:spPr>
          <p:txBody>
            <a:bodyPr wrap="square" rtlCol="0" anchor="ctr">
              <a:spAutoFit/>
            </a:bodyPr>
            <a:lstStyle/>
            <a:p>
              <a:r>
                <a:rPr lang="en-US" altLang="ko-K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stop!</a:t>
              </a:r>
              <a:endPara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AF5BA07A-A9DC-5E19-75AD-22E115601B20}"/>
              </a:ext>
            </a:extLst>
          </p:cNvPr>
          <p:cNvSpPr txBox="1"/>
          <p:nvPr/>
        </p:nvSpPr>
        <p:spPr>
          <a:xfrm>
            <a:off x="3416627" y="5661472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t4</a:t>
            </a:r>
            <a:endParaRPr lang="ko-KR" altLang="en-US" b="1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CBFB76E6-BE65-79DF-C595-4C7EADA43AEA}"/>
              </a:ext>
            </a:extLst>
          </p:cNvPr>
          <p:cNvGrpSpPr/>
          <p:nvPr/>
        </p:nvGrpSpPr>
        <p:grpSpPr>
          <a:xfrm>
            <a:off x="3935355" y="5846138"/>
            <a:ext cx="1312876" cy="401740"/>
            <a:chOff x="5564785" y="4064414"/>
            <a:chExt cx="1312876" cy="401740"/>
          </a:xfrm>
        </p:grpSpPr>
        <p:sp>
          <p:nvSpPr>
            <p:cNvPr id="45" name="사각형: 잘린 한쪽 모서리 44">
              <a:extLst>
                <a:ext uri="{FF2B5EF4-FFF2-40B4-BE49-F238E27FC236}">
                  <a16:creationId xmlns:a16="http://schemas.microsoft.com/office/drawing/2014/main" id="{7906556A-0940-33E4-E884-D2330B2D1FAC}"/>
                </a:ext>
              </a:extLst>
            </p:cNvPr>
            <p:cNvSpPr/>
            <p:nvPr/>
          </p:nvSpPr>
          <p:spPr>
            <a:xfrm>
              <a:off x="5564785" y="4064414"/>
              <a:ext cx="1312876" cy="401740"/>
            </a:xfrm>
            <a:prstGeom prst="snip1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B40A447-E7CD-C886-2DEF-6F02942D292D}"/>
                </a:ext>
              </a:extLst>
            </p:cNvPr>
            <p:cNvSpPr txBox="1"/>
            <p:nvPr/>
          </p:nvSpPr>
          <p:spPr>
            <a:xfrm>
              <a:off x="5581031" y="4071395"/>
              <a:ext cx="871184" cy="369332"/>
            </a:xfrm>
            <a:prstGeom prst="rect">
              <a:avLst/>
            </a:prstGeom>
            <a:noFill/>
            <a:ln w="19050">
              <a:noFill/>
            </a:ln>
            <a:effectLst/>
          </p:spPr>
          <p:txBody>
            <a:bodyPr wrap="square" rtlCol="0" anchor="ctr">
              <a:spAutoFit/>
            </a:bodyPr>
            <a:lstStyle/>
            <a:p>
              <a:r>
                <a:rPr lang="en-US" altLang="ko-K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stop!</a:t>
              </a:r>
              <a:endPara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7F3CC61D-E276-F0E1-EB0E-51A8B743BD48}"/>
              </a:ext>
            </a:extLst>
          </p:cNvPr>
          <p:cNvGrpSpPr/>
          <p:nvPr/>
        </p:nvGrpSpPr>
        <p:grpSpPr>
          <a:xfrm>
            <a:off x="1384689" y="4073239"/>
            <a:ext cx="1555713" cy="401740"/>
            <a:chOff x="1404974" y="3501190"/>
            <a:chExt cx="1555713" cy="401740"/>
          </a:xfrm>
        </p:grpSpPr>
        <p:sp>
          <p:nvSpPr>
            <p:cNvPr id="48" name="사각형: 잘린 한쪽 모서리 47">
              <a:extLst>
                <a:ext uri="{FF2B5EF4-FFF2-40B4-BE49-F238E27FC236}">
                  <a16:creationId xmlns:a16="http://schemas.microsoft.com/office/drawing/2014/main" id="{E51BC7F9-25E3-0C85-FDB7-D0346FEC812B}"/>
                </a:ext>
              </a:extLst>
            </p:cNvPr>
            <p:cNvSpPr/>
            <p:nvPr/>
          </p:nvSpPr>
          <p:spPr>
            <a:xfrm>
              <a:off x="1413680" y="3501190"/>
              <a:ext cx="1312876" cy="401740"/>
            </a:xfrm>
            <a:prstGeom prst="snip1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5E2EFC8-EECB-5D2F-6A46-D0F84FF749A8}"/>
                </a:ext>
              </a:extLst>
            </p:cNvPr>
            <p:cNvSpPr txBox="1"/>
            <p:nvPr/>
          </p:nvSpPr>
          <p:spPr>
            <a:xfrm>
              <a:off x="1404974" y="3527934"/>
              <a:ext cx="1555713" cy="338554"/>
            </a:xfrm>
            <a:prstGeom prst="rect">
              <a:avLst/>
            </a:prstGeom>
            <a:noFill/>
            <a:ln w="19050">
              <a:noFill/>
            </a:ln>
            <a:effectLst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감속 시작</a:t>
              </a:r>
              <a:endPara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AF8CB6DC-1B85-68F1-A219-21C59CD36ACB}"/>
              </a:ext>
            </a:extLst>
          </p:cNvPr>
          <p:cNvSpPr txBox="1"/>
          <p:nvPr/>
        </p:nvSpPr>
        <p:spPr>
          <a:xfrm>
            <a:off x="912475" y="4136375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BE368E5-05E1-6BA2-A32C-972F0AE71A7F}"/>
              </a:ext>
            </a:extLst>
          </p:cNvPr>
          <p:cNvSpPr txBox="1"/>
          <p:nvPr/>
        </p:nvSpPr>
        <p:spPr>
          <a:xfrm>
            <a:off x="7008279" y="5431998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5F65954-EDF1-6A1B-990E-1BE6C91F0F4C}"/>
              </a:ext>
            </a:extLst>
          </p:cNvPr>
          <p:cNvSpPr txBox="1"/>
          <p:nvPr/>
        </p:nvSpPr>
        <p:spPr>
          <a:xfrm>
            <a:off x="7019389" y="5960660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3B9D39D-DCD0-4627-4FD5-36B4F3E3984B}"/>
              </a:ext>
            </a:extLst>
          </p:cNvPr>
          <p:cNvSpPr txBox="1"/>
          <p:nvPr/>
        </p:nvSpPr>
        <p:spPr>
          <a:xfrm>
            <a:off x="1982848" y="4733432"/>
            <a:ext cx="3937505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simulator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와 </a:t>
            </a:r>
            <a:r>
              <a:rPr lang="en-US" altLang="ko-KR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의 시간 체계가 다르다</a:t>
            </a:r>
            <a:endParaRPr lang="en-US" altLang="ko-KR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8CD2B14-02EC-EA0D-DE4D-D2C06377CB7B}"/>
              </a:ext>
            </a:extLst>
          </p:cNvPr>
          <p:cNvSpPr txBox="1"/>
          <p:nvPr/>
        </p:nvSpPr>
        <p:spPr>
          <a:xfrm>
            <a:off x="6953603" y="188857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ros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AD4508D-993F-7F7C-EB9E-AA91B903DD90}"/>
              </a:ext>
            </a:extLst>
          </p:cNvPr>
          <p:cNvSpPr txBox="1"/>
          <p:nvPr/>
        </p:nvSpPr>
        <p:spPr>
          <a:xfrm>
            <a:off x="709554" y="1888575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silmulator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24628A8-1CC7-1A82-FC9D-CA0502467465}"/>
              </a:ext>
            </a:extLst>
          </p:cNvPr>
          <p:cNvSpPr/>
          <p:nvPr/>
        </p:nvSpPr>
        <p:spPr>
          <a:xfrm>
            <a:off x="709554" y="2222500"/>
            <a:ext cx="6833411" cy="4314020"/>
          </a:xfrm>
          <a:prstGeom prst="rect">
            <a:avLst/>
          </a:prstGeom>
          <a:solidFill>
            <a:schemeClr val="tx1"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252009A-9440-8B49-8E7E-AD8603E3807E}"/>
              </a:ext>
            </a:extLst>
          </p:cNvPr>
          <p:cNvSpPr txBox="1"/>
          <p:nvPr/>
        </p:nvSpPr>
        <p:spPr>
          <a:xfrm>
            <a:off x="3464935" y="3180681"/>
            <a:ext cx="3760465" cy="400110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sz="2000" b="1" dirty="0" err="1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self.get_clock</a:t>
            </a:r>
            <a:r>
              <a:rPr lang="en-US" altLang="ko-KR" sz="20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().now().nanoseconds</a:t>
            </a:r>
            <a:endParaRPr lang="ko-KR" altLang="en-US" sz="2000" b="1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448AAFE8-6744-BC6B-94E8-484B55C3F3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943" t="86439" r="43867" b="1768"/>
          <a:stretch>
            <a:fillRect/>
          </a:stretch>
        </p:blipFill>
        <p:spPr>
          <a:xfrm>
            <a:off x="817809" y="2871430"/>
            <a:ext cx="2123764" cy="1042946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8E0F2449-B2C3-CD56-D573-CE16D087C71C}"/>
              </a:ext>
            </a:extLst>
          </p:cNvPr>
          <p:cNvSpPr txBox="1"/>
          <p:nvPr/>
        </p:nvSpPr>
        <p:spPr>
          <a:xfrm>
            <a:off x="784895" y="3891157"/>
            <a:ext cx="3760465" cy="400110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timestamp</a:t>
            </a:r>
            <a:endParaRPr lang="ko-KR" altLang="en-US" sz="2000" b="1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04000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8" grpId="0"/>
      <p:bldP spid="6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56D95-6D29-6122-B63D-AC034F847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830FA793-7FC0-6A28-E0D1-CAD7F7AB15EF}"/>
              </a:ext>
            </a:extLst>
          </p:cNvPr>
          <p:cNvSpPr/>
          <p:nvPr/>
        </p:nvSpPr>
        <p:spPr>
          <a:xfrm>
            <a:off x="203760" y="998280"/>
            <a:ext cx="8852760" cy="958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Lidar Data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송수신 경로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test: 0.5 m/s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로 비행하다가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3m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이내에 장애물이 감지되면 멈춰라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FC28D29D-5C39-C1EF-A1A2-E9C140F9A714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12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9F2B522A-8D92-F9F9-3414-81D2350F9D8C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1B21C36E-8AA0-6C2C-C2F3-FC06E8CA5A3E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Lidar data 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27B4F31B-924F-11F6-C672-07899237E31D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pic>
        <p:nvPicPr>
          <p:cNvPr id="116" name="그림 115">
            <a:extLst>
              <a:ext uri="{FF2B5EF4-FFF2-40B4-BE49-F238E27FC236}">
                <a16:creationId xmlns:a16="http://schemas.microsoft.com/office/drawing/2014/main" id="{AA26AC74-2C9F-44A2-FF4F-E028CA6248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8900" y="2157351"/>
            <a:ext cx="4724400" cy="2979618"/>
          </a:xfrm>
          <a:prstGeom prst="rect">
            <a:avLst/>
          </a:prstGeom>
        </p:spPr>
      </p:pic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844EF27E-8EF2-0BC7-6B83-FEDB82BAF652}"/>
              </a:ext>
            </a:extLst>
          </p:cNvPr>
          <p:cNvCxnSpPr>
            <a:cxnSpLocks/>
          </p:cNvCxnSpPr>
          <p:nvPr/>
        </p:nvCxnSpPr>
        <p:spPr>
          <a:xfrm>
            <a:off x="596900" y="6070600"/>
            <a:ext cx="7874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FF043E8F-5BB4-4374-C4C2-E6A5DD0A8073}"/>
              </a:ext>
            </a:extLst>
          </p:cNvPr>
          <p:cNvSpPr txBox="1"/>
          <p:nvPr/>
        </p:nvSpPr>
        <p:spPr>
          <a:xfrm>
            <a:off x="6475075" y="6097114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t6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FD9666B-AB8B-2821-3D9F-F8A276A6BFD2}"/>
              </a:ext>
            </a:extLst>
          </p:cNvPr>
          <p:cNvSpPr txBox="1"/>
          <p:nvPr/>
        </p:nvSpPr>
        <p:spPr>
          <a:xfrm>
            <a:off x="5370175" y="5613400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t5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7480410-45A7-9197-97B9-1DFDB9D91A41}"/>
              </a:ext>
            </a:extLst>
          </p:cNvPr>
          <p:cNvSpPr txBox="1"/>
          <p:nvPr/>
        </p:nvSpPr>
        <p:spPr>
          <a:xfrm>
            <a:off x="4195897" y="6097114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t4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E5CD9D48-4E74-2AF3-1213-F637AC46BBB5}"/>
              </a:ext>
            </a:extLst>
          </p:cNvPr>
          <p:cNvSpPr txBox="1"/>
          <p:nvPr/>
        </p:nvSpPr>
        <p:spPr>
          <a:xfrm>
            <a:off x="2830175" y="6097114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02BE31D-FD6F-389A-8D46-A7ECC1200BD2}"/>
              </a:ext>
            </a:extLst>
          </p:cNvPr>
          <p:cNvSpPr txBox="1"/>
          <p:nvPr/>
        </p:nvSpPr>
        <p:spPr>
          <a:xfrm>
            <a:off x="1651518" y="6097114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55713F12-76F9-8188-B087-F9AE23E2A4DF}"/>
              </a:ext>
            </a:extLst>
          </p:cNvPr>
          <p:cNvSpPr txBox="1"/>
          <p:nvPr/>
        </p:nvSpPr>
        <p:spPr>
          <a:xfrm>
            <a:off x="731118" y="5613400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10F25FBA-2ACE-4064-0151-4BD81F6B60E7}"/>
              </a:ext>
            </a:extLst>
          </p:cNvPr>
          <p:cNvSpPr txBox="1"/>
          <p:nvPr/>
        </p:nvSpPr>
        <p:spPr>
          <a:xfrm>
            <a:off x="7406554" y="6097114"/>
            <a:ext cx="43424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t7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836EC808-353A-8363-B2A2-171439B3F688}"/>
              </a:ext>
            </a:extLst>
          </p:cNvPr>
          <p:cNvSpPr txBox="1"/>
          <p:nvPr/>
        </p:nvSpPr>
        <p:spPr>
          <a:xfrm>
            <a:off x="517860" y="1957153"/>
            <a:ext cx="3692672" cy="3416320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t1: lidar</a:t>
            </a:r>
            <a:r>
              <a:rPr lang="ko-KR" altLang="en-US" b="1" dirty="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scan </a:t>
            </a:r>
            <a:r>
              <a:rPr lang="ko-KR" altLang="en-US" b="1" dirty="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감지</a:t>
            </a:r>
            <a:endParaRPr lang="en-US" altLang="ko-KR" b="1" dirty="0">
              <a:solidFill>
                <a:schemeClr val="accent1"/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t2: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 정지 여부 판단</a:t>
            </a:r>
            <a:endParaRPr lang="en-US" altLang="ko-KR" b="1" dirty="0">
              <a:latin typeface="+mj-lt"/>
              <a:cs typeface="Times New Roman" panose="02020603050405020304" pitchFamily="18" charset="0"/>
            </a:endParaRPr>
          </a:p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t3: 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정지 명령 전송</a:t>
            </a:r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(to </a:t>
            </a:r>
            <a:r>
              <a:rPr lang="en-US" altLang="ko-KR" b="1" dirty="0" err="1">
                <a:latin typeface="+mj-lt"/>
                <a:cs typeface="Times New Roman" panose="02020603050405020304" pitchFamily="18" charset="0"/>
              </a:rPr>
              <a:t>mavros</a:t>
            </a:r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)</a:t>
            </a:r>
          </a:p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t4: 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정지 명령 전송</a:t>
            </a:r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(to px4)</a:t>
            </a:r>
          </a:p>
          <a:p>
            <a:r>
              <a:rPr lang="en-US" altLang="ko-KR" b="1" dirty="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t5: </a:t>
            </a:r>
            <a:r>
              <a:rPr lang="ko-KR" altLang="en-US" b="1" dirty="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정지 명령 반영</a:t>
            </a:r>
            <a:endParaRPr lang="en-US" altLang="ko-KR" b="1" dirty="0">
              <a:solidFill>
                <a:schemeClr val="accent1"/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t6: 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정지 명령 반영 여부 반환</a:t>
            </a:r>
            <a:endParaRPr lang="en-US" altLang="ko-KR" b="1" dirty="0">
              <a:latin typeface="+mj-lt"/>
              <a:cs typeface="Times New Roman" panose="02020603050405020304" pitchFamily="18" charset="0"/>
            </a:endParaRPr>
          </a:p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t7: v = 0 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상태 반환</a:t>
            </a:r>
            <a:endParaRPr lang="en-US" altLang="ko-KR" b="1" dirty="0">
              <a:latin typeface="+mj-lt"/>
              <a:cs typeface="Times New Roman" panose="02020603050405020304" pitchFamily="18" charset="0"/>
            </a:endParaRPr>
          </a:p>
          <a:p>
            <a:endParaRPr lang="en-US" altLang="ko-KR" b="1" dirty="0">
              <a:latin typeface="+mj-lt"/>
              <a:cs typeface="Times New Roman" panose="02020603050405020304" pitchFamily="18" charset="0"/>
            </a:endParaRPr>
          </a:p>
          <a:p>
            <a:r>
              <a:rPr lang="en-US" altLang="ko-KR" b="1" dirty="0">
                <a:solidFill>
                  <a:schemeClr val="accent1"/>
                </a:solidFill>
                <a:latin typeface="+mj-lt"/>
                <a:cs typeface="Times New Roman" panose="02020603050405020304" pitchFamily="18" charset="0"/>
              </a:rPr>
              <a:t>t1~t5: E2E</a:t>
            </a:r>
          </a:p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t2~t3: 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장애물 판단 연산</a:t>
            </a:r>
            <a:endParaRPr lang="en-US" altLang="ko-KR" b="1" dirty="0">
              <a:latin typeface="+mj-lt"/>
              <a:cs typeface="Times New Roman" panose="02020603050405020304" pitchFamily="18" charset="0"/>
            </a:endParaRPr>
          </a:p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t3~t4: </a:t>
            </a:r>
            <a:r>
              <a:rPr lang="en-US" altLang="ko-KR" b="1" dirty="0" err="1">
                <a:latin typeface="+mj-lt"/>
                <a:cs typeface="Times New Roman" panose="02020603050405020304" pitchFamily="18" charset="0"/>
              </a:rPr>
              <a:t>mavros</a:t>
            </a:r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처리</a:t>
            </a:r>
            <a:endParaRPr lang="en-US" altLang="ko-KR" b="1" dirty="0">
              <a:latin typeface="+mj-lt"/>
              <a:cs typeface="Times New Roman" panose="02020603050405020304" pitchFamily="18" charset="0"/>
            </a:endParaRPr>
          </a:p>
          <a:p>
            <a:r>
              <a:rPr lang="en-US" altLang="ko-KR" b="1" dirty="0">
                <a:latin typeface="+mj-lt"/>
                <a:cs typeface="Times New Roman" panose="02020603050405020304" pitchFamily="18" charset="0"/>
              </a:rPr>
              <a:t>t6~t7: </a:t>
            </a:r>
            <a:r>
              <a:rPr lang="ko-KR" altLang="en-US" b="1" dirty="0">
                <a:latin typeface="+mj-lt"/>
                <a:cs typeface="Times New Roman" panose="02020603050405020304" pitchFamily="18" charset="0"/>
              </a:rPr>
              <a:t>감속시간</a:t>
            </a:r>
            <a:endParaRPr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1349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8840F-AE24-C7E1-F737-CEED8F437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27FD74C2-DE27-D9FE-4600-58C1BF032D2C}"/>
              </a:ext>
            </a:extLst>
          </p:cNvPr>
          <p:cNvSpPr/>
          <p:nvPr/>
        </p:nvSpPr>
        <p:spPr>
          <a:xfrm>
            <a:off x="203760" y="998280"/>
            <a:ext cx="8852760" cy="958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Lidar Data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송수신 경로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예시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: 5m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안에 장애물이 감지되면 멈춰라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A0F13982-42BB-116C-AB02-83A49E00C619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13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A2432B0F-F353-D705-8B97-1D0C953E4E2E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87DF84FE-DE1E-42CA-63AD-5BE02A0E7828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Lidar E2E </a:t>
            </a: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측정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37FD5F02-4F17-3A0B-86AB-7E67E2428E77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2928898-7B70-4858-0DCA-EF332C19C4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43" y="2131060"/>
            <a:ext cx="6419178" cy="3733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DB6EB3-EE7F-1482-BA80-8BF296DFE9A4}"/>
              </a:ext>
            </a:extLst>
          </p:cNvPr>
          <p:cNvSpPr txBox="1"/>
          <p:nvPr/>
        </p:nvSpPr>
        <p:spPr>
          <a:xfrm>
            <a:off x="642022" y="2198683"/>
            <a:ext cx="1555713" cy="646331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Gazebo</a:t>
            </a:r>
          </a:p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lidar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6C8464-C649-3842-E46D-0D4AA31EF1F6}"/>
              </a:ext>
            </a:extLst>
          </p:cNvPr>
          <p:cNvSpPr txBox="1"/>
          <p:nvPr/>
        </p:nvSpPr>
        <p:spPr>
          <a:xfrm>
            <a:off x="4372030" y="2841714"/>
            <a:ext cx="2167968" cy="461665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  <a:latin typeface="+mj-lt"/>
                <a:cs typeface="Times New Roman" panose="02020603050405020304" pitchFamily="18" charset="0"/>
              </a:rPr>
              <a:t>4.9m</a:t>
            </a:r>
          </a:p>
          <a:p>
            <a:r>
              <a:rPr lang="en-US" altLang="ko-KR" sz="1200" b="1" dirty="0">
                <a:solidFill>
                  <a:srgbClr val="FF0000"/>
                </a:solidFill>
                <a:latin typeface="+mj-lt"/>
                <a:cs typeface="Times New Roman" panose="02020603050405020304" pitchFamily="18" charset="0"/>
              </a:rPr>
              <a:t>time(11492352)</a:t>
            </a:r>
            <a:endParaRPr lang="ko-KR" altLang="en-US" sz="1200" b="1" dirty="0">
              <a:solidFill>
                <a:srgbClr val="FF0000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C1288BD-3FD2-80ED-3D06-F6D87EA4B810}"/>
              </a:ext>
            </a:extLst>
          </p:cNvPr>
          <p:cNvSpPr txBox="1"/>
          <p:nvPr/>
        </p:nvSpPr>
        <p:spPr>
          <a:xfrm>
            <a:off x="2651893" y="2198683"/>
            <a:ext cx="1686427" cy="646331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ros_gz_bridge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3DBF8F-6FD6-BA44-31EA-7F3507836A1A}"/>
              </a:ext>
            </a:extLst>
          </p:cNvPr>
          <p:cNvSpPr txBox="1"/>
          <p:nvPr/>
        </p:nvSpPr>
        <p:spPr>
          <a:xfrm>
            <a:off x="4792478" y="2198682"/>
            <a:ext cx="1686427" cy="646331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 node</a:t>
            </a:r>
          </a:p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장애물 판별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23397D1-58AD-7DF8-CEEC-D0976D1B244E}"/>
              </a:ext>
            </a:extLst>
          </p:cNvPr>
          <p:cNvSpPr txBox="1"/>
          <p:nvPr/>
        </p:nvSpPr>
        <p:spPr>
          <a:xfrm>
            <a:off x="7061200" y="3813294"/>
            <a:ext cx="1686427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3D39951-5CDE-0721-3911-5CC7138BB592}"/>
              </a:ext>
            </a:extLst>
          </p:cNvPr>
          <p:cNvSpPr txBox="1"/>
          <p:nvPr/>
        </p:nvSpPr>
        <p:spPr>
          <a:xfrm>
            <a:off x="4792478" y="5079354"/>
            <a:ext cx="1811522" cy="646331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px4</a:t>
            </a:r>
          </a:p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제어기 값 계산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284183C-49F9-5D9D-A850-5C92FC10891D}"/>
              </a:ext>
            </a:extLst>
          </p:cNvPr>
          <p:cNvSpPr txBox="1"/>
          <p:nvPr/>
        </p:nvSpPr>
        <p:spPr>
          <a:xfrm>
            <a:off x="2009610" y="5079354"/>
            <a:ext cx="1811522" cy="646331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Gazebo</a:t>
            </a:r>
          </a:p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정지 명령 반영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6EBC697-165C-6279-31DE-94432DD43D4C}"/>
              </a:ext>
            </a:extLst>
          </p:cNvPr>
          <p:cNvSpPr txBox="1"/>
          <p:nvPr/>
        </p:nvSpPr>
        <p:spPr>
          <a:xfrm>
            <a:off x="6060441" y="3406885"/>
            <a:ext cx="985519" cy="461665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  <a:latin typeface="+mj-lt"/>
                <a:cs typeface="Times New Roman" panose="02020603050405020304" pitchFamily="18" charset="0"/>
              </a:rPr>
              <a:t>service</a:t>
            </a:r>
            <a:r>
              <a:rPr lang="ko-KR" altLang="en-US" sz="1200" b="1" dirty="0">
                <a:solidFill>
                  <a:srgbClr val="FF000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altLang="ko-KR" sz="1200" b="1" dirty="0">
                <a:solidFill>
                  <a:srgbClr val="FF0000"/>
                </a:solidFill>
                <a:latin typeface="+mj-lt"/>
                <a:cs typeface="Times New Roman" panose="02020603050405020304" pitchFamily="18" charset="0"/>
              </a:rPr>
              <a:t>call</a:t>
            </a:r>
          </a:p>
          <a:p>
            <a:r>
              <a:rPr lang="en-US" altLang="ko-KR" sz="1200" b="1" dirty="0">
                <a:solidFill>
                  <a:srgbClr val="FF0000"/>
                </a:solidFill>
                <a:latin typeface="+mj-lt"/>
                <a:cs typeface="Times New Roman" panose="02020603050405020304" pitchFamily="18" charset="0"/>
              </a:rPr>
              <a:t>velocity = 0</a:t>
            </a:r>
            <a:endParaRPr lang="ko-KR" altLang="en-US" sz="1200" b="1" dirty="0">
              <a:solidFill>
                <a:srgbClr val="FF0000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9B83BF-84BB-100D-6147-F8A32B462350}"/>
              </a:ext>
            </a:extLst>
          </p:cNvPr>
          <p:cNvSpPr txBox="1"/>
          <p:nvPr/>
        </p:nvSpPr>
        <p:spPr>
          <a:xfrm>
            <a:off x="2009610" y="4873232"/>
            <a:ext cx="2167968" cy="276999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  <a:latin typeface="+mj-lt"/>
                <a:cs typeface="Times New Roman" panose="02020603050405020304" pitchFamily="18" charset="0"/>
              </a:rPr>
              <a:t>이 시점을 알 수 없다</a:t>
            </a:r>
            <a:r>
              <a:rPr lang="en-US" altLang="ko-KR" sz="1200" b="1" dirty="0">
                <a:solidFill>
                  <a:srgbClr val="FF0000"/>
                </a:solidFill>
                <a:latin typeface="+mj-lt"/>
                <a:cs typeface="Times New Roman" panose="02020603050405020304" pitchFamily="18" charset="0"/>
              </a:rPr>
              <a:t>. </a:t>
            </a:r>
            <a:endParaRPr lang="ko-KR" altLang="en-US" sz="1200" b="1" dirty="0">
              <a:solidFill>
                <a:srgbClr val="FF0000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4A3570-389E-BA5E-02B2-35E3F34ABC1E}"/>
              </a:ext>
            </a:extLst>
          </p:cNvPr>
          <p:cNvSpPr txBox="1"/>
          <p:nvPr/>
        </p:nvSpPr>
        <p:spPr>
          <a:xfrm>
            <a:off x="2737148" y="5900267"/>
            <a:ext cx="2167968" cy="276999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sz="1200" b="1" dirty="0">
                <a:solidFill>
                  <a:srgbClr val="00B0F0"/>
                </a:solidFill>
                <a:latin typeface="+mj-lt"/>
                <a:cs typeface="Times New Roman" panose="02020603050405020304" pitchFamily="18" charset="0"/>
              </a:rPr>
              <a:t>drone state</a:t>
            </a:r>
            <a:endParaRPr lang="ko-KR" altLang="en-US" sz="1200" b="1" dirty="0">
              <a:solidFill>
                <a:srgbClr val="00B0F0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FD603BE-50C9-8F38-6823-98EFA9A42C5E}"/>
              </a:ext>
            </a:extLst>
          </p:cNvPr>
          <p:cNvSpPr txBox="1"/>
          <p:nvPr/>
        </p:nvSpPr>
        <p:spPr>
          <a:xfrm>
            <a:off x="7623982" y="1487912"/>
            <a:ext cx="1686427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 node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75689AE-B05B-69E4-1ABC-2F944E0C9414}"/>
              </a:ext>
            </a:extLst>
          </p:cNvPr>
          <p:cNvSpPr txBox="1"/>
          <p:nvPr/>
        </p:nvSpPr>
        <p:spPr>
          <a:xfrm>
            <a:off x="7076439" y="3351629"/>
            <a:ext cx="2167968" cy="461665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sz="1200" b="1" dirty="0">
                <a:solidFill>
                  <a:srgbClr val="00B0F0"/>
                </a:solidFill>
                <a:latin typeface="+mj-lt"/>
                <a:cs typeface="Times New Roman" panose="02020603050405020304" pitchFamily="18" charset="0"/>
              </a:rPr>
              <a:t>drone state</a:t>
            </a:r>
          </a:p>
          <a:p>
            <a:r>
              <a:rPr lang="en-US" altLang="ko-KR" sz="1200" b="1" dirty="0">
                <a:solidFill>
                  <a:srgbClr val="00B0F0"/>
                </a:solidFill>
                <a:latin typeface="+mj-lt"/>
                <a:cs typeface="Times New Roman" panose="02020603050405020304" pitchFamily="18" charset="0"/>
              </a:rPr>
              <a:t>time(20260307_12315314154)</a:t>
            </a:r>
            <a:endParaRPr lang="ko-KR" altLang="en-US" sz="1200" b="1" dirty="0">
              <a:solidFill>
                <a:srgbClr val="00B0F0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004233D-1798-2823-79C5-0873EADBA27F}"/>
              </a:ext>
            </a:extLst>
          </p:cNvPr>
          <p:cNvSpPr txBox="1"/>
          <p:nvPr/>
        </p:nvSpPr>
        <p:spPr>
          <a:xfrm>
            <a:off x="5456014" y="2829967"/>
            <a:ext cx="2167968" cy="461665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sz="1200" b="1" dirty="0">
                <a:solidFill>
                  <a:srgbClr val="00B050"/>
                </a:solidFill>
                <a:latin typeface="+mj-lt"/>
                <a:cs typeface="Times New Roman" panose="02020603050405020304" pitchFamily="18" charset="0"/>
              </a:rPr>
              <a:t>lidar callback</a:t>
            </a:r>
          </a:p>
          <a:p>
            <a:r>
              <a:rPr lang="en-US" altLang="ko-KR" sz="1200" b="1" dirty="0">
                <a:solidFill>
                  <a:srgbClr val="00B050"/>
                </a:solidFill>
                <a:latin typeface="+mj-lt"/>
                <a:cs typeface="Times New Roman" panose="02020603050405020304" pitchFamily="18" charset="0"/>
              </a:rPr>
              <a:t>time(20260307_1231239)</a:t>
            </a:r>
            <a:endParaRPr lang="ko-KR" altLang="en-US" sz="1200" b="1" dirty="0">
              <a:solidFill>
                <a:srgbClr val="00B050"/>
              </a:solidFill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3433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4.44444E-6 L 0.23663 4.44444E-6 C 0.34288 4.44444E-6 0.47379 -0.06644 0.47379 -0.12037 L 0.47379 -0.24051 " pathEditMode="relative" rAng="0" ptsTypes="AAAA">
                                      <p:cBhvr>
                                        <p:cTn id="21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681" y="-120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2.22222E-6 L 0.00313 -0.22407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" y="-112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6" grpId="0"/>
      <p:bldP spid="36" grpId="1"/>
      <p:bldP spid="37" grpId="0"/>
      <p:bldP spid="38" grpId="0"/>
      <p:bldP spid="38" grpId="1"/>
      <p:bldP spid="3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F0CA6-E4A7-529F-931D-573B52862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FCBC8D73-E204-6FC4-7690-B372CED41448}"/>
              </a:ext>
            </a:extLst>
          </p:cNvPr>
          <p:cNvSpPr/>
          <p:nvPr/>
        </p:nvSpPr>
        <p:spPr>
          <a:xfrm>
            <a:off x="203760" y="998280"/>
            <a:ext cx="8852760" cy="958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Lidar E2E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190 </a:t>
            </a:r>
            <a:r>
              <a:rPr lang="en-US" altLang="ko-KR" sz="2000" b="1" spc="-1" dirty="0" err="1">
                <a:solidFill>
                  <a:srgbClr val="000000"/>
                </a:solidFill>
                <a:latin typeface="Times New Roman"/>
              </a:rPr>
              <a:t>ms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9DA36AF6-901A-109C-530A-3ABF6427E1A9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14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72AD1A4A-7179-6743-18F0-0412DB344B3B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6EDDFA87-A453-14D0-08DB-9A6A36E2B9B8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Lidar E2E </a:t>
            </a: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측정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76CCB4F5-C758-DB35-12E8-46C684B30A25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5A8A264-0D30-53F8-B3B6-EA044006FB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568" y="1957153"/>
            <a:ext cx="5016912" cy="3015485"/>
          </a:xfrm>
          <a:prstGeom prst="rect">
            <a:avLst/>
          </a:prstGeom>
        </p:spPr>
      </p:pic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9570213A-5018-C280-9A77-EEEA4189CAF5}"/>
              </a:ext>
            </a:extLst>
          </p:cNvPr>
          <p:cNvCxnSpPr/>
          <p:nvPr/>
        </p:nvCxnSpPr>
        <p:spPr>
          <a:xfrm>
            <a:off x="728568" y="5318760"/>
            <a:ext cx="788424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이등변 삼각형 6">
            <a:extLst>
              <a:ext uri="{FF2B5EF4-FFF2-40B4-BE49-F238E27FC236}">
                <a16:creationId xmlns:a16="http://schemas.microsoft.com/office/drawing/2014/main" id="{7ACDFAFA-B8A9-6F64-DA5C-1516830EBF72}"/>
              </a:ext>
            </a:extLst>
          </p:cNvPr>
          <p:cNvSpPr/>
          <p:nvPr/>
        </p:nvSpPr>
        <p:spPr>
          <a:xfrm>
            <a:off x="826320" y="5321983"/>
            <a:ext cx="121920" cy="685800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이등변 삼각형 7">
            <a:extLst>
              <a:ext uri="{FF2B5EF4-FFF2-40B4-BE49-F238E27FC236}">
                <a16:creationId xmlns:a16="http://schemas.microsoft.com/office/drawing/2014/main" id="{DF464CD2-2C4B-94F8-B4B6-98332EF10780}"/>
              </a:ext>
            </a:extLst>
          </p:cNvPr>
          <p:cNvSpPr/>
          <p:nvPr/>
        </p:nvSpPr>
        <p:spPr>
          <a:xfrm>
            <a:off x="6541320" y="5321983"/>
            <a:ext cx="121920" cy="685800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이등변 삼각형 8">
            <a:extLst>
              <a:ext uri="{FF2B5EF4-FFF2-40B4-BE49-F238E27FC236}">
                <a16:creationId xmlns:a16="http://schemas.microsoft.com/office/drawing/2014/main" id="{38621181-088C-754E-5149-EE709FDBDBF3}"/>
              </a:ext>
            </a:extLst>
          </p:cNvPr>
          <p:cNvSpPr/>
          <p:nvPr/>
        </p:nvSpPr>
        <p:spPr>
          <a:xfrm>
            <a:off x="1862064" y="5321983"/>
            <a:ext cx="121920" cy="685800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이등변 삼각형 9">
            <a:extLst>
              <a:ext uri="{FF2B5EF4-FFF2-40B4-BE49-F238E27FC236}">
                <a16:creationId xmlns:a16="http://schemas.microsoft.com/office/drawing/2014/main" id="{9857C226-7263-768C-3922-E084E32F19E4}"/>
              </a:ext>
            </a:extLst>
          </p:cNvPr>
          <p:cNvSpPr/>
          <p:nvPr/>
        </p:nvSpPr>
        <p:spPr>
          <a:xfrm>
            <a:off x="7927584" y="5321983"/>
            <a:ext cx="121920" cy="685800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7C9AD4-7E48-7F62-D6D2-C2CD3182D108}"/>
              </a:ext>
            </a:extLst>
          </p:cNvPr>
          <p:cNvSpPr txBox="1"/>
          <p:nvPr/>
        </p:nvSpPr>
        <p:spPr>
          <a:xfrm>
            <a:off x="394971" y="5990040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진짜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E2E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44C62F-C9B3-E40A-3F4B-0F5C851F8FBB}"/>
              </a:ext>
            </a:extLst>
          </p:cNvPr>
          <p:cNvSpPr txBox="1"/>
          <p:nvPr/>
        </p:nvSpPr>
        <p:spPr>
          <a:xfrm>
            <a:off x="7375731" y="6006000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내가 잰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E2E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8ED4FAA-D5A8-99B0-CE26-3CCF89011DE3}"/>
              </a:ext>
            </a:extLst>
          </p:cNvPr>
          <p:cNvSpPr/>
          <p:nvPr/>
        </p:nvSpPr>
        <p:spPr>
          <a:xfrm>
            <a:off x="6270289" y="5105401"/>
            <a:ext cx="2047392" cy="13505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98BAD8-A371-7FA0-7586-7F0F70D0EE8B}"/>
              </a:ext>
            </a:extLst>
          </p:cNvPr>
          <p:cNvSpPr txBox="1"/>
          <p:nvPr/>
        </p:nvSpPr>
        <p:spPr>
          <a:xfrm>
            <a:off x="6270288" y="4736069"/>
            <a:ext cx="1989665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Gazebo→ros2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137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2" grpId="0"/>
      <p:bldP spid="13" grpId="0"/>
      <p:bldP spid="14" grpId="0" animBg="1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5EA07-54A0-20C5-B920-A923F8E35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76B9DE16-CC38-8F2D-4DFB-27910548EED6}"/>
              </a:ext>
            </a:extLst>
          </p:cNvPr>
          <p:cNvSpPr/>
          <p:nvPr/>
        </p:nvSpPr>
        <p:spPr>
          <a:xfrm>
            <a:off x="203760" y="998280"/>
            <a:ext cx="8852760" cy="14205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CPU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부하 원인 분석하기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8EAC9780-887A-FE0F-EE64-0299D91E837A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15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3720CAF6-5A8E-CB2D-D4FF-815D62C02DF5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4DF4B47B-DC7C-459A-C669-68F16BA2B127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CPU </a:t>
            </a: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부하 원인 분석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9862D8A3-B4DC-B567-8915-B0FFC08E6CEE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87D4C29-370D-4F38-F0C0-635ED856D2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795" y="1474968"/>
            <a:ext cx="7204689" cy="432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39F5FAF1-15FB-FE60-12FC-1A3EA5E40314}"/>
              </a:ext>
            </a:extLst>
          </p:cNvPr>
          <p:cNvSpPr/>
          <p:nvPr/>
        </p:nvSpPr>
        <p:spPr>
          <a:xfrm>
            <a:off x="3495554" y="1749475"/>
            <a:ext cx="219919" cy="3622875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73F18A3-FF1E-D8A8-04F7-576EDF3DEB79}"/>
              </a:ext>
            </a:extLst>
          </p:cNvPr>
          <p:cNvSpPr/>
          <p:nvPr/>
        </p:nvSpPr>
        <p:spPr>
          <a:xfrm>
            <a:off x="3148314" y="1749475"/>
            <a:ext cx="219919" cy="3622875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2913D70-2B6A-889E-C19E-8913A0DB5F6E}"/>
              </a:ext>
            </a:extLst>
          </p:cNvPr>
          <p:cNvSpPr/>
          <p:nvPr/>
        </p:nvSpPr>
        <p:spPr>
          <a:xfrm>
            <a:off x="4085863" y="1749474"/>
            <a:ext cx="219919" cy="3622875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D3FE2D3-BA0B-F2EA-17D5-D61F3E85DF93}"/>
              </a:ext>
            </a:extLst>
          </p:cNvPr>
          <p:cNvSpPr/>
          <p:nvPr/>
        </p:nvSpPr>
        <p:spPr>
          <a:xfrm>
            <a:off x="4558805" y="1749474"/>
            <a:ext cx="219919" cy="3622875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0DDB39F-BF92-8567-950D-EA07589DF0C2}"/>
              </a:ext>
            </a:extLst>
          </p:cNvPr>
          <p:cNvSpPr/>
          <p:nvPr/>
        </p:nvSpPr>
        <p:spPr>
          <a:xfrm>
            <a:off x="4826642" y="1749473"/>
            <a:ext cx="219919" cy="3622875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AB21D59-E976-E4A9-61A7-CF9F3DBC61B1}"/>
              </a:ext>
            </a:extLst>
          </p:cNvPr>
          <p:cNvSpPr/>
          <p:nvPr/>
        </p:nvSpPr>
        <p:spPr>
          <a:xfrm>
            <a:off x="5094479" y="1749473"/>
            <a:ext cx="219919" cy="3622875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426B7B5-CE34-0AE8-B307-F05300F63EC1}"/>
              </a:ext>
            </a:extLst>
          </p:cNvPr>
          <p:cNvSpPr/>
          <p:nvPr/>
        </p:nvSpPr>
        <p:spPr>
          <a:xfrm>
            <a:off x="5397040" y="1749473"/>
            <a:ext cx="219919" cy="3622875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B20726A-C70F-EBFE-423B-37FF079B3414}"/>
              </a:ext>
            </a:extLst>
          </p:cNvPr>
          <p:cNvSpPr/>
          <p:nvPr/>
        </p:nvSpPr>
        <p:spPr>
          <a:xfrm>
            <a:off x="5669974" y="1749473"/>
            <a:ext cx="219919" cy="3622875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AF2040B-213D-BE84-7C7F-9D78F2414739}"/>
              </a:ext>
            </a:extLst>
          </p:cNvPr>
          <p:cNvSpPr/>
          <p:nvPr/>
        </p:nvSpPr>
        <p:spPr>
          <a:xfrm>
            <a:off x="6265774" y="1749472"/>
            <a:ext cx="219919" cy="3622875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ABB9B9D-61CB-94C5-91D3-67C8BA419DB8}"/>
              </a:ext>
            </a:extLst>
          </p:cNvPr>
          <p:cNvSpPr/>
          <p:nvPr/>
        </p:nvSpPr>
        <p:spPr>
          <a:xfrm>
            <a:off x="6786634" y="1749472"/>
            <a:ext cx="219919" cy="3622875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765EA98-FFA2-C219-5FFD-9FD659454193}"/>
              </a:ext>
            </a:extLst>
          </p:cNvPr>
          <p:cNvSpPr/>
          <p:nvPr/>
        </p:nvSpPr>
        <p:spPr>
          <a:xfrm>
            <a:off x="1838440" y="1749471"/>
            <a:ext cx="645611" cy="3622875"/>
          </a:xfrm>
          <a:prstGeom prst="rect">
            <a:avLst/>
          </a:prstGeom>
          <a:solidFill>
            <a:schemeClr val="accent4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89DE8E-03EB-642C-0A04-69D3E98AA3CB}"/>
              </a:ext>
            </a:extLst>
          </p:cNvPr>
          <p:cNvSpPr txBox="1"/>
          <p:nvPr/>
        </p:nvSpPr>
        <p:spPr>
          <a:xfrm>
            <a:off x="1153145" y="6003043"/>
            <a:ext cx="2452368" cy="646331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갑작스런 </a:t>
            </a:r>
            <a:r>
              <a:rPr lang="en-US" altLang="ko-KR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en-US" altLang="ko-KR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부하</a:t>
            </a:r>
            <a:endParaRPr lang="en-US" altLang="ko-KR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ko-KR" altLang="en-US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초기 </a:t>
            </a:r>
            <a:r>
              <a:rPr lang="en-US" altLang="ko-KR" b="1" dirty="0" err="1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en-US" altLang="ko-KR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부하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6D85BCF-6D78-C3A6-50F4-18469DEF1EA6}"/>
              </a:ext>
            </a:extLst>
          </p:cNvPr>
          <p:cNvSpPr/>
          <p:nvPr/>
        </p:nvSpPr>
        <p:spPr>
          <a:xfrm>
            <a:off x="1171306" y="1527995"/>
            <a:ext cx="584492" cy="4227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8F35F3-6E73-4174-5E29-7621B4085ED8}"/>
              </a:ext>
            </a:extLst>
          </p:cNvPr>
          <p:cNvSpPr txBox="1"/>
          <p:nvPr/>
        </p:nvSpPr>
        <p:spPr>
          <a:xfrm>
            <a:off x="1769918" y="1941912"/>
            <a:ext cx="1894366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10000 </a:t>
            </a:r>
            <a:r>
              <a:rPr lang="el-GR" altLang="ko-KR" dirty="0"/>
              <a:t>μ</a:t>
            </a:r>
            <a:r>
              <a:rPr lang="en-US" altLang="ko-KR" dirty="0"/>
              <a:t>s = 10 </a:t>
            </a:r>
            <a:r>
              <a:rPr lang="en-US" altLang="ko-KR" dirty="0" err="1"/>
              <a:t>ms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0925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2C7B3-43CD-F8B2-3CBB-A4C2CC876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75A09260-E373-DA35-5115-3AC02E94AC50}"/>
              </a:ext>
            </a:extLst>
          </p:cNvPr>
          <p:cNvSpPr/>
          <p:nvPr/>
        </p:nvSpPr>
        <p:spPr>
          <a:xfrm>
            <a:off x="203760" y="998280"/>
            <a:ext cx="8852760" cy="958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Lidar E2E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190 </a:t>
            </a:r>
            <a:r>
              <a:rPr lang="en-US" altLang="ko-KR" sz="2000" b="1" spc="-1" dirty="0" err="1">
                <a:solidFill>
                  <a:srgbClr val="000000"/>
                </a:solidFill>
                <a:latin typeface="Times New Roman"/>
              </a:rPr>
              <a:t>ms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42195C86-77D6-5A99-9C69-17F19A164452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16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7E8A4AE4-A90A-378E-3C27-9FA9B296B35D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6649066A-8367-9A4A-C519-10541EB5BAB7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Lidar E2E </a:t>
            </a: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측정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165E425A-2DF0-651D-EBA1-8EFC472F7DC9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0F7F8E8-82F1-332C-E094-94D4C025CC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568" y="1957153"/>
            <a:ext cx="5016912" cy="3015485"/>
          </a:xfrm>
          <a:prstGeom prst="rect">
            <a:avLst/>
          </a:prstGeom>
        </p:spPr>
      </p:pic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6FF17051-1BA5-5F0F-1A95-C1F9C6BF44C8}"/>
              </a:ext>
            </a:extLst>
          </p:cNvPr>
          <p:cNvCxnSpPr/>
          <p:nvPr/>
        </p:nvCxnSpPr>
        <p:spPr>
          <a:xfrm>
            <a:off x="728568" y="5318760"/>
            <a:ext cx="788424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이등변 삼각형 6">
            <a:extLst>
              <a:ext uri="{FF2B5EF4-FFF2-40B4-BE49-F238E27FC236}">
                <a16:creationId xmlns:a16="http://schemas.microsoft.com/office/drawing/2014/main" id="{260E195D-88FC-D3FD-5ADB-8E2288D749F2}"/>
              </a:ext>
            </a:extLst>
          </p:cNvPr>
          <p:cNvSpPr/>
          <p:nvPr/>
        </p:nvSpPr>
        <p:spPr>
          <a:xfrm>
            <a:off x="826320" y="5321983"/>
            <a:ext cx="121920" cy="685800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이등변 삼각형 7">
            <a:extLst>
              <a:ext uri="{FF2B5EF4-FFF2-40B4-BE49-F238E27FC236}">
                <a16:creationId xmlns:a16="http://schemas.microsoft.com/office/drawing/2014/main" id="{F9083668-D77A-9B10-3057-41A97042D40F}"/>
              </a:ext>
            </a:extLst>
          </p:cNvPr>
          <p:cNvSpPr/>
          <p:nvPr/>
        </p:nvSpPr>
        <p:spPr>
          <a:xfrm>
            <a:off x="6541320" y="5321983"/>
            <a:ext cx="121920" cy="685800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이등변 삼각형 8">
            <a:extLst>
              <a:ext uri="{FF2B5EF4-FFF2-40B4-BE49-F238E27FC236}">
                <a16:creationId xmlns:a16="http://schemas.microsoft.com/office/drawing/2014/main" id="{41FFC4C1-D4C3-D316-73DA-45CDE49B121B}"/>
              </a:ext>
            </a:extLst>
          </p:cNvPr>
          <p:cNvSpPr/>
          <p:nvPr/>
        </p:nvSpPr>
        <p:spPr>
          <a:xfrm>
            <a:off x="1862064" y="5321983"/>
            <a:ext cx="121920" cy="685800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이등변 삼각형 9">
            <a:extLst>
              <a:ext uri="{FF2B5EF4-FFF2-40B4-BE49-F238E27FC236}">
                <a16:creationId xmlns:a16="http://schemas.microsoft.com/office/drawing/2014/main" id="{F2F7A7B1-D609-0D3F-E891-7654B61C428C}"/>
              </a:ext>
            </a:extLst>
          </p:cNvPr>
          <p:cNvSpPr/>
          <p:nvPr/>
        </p:nvSpPr>
        <p:spPr>
          <a:xfrm>
            <a:off x="7927584" y="5321983"/>
            <a:ext cx="121920" cy="685800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B7408A-89B9-3BC7-D975-7B920AEA2B98}"/>
              </a:ext>
            </a:extLst>
          </p:cNvPr>
          <p:cNvSpPr txBox="1"/>
          <p:nvPr/>
        </p:nvSpPr>
        <p:spPr>
          <a:xfrm>
            <a:off x="394971" y="5990040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진짜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E2E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48041E-58F8-6A01-EBDE-A302112D05F2}"/>
              </a:ext>
            </a:extLst>
          </p:cNvPr>
          <p:cNvSpPr txBox="1"/>
          <p:nvPr/>
        </p:nvSpPr>
        <p:spPr>
          <a:xfrm>
            <a:off x="7375731" y="6006000"/>
            <a:ext cx="1555713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내가 잰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E2E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2ECFD65-E33C-3E12-E1E0-D71EAB789C06}"/>
              </a:ext>
            </a:extLst>
          </p:cNvPr>
          <p:cNvSpPr/>
          <p:nvPr/>
        </p:nvSpPr>
        <p:spPr>
          <a:xfrm>
            <a:off x="6270289" y="5105401"/>
            <a:ext cx="2047392" cy="13505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C182AD-BC3E-82E6-877D-F13EC5DA00A8}"/>
              </a:ext>
            </a:extLst>
          </p:cNvPr>
          <p:cNvSpPr txBox="1"/>
          <p:nvPr/>
        </p:nvSpPr>
        <p:spPr>
          <a:xfrm>
            <a:off x="6270288" y="4736069"/>
            <a:ext cx="1989665" cy="36933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square" rtlCol="0" anchor="ctr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Gazebo→ros2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1103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7D927AE-833D-43DC-8A2C-D735685E0CE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841" y="2738539"/>
            <a:ext cx="1134318" cy="113431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CCBFE469-2B2D-40CE-A2AE-5D93F35E6A83}"/>
              </a:ext>
            </a:extLst>
          </p:cNvPr>
          <p:cNvSpPr/>
          <p:nvPr/>
        </p:nvSpPr>
        <p:spPr>
          <a:xfrm>
            <a:off x="1" y="4390696"/>
            <a:ext cx="9144000" cy="144201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77D82F6-6608-46B6-B381-9916447EE76B}"/>
              </a:ext>
            </a:extLst>
          </p:cNvPr>
          <p:cNvSpPr/>
          <p:nvPr/>
        </p:nvSpPr>
        <p:spPr>
          <a:xfrm>
            <a:off x="3266091" y="1940695"/>
            <a:ext cx="2611815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dist"/>
            <a:r>
              <a:rPr lang="en-US" altLang="ko-K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F62E229-2378-4405-9087-57671A5FC33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8473"/>
          <a:stretch/>
        </p:blipFill>
        <p:spPr>
          <a:xfrm>
            <a:off x="3922814" y="5087502"/>
            <a:ext cx="1298367" cy="42908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B14AEF9-A9A0-4A4E-8490-94A1970A7DE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6876" y="143521"/>
            <a:ext cx="1228382" cy="25450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8E3F5BE-94BC-4D0A-8CC1-AC4E9C90E8A0}"/>
              </a:ext>
            </a:extLst>
          </p:cNvPr>
          <p:cNvSpPr txBox="1"/>
          <p:nvPr/>
        </p:nvSpPr>
        <p:spPr>
          <a:xfrm>
            <a:off x="4508624" y="68172"/>
            <a:ext cx="4572000" cy="343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 : Hoon Sung Chwa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2EC63D-1CA9-4C0D-85F9-6274710D2EA5}"/>
              </a:ext>
            </a:extLst>
          </p:cNvPr>
          <p:cNvSpPr txBox="1"/>
          <p:nvPr/>
        </p:nvSpPr>
        <p:spPr>
          <a:xfrm>
            <a:off x="1691139" y="5711522"/>
            <a:ext cx="576171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Electronic Engineering &amp; Computer Science, DGIST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Computing Lab 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Moonyoung Choi (cmy021205@dgist.ac.kr)</a:t>
            </a:r>
          </a:p>
        </p:txBody>
      </p:sp>
    </p:spTree>
    <p:extLst>
      <p:ext uri="{BB962C8B-B14F-4D97-AF65-F5344CB8AC3E}">
        <p14:creationId xmlns:p14="http://schemas.microsoft.com/office/powerpoint/2010/main" val="3913888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78245</TotalTime>
  <Words>1876</Words>
  <Application>Microsoft Office PowerPoint</Application>
  <PresentationFormat>화면 슬라이드 쇼(4:3)</PresentationFormat>
  <Paragraphs>284</Paragraphs>
  <Slides>17</Slides>
  <Notes>17</Notes>
  <HiddenSlides>1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4" baseType="lpstr">
      <vt:lpstr>맑은 고딕</vt:lpstr>
      <vt:lpstr>Arial</vt:lpstr>
      <vt:lpstr>Calibri</vt:lpstr>
      <vt:lpstr>Calibri Light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RTCL403</dc:creator>
  <cp:lastModifiedBy>최문영</cp:lastModifiedBy>
  <cp:revision>1459</cp:revision>
  <cp:lastPrinted>2021-08-19T05:10:09Z</cp:lastPrinted>
  <dcterms:created xsi:type="dcterms:W3CDTF">2020-05-28T10:10:30Z</dcterms:created>
  <dcterms:modified xsi:type="dcterms:W3CDTF">2026-05-08T01:15:00Z</dcterms:modified>
</cp:coreProperties>
</file>