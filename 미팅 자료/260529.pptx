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699" r:id="rId2"/>
    <p:sldId id="257" r:id="rId3"/>
    <p:sldId id="963" r:id="rId4"/>
    <p:sldId id="989" r:id="rId5"/>
    <p:sldId id="990" r:id="rId6"/>
    <p:sldId id="991" r:id="rId7"/>
    <p:sldId id="999" r:id="rId8"/>
    <p:sldId id="992" r:id="rId9"/>
    <p:sldId id="993" r:id="rId10"/>
    <p:sldId id="1000" r:id="rId11"/>
    <p:sldId id="1001" r:id="rId12"/>
    <p:sldId id="731" r:id="rId13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ED7D31"/>
    <a:srgbClr val="D6DCE5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E30644-9C02-467A-8A7F-B27C9BCEFE25}" v="254" dt="2026-05-28T21:51:07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454" y="5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 문영" userId="a21844db-6106-43e4-b4fd-b1994a39fcca" providerId="ADAL" clId="{1AFE30CA-0473-46B3-B73A-3803F8D94D85}"/>
    <pc:docChg chg="undo custSel addSld delSld modSld">
      <pc:chgData name="최 문영" userId="a21844db-6106-43e4-b4fd-b1994a39fcca" providerId="ADAL" clId="{1AFE30CA-0473-46B3-B73A-3803F8D94D85}" dt="2026-05-28T21:51:18.337" v="2683" actId="478"/>
      <pc:docMkLst>
        <pc:docMk/>
      </pc:docMkLst>
      <pc:sldChg chg="modSp mod">
        <pc:chgData name="최 문영" userId="a21844db-6106-43e4-b4fd-b1994a39fcca" providerId="ADAL" clId="{1AFE30CA-0473-46B3-B73A-3803F8D94D85}" dt="2026-05-28T20:30:33.476" v="20"/>
        <pc:sldMkLst>
          <pc:docMk/>
          <pc:sldMk cId="2886263250" sldId="699"/>
        </pc:sldMkLst>
        <pc:spChg chg="mod">
          <ac:chgData name="최 문영" userId="a21844db-6106-43e4-b4fd-b1994a39fcca" providerId="ADAL" clId="{1AFE30CA-0473-46B3-B73A-3803F8D94D85}" dt="2026-05-28T20:30:33.476" v="20"/>
          <ac:spMkLst>
            <pc:docMk/>
            <pc:sldMk cId="2886263250" sldId="699"/>
            <ac:spMk id="12" creationId="{EE4A91DB-303A-4F81-99F8-0D2A77C39D5B}"/>
          </ac:spMkLst>
        </pc:spChg>
        <pc:spChg chg="mod">
          <ac:chgData name="최 문영" userId="a21844db-6106-43e4-b4fd-b1994a39fcca" providerId="ADAL" clId="{1AFE30CA-0473-46B3-B73A-3803F8D94D85}" dt="2026-05-28T20:21:34.148" v="8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modSp mod">
        <pc:chgData name="최 문영" userId="a21844db-6106-43e4-b4fd-b1994a39fcca" providerId="ADAL" clId="{1AFE30CA-0473-46B3-B73A-3803F8D94D85}" dt="2026-05-28T21:43:40.160" v="2557" actId="20577"/>
        <pc:sldMkLst>
          <pc:docMk/>
          <pc:sldMk cId="3913888928" sldId="731"/>
        </pc:sldMkLst>
        <pc:spChg chg="mod">
          <ac:chgData name="최 문영" userId="a21844db-6106-43e4-b4fd-b1994a39fcca" providerId="ADAL" clId="{1AFE30CA-0473-46B3-B73A-3803F8D94D85}" dt="2026-05-28T21:43:40.160" v="2557" actId="20577"/>
          <ac:spMkLst>
            <pc:docMk/>
            <pc:sldMk cId="3913888928" sldId="731"/>
            <ac:spMk id="11" creationId="{F77D82F6-6608-46B6-B381-9916447EE76B}"/>
          </ac:spMkLst>
        </pc:spChg>
      </pc:sldChg>
      <pc:sldChg chg="del">
        <pc:chgData name="최 문영" userId="a21844db-6106-43e4-b4fd-b1994a39fcca" providerId="ADAL" clId="{1AFE30CA-0473-46B3-B73A-3803F8D94D85}" dt="2026-05-28T21:38:20.615" v="2250" actId="47"/>
        <pc:sldMkLst>
          <pc:docMk/>
          <pc:sldMk cId="3811349856" sldId="983"/>
        </pc:sldMkLst>
      </pc:sldChg>
      <pc:sldChg chg="modSp del mod">
        <pc:chgData name="최 문영" userId="a21844db-6106-43e4-b4fd-b1994a39fcca" providerId="ADAL" clId="{1AFE30CA-0473-46B3-B73A-3803F8D94D85}" dt="2026-05-28T20:40:49.058" v="479" actId="47"/>
        <pc:sldMkLst>
          <pc:docMk/>
          <pc:sldMk cId="358728403" sldId="988"/>
        </pc:sldMkLst>
        <pc:spChg chg="mod">
          <ac:chgData name="최 문영" userId="a21844db-6106-43e4-b4fd-b1994a39fcca" providerId="ADAL" clId="{1AFE30CA-0473-46B3-B73A-3803F8D94D85}" dt="2026-05-28T20:22:01.530" v="18" actId="20577"/>
          <ac:spMkLst>
            <pc:docMk/>
            <pc:sldMk cId="358728403" sldId="988"/>
            <ac:spMk id="100" creationId="{F8B6625F-D0E9-D18E-34DA-B641E5E7A3AA}"/>
          </ac:spMkLst>
        </pc:spChg>
      </pc:sldChg>
      <pc:sldChg chg="addSp delSp modSp mod addAnim delAnim modAnim">
        <pc:chgData name="최 문영" userId="a21844db-6106-43e4-b4fd-b1994a39fcca" providerId="ADAL" clId="{1AFE30CA-0473-46B3-B73A-3803F8D94D85}" dt="2026-05-28T20:40:28.621" v="478"/>
        <pc:sldMkLst>
          <pc:docMk/>
          <pc:sldMk cId="2531583698" sldId="989"/>
        </pc:sldMkLst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2" creationId="{62525068-0A89-A877-54BF-D84EAE8693C9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4" creationId="{04E4ED99-6538-FA70-9265-B1CBACA9D5EB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7" creationId="{14F8C36B-B176-D24F-7757-CFF0386D7D04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8" creationId="{F6CC5938-4B4F-402B-171A-33213889B617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9" creationId="{9176360B-18FA-4B60-8E96-1EA86A9F01E4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10" creationId="{57021D15-372A-BE87-C177-BBD24FB3B14D}"/>
          </ac:spMkLst>
        </pc:spChg>
        <pc:spChg chg="add del">
          <ac:chgData name="최 문영" userId="a21844db-6106-43e4-b4fd-b1994a39fcca" providerId="ADAL" clId="{1AFE30CA-0473-46B3-B73A-3803F8D94D85}" dt="2026-05-28T20:31:18.119" v="61" actId="478"/>
          <ac:spMkLst>
            <pc:docMk/>
            <pc:sldMk cId="2531583698" sldId="989"/>
            <ac:spMk id="11" creationId="{F332ED73-64FE-EE1E-E330-881A1D634FF0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13" creationId="{766A3C66-820A-9858-4D99-A86B153E9B3C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14" creationId="{94B1904F-47F6-700B-21DC-7F83639DA659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15" creationId="{718B51D7-91BC-A6CE-B270-46C914A4740C}"/>
          </ac:spMkLst>
        </pc:spChg>
        <pc:spChg chg="del">
          <ac:chgData name="최 문영" userId="a21844db-6106-43e4-b4fd-b1994a39fcca" providerId="ADAL" clId="{1AFE30CA-0473-46B3-B73A-3803F8D94D85}" dt="2026-05-28T20:31:14.788" v="59" actId="478"/>
          <ac:spMkLst>
            <pc:docMk/>
            <pc:sldMk cId="2531583698" sldId="989"/>
            <ac:spMk id="16" creationId="{B48A854B-E83D-6F18-3629-C6A0C215113B}"/>
          </ac:spMkLst>
        </pc:spChg>
        <pc:spChg chg="add del mod">
          <ac:chgData name="최 문영" userId="a21844db-6106-43e4-b4fd-b1994a39fcca" providerId="ADAL" clId="{1AFE30CA-0473-46B3-B73A-3803F8D94D85}" dt="2026-05-28T20:33:47.855" v="192" actId="478"/>
          <ac:spMkLst>
            <pc:docMk/>
            <pc:sldMk cId="2531583698" sldId="989"/>
            <ac:spMk id="17" creationId="{B742DF2A-8213-776B-3AF5-ACE65BCF501A}"/>
          </ac:spMkLst>
        </pc:spChg>
        <pc:spChg chg="add del mod">
          <ac:chgData name="최 문영" userId="a21844db-6106-43e4-b4fd-b1994a39fcca" providerId="ADAL" clId="{1AFE30CA-0473-46B3-B73A-3803F8D94D85}" dt="2026-05-28T20:33:47.424" v="191" actId="478"/>
          <ac:spMkLst>
            <pc:docMk/>
            <pc:sldMk cId="2531583698" sldId="989"/>
            <ac:spMk id="19" creationId="{5CA59EB9-3D77-8CAB-B0C3-F96549A3C55B}"/>
          </ac:spMkLst>
        </pc:spChg>
        <pc:spChg chg="del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0" creationId="{93ADDEC1-A18E-12E8-5D15-FC4381F1CFE7}"/>
          </ac:spMkLst>
        </pc:spChg>
        <pc:spChg chg="del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1" creationId="{0EAA557E-54CA-EA11-A6C7-F5D911B84C00}"/>
          </ac:spMkLst>
        </pc:spChg>
        <pc:spChg chg="del mod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2" creationId="{9EFDE281-2F2C-40BA-DBFF-84E9CD7511CA}"/>
          </ac:spMkLst>
        </pc:spChg>
        <pc:spChg chg="del mod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3" creationId="{4A4A246E-9650-A46B-AE1B-040E4F9CB9E6}"/>
          </ac:spMkLst>
        </pc:spChg>
        <pc:spChg chg="del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4" creationId="{A1E6364E-3706-83F8-D92E-6A9B2A16ABA7}"/>
          </ac:spMkLst>
        </pc:spChg>
        <pc:spChg chg="del mod">
          <ac:chgData name="최 문영" userId="a21844db-6106-43e4-b4fd-b1994a39fcca" providerId="ADAL" clId="{1AFE30CA-0473-46B3-B73A-3803F8D94D85}" dt="2026-05-28T20:33:53.821" v="194" actId="478"/>
          <ac:spMkLst>
            <pc:docMk/>
            <pc:sldMk cId="2531583698" sldId="989"/>
            <ac:spMk id="25" creationId="{99D0FC33-552B-DC2D-A064-E73502DEFCE4}"/>
          </ac:spMkLst>
        </pc:spChg>
        <pc:spChg chg="del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6" creationId="{BBFD8415-248A-0562-D7A0-3C21A3C24AAC}"/>
          </ac:spMkLst>
        </pc:spChg>
        <pc:spChg chg="del mod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7" creationId="{72D56E40-0424-48A7-6D4D-8B0129DD875A}"/>
          </ac:spMkLst>
        </pc:spChg>
        <pc:spChg chg="del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8" creationId="{B79A2F11-FC7E-A2F4-2FBC-C00D443C1735}"/>
          </ac:spMkLst>
        </pc:spChg>
        <pc:spChg chg="add del mod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29" creationId="{2FD91C9B-6B4A-F9D8-49BB-B0BB2E7034A6}"/>
          </ac:spMkLst>
        </pc:spChg>
        <pc:spChg chg="mod">
          <ac:chgData name="최 문영" userId="a21844db-6106-43e4-b4fd-b1994a39fcca" providerId="ADAL" clId="{1AFE30CA-0473-46B3-B73A-3803F8D94D85}" dt="2026-05-28T20:32:12.792" v="96"/>
          <ac:spMkLst>
            <pc:docMk/>
            <pc:sldMk cId="2531583698" sldId="989"/>
            <ac:spMk id="31" creationId="{A0E3C089-85FF-7272-F23C-4F92CEE58C31}"/>
          </ac:spMkLst>
        </pc:spChg>
        <pc:spChg chg="mod">
          <ac:chgData name="최 문영" userId="a21844db-6106-43e4-b4fd-b1994a39fcca" providerId="ADAL" clId="{1AFE30CA-0473-46B3-B73A-3803F8D94D85}" dt="2026-05-28T20:32:12.792" v="96"/>
          <ac:spMkLst>
            <pc:docMk/>
            <pc:sldMk cId="2531583698" sldId="989"/>
            <ac:spMk id="43" creationId="{37B2A24F-7D98-9270-F631-6255DD0541E4}"/>
          </ac:spMkLst>
        </pc:spChg>
        <pc:spChg chg="mod">
          <ac:chgData name="최 문영" userId="a21844db-6106-43e4-b4fd-b1994a39fcca" providerId="ADAL" clId="{1AFE30CA-0473-46B3-B73A-3803F8D94D85}" dt="2026-05-28T20:32:12.792" v="96"/>
          <ac:spMkLst>
            <pc:docMk/>
            <pc:sldMk cId="2531583698" sldId="989"/>
            <ac:spMk id="46" creationId="{816A7E77-E191-5FB0-3CE4-E162BDFAAC5E}"/>
          </ac:spMkLst>
        </pc:spChg>
        <pc:spChg chg="del mod">
          <ac:chgData name="최 문영" userId="a21844db-6106-43e4-b4fd-b1994a39fcca" providerId="ADAL" clId="{1AFE30CA-0473-46B3-B73A-3803F8D94D85}" dt="2026-05-28T20:32:41.105" v="134" actId="478"/>
          <ac:spMkLst>
            <pc:docMk/>
            <pc:sldMk cId="2531583698" sldId="989"/>
            <ac:spMk id="47" creationId="{2D716661-A148-E0A8-1375-C39D9AD1254D}"/>
          </ac:spMkLst>
        </pc:spChg>
        <pc:spChg chg="del">
          <ac:chgData name="최 문영" userId="a21844db-6106-43e4-b4fd-b1994a39fcca" providerId="ADAL" clId="{1AFE30CA-0473-46B3-B73A-3803F8D94D85}" dt="2026-05-28T20:33:10.800" v="148" actId="478"/>
          <ac:spMkLst>
            <pc:docMk/>
            <pc:sldMk cId="2531583698" sldId="989"/>
            <ac:spMk id="48" creationId="{A2E9E275-D861-0FDD-C5E3-F8E2E954B301}"/>
          </ac:spMkLst>
        </pc:spChg>
        <pc:spChg chg="del mod">
          <ac:chgData name="최 문영" userId="a21844db-6106-43e4-b4fd-b1994a39fcca" providerId="ADAL" clId="{1AFE30CA-0473-46B3-B73A-3803F8D94D85}" dt="2026-05-28T20:33:03.102" v="144" actId="478"/>
          <ac:spMkLst>
            <pc:docMk/>
            <pc:sldMk cId="2531583698" sldId="989"/>
            <ac:spMk id="49" creationId="{9E1284D5-B6BE-B38C-4D22-0925CFCCC5CD}"/>
          </ac:spMkLst>
        </pc:spChg>
        <pc:spChg chg="mod">
          <ac:chgData name="최 문영" userId="a21844db-6106-43e4-b4fd-b1994a39fcca" providerId="ADAL" clId="{1AFE30CA-0473-46B3-B73A-3803F8D94D85}" dt="2026-05-28T20:32:12.792" v="96"/>
          <ac:spMkLst>
            <pc:docMk/>
            <pc:sldMk cId="2531583698" sldId="989"/>
            <ac:spMk id="51" creationId="{125992F8-5600-1473-D30B-7609AE38F4AA}"/>
          </ac:spMkLst>
        </pc:spChg>
        <pc:spChg chg="add del mod">
          <ac:chgData name="최 문영" userId="a21844db-6106-43e4-b4fd-b1994a39fcca" providerId="ADAL" clId="{1AFE30CA-0473-46B3-B73A-3803F8D94D85}" dt="2026-05-28T20:32:56.835" v="140" actId="478"/>
          <ac:spMkLst>
            <pc:docMk/>
            <pc:sldMk cId="2531583698" sldId="989"/>
            <ac:spMk id="53" creationId="{EDCB0E23-4FAC-FAE9-9570-41DD67F4CD14}"/>
          </ac:spMkLst>
        </pc:spChg>
        <pc:spChg chg="mod">
          <ac:chgData name="최 문영" userId="a21844db-6106-43e4-b4fd-b1994a39fcca" providerId="ADAL" clId="{1AFE30CA-0473-46B3-B73A-3803F8D94D85}" dt="2026-05-28T20:32:12.792" v="96"/>
          <ac:spMkLst>
            <pc:docMk/>
            <pc:sldMk cId="2531583698" sldId="989"/>
            <ac:spMk id="56" creationId="{3C4FC0A9-4BCC-B914-FE8E-3E2CB466003C}"/>
          </ac:spMkLst>
        </pc:spChg>
        <pc:spChg chg="mod">
          <ac:chgData name="최 문영" userId="a21844db-6106-43e4-b4fd-b1994a39fcca" providerId="ADAL" clId="{1AFE30CA-0473-46B3-B73A-3803F8D94D85}" dt="2026-05-28T20:32:12.792" v="96"/>
          <ac:spMkLst>
            <pc:docMk/>
            <pc:sldMk cId="2531583698" sldId="989"/>
            <ac:spMk id="59" creationId="{B2153A29-A459-DAD6-2CFD-E49964CB36E3}"/>
          </ac:spMkLst>
        </pc:spChg>
        <pc:spChg chg="del mod">
          <ac:chgData name="최 문영" userId="a21844db-6106-43e4-b4fd-b1994a39fcca" providerId="ADAL" clId="{1AFE30CA-0473-46B3-B73A-3803F8D94D85}" dt="2026-05-28T20:32:46.316" v="137" actId="478"/>
          <ac:spMkLst>
            <pc:docMk/>
            <pc:sldMk cId="2531583698" sldId="989"/>
            <ac:spMk id="60" creationId="{3873E888-BE1F-9D70-230C-216089DFD10A}"/>
          </ac:spMkLst>
        </pc:spChg>
        <pc:spChg chg="del">
          <ac:chgData name="최 문영" userId="a21844db-6106-43e4-b4fd-b1994a39fcca" providerId="ADAL" clId="{1AFE30CA-0473-46B3-B73A-3803F8D94D85}" dt="2026-05-28T20:33:00.647" v="142" actId="478"/>
          <ac:spMkLst>
            <pc:docMk/>
            <pc:sldMk cId="2531583698" sldId="989"/>
            <ac:spMk id="61" creationId="{64AED40D-6E7A-B202-F5B6-D2C91B26DEEE}"/>
          </ac:spMkLst>
        </pc:spChg>
        <pc:spChg chg="add del mod">
          <ac:chgData name="최 문영" userId="a21844db-6106-43e4-b4fd-b1994a39fcca" providerId="ADAL" clId="{1AFE30CA-0473-46B3-B73A-3803F8D94D85}" dt="2026-05-28T20:33:01.291" v="143" actId="478"/>
          <ac:spMkLst>
            <pc:docMk/>
            <pc:sldMk cId="2531583698" sldId="989"/>
            <ac:spMk id="62" creationId="{3A3F901C-AC83-5888-AAC1-441B56DA157B}"/>
          </ac:spMkLst>
        </pc:spChg>
        <pc:spChg chg="del">
          <ac:chgData name="최 문영" userId="a21844db-6106-43e4-b4fd-b1994a39fcca" providerId="ADAL" clId="{1AFE30CA-0473-46B3-B73A-3803F8D94D85}" dt="2026-05-28T20:32:49.285" v="138" actId="478"/>
          <ac:spMkLst>
            <pc:docMk/>
            <pc:sldMk cId="2531583698" sldId="989"/>
            <ac:spMk id="63" creationId="{89402CD7-E952-EC51-C775-C00935AEB375}"/>
          </ac:spMkLst>
        </pc:spChg>
        <pc:spChg chg="del">
          <ac:chgData name="최 문영" userId="a21844db-6106-43e4-b4fd-b1994a39fcca" providerId="ADAL" clId="{1AFE30CA-0473-46B3-B73A-3803F8D94D85}" dt="2026-05-28T20:33:52.880" v="193" actId="478"/>
          <ac:spMkLst>
            <pc:docMk/>
            <pc:sldMk cId="2531583698" sldId="989"/>
            <ac:spMk id="64" creationId="{39C94C6C-C905-1FCB-1B43-4D6E900BE76A}"/>
          </ac:spMkLst>
        </pc:spChg>
        <pc:spChg chg="add del mod">
          <ac:chgData name="최 문영" userId="a21844db-6106-43e4-b4fd-b1994a39fcca" providerId="ADAL" clId="{1AFE30CA-0473-46B3-B73A-3803F8D94D85}" dt="2026-05-28T20:34:00.143" v="195" actId="478"/>
          <ac:spMkLst>
            <pc:docMk/>
            <pc:sldMk cId="2531583698" sldId="989"/>
            <ac:spMk id="65" creationId="{8DD7FF38-E0FB-08C4-F47E-672DC198FFBB}"/>
          </ac:spMkLst>
        </pc:spChg>
        <pc:spChg chg="add mod">
          <ac:chgData name="최 문영" userId="a21844db-6106-43e4-b4fd-b1994a39fcca" providerId="ADAL" clId="{1AFE30CA-0473-46B3-B73A-3803F8D94D85}" dt="2026-05-28T20:38:28.969" v="330" actId="1036"/>
          <ac:spMkLst>
            <pc:docMk/>
            <pc:sldMk cId="2531583698" sldId="989"/>
            <ac:spMk id="66" creationId="{73E083C5-ED3E-A11C-B88B-D495D606E31D}"/>
          </ac:spMkLst>
        </pc:spChg>
        <pc:spChg chg="add mod">
          <ac:chgData name="최 문영" userId="a21844db-6106-43e4-b4fd-b1994a39fcca" providerId="ADAL" clId="{1AFE30CA-0473-46B3-B73A-3803F8D94D85}" dt="2026-05-28T20:38:28.969" v="330" actId="1036"/>
          <ac:spMkLst>
            <pc:docMk/>
            <pc:sldMk cId="2531583698" sldId="989"/>
            <ac:spMk id="67" creationId="{D20E04F2-A510-D01C-245D-CBF8E103FEB8}"/>
          </ac:spMkLst>
        </pc:spChg>
        <pc:spChg chg="add mod">
          <ac:chgData name="최 문영" userId="a21844db-6106-43e4-b4fd-b1994a39fcca" providerId="ADAL" clId="{1AFE30CA-0473-46B3-B73A-3803F8D94D85}" dt="2026-05-28T20:38:28.969" v="330" actId="1036"/>
          <ac:spMkLst>
            <pc:docMk/>
            <pc:sldMk cId="2531583698" sldId="989"/>
            <ac:spMk id="68" creationId="{F5539271-03E2-5826-A57A-35E305373FC2}"/>
          </ac:spMkLst>
        </pc:spChg>
        <pc:spChg chg="add mod">
          <ac:chgData name="최 문영" userId="a21844db-6106-43e4-b4fd-b1994a39fcca" providerId="ADAL" clId="{1AFE30CA-0473-46B3-B73A-3803F8D94D85}" dt="2026-05-28T20:38:28.969" v="330" actId="1036"/>
          <ac:spMkLst>
            <pc:docMk/>
            <pc:sldMk cId="2531583698" sldId="989"/>
            <ac:spMk id="69" creationId="{46116439-4B4A-3C7F-E482-1B27DB77A0B2}"/>
          </ac:spMkLst>
        </pc:spChg>
        <pc:spChg chg="add mod">
          <ac:chgData name="최 문영" userId="a21844db-6106-43e4-b4fd-b1994a39fcca" providerId="ADAL" clId="{1AFE30CA-0473-46B3-B73A-3803F8D94D85}" dt="2026-05-28T20:38:28.969" v="330" actId="1036"/>
          <ac:spMkLst>
            <pc:docMk/>
            <pc:sldMk cId="2531583698" sldId="989"/>
            <ac:spMk id="75" creationId="{8D4B0556-A4F1-729B-0729-F3943D7B588D}"/>
          </ac:spMkLst>
        </pc:spChg>
        <pc:spChg chg="add mod ord">
          <ac:chgData name="최 문영" userId="a21844db-6106-43e4-b4fd-b1994a39fcca" providerId="ADAL" clId="{1AFE30CA-0473-46B3-B73A-3803F8D94D85}" dt="2026-05-28T20:38:53.117" v="359" actId="14100"/>
          <ac:spMkLst>
            <pc:docMk/>
            <pc:sldMk cId="2531583698" sldId="989"/>
            <ac:spMk id="77" creationId="{7A6B24D7-7490-C687-FBB8-5401FB383D1D}"/>
          </ac:spMkLst>
        </pc:spChg>
        <pc:spChg chg="add mod">
          <ac:chgData name="최 문영" userId="a21844db-6106-43e4-b4fd-b1994a39fcca" providerId="ADAL" clId="{1AFE30CA-0473-46B3-B73A-3803F8D94D85}" dt="2026-05-28T20:38:56.755" v="365" actId="1037"/>
          <ac:spMkLst>
            <pc:docMk/>
            <pc:sldMk cId="2531583698" sldId="989"/>
            <ac:spMk id="78" creationId="{982A1C0F-3287-B61D-81D6-3D1D0B807D9D}"/>
          </ac:spMkLst>
        </pc:spChg>
        <pc:spChg chg="add mod">
          <ac:chgData name="최 문영" userId="a21844db-6106-43e4-b4fd-b1994a39fcca" providerId="ADAL" clId="{1AFE30CA-0473-46B3-B73A-3803F8D94D85}" dt="2026-05-28T20:40:26.293" v="477" actId="1076"/>
          <ac:spMkLst>
            <pc:docMk/>
            <pc:sldMk cId="2531583698" sldId="989"/>
            <ac:spMk id="79" creationId="{00A822F2-2754-CF4E-4B00-539818CF35C7}"/>
          </ac:spMkLst>
        </pc:spChg>
        <pc:spChg chg="mod">
          <ac:chgData name="최 문영" userId="a21844db-6106-43e4-b4fd-b1994a39fcca" providerId="ADAL" clId="{1AFE30CA-0473-46B3-B73A-3803F8D94D85}" dt="2026-05-28T20:33:42.838" v="190" actId="20577"/>
          <ac:spMkLst>
            <pc:docMk/>
            <pc:sldMk cId="2531583698" sldId="989"/>
            <ac:spMk id="97" creationId="{35111EA9-1AAE-9514-B7E6-051023CBB398}"/>
          </ac:spMkLst>
        </pc:spChg>
        <pc:spChg chg="mod">
          <ac:chgData name="최 문영" userId="a21844db-6106-43e4-b4fd-b1994a39fcca" providerId="ADAL" clId="{1AFE30CA-0473-46B3-B73A-3803F8D94D85}" dt="2026-05-28T20:31:09.430" v="58" actId="20577"/>
          <ac:spMkLst>
            <pc:docMk/>
            <pc:sldMk cId="2531583698" sldId="989"/>
            <ac:spMk id="100" creationId="{4334C0D8-B668-53C2-3B0D-0FC8F9B5A520}"/>
          </ac:spMkLst>
        </pc:spChg>
        <pc:grpChg chg="del">
          <ac:chgData name="최 문영" userId="a21844db-6106-43e4-b4fd-b1994a39fcca" providerId="ADAL" clId="{1AFE30CA-0473-46B3-B73A-3803F8D94D85}" dt="2026-05-28T20:33:11.558" v="149" actId="478"/>
          <ac:grpSpMkLst>
            <pc:docMk/>
            <pc:sldMk cId="2531583698" sldId="989"/>
            <ac:grpSpMk id="30" creationId="{AD63F53A-4FE8-C742-1369-52A3F90AE8AF}"/>
          </ac:grpSpMkLst>
        </pc:grpChg>
        <pc:grpChg chg="del">
          <ac:chgData name="최 문영" userId="a21844db-6106-43e4-b4fd-b1994a39fcca" providerId="ADAL" clId="{1AFE30CA-0473-46B3-B73A-3803F8D94D85}" dt="2026-05-28T20:32:59.724" v="141" actId="478"/>
          <ac:grpSpMkLst>
            <pc:docMk/>
            <pc:sldMk cId="2531583698" sldId="989"/>
            <ac:grpSpMk id="38" creationId="{DD1DC7F1-F99D-D0BD-84A8-E90CCCBCBF2E}"/>
          </ac:grpSpMkLst>
        </pc:grpChg>
        <pc:grpChg chg="del">
          <ac:chgData name="최 문영" userId="a21844db-6106-43e4-b4fd-b1994a39fcca" providerId="ADAL" clId="{1AFE30CA-0473-46B3-B73A-3803F8D94D85}" dt="2026-05-28T20:32:54.963" v="139" actId="478"/>
          <ac:grpSpMkLst>
            <pc:docMk/>
            <pc:sldMk cId="2531583698" sldId="989"/>
            <ac:grpSpMk id="41" creationId="{1EC1FC7E-C0ED-198D-618E-44C7087C217C}"/>
          </ac:grpSpMkLst>
        </pc:grpChg>
        <pc:grpChg chg="del">
          <ac:chgData name="최 문영" userId="a21844db-6106-43e4-b4fd-b1994a39fcca" providerId="ADAL" clId="{1AFE30CA-0473-46B3-B73A-3803F8D94D85}" dt="2026-05-28T20:32:46.316" v="137" actId="478"/>
          <ac:grpSpMkLst>
            <pc:docMk/>
            <pc:sldMk cId="2531583698" sldId="989"/>
            <ac:grpSpMk id="44" creationId="{381CD92F-3F80-C526-E37C-38BCBA7C908D}"/>
          </ac:grpSpMkLst>
        </pc:grpChg>
        <pc:grpChg chg="del">
          <ac:chgData name="최 문영" userId="a21844db-6106-43e4-b4fd-b1994a39fcca" providerId="ADAL" clId="{1AFE30CA-0473-46B3-B73A-3803F8D94D85}" dt="2026-05-28T20:33:09.307" v="147" actId="478"/>
          <ac:grpSpMkLst>
            <pc:docMk/>
            <pc:sldMk cId="2531583698" sldId="989"/>
            <ac:grpSpMk id="50" creationId="{C471A458-EC75-A160-D993-90F2D2A0987A}"/>
          </ac:grpSpMkLst>
        </pc:grpChg>
        <pc:grpChg chg="del">
          <ac:chgData name="최 문영" userId="a21844db-6106-43e4-b4fd-b1994a39fcca" providerId="ADAL" clId="{1AFE30CA-0473-46B3-B73A-3803F8D94D85}" dt="2026-05-28T20:32:54.963" v="139" actId="478"/>
          <ac:grpSpMkLst>
            <pc:docMk/>
            <pc:sldMk cId="2531583698" sldId="989"/>
            <ac:grpSpMk id="54" creationId="{9C78DFE4-79CF-EBD7-0B27-A4887683359E}"/>
          </ac:grpSpMkLst>
        </pc:grpChg>
        <pc:grpChg chg="del">
          <ac:chgData name="최 문영" userId="a21844db-6106-43e4-b4fd-b1994a39fcca" providerId="ADAL" clId="{1AFE30CA-0473-46B3-B73A-3803F8D94D85}" dt="2026-05-28T20:32:46.316" v="137" actId="478"/>
          <ac:grpSpMkLst>
            <pc:docMk/>
            <pc:sldMk cId="2531583698" sldId="989"/>
            <ac:grpSpMk id="57" creationId="{CA2C22C9-45D7-3ADF-D6D5-6FB1EA5397E3}"/>
          </ac:grpSpMkLst>
        </pc:grpChg>
        <pc:picChg chg="add mod">
          <ac:chgData name="최 문영" userId="a21844db-6106-43e4-b4fd-b1994a39fcca" providerId="ADAL" clId="{1AFE30CA-0473-46B3-B73A-3803F8D94D85}" dt="2026-05-28T20:39:35.363" v="373" actId="1076"/>
          <ac:picMkLst>
            <pc:docMk/>
            <pc:sldMk cId="2531583698" sldId="989"/>
            <ac:picMk id="80" creationId="{609BE3BD-AADB-1550-1CCD-72027133EEB3}"/>
          </ac:picMkLst>
        </pc:picChg>
        <pc:cxnChg chg="add mod">
          <ac:chgData name="최 문영" userId="a21844db-6106-43e4-b4fd-b1994a39fcca" providerId="ADAL" clId="{1AFE30CA-0473-46B3-B73A-3803F8D94D85}" dt="2026-05-28T20:38:28.969" v="330" actId="1036"/>
          <ac:cxnSpMkLst>
            <pc:docMk/>
            <pc:sldMk cId="2531583698" sldId="989"/>
            <ac:cxnSpMk id="71" creationId="{ED35B7CF-5756-078B-CCF0-4925A8F99DBA}"/>
          </ac:cxnSpMkLst>
        </pc:cxnChg>
        <pc:cxnChg chg="add mod">
          <ac:chgData name="최 문영" userId="a21844db-6106-43e4-b4fd-b1994a39fcca" providerId="ADAL" clId="{1AFE30CA-0473-46B3-B73A-3803F8D94D85}" dt="2026-05-28T20:39:53.045" v="376" actId="208"/>
          <ac:cxnSpMkLst>
            <pc:docMk/>
            <pc:sldMk cId="2531583698" sldId="989"/>
            <ac:cxnSpMk id="82" creationId="{D356E202-4C79-0935-0483-6D402FF16655}"/>
          </ac:cxnSpMkLst>
        </pc:cxnChg>
      </pc:sldChg>
      <pc:sldChg chg="addSp delSp modSp mod delAnim modAnim">
        <pc:chgData name="최 문영" userId="a21844db-6106-43e4-b4fd-b1994a39fcca" providerId="ADAL" clId="{1AFE30CA-0473-46B3-B73A-3803F8D94D85}" dt="2026-05-28T20:49:19.502" v="627" actId="1076"/>
        <pc:sldMkLst>
          <pc:docMk/>
          <pc:sldMk cId="1808863640" sldId="990"/>
        </pc:sldMkLst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3" creationId="{CFCB335D-CD7F-7784-699E-145E53B7213C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4" creationId="{FB4A8DE9-9805-3C29-AE0C-3B42B5DF2FC1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5" creationId="{9C87E4CE-EC46-81F0-7FCA-48EAFCF2CB73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8" creationId="{5C85EBDE-8726-A75D-B736-EF0960F2C91F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9" creationId="{EC9EE68F-6758-C8D1-CE43-3706C145363A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11" creationId="{274DF6EA-ED07-AA4F-DFCD-1BEDCC78D1BB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12" creationId="{461C1666-C2EF-F730-16F4-9C1FD06BDD69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13" creationId="{48233205-862A-978A-42E6-95305A79AB2A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15" creationId="{FEC71F16-DB4B-29BD-D3CB-E5A8ECA4B8A8}"/>
          </ac:spMkLst>
        </pc:spChg>
        <pc:spChg chg="del">
          <ac:chgData name="최 문영" userId="a21844db-6106-43e4-b4fd-b1994a39fcca" providerId="ADAL" clId="{1AFE30CA-0473-46B3-B73A-3803F8D94D85}" dt="2026-05-28T20:47:53.706" v="605" actId="478"/>
          <ac:spMkLst>
            <pc:docMk/>
            <pc:sldMk cId="1808863640" sldId="990"/>
            <ac:spMk id="16" creationId="{A673EA99-DF8C-02CD-1CFE-2571972BD471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21" creationId="{2CA9E6FD-F9C9-FA49-77A4-1BAFBF922116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24" creationId="{A0A3AE41-6E3D-ED28-CB0D-18B26CA49005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25" creationId="{E437DE52-BC78-459E-4574-C07EBA1D96FF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26" creationId="{27422229-780A-7CC0-0228-719181EA7890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37" creationId="{B62CA0CB-24F9-8264-EF13-541A1C785ECD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38" creationId="{F7AB4903-26BB-E1ED-E382-C7399DA9BA85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39" creationId="{1EF62844-6796-53BF-30C1-7D33A72E11F4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40" creationId="{ADCFC2B4-B3E7-4409-6A8A-7D912ED7FBD2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41" creationId="{3F3B0411-9A10-7A05-991F-E91860D1F498}"/>
          </ac:spMkLst>
        </pc:spChg>
        <pc:spChg chg="add mod">
          <ac:chgData name="최 문영" userId="a21844db-6106-43e4-b4fd-b1994a39fcca" providerId="ADAL" clId="{1AFE30CA-0473-46B3-B73A-3803F8D94D85}" dt="2026-05-28T20:48:00.055" v="608" actId="14100"/>
          <ac:spMkLst>
            <pc:docMk/>
            <pc:sldMk cId="1808863640" sldId="990"/>
            <ac:spMk id="42" creationId="{581A4B37-AD75-DD17-5601-245D5193B53D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45" creationId="{6261F50A-4F27-976B-75C2-43BBB2F9454B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47" creationId="{473C24D9-3AF1-D7BD-98D7-4EDD72A97BCA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48" creationId="{CACA5324-9CE2-2DC7-414A-4086F3C1AAFD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49" creationId="{5DA433F1-981C-A6AB-6A2B-3838AF23A597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51" creationId="{2F32B079-3023-53F0-E484-79FA9D10B687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58" creationId="{8F724EA5-7528-6CA4-EB98-C30F18991886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62" creationId="{7D573074-0182-1374-FAD3-6782A7BD4381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65" creationId="{BBCCF1C8-8EC3-EEA9-653E-4C67DF15455A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66" creationId="{334FAD7E-B96D-F009-A9D4-6D5352B0D1C4}"/>
          </ac:spMkLst>
        </pc:spChg>
        <pc:spChg chg="add mod">
          <ac:chgData name="최 문영" userId="a21844db-6106-43e4-b4fd-b1994a39fcca" providerId="ADAL" clId="{1AFE30CA-0473-46B3-B73A-3803F8D94D85}" dt="2026-05-28T20:48:02.839" v="610"/>
          <ac:spMkLst>
            <pc:docMk/>
            <pc:sldMk cId="1808863640" sldId="990"/>
            <ac:spMk id="68" creationId="{25F0495C-1650-D0A1-A9CC-15F1254E768D}"/>
          </ac:spMkLst>
        </pc:spChg>
        <pc:spChg chg="add del mod ord">
          <ac:chgData name="최 문영" userId="a21844db-6106-43e4-b4fd-b1994a39fcca" providerId="ADAL" clId="{1AFE30CA-0473-46B3-B73A-3803F8D94D85}" dt="2026-05-28T20:49:08.819" v="624" actId="478"/>
          <ac:spMkLst>
            <pc:docMk/>
            <pc:sldMk cId="1808863640" sldId="990"/>
            <ac:spMk id="71" creationId="{AA77DD3C-BD8E-9D4F-A88A-5D8AD40170C0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72" creationId="{E5ADF80F-7524-D35E-9EB8-58669B88870C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74" creationId="{8B3BA50B-00B3-35FB-6C63-69C2D018E4EA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77" creationId="{F50ADCA2-B8FC-3441-5AA5-21612B13F854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78" creationId="{689DFD9B-3943-EBB8-D17E-8F57CA057433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79" creationId="{E072BFE7-AD09-AF46-DD68-D5DF78F2CD6D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81" creationId="{40A4F8E4-8302-B6AB-ACB3-FA8264EE4814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86" creationId="{606EE455-7F3B-492F-8EFD-4C858B7D18B6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91" creationId="{2E589564-F8C0-FF4E-ED74-66EA8B87D921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93" creationId="{C04A2451-7635-325D-7EDC-5F18CF126BE1}"/>
          </ac:spMkLst>
        </pc:spChg>
        <pc:spChg chg="add mod">
          <ac:chgData name="최 문영" userId="a21844db-6106-43e4-b4fd-b1994a39fcca" providerId="ADAL" clId="{1AFE30CA-0473-46B3-B73A-3803F8D94D85}" dt="2026-05-28T20:48:56.311" v="620"/>
          <ac:spMkLst>
            <pc:docMk/>
            <pc:sldMk cId="1808863640" sldId="990"/>
            <ac:spMk id="95" creationId="{B76E37E8-81B0-BC86-4847-DF2E939E395E}"/>
          </ac:spMkLst>
        </pc:spChg>
        <pc:spChg chg="mod">
          <ac:chgData name="최 문영" userId="a21844db-6106-43e4-b4fd-b1994a39fcca" providerId="ADAL" clId="{1AFE30CA-0473-46B3-B73A-3803F8D94D85}" dt="2026-05-28T20:47:50.428" v="604" actId="20577"/>
          <ac:spMkLst>
            <pc:docMk/>
            <pc:sldMk cId="1808863640" sldId="990"/>
            <ac:spMk id="97" creationId="{5369A252-A0C6-5B26-D67F-EC5B51967952}"/>
          </ac:spMkLst>
        </pc:spChg>
        <pc:spChg chg="mod">
          <ac:chgData name="최 문영" userId="a21844db-6106-43e4-b4fd-b1994a39fcca" providerId="ADAL" clId="{1AFE30CA-0473-46B3-B73A-3803F8D94D85}" dt="2026-05-28T20:47:20.853" v="525" actId="20577"/>
          <ac:spMkLst>
            <pc:docMk/>
            <pc:sldMk cId="1808863640" sldId="990"/>
            <ac:spMk id="100" creationId="{C1B053D8-86E0-3C9F-1E30-5D6904220DA5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05" creationId="{85D10401-E762-6FB5-ACBE-760194F8E079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06" creationId="{F0338E88-895A-9E7C-B1C2-4D921D08996C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07" creationId="{96146D66-237B-328E-6A71-9B79A3EDF7BE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08" creationId="{A37F5A04-0564-2F34-E203-2D065054B9D9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10" creationId="{7956631E-9592-F6E5-222C-F2D125E01300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17" creationId="{7DA81506-D33A-2655-8596-25680EC3207B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23" creationId="{192486BF-D07E-B09C-62B2-E76F16438B31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24" creationId="{F733F39B-6341-86A9-AEB3-FA2208C87EE3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25" creationId="{EB92D30A-6E36-68B5-3E46-9E0CC93B7B8D}"/>
          </ac:spMkLst>
        </pc:spChg>
        <pc:spChg chg="add mod">
          <ac:chgData name="최 문영" userId="a21844db-6106-43e4-b4fd-b1994a39fcca" providerId="ADAL" clId="{1AFE30CA-0473-46B3-B73A-3803F8D94D85}" dt="2026-05-28T20:49:11.801" v="625"/>
          <ac:spMkLst>
            <pc:docMk/>
            <pc:sldMk cId="1808863640" sldId="990"/>
            <ac:spMk id="126" creationId="{782F74F9-AD9E-87EF-891A-596CB1D35966}"/>
          </ac:spMkLst>
        </pc:spChg>
        <pc:spChg chg="add mod">
          <ac:chgData name="최 문영" userId="a21844db-6106-43e4-b4fd-b1994a39fcca" providerId="ADAL" clId="{1AFE30CA-0473-46B3-B73A-3803F8D94D85}" dt="2026-05-28T20:49:19.502" v="627" actId="1076"/>
          <ac:spMkLst>
            <pc:docMk/>
            <pc:sldMk cId="1808863640" sldId="990"/>
            <ac:spMk id="127" creationId="{5299E421-E922-2299-09F8-F83E985466C9}"/>
          </ac:spMkLst>
        </pc:spChg>
        <pc:picChg chg="add del mod">
          <ac:chgData name="최 문영" userId="a21844db-6106-43e4-b4fd-b1994a39fcca" providerId="ADAL" clId="{1AFE30CA-0473-46B3-B73A-3803F8D94D85}" dt="2026-05-28T20:48:43.485" v="619" actId="478"/>
          <ac:picMkLst>
            <pc:docMk/>
            <pc:sldMk cId="1808863640" sldId="990"/>
            <ac:picMk id="70" creationId="{1EC6CE0D-32EE-B54A-CD94-CE4B842A7C4F}"/>
          </ac:picMkLst>
        </pc:picChg>
        <pc:picChg chg="add mod">
          <ac:chgData name="최 문영" userId="a21844db-6106-43e4-b4fd-b1994a39fcca" providerId="ADAL" clId="{1AFE30CA-0473-46B3-B73A-3803F8D94D85}" dt="2026-05-28T20:49:04.636" v="623" actId="1076"/>
          <ac:picMkLst>
            <pc:docMk/>
            <pc:sldMk cId="1808863640" sldId="990"/>
            <ac:picMk id="102" creationId="{57CBF257-872A-BEA8-3BBB-86CB482D8284}"/>
          </ac:picMkLst>
        </pc:picChg>
      </pc:sldChg>
      <pc:sldChg chg="addSp delSp modSp mod delAnim modAnim">
        <pc:chgData name="최 문영" userId="a21844db-6106-43e4-b4fd-b1994a39fcca" providerId="ADAL" clId="{1AFE30CA-0473-46B3-B73A-3803F8D94D85}" dt="2026-05-28T21:49:56.988" v="2666" actId="20577"/>
        <pc:sldMkLst>
          <pc:docMk/>
          <pc:sldMk cId="1768202908" sldId="991"/>
        </pc:sldMkLst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3" creationId="{9A9211E6-CDD7-71A7-21A5-45D298E08350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4" creationId="{C1237A5B-08A2-A016-AAAF-51C98702E807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5" creationId="{7E7186BF-A72B-2DC5-CB20-A3E57D9DBF09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7" creationId="{A806DE62-F8BC-6925-6E02-5B9597C672A3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9" creationId="{A84C39C2-B931-AF73-FB82-0B05DD75971B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10" creationId="{60997141-39DB-4659-1D9B-882407AE1852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11" creationId="{2B5E25A5-4AC7-75A6-8D4D-3FDFAF0338BC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13" creationId="{5DFE8CB6-0338-0D93-6A9F-53C2F169AAAD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14" creationId="{6ADC79A9-4523-410B-5A1B-939CB9712EFF}"/>
          </ac:spMkLst>
        </pc:spChg>
        <pc:spChg chg="del">
          <ac:chgData name="최 문영" userId="a21844db-6106-43e4-b4fd-b1994a39fcca" providerId="ADAL" clId="{1AFE30CA-0473-46B3-B73A-3803F8D94D85}" dt="2026-05-28T20:50:20.762" v="713" actId="478"/>
          <ac:spMkLst>
            <pc:docMk/>
            <pc:sldMk cId="1768202908" sldId="991"/>
            <ac:spMk id="15" creationId="{8A687227-4720-A463-47B8-6DCB6081925C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19" creationId="{21752A20-45E7-A5FA-9A5D-C16C605883FA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23" creationId="{71FA63EA-34E5-8BA8-A3C5-BCBF86539A17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27" creationId="{23C80D85-25FC-5B69-7412-968D0032450C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29" creationId="{9F5F0C1D-6BFD-BFFF-78E7-C3C477E369A9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31" creationId="{CD633D91-1F4F-F051-371E-6BBE2353CA98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33" creationId="{3FD4526F-A5E6-D832-4019-3A7C5FE51B37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34" creationId="{83597529-2CC6-5CB9-CC9F-BEE2E1632C84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35" creationId="{F7069784-175D-3877-8E4F-6614CC761F63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38" creationId="{5945BF41-4CA8-B54B-03BB-C2519C92DF90}"/>
          </ac:spMkLst>
        </pc:spChg>
        <pc:spChg chg="add mod">
          <ac:chgData name="최 문영" userId="a21844db-6106-43e4-b4fd-b1994a39fcca" providerId="ADAL" clId="{1AFE30CA-0473-46B3-B73A-3803F8D94D85}" dt="2026-05-28T20:50:21.581" v="714"/>
          <ac:spMkLst>
            <pc:docMk/>
            <pc:sldMk cId="1768202908" sldId="991"/>
            <ac:spMk id="40" creationId="{802725A8-56C5-C353-8E49-5843A83510A6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49" creationId="{C4AC22E4-BB68-411E-4F82-5DC12FD9B961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55" creationId="{D95BCDDF-C206-C920-C45D-5E3360469E5E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62" creationId="{1883A82C-A931-1E0F-B747-D9B48ED16AF4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64" creationId="{8377BBBB-518E-D76E-3EE8-EEAFFB64E4AA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66" creationId="{1E71B9EA-21D9-2FFA-16DF-C14630C78378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68" creationId="{FBF37464-F87A-A7BA-2434-4A1F72D12D93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78" creationId="{FEE71B02-CAD2-6D7E-9FE5-E4411C384B03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80" creationId="{E100E7D1-6DA4-28F8-3A44-DCEA68B78F7F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82" creationId="{31667A16-9776-1554-CD57-C7924603C844}"/>
          </ac:spMkLst>
        </pc:spChg>
        <pc:spChg chg="add mod">
          <ac:chgData name="최 문영" userId="a21844db-6106-43e4-b4fd-b1994a39fcca" providerId="ADAL" clId="{1AFE30CA-0473-46B3-B73A-3803F8D94D85}" dt="2026-05-28T20:51:15.938" v="719"/>
          <ac:spMkLst>
            <pc:docMk/>
            <pc:sldMk cId="1768202908" sldId="991"/>
            <ac:spMk id="84" creationId="{517D1158-0755-1746-43E9-B2C5040EE630}"/>
          </ac:spMkLst>
        </pc:spChg>
        <pc:spChg chg="add mod">
          <ac:chgData name="최 문영" userId="a21844db-6106-43e4-b4fd-b1994a39fcca" providerId="ADAL" clId="{1AFE30CA-0473-46B3-B73A-3803F8D94D85}" dt="2026-05-28T20:52:01.895" v="740" actId="1076"/>
          <ac:spMkLst>
            <pc:docMk/>
            <pc:sldMk cId="1768202908" sldId="991"/>
            <ac:spMk id="89" creationId="{44D210CF-0649-7786-2229-C9F24B99BEC2}"/>
          </ac:spMkLst>
        </pc:spChg>
        <pc:spChg chg="mod">
          <ac:chgData name="최 문영" userId="a21844db-6106-43e4-b4fd-b1994a39fcca" providerId="ADAL" clId="{1AFE30CA-0473-46B3-B73A-3803F8D94D85}" dt="2026-05-28T21:49:56.988" v="2666" actId="20577"/>
          <ac:spMkLst>
            <pc:docMk/>
            <pc:sldMk cId="1768202908" sldId="991"/>
            <ac:spMk id="97" creationId="{65435089-1546-2F1A-057E-30309B8EE33F}"/>
          </ac:spMkLst>
        </pc:spChg>
        <pc:spChg chg="mod">
          <ac:chgData name="최 문영" userId="a21844db-6106-43e4-b4fd-b1994a39fcca" providerId="ADAL" clId="{1AFE30CA-0473-46B3-B73A-3803F8D94D85}" dt="2026-05-28T20:49:34.538" v="649" actId="20577"/>
          <ac:spMkLst>
            <pc:docMk/>
            <pc:sldMk cId="1768202908" sldId="991"/>
            <ac:spMk id="100" creationId="{8892EFE0-61D6-A37F-06DB-57B19A6B8AD0}"/>
          </ac:spMkLst>
        </pc:spChg>
        <pc:picChg chg="add del mod">
          <ac:chgData name="최 문영" userId="a21844db-6106-43e4-b4fd-b1994a39fcca" providerId="ADAL" clId="{1AFE30CA-0473-46B3-B73A-3803F8D94D85}" dt="2026-05-28T20:51:15.583" v="718" actId="478"/>
          <ac:picMkLst>
            <pc:docMk/>
            <pc:sldMk cId="1768202908" sldId="991"/>
            <ac:picMk id="48" creationId="{5B28F150-5AEE-A5BA-3384-9CC498924818}"/>
          </ac:picMkLst>
        </pc:picChg>
        <pc:picChg chg="add mod">
          <ac:chgData name="최 문영" userId="a21844db-6106-43e4-b4fd-b1994a39fcca" providerId="ADAL" clId="{1AFE30CA-0473-46B3-B73A-3803F8D94D85}" dt="2026-05-28T20:51:26.532" v="724" actId="1076"/>
          <ac:picMkLst>
            <pc:docMk/>
            <pc:sldMk cId="1768202908" sldId="991"/>
            <ac:picMk id="88" creationId="{CFED2AA4-F321-1748-3649-8854DB863582}"/>
          </ac:picMkLst>
        </pc:picChg>
      </pc:sldChg>
      <pc:sldChg chg="addSp delSp modSp mod addAnim delAnim modAnim">
        <pc:chgData name="최 문영" userId="a21844db-6106-43e4-b4fd-b1994a39fcca" providerId="ADAL" clId="{1AFE30CA-0473-46B3-B73A-3803F8D94D85}" dt="2026-05-28T21:51:18.337" v="2683" actId="478"/>
        <pc:sldMkLst>
          <pc:docMk/>
          <pc:sldMk cId="2299440853" sldId="992"/>
        </pc:sldMkLst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2" creationId="{05EC3AD4-9A95-3110-AC0D-7B0DFF429115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3" creationId="{0EB17696-2358-678B-31F7-689D1A9106A4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4" creationId="{35896612-E9E2-9109-5EFE-CBC38DFABB5E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5" creationId="{68E2A049-3966-CDC7-10B9-E52C6C569790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9" creationId="{1E7F5C19-91B4-5B6D-01DC-8673EB42C9A9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11" creationId="{4229AEEB-47FA-05D7-4BC5-8249F9B046D3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12" creationId="{0E1E4B4C-593D-1CD8-67E1-8F8BF93AE167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15" creationId="{25671D0F-33F1-ABD5-6826-D2F5A053352F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19" creationId="{C1128A6C-AB12-8329-2069-EFCAD1D98559}"/>
          </ac:spMkLst>
        </pc:spChg>
        <pc:spChg chg="del">
          <ac:chgData name="최 문영" userId="a21844db-6106-43e4-b4fd-b1994a39fcca" providerId="ADAL" clId="{1AFE30CA-0473-46B3-B73A-3803F8D94D85}" dt="2026-05-28T20:56:58.914" v="867" actId="478"/>
          <ac:spMkLst>
            <pc:docMk/>
            <pc:sldMk cId="2299440853" sldId="992"/>
            <ac:spMk id="21" creationId="{BBBAC06C-6E60-EFC8-C8DC-F4C2BB7B96F5}"/>
          </ac:spMkLst>
        </pc:spChg>
        <pc:spChg chg="add mod">
          <ac:chgData name="최 문영" userId="a21844db-6106-43e4-b4fd-b1994a39fcca" providerId="ADAL" clId="{1AFE30CA-0473-46B3-B73A-3803F8D94D85}" dt="2026-05-28T20:58:29.896" v="902"/>
          <ac:spMkLst>
            <pc:docMk/>
            <pc:sldMk cId="2299440853" sldId="992"/>
            <ac:spMk id="25" creationId="{DF707C4B-2D65-E951-5E00-1F73452C42E6}"/>
          </ac:spMkLst>
        </pc:spChg>
        <pc:spChg chg="add del mod">
          <ac:chgData name="최 문영" userId="a21844db-6106-43e4-b4fd-b1994a39fcca" providerId="ADAL" clId="{1AFE30CA-0473-46B3-B73A-3803F8D94D85}" dt="2026-05-28T21:51:02.248" v="2667" actId="478"/>
          <ac:spMkLst>
            <pc:docMk/>
            <pc:sldMk cId="2299440853" sldId="992"/>
            <ac:spMk id="26" creationId="{66E4D2AB-D852-101C-5A65-9B6637C28ADE}"/>
          </ac:spMkLst>
        </pc:spChg>
        <pc:spChg chg="add del mod">
          <ac:chgData name="최 문영" userId="a21844db-6106-43e4-b4fd-b1994a39fcca" providerId="ADAL" clId="{1AFE30CA-0473-46B3-B73A-3803F8D94D85}" dt="2026-05-28T21:08:25.249" v="1394" actId="478"/>
          <ac:spMkLst>
            <pc:docMk/>
            <pc:sldMk cId="2299440853" sldId="992"/>
            <ac:spMk id="27" creationId="{7B0ACB50-30A6-7283-419D-6BF380D5F4A8}"/>
          </ac:spMkLst>
        </pc:spChg>
        <pc:spChg chg="add mod">
          <ac:chgData name="최 문영" userId="a21844db-6106-43e4-b4fd-b1994a39fcca" providerId="ADAL" clId="{1AFE30CA-0473-46B3-B73A-3803F8D94D85}" dt="2026-05-28T21:04:00.667" v="1225" actId="207"/>
          <ac:spMkLst>
            <pc:docMk/>
            <pc:sldMk cId="2299440853" sldId="992"/>
            <ac:spMk id="28" creationId="{597BB708-4272-BE90-26C1-DBA2A31DC1CE}"/>
          </ac:spMkLst>
        </pc:spChg>
        <pc:spChg chg="add mod">
          <ac:chgData name="최 문영" userId="a21844db-6106-43e4-b4fd-b1994a39fcca" providerId="ADAL" clId="{1AFE30CA-0473-46B3-B73A-3803F8D94D85}" dt="2026-05-28T21:04:00.667" v="1225" actId="207"/>
          <ac:spMkLst>
            <pc:docMk/>
            <pc:sldMk cId="2299440853" sldId="992"/>
            <ac:spMk id="29" creationId="{611B97D9-2AC0-23BE-10A2-05D9692BFFE4}"/>
          </ac:spMkLst>
        </pc:spChg>
        <pc:spChg chg="add mod">
          <ac:chgData name="최 문영" userId="a21844db-6106-43e4-b4fd-b1994a39fcca" providerId="ADAL" clId="{1AFE30CA-0473-46B3-B73A-3803F8D94D85}" dt="2026-05-28T21:04:00.667" v="1225" actId="207"/>
          <ac:spMkLst>
            <pc:docMk/>
            <pc:sldMk cId="2299440853" sldId="992"/>
            <ac:spMk id="30" creationId="{EBC138AE-0EDE-26DC-5748-C49830EF7184}"/>
          </ac:spMkLst>
        </pc:spChg>
        <pc:spChg chg="add mod">
          <ac:chgData name="최 문영" userId="a21844db-6106-43e4-b4fd-b1994a39fcca" providerId="ADAL" clId="{1AFE30CA-0473-46B3-B73A-3803F8D94D85}" dt="2026-05-28T21:04:00.667" v="1225" actId="207"/>
          <ac:spMkLst>
            <pc:docMk/>
            <pc:sldMk cId="2299440853" sldId="992"/>
            <ac:spMk id="31" creationId="{0DDD0676-A832-7EA3-D9C7-65078619ECE4}"/>
          </ac:spMkLst>
        </pc:spChg>
        <pc:spChg chg="add mod">
          <ac:chgData name="최 문영" userId="a21844db-6106-43e4-b4fd-b1994a39fcca" providerId="ADAL" clId="{1AFE30CA-0473-46B3-B73A-3803F8D94D85}" dt="2026-05-28T21:18:17.241" v="1591" actId="1076"/>
          <ac:spMkLst>
            <pc:docMk/>
            <pc:sldMk cId="2299440853" sldId="992"/>
            <ac:spMk id="39" creationId="{2F41450A-FC85-12D2-0A6D-AE16470077B4}"/>
          </ac:spMkLst>
        </pc:spChg>
        <pc:spChg chg="add del mod">
          <ac:chgData name="최 문영" userId="a21844db-6106-43e4-b4fd-b1994a39fcca" providerId="ADAL" clId="{1AFE30CA-0473-46B3-B73A-3803F8D94D85}" dt="2026-05-28T21:02:55.750" v="1212" actId="478"/>
          <ac:spMkLst>
            <pc:docMk/>
            <pc:sldMk cId="2299440853" sldId="992"/>
            <ac:spMk id="40" creationId="{13653247-D1B9-7560-BB40-D0DF26F4F80E}"/>
          </ac:spMkLst>
        </pc:spChg>
        <pc:spChg chg="add mod ord">
          <ac:chgData name="최 문영" userId="a21844db-6106-43e4-b4fd-b1994a39fcca" providerId="ADAL" clId="{1AFE30CA-0473-46B3-B73A-3803F8D94D85}" dt="2026-05-28T21:03:51.687" v="1224" actId="207"/>
          <ac:spMkLst>
            <pc:docMk/>
            <pc:sldMk cId="2299440853" sldId="992"/>
            <ac:spMk id="41" creationId="{A9CE8C20-F0E7-CB72-084C-882D7EE5F220}"/>
          </ac:spMkLst>
        </pc:spChg>
        <pc:spChg chg="add del mod ord">
          <ac:chgData name="최 문영" userId="a21844db-6106-43e4-b4fd-b1994a39fcca" providerId="ADAL" clId="{1AFE30CA-0473-46B3-B73A-3803F8D94D85}" dt="2026-05-28T21:18:21.408" v="1592" actId="478"/>
          <ac:spMkLst>
            <pc:docMk/>
            <pc:sldMk cId="2299440853" sldId="992"/>
            <ac:spMk id="42" creationId="{0B198450-5846-98AF-180F-32123A2C7DCD}"/>
          </ac:spMkLst>
        </pc:spChg>
        <pc:spChg chg="add del mod">
          <ac:chgData name="최 문영" userId="a21844db-6106-43e4-b4fd-b1994a39fcca" providerId="ADAL" clId="{1AFE30CA-0473-46B3-B73A-3803F8D94D85}" dt="2026-05-28T21:18:12.591" v="1590" actId="478"/>
          <ac:spMkLst>
            <pc:docMk/>
            <pc:sldMk cId="2299440853" sldId="992"/>
            <ac:spMk id="43" creationId="{E4F6A8BB-97C9-0B3C-394A-1EEE95F715EF}"/>
          </ac:spMkLst>
        </pc:spChg>
        <pc:spChg chg="add mod">
          <ac:chgData name="최 문영" userId="a21844db-6106-43e4-b4fd-b1994a39fcca" providerId="ADAL" clId="{1AFE30CA-0473-46B3-B73A-3803F8D94D85}" dt="2026-05-28T21:08:00.341" v="1390" actId="1076"/>
          <ac:spMkLst>
            <pc:docMk/>
            <pc:sldMk cId="2299440853" sldId="992"/>
            <ac:spMk id="44" creationId="{FB07F2ED-D0A1-FE2A-40AA-D6B027E140D6}"/>
          </ac:spMkLst>
        </pc:spChg>
        <pc:spChg chg="add del mod">
          <ac:chgData name="최 문영" userId="a21844db-6106-43e4-b4fd-b1994a39fcca" providerId="ADAL" clId="{1AFE30CA-0473-46B3-B73A-3803F8D94D85}" dt="2026-05-28T21:15:31.283" v="1552" actId="478"/>
          <ac:spMkLst>
            <pc:docMk/>
            <pc:sldMk cId="2299440853" sldId="992"/>
            <ac:spMk id="51" creationId="{26FBF3FF-2603-6F15-B3A8-E42B07AB3DA3}"/>
          </ac:spMkLst>
        </pc:spChg>
        <pc:spChg chg="add mod">
          <ac:chgData name="최 문영" userId="a21844db-6106-43e4-b4fd-b1994a39fcca" providerId="ADAL" clId="{1AFE30CA-0473-46B3-B73A-3803F8D94D85}" dt="2026-05-28T21:10:30.887" v="1421" actId="1076"/>
          <ac:spMkLst>
            <pc:docMk/>
            <pc:sldMk cId="2299440853" sldId="992"/>
            <ac:spMk id="52" creationId="{5D3CF83C-6DCB-3B22-EDF6-7C2C46279CC8}"/>
          </ac:spMkLst>
        </pc:spChg>
        <pc:spChg chg="add mod">
          <ac:chgData name="최 문영" userId="a21844db-6106-43e4-b4fd-b1994a39fcca" providerId="ADAL" clId="{1AFE30CA-0473-46B3-B73A-3803F8D94D85}" dt="2026-05-28T21:10:30.887" v="1421" actId="1076"/>
          <ac:spMkLst>
            <pc:docMk/>
            <pc:sldMk cId="2299440853" sldId="992"/>
            <ac:spMk id="53" creationId="{3B215BB5-A931-5B44-BD6C-3994ABA9A33F}"/>
          </ac:spMkLst>
        </pc:spChg>
        <pc:spChg chg="add mod">
          <ac:chgData name="최 문영" userId="a21844db-6106-43e4-b4fd-b1994a39fcca" providerId="ADAL" clId="{1AFE30CA-0473-46B3-B73A-3803F8D94D85}" dt="2026-05-28T21:13:06.700" v="1507" actId="1076"/>
          <ac:spMkLst>
            <pc:docMk/>
            <pc:sldMk cId="2299440853" sldId="992"/>
            <ac:spMk id="54" creationId="{C6ECD490-7134-90AE-621C-5A6E6D7197FA}"/>
          </ac:spMkLst>
        </pc:spChg>
        <pc:spChg chg="add mod">
          <ac:chgData name="최 문영" userId="a21844db-6106-43e4-b4fd-b1994a39fcca" providerId="ADAL" clId="{1AFE30CA-0473-46B3-B73A-3803F8D94D85}" dt="2026-05-28T21:13:06.700" v="1507" actId="1076"/>
          <ac:spMkLst>
            <pc:docMk/>
            <pc:sldMk cId="2299440853" sldId="992"/>
            <ac:spMk id="55" creationId="{9A451ABA-6B53-271E-1DF3-17C6FFC30550}"/>
          </ac:spMkLst>
        </pc:spChg>
        <pc:spChg chg="add mod">
          <ac:chgData name="최 문영" userId="a21844db-6106-43e4-b4fd-b1994a39fcca" providerId="ADAL" clId="{1AFE30CA-0473-46B3-B73A-3803F8D94D85}" dt="2026-05-28T21:10:51.991" v="1425" actId="1076"/>
          <ac:spMkLst>
            <pc:docMk/>
            <pc:sldMk cId="2299440853" sldId="992"/>
            <ac:spMk id="56" creationId="{501FA0C7-FF4C-AEF3-4EBC-4119CF8168E5}"/>
          </ac:spMkLst>
        </pc:spChg>
        <pc:spChg chg="add mod">
          <ac:chgData name="최 문영" userId="a21844db-6106-43e4-b4fd-b1994a39fcca" providerId="ADAL" clId="{1AFE30CA-0473-46B3-B73A-3803F8D94D85}" dt="2026-05-28T21:10:56.319" v="1430" actId="20577"/>
          <ac:spMkLst>
            <pc:docMk/>
            <pc:sldMk cId="2299440853" sldId="992"/>
            <ac:spMk id="57" creationId="{A166F6F9-4060-3071-9ADD-0A42BB51E557}"/>
          </ac:spMkLst>
        </pc:spChg>
        <pc:spChg chg="add mod">
          <ac:chgData name="최 문영" userId="a21844db-6106-43e4-b4fd-b1994a39fcca" providerId="ADAL" clId="{1AFE30CA-0473-46B3-B73A-3803F8D94D85}" dt="2026-05-28T21:14:29.803" v="1528" actId="1076"/>
          <ac:spMkLst>
            <pc:docMk/>
            <pc:sldMk cId="2299440853" sldId="992"/>
            <ac:spMk id="58" creationId="{46E13794-1F01-2EC0-4BFF-F751393E9851}"/>
          </ac:spMkLst>
        </pc:spChg>
        <pc:spChg chg="add mod">
          <ac:chgData name="최 문영" userId="a21844db-6106-43e4-b4fd-b1994a39fcca" providerId="ADAL" clId="{1AFE30CA-0473-46B3-B73A-3803F8D94D85}" dt="2026-05-28T21:14:44.791" v="1545" actId="1076"/>
          <ac:spMkLst>
            <pc:docMk/>
            <pc:sldMk cId="2299440853" sldId="992"/>
            <ac:spMk id="72" creationId="{05407794-B49B-4BDD-7989-42B0EB1DBBD0}"/>
          </ac:spMkLst>
        </pc:spChg>
        <pc:spChg chg="add mod">
          <ac:chgData name="최 문영" userId="a21844db-6106-43e4-b4fd-b1994a39fcca" providerId="ADAL" clId="{1AFE30CA-0473-46B3-B73A-3803F8D94D85}" dt="2026-05-28T21:15:34.334" v="1553" actId="1076"/>
          <ac:spMkLst>
            <pc:docMk/>
            <pc:sldMk cId="2299440853" sldId="992"/>
            <ac:spMk id="73" creationId="{A525EDB4-A797-E23D-8BBB-0FD0FE05A20B}"/>
          </ac:spMkLst>
        </pc:spChg>
        <pc:spChg chg="add mod">
          <ac:chgData name="최 문영" userId="a21844db-6106-43e4-b4fd-b1994a39fcca" providerId="ADAL" clId="{1AFE30CA-0473-46B3-B73A-3803F8D94D85}" dt="2026-05-28T21:15:56.810" v="1559" actId="1076"/>
          <ac:spMkLst>
            <pc:docMk/>
            <pc:sldMk cId="2299440853" sldId="992"/>
            <ac:spMk id="74" creationId="{E6BE6D1D-D9AF-ED74-5FAB-44E06CD0287F}"/>
          </ac:spMkLst>
        </pc:spChg>
        <pc:spChg chg="add mod">
          <ac:chgData name="최 문영" userId="a21844db-6106-43e4-b4fd-b1994a39fcca" providerId="ADAL" clId="{1AFE30CA-0473-46B3-B73A-3803F8D94D85}" dt="2026-05-28T21:16:09.665" v="1563" actId="1076"/>
          <ac:spMkLst>
            <pc:docMk/>
            <pc:sldMk cId="2299440853" sldId="992"/>
            <ac:spMk id="75" creationId="{E35835F5-9F7F-067C-73F0-D4E0C0C87242}"/>
          </ac:spMkLst>
        </pc:spChg>
        <pc:spChg chg="add del mod">
          <ac:chgData name="최 문영" userId="a21844db-6106-43e4-b4fd-b1994a39fcca" providerId="ADAL" clId="{1AFE30CA-0473-46B3-B73A-3803F8D94D85}" dt="2026-05-28T21:16:17.824" v="1566" actId="478"/>
          <ac:spMkLst>
            <pc:docMk/>
            <pc:sldMk cId="2299440853" sldId="992"/>
            <ac:spMk id="76" creationId="{3E8572C4-7BE6-DEA8-C8C4-BB5357DB5B45}"/>
          </ac:spMkLst>
        </pc:spChg>
        <pc:spChg chg="add mod">
          <ac:chgData name="최 문영" userId="a21844db-6106-43e4-b4fd-b1994a39fcca" providerId="ADAL" clId="{1AFE30CA-0473-46B3-B73A-3803F8D94D85}" dt="2026-05-28T21:16:15.714" v="1565" actId="1076"/>
          <ac:spMkLst>
            <pc:docMk/>
            <pc:sldMk cId="2299440853" sldId="992"/>
            <ac:spMk id="77" creationId="{A2255416-7B1C-CD64-850C-476AEAB14B3B}"/>
          </ac:spMkLst>
        </pc:spChg>
        <pc:spChg chg="add mod">
          <ac:chgData name="최 문영" userId="a21844db-6106-43e4-b4fd-b1994a39fcca" providerId="ADAL" clId="{1AFE30CA-0473-46B3-B73A-3803F8D94D85}" dt="2026-05-28T21:16:25.579" v="1568" actId="1076"/>
          <ac:spMkLst>
            <pc:docMk/>
            <pc:sldMk cId="2299440853" sldId="992"/>
            <ac:spMk id="78" creationId="{F7E4E3B0-C8FB-A67C-468E-2BADA6ED30FE}"/>
          </ac:spMkLst>
        </pc:spChg>
        <pc:spChg chg="add mod">
          <ac:chgData name="최 문영" userId="a21844db-6106-43e4-b4fd-b1994a39fcca" providerId="ADAL" clId="{1AFE30CA-0473-46B3-B73A-3803F8D94D85}" dt="2026-05-28T21:16:31.640" v="1570" actId="1076"/>
          <ac:spMkLst>
            <pc:docMk/>
            <pc:sldMk cId="2299440853" sldId="992"/>
            <ac:spMk id="79" creationId="{387077A1-6CA7-715A-6E59-6580C530E597}"/>
          </ac:spMkLst>
        </pc:spChg>
        <pc:spChg chg="add del mod">
          <ac:chgData name="최 문영" userId="a21844db-6106-43e4-b4fd-b1994a39fcca" providerId="ADAL" clId="{1AFE30CA-0473-46B3-B73A-3803F8D94D85}" dt="2026-05-28T21:51:18.337" v="2683" actId="478"/>
          <ac:spMkLst>
            <pc:docMk/>
            <pc:sldMk cId="2299440853" sldId="992"/>
            <ac:spMk id="81" creationId="{193168AA-EB12-9FEC-54C8-F521AA2E897B}"/>
          </ac:spMkLst>
        </pc:spChg>
        <pc:spChg chg="add del mod">
          <ac:chgData name="최 문영" userId="a21844db-6106-43e4-b4fd-b1994a39fcca" providerId="ADAL" clId="{1AFE30CA-0473-46B3-B73A-3803F8D94D85}" dt="2026-05-28T21:18:11.648" v="1589" actId="478"/>
          <ac:spMkLst>
            <pc:docMk/>
            <pc:sldMk cId="2299440853" sldId="992"/>
            <ac:spMk id="82" creationId="{71995B18-E79E-CD80-FE1D-4E8944F00284}"/>
          </ac:spMkLst>
        </pc:spChg>
        <pc:spChg chg="add mod">
          <ac:chgData name="최 문영" userId="a21844db-6106-43e4-b4fd-b1994a39fcca" providerId="ADAL" clId="{1AFE30CA-0473-46B3-B73A-3803F8D94D85}" dt="2026-05-28T21:51:15.836" v="2682" actId="20577"/>
          <ac:spMkLst>
            <pc:docMk/>
            <pc:sldMk cId="2299440853" sldId="992"/>
            <ac:spMk id="83" creationId="{D4FABA26-62C8-85F4-4119-878AD250DD2B}"/>
          </ac:spMkLst>
        </pc:spChg>
        <pc:spChg chg="mod">
          <ac:chgData name="최 문영" userId="a21844db-6106-43e4-b4fd-b1994a39fcca" providerId="ADAL" clId="{1AFE30CA-0473-46B3-B73A-3803F8D94D85}" dt="2026-05-28T20:58:04.736" v="899" actId="20577"/>
          <ac:spMkLst>
            <pc:docMk/>
            <pc:sldMk cId="2299440853" sldId="992"/>
            <ac:spMk id="97" creationId="{11555F55-E645-ED77-C767-403895E194CA}"/>
          </ac:spMkLst>
        </pc:spChg>
        <pc:spChg chg="mod">
          <ac:chgData name="최 문영" userId="a21844db-6106-43e4-b4fd-b1994a39fcca" providerId="ADAL" clId="{1AFE30CA-0473-46B3-B73A-3803F8D94D85}" dt="2026-05-28T20:56:52.461" v="866" actId="20577"/>
          <ac:spMkLst>
            <pc:docMk/>
            <pc:sldMk cId="2299440853" sldId="992"/>
            <ac:spMk id="100" creationId="{EA7FCA22-6C97-A1B7-F44B-7E26EB7CAE44}"/>
          </ac:spMkLst>
        </pc:spChg>
        <pc:picChg chg="add del mod">
          <ac:chgData name="최 문영" userId="a21844db-6106-43e4-b4fd-b1994a39fcca" providerId="ADAL" clId="{1AFE30CA-0473-46B3-B73A-3803F8D94D85}" dt="2026-05-28T21:08:09.970" v="1391" actId="478"/>
          <ac:picMkLst>
            <pc:docMk/>
            <pc:sldMk cId="2299440853" sldId="992"/>
            <ac:picMk id="22" creationId="{EA796C7A-9E68-6B05-8F4E-A6421613E535}"/>
          </ac:picMkLst>
        </pc:picChg>
        <pc:picChg chg="add mod modCrop">
          <ac:chgData name="최 문영" userId="a21844db-6106-43e4-b4fd-b1994a39fcca" providerId="ADAL" clId="{1AFE30CA-0473-46B3-B73A-3803F8D94D85}" dt="2026-05-28T21:11:41.197" v="1438" actId="1076"/>
          <ac:picMkLst>
            <pc:docMk/>
            <pc:sldMk cId="2299440853" sldId="992"/>
            <ac:picMk id="50" creationId="{A303BE3C-6768-5BD9-0AD6-DDB14619FC6C}"/>
          </ac:picMkLst>
        </pc:picChg>
        <pc:cxnChg chg="add mod">
          <ac:chgData name="최 문영" userId="a21844db-6106-43e4-b4fd-b1994a39fcca" providerId="ADAL" clId="{1AFE30CA-0473-46B3-B73A-3803F8D94D85}" dt="2026-05-28T20:58:16.372" v="901"/>
          <ac:cxnSpMkLst>
            <pc:docMk/>
            <pc:sldMk cId="2299440853" sldId="992"/>
            <ac:cxnSpMk id="24" creationId="{BF0E4CB7-44A8-B76A-EF6C-8C69AAF30CB2}"/>
          </ac:cxnSpMkLst>
        </pc:cxnChg>
        <pc:cxnChg chg="add mod">
          <ac:chgData name="최 문영" userId="a21844db-6106-43e4-b4fd-b1994a39fcca" providerId="ADAL" clId="{1AFE30CA-0473-46B3-B73A-3803F8D94D85}" dt="2026-05-28T21:01:30.144" v="1068" actId="1036"/>
          <ac:cxnSpMkLst>
            <pc:docMk/>
            <pc:sldMk cId="2299440853" sldId="992"/>
            <ac:cxnSpMk id="33" creationId="{9B6687AF-C70E-2993-FC8D-258323AB04CD}"/>
          </ac:cxnSpMkLst>
        </pc:cxnChg>
        <pc:cxnChg chg="add mod">
          <ac:chgData name="최 문영" userId="a21844db-6106-43e4-b4fd-b1994a39fcca" providerId="ADAL" clId="{1AFE30CA-0473-46B3-B73A-3803F8D94D85}" dt="2026-05-28T21:01:30.144" v="1068" actId="1036"/>
          <ac:cxnSpMkLst>
            <pc:docMk/>
            <pc:sldMk cId="2299440853" sldId="992"/>
            <ac:cxnSpMk id="34" creationId="{D06A3A80-6CE4-5ACE-DF8A-0303C42A4B45}"/>
          </ac:cxnSpMkLst>
        </pc:cxnChg>
        <pc:cxnChg chg="add mod">
          <ac:chgData name="최 문영" userId="a21844db-6106-43e4-b4fd-b1994a39fcca" providerId="ADAL" clId="{1AFE30CA-0473-46B3-B73A-3803F8D94D85}" dt="2026-05-28T21:01:30.144" v="1068" actId="1036"/>
          <ac:cxnSpMkLst>
            <pc:docMk/>
            <pc:sldMk cId="2299440853" sldId="992"/>
            <ac:cxnSpMk id="35" creationId="{4BEC5C4D-B6D1-7E8A-4FE3-265C060F152E}"/>
          </ac:cxnSpMkLst>
        </pc:cxnChg>
        <pc:cxnChg chg="add mod">
          <ac:chgData name="최 문영" userId="a21844db-6106-43e4-b4fd-b1994a39fcca" providerId="ADAL" clId="{1AFE30CA-0473-46B3-B73A-3803F8D94D85}" dt="2026-05-28T21:01:30.144" v="1068" actId="1036"/>
          <ac:cxnSpMkLst>
            <pc:docMk/>
            <pc:sldMk cId="2299440853" sldId="992"/>
            <ac:cxnSpMk id="36" creationId="{57A4572B-6A2D-77B0-E24A-27323DBD3F45}"/>
          </ac:cxnSpMkLst>
        </pc:cxnChg>
        <pc:cxnChg chg="add mod">
          <ac:chgData name="최 문영" userId="a21844db-6106-43e4-b4fd-b1994a39fcca" providerId="ADAL" clId="{1AFE30CA-0473-46B3-B73A-3803F8D94D85}" dt="2026-05-28T21:01:30.144" v="1068" actId="1036"/>
          <ac:cxnSpMkLst>
            <pc:docMk/>
            <pc:sldMk cId="2299440853" sldId="992"/>
            <ac:cxnSpMk id="37" creationId="{74A3D4B8-BCDE-3A59-8AF6-88E440F631A9}"/>
          </ac:cxnSpMkLst>
        </pc:cxnChg>
        <pc:cxnChg chg="add del mod">
          <ac:chgData name="최 문영" userId="a21844db-6106-43e4-b4fd-b1994a39fcca" providerId="ADAL" clId="{1AFE30CA-0473-46B3-B73A-3803F8D94D85}" dt="2026-05-28T21:02:58.018" v="1213" actId="478"/>
          <ac:cxnSpMkLst>
            <pc:docMk/>
            <pc:sldMk cId="2299440853" sldId="992"/>
            <ac:cxnSpMk id="38" creationId="{8D9B1889-EF53-0F52-CBB3-2C0FB532E416}"/>
          </ac:cxnSpMkLst>
        </pc:cxnChg>
        <pc:cxnChg chg="add del mod">
          <ac:chgData name="최 문영" userId="a21844db-6106-43e4-b4fd-b1994a39fcca" providerId="ADAL" clId="{1AFE30CA-0473-46B3-B73A-3803F8D94D85}" dt="2026-05-28T21:09:27.822" v="1407" actId="478"/>
          <ac:cxnSpMkLst>
            <pc:docMk/>
            <pc:sldMk cId="2299440853" sldId="992"/>
            <ac:cxnSpMk id="46" creationId="{5FD0A281-FC70-A2FE-8AC8-5423F7550AF0}"/>
          </ac:cxnSpMkLst>
        </pc:cxnChg>
        <pc:cxnChg chg="add del mod">
          <ac:chgData name="최 문영" userId="a21844db-6106-43e4-b4fd-b1994a39fcca" providerId="ADAL" clId="{1AFE30CA-0473-46B3-B73A-3803F8D94D85}" dt="2026-05-28T21:09:25.725" v="1406" actId="478"/>
          <ac:cxnSpMkLst>
            <pc:docMk/>
            <pc:sldMk cId="2299440853" sldId="992"/>
            <ac:cxnSpMk id="48" creationId="{D03E4151-9E91-1C59-426C-BD21402A7990}"/>
          </ac:cxnSpMkLst>
        </pc:cxnChg>
        <pc:cxnChg chg="add del mod">
          <ac:chgData name="최 문영" userId="a21844db-6106-43e4-b4fd-b1994a39fcca" providerId="ADAL" clId="{1AFE30CA-0473-46B3-B73A-3803F8D94D85}" dt="2026-05-28T21:09:24.837" v="1405" actId="478"/>
          <ac:cxnSpMkLst>
            <pc:docMk/>
            <pc:sldMk cId="2299440853" sldId="992"/>
            <ac:cxnSpMk id="49" creationId="{D1B9F5F2-6ADD-F65B-6BB5-06B6B667CB4C}"/>
          </ac:cxnSpMkLst>
        </pc:cxnChg>
        <pc:cxnChg chg="add mod">
          <ac:chgData name="최 문영" userId="a21844db-6106-43e4-b4fd-b1994a39fcca" providerId="ADAL" clId="{1AFE30CA-0473-46B3-B73A-3803F8D94D85}" dt="2026-05-28T21:12:47.394" v="1502" actId="1582"/>
          <ac:cxnSpMkLst>
            <pc:docMk/>
            <pc:sldMk cId="2299440853" sldId="992"/>
            <ac:cxnSpMk id="60" creationId="{C7839618-3CD1-3FD2-6C64-430C4C168E32}"/>
          </ac:cxnSpMkLst>
        </pc:cxnChg>
        <pc:cxnChg chg="add mod">
          <ac:chgData name="최 문영" userId="a21844db-6106-43e4-b4fd-b1994a39fcca" providerId="ADAL" clId="{1AFE30CA-0473-46B3-B73A-3803F8D94D85}" dt="2026-05-28T21:13:17.850" v="1510" actId="14100"/>
          <ac:cxnSpMkLst>
            <pc:docMk/>
            <pc:sldMk cId="2299440853" sldId="992"/>
            <ac:cxnSpMk id="61" creationId="{CA9AC62B-E3B3-668F-E720-89EA35EAAC9C}"/>
          </ac:cxnSpMkLst>
        </pc:cxnChg>
        <pc:cxnChg chg="add mod">
          <ac:chgData name="최 문영" userId="a21844db-6106-43e4-b4fd-b1994a39fcca" providerId="ADAL" clId="{1AFE30CA-0473-46B3-B73A-3803F8D94D85}" dt="2026-05-28T21:13:41.729" v="1517" actId="14100"/>
          <ac:cxnSpMkLst>
            <pc:docMk/>
            <pc:sldMk cId="2299440853" sldId="992"/>
            <ac:cxnSpMk id="67" creationId="{BFAE3D32-D13F-2217-0FE8-9DE0287C08DB}"/>
          </ac:cxnSpMkLst>
        </pc:cxnChg>
        <pc:cxnChg chg="add mod">
          <ac:chgData name="최 문영" userId="a21844db-6106-43e4-b4fd-b1994a39fcca" providerId="ADAL" clId="{1AFE30CA-0473-46B3-B73A-3803F8D94D85}" dt="2026-05-28T21:14:16.848" v="1527" actId="14100"/>
          <ac:cxnSpMkLst>
            <pc:docMk/>
            <pc:sldMk cId="2299440853" sldId="992"/>
            <ac:cxnSpMk id="69" creationId="{031073A4-0848-8AFF-624F-F69555675D39}"/>
          </ac:cxnSpMkLst>
        </pc:cxnChg>
        <pc:cxnChg chg="add mod">
          <ac:chgData name="최 문영" userId="a21844db-6106-43e4-b4fd-b1994a39fcca" providerId="ADAL" clId="{1AFE30CA-0473-46B3-B73A-3803F8D94D85}" dt="2026-05-28T21:17:37.762" v="1578" actId="1076"/>
          <ac:cxnSpMkLst>
            <pc:docMk/>
            <pc:sldMk cId="2299440853" sldId="992"/>
            <ac:cxnSpMk id="80" creationId="{BC925F10-A6FE-CC51-F5B0-5F2346A10626}"/>
          </ac:cxnSpMkLst>
        </pc:cxnChg>
      </pc:sldChg>
      <pc:sldChg chg="addSp delSp modSp mod delAnim modAnim">
        <pc:chgData name="최 문영" userId="a21844db-6106-43e4-b4fd-b1994a39fcca" providerId="ADAL" clId="{1AFE30CA-0473-46B3-B73A-3803F8D94D85}" dt="2026-05-28T21:24:58.070" v="1781"/>
        <pc:sldMkLst>
          <pc:docMk/>
          <pc:sldMk cId="2771452787" sldId="993"/>
        </pc:sldMkLst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3" creationId="{53F7DDF1-ACEC-9FBE-50C3-0A44FBCBC5EE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5" creationId="{3F25CF2E-EBDA-C5F6-701F-F725E19EA835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7" creationId="{AED3DDE8-4936-1D04-EFE9-F52126D79CE5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9" creationId="{CA864D2D-A2CF-7D57-CC65-7E756E1CF4CF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10" creationId="{0D52145A-7046-2475-9BF6-DDA433321F59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11" creationId="{9787AC9F-0806-76CC-6494-287B8370D9CB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13" creationId="{5C39850D-922E-59E1-CF1A-0166B064837C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14" creationId="{5AD4FB45-F2AD-6160-2538-CFCF5BB1FEA0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19" creationId="{23DDFB1E-EC40-9258-073C-58387DC97EC0}"/>
          </ac:spMkLst>
        </pc:spChg>
        <pc:spChg chg="del">
          <ac:chgData name="최 문영" userId="a21844db-6106-43e4-b4fd-b1994a39fcca" providerId="ADAL" clId="{1AFE30CA-0473-46B3-B73A-3803F8D94D85}" dt="2026-05-28T21:18:45.383" v="1615" actId="478"/>
          <ac:spMkLst>
            <pc:docMk/>
            <pc:sldMk cId="2771452787" sldId="993"/>
            <ac:spMk id="21" creationId="{BEAE331F-4E37-B1E8-6451-9012A0D7761A}"/>
          </ac:spMkLst>
        </pc:spChg>
        <pc:spChg chg="add mod">
          <ac:chgData name="최 문영" userId="a21844db-6106-43e4-b4fd-b1994a39fcca" providerId="ADAL" clId="{1AFE30CA-0473-46B3-B73A-3803F8D94D85}" dt="2026-05-28T21:23:34.897" v="1670" actId="207"/>
          <ac:spMkLst>
            <pc:docMk/>
            <pc:sldMk cId="2771452787" sldId="993"/>
            <ac:spMk id="29" creationId="{E7BC1D95-521A-0F6C-23B4-C19A43CCE7F8}"/>
          </ac:spMkLst>
        </pc:spChg>
        <pc:spChg chg="add mod">
          <ac:chgData name="최 문영" userId="a21844db-6106-43e4-b4fd-b1994a39fcca" providerId="ADAL" clId="{1AFE30CA-0473-46B3-B73A-3803F8D94D85}" dt="2026-05-28T21:19:12.492" v="1658" actId="1076"/>
          <ac:spMkLst>
            <pc:docMk/>
            <pc:sldMk cId="2771452787" sldId="993"/>
            <ac:spMk id="31" creationId="{B2E58D8F-AC56-1426-0EC1-16534C9CEFE4}"/>
          </ac:spMkLst>
        </pc:spChg>
        <pc:spChg chg="add mod">
          <ac:chgData name="최 문영" userId="a21844db-6106-43e4-b4fd-b1994a39fcca" providerId="ADAL" clId="{1AFE30CA-0473-46B3-B73A-3803F8D94D85}" dt="2026-05-28T21:19:12.492" v="1658" actId="1076"/>
          <ac:spMkLst>
            <pc:docMk/>
            <pc:sldMk cId="2771452787" sldId="993"/>
            <ac:spMk id="32" creationId="{2D7F649D-C2C4-071D-F079-0B2F52088A4A}"/>
          </ac:spMkLst>
        </pc:spChg>
        <pc:spChg chg="add mod">
          <ac:chgData name="최 문영" userId="a21844db-6106-43e4-b4fd-b1994a39fcca" providerId="ADAL" clId="{1AFE30CA-0473-46B3-B73A-3803F8D94D85}" dt="2026-05-28T21:19:12.492" v="1658" actId="1076"/>
          <ac:spMkLst>
            <pc:docMk/>
            <pc:sldMk cId="2771452787" sldId="993"/>
            <ac:spMk id="33" creationId="{AC300862-C55C-E641-88B8-7EE822934972}"/>
          </ac:spMkLst>
        </pc:spChg>
        <pc:spChg chg="add mod">
          <ac:chgData name="최 문영" userId="a21844db-6106-43e4-b4fd-b1994a39fcca" providerId="ADAL" clId="{1AFE30CA-0473-46B3-B73A-3803F8D94D85}" dt="2026-05-28T21:19:12.492" v="1658" actId="1076"/>
          <ac:spMkLst>
            <pc:docMk/>
            <pc:sldMk cId="2771452787" sldId="993"/>
            <ac:spMk id="34" creationId="{E17219D9-9DCB-0068-9256-9E3BEFB9E059}"/>
          </ac:spMkLst>
        </pc:spChg>
        <pc:spChg chg="add mod">
          <ac:chgData name="최 문영" userId="a21844db-6106-43e4-b4fd-b1994a39fcca" providerId="ADAL" clId="{1AFE30CA-0473-46B3-B73A-3803F8D94D85}" dt="2026-05-28T21:19:12.492" v="1658" actId="1076"/>
          <ac:spMkLst>
            <pc:docMk/>
            <pc:sldMk cId="2771452787" sldId="993"/>
            <ac:spMk id="40" creationId="{E77B2F6F-FEC8-3D3D-BCA2-AF1071EBF1D8}"/>
          </ac:spMkLst>
        </pc:spChg>
        <pc:spChg chg="add mod">
          <ac:chgData name="최 문영" userId="a21844db-6106-43e4-b4fd-b1994a39fcca" providerId="ADAL" clId="{1AFE30CA-0473-46B3-B73A-3803F8D94D85}" dt="2026-05-28T21:19:12.492" v="1658" actId="1076"/>
          <ac:spMkLst>
            <pc:docMk/>
            <pc:sldMk cId="2771452787" sldId="993"/>
            <ac:spMk id="41" creationId="{AE800586-B728-6522-BDD9-7A7EC1AAF17B}"/>
          </ac:spMkLst>
        </pc:spChg>
        <pc:spChg chg="add mod">
          <ac:chgData name="최 문영" userId="a21844db-6106-43e4-b4fd-b1994a39fcca" providerId="ADAL" clId="{1AFE30CA-0473-46B3-B73A-3803F8D94D85}" dt="2026-05-28T21:23:34.897" v="1670" actId="207"/>
          <ac:spMkLst>
            <pc:docMk/>
            <pc:sldMk cId="2771452787" sldId="993"/>
            <ac:spMk id="46" creationId="{ECDD9DFD-522F-032A-EF0A-AC3DF2BF38F2}"/>
          </ac:spMkLst>
        </pc:spChg>
        <pc:spChg chg="add mod">
          <ac:chgData name="최 문영" userId="a21844db-6106-43e4-b4fd-b1994a39fcca" providerId="ADAL" clId="{1AFE30CA-0473-46B3-B73A-3803F8D94D85}" dt="2026-05-28T21:23:59.929" v="1741" actId="1076"/>
          <ac:spMkLst>
            <pc:docMk/>
            <pc:sldMk cId="2771452787" sldId="993"/>
            <ac:spMk id="47" creationId="{8DFEAD65-76CA-7463-6ACE-36ABDFE75328}"/>
          </ac:spMkLst>
        </pc:spChg>
        <pc:spChg chg="add mod">
          <ac:chgData name="최 문영" userId="a21844db-6106-43e4-b4fd-b1994a39fcca" providerId="ADAL" clId="{1AFE30CA-0473-46B3-B73A-3803F8D94D85}" dt="2026-05-28T21:24:30.784" v="1779" actId="1076"/>
          <ac:spMkLst>
            <pc:docMk/>
            <pc:sldMk cId="2771452787" sldId="993"/>
            <ac:spMk id="48" creationId="{C87C31A6-2CAF-D9C6-81D2-ABEB8819F856}"/>
          </ac:spMkLst>
        </pc:spChg>
        <pc:spChg chg="add mod">
          <ac:chgData name="최 문영" userId="a21844db-6106-43e4-b4fd-b1994a39fcca" providerId="ADAL" clId="{1AFE30CA-0473-46B3-B73A-3803F8D94D85}" dt="2026-05-28T21:24:58.070" v="1781"/>
          <ac:spMkLst>
            <pc:docMk/>
            <pc:sldMk cId="2771452787" sldId="993"/>
            <ac:spMk id="49" creationId="{A5AEA22E-6B46-2E23-0DEA-5EFC62722390}"/>
          </ac:spMkLst>
        </pc:spChg>
        <pc:spChg chg="mod">
          <ac:chgData name="최 문영" userId="a21844db-6106-43e4-b4fd-b1994a39fcca" providerId="ADAL" clId="{1AFE30CA-0473-46B3-B73A-3803F8D94D85}" dt="2026-05-28T21:19:01.575" v="1656" actId="20577"/>
          <ac:spMkLst>
            <pc:docMk/>
            <pc:sldMk cId="2771452787" sldId="993"/>
            <ac:spMk id="97" creationId="{9AD8C611-D205-49EB-C955-38D26218BEA4}"/>
          </ac:spMkLst>
        </pc:spChg>
        <pc:spChg chg="mod">
          <ac:chgData name="최 문영" userId="a21844db-6106-43e4-b4fd-b1994a39fcca" providerId="ADAL" clId="{1AFE30CA-0473-46B3-B73A-3803F8D94D85}" dt="2026-05-28T21:18:39.337" v="1614" actId="20577"/>
          <ac:spMkLst>
            <pc:docMk/>
            <pc:sldMk cId="2771452787" sldId="993"/>
            <ac:spMk id="100" creationId="{99BA694D-E927-30B9-5166-DF633A9F5826}"/>
          </ac:spMkLst>
        </pc:spChg>
        <pc:graphicFrameChg chg="add mod">
          <ac:chgData name="최 문영" userId="a21844db-6106-43e4-b4fd-b1994a39fcca" providerId="ADAL" clId="{1AFE30CA-0473-46B3-B73A-3803F8D94D85}" dt="2026-05-28T21:19:54.271" v="1659"/>
          <ac:graphicFrameMkLst>
            <pc:docMk/>
            <pc:sldMk cId="2771452787" sldId="993"/>
            <ac:graphicFrameMk id="43" creationId="{517B1FBA-5A34-E548-A28C-523D27415745}"/>
          </ac:graphicFrameMkLst>
        </pc:graphicFrameChg>
        <pc:picChg chg="add mod modCrop">
          <ac:chgData name="최 문영" userId="a21844db-6106-43e4-b4fd-b1994a39fcca" providerId="ADAL" clId="{1AFE30CA-0473-46B3-B73A-3803F8D94D85}" dt="2026-05-28T21:24:12.190" v="1746" actId="1076"/>
          <ac:picMkLst>
            <pc:docMk/>
            <pc:sldMk cId="2771452787" sldId="993"/>
            <ac:picMk id="45" creationId="{BFA4DCB3-4DE8-CE1A-8322-9A4EF0520BC8}"/>
          </ac:picMkLst>
        </pc:picChg>
        <pc:cxnChg chg="add mod">
          <ac:chgData name="최 문영" userId="a21844db-6106-43e4-b4fd-b1994a39fcca" providerId="ADAL" clId="{1AFE30CA-0473-46B3-B73A-3803F8D94D85}" dt="2026-05-28T21:19:12.492" v="1658" actId="1076"/>
          <ac:cxnSpMkLst>
            <pc:docMk/>
            <pc:sldMk cId="2771452787" sldId="993"/>
            <ac:cxnSpMk id="30" creationId="{412EBF1D-0390-7DE2-F3F8-C41ACC986494}"/>
          </ac:cxnSpMkLst>
        </pc:cxnChg>
        <pc:cxnChg chg="add mod">
          <ac:chgData name="최 문영" userId="a21844db-6106-43e4-b4fd-b1994a39fcca" providerId="ADAL" clId="{1AFE30CA-0473-46B3-B73A-3803F8D94D85}" dt="2026-05-28T21:19:12.492" v="1658" actId="1076"/>
          <ac:cxnSpMkLst>
            <pc:docMk/>
            <pc:sldMk cId="2771452787" sldId="993"/>
            <ac:cxnSpMk id="37" creationId="{AB0C58B2-E32C-4202-E6D9-28A79B60F506}"/>
          </ac:cxnSpMkLst>
        </pc:cxnChg>
        <pc:cxnChg chg="add mod">
          <ac:chgData name="최 문영" userId="a21844db-6106-43e4-b4fd-b1994a39fcca" providerId="ADAL" clId="{1AFE30CA-0473-46B3-B73A-3803F8D94D85}" dt="2026-05-28T21:19:12.492" v="1658" actId="1076"/>
          <ac:cxnSpMkLst>
            <pc:docMk/>
            <pc:sldMk cId="2771452787" sldId="993"/>
            <ac:cxnSpMk id="42" creationId="{70C8FDAC-B3EE-3D12-E739-EA936C3A786E}"/>
          </ac:cxnSpMkLst>
        </pc:cxnChg>
      </pc:sldChg>
      <pc:sldChg chg="modSp del mod">
        <pc:chgData name="최 문영" userId="a21844db-6106-43e4-b4fd-b1994a39fcca" providerId="ADAL" clId="{1AFE30CA-0473-46B3-B73A-3803F8D94D85}" dt="2026-05-28T21:38:20.615" v="2250" actId="47"/>
        <pc:sldMkLst>
          <pc:docMk/>
          <pc:sldMk cId="4100086670" sldId="994"/>
        </pc:sldMkLst>
        <pc:spChg chg="mod">
          <ac:chgData name="최 문영" userId="a21844db-6106-43e4-b4fd-b1994a39fcca" providerId="ADAL" clId="{1AFE30CA-0473-46B3-B73A-3803F8D94D85}" dt="2026-05-28T20:31:48.585" v="63" actId="1076"/>
          <ac:spMkLst>
            <pc:docMk/>
            <pc:sldMk cId="4100086670" sldId="994"/>
            <ac:spMk id="97" creationId="{1C95146C-56EE-EB01-F0D6-09DDC245ACEE}"/>
          </ac:spMkLst>
        </pc:spChg>
      </pc:sldChg>
      <pc:sldChg chg="del">
        <pc:chgData name="최 문영" userId="a21844db-6106-43e4-b4fd-b1994a39fcca" providerId="ADAL" clId="{1AFE30CA-0473-46B3-B73A-3803F8D94D85}" dt="2026-05-28T21:38:20.615" v="2250" actId="47"/>
        <pc:sldMkLst>
          <pc:docMk/>
          <pc:sldMk cId="2730400037" sldId="995"/>
        </pc:sldMkLst>
      </pc:sldChg>
      <pc:sldChg chg="del">
        <pc:chgData name="최 문영" userId="a21844db-6106-43e4-b4fd-b1994a39fcca" providerId="ADAL" clId="{1AFE30CA-0473-46B3-B73A-3803F8D94D85}" dt="2026-05-28T21:38:20.615" v="2250" actId="47"/>
        <pc:sldMkLst>
          <pc:docMk/>
          <pc:sldMk cId="3696557233" sldId="996"/>
        </pc:sldMkLst>
      </pc:sldChg>
      <pc:sldChg chg="del">
        <pc:chgData name="최 문영" userId="a21844db-6106-43e4-b4fd-b1994a39fcca" providerId="ADAL" clId="{1AFE30CA-0473-46B3-B73A-3803F8D94D85}" dt="2026-05-28T21:38:20.615" v="2250" actId="47"/>
        <pc:sldMkLst>
          <pc:docMk/>
          <pc:sldMk cId="2633622878" sldId="997"/>
        </pc:sldMkLst>
      </pc:sldChg>
      <pc:sldChg chg="del">
        <pc:chgData name="최 문영" userId="a21844db-6106-43e4-b4fd-b1994a39fcca" providerId="ADAL" clId="{1AFE30CA-0473-46B3-B73A-3803F8D94D85}" dt="2026-05-28T21:38:20.615" v="2250" actId="47"/>
        <pc:sldMkLst>
          <pc:docMk/>
          <pc:sldMk cId="2323963941" sldId="998"/>
        </pc:sldMkLst>
      </pc:sldChg>
      <pc:sldChg chg="addSp delSp modSp add mod delAnim modAnim">
        <pc:chgData name="최 문영" userId="a21844db-6106-43e4-b4fd-b1994a39fcca" providerId="ADAL" clId="{1AFE30CA-0473-46B3-B73A-3803F8D94D85}" dt="2026-05-28T20:56:23.328" v="835" actId="1076"/>
        <pc:sldMkLst>
          <pc:docMk/>
          <pc:sldMk cId="2134794396" sldId="999"/>
        </pc:sldMkLst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2" creationId="{BFEE1C1C-00AA-B646-6E8E-84C9BB37D16B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13" creationId="{352C6554-6D98-BF3D-30E4-51DF95A98C26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14" creationId="{6994EE6B-6273-FA4F-3863-AF41F713C68C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19" creationId="{A236FF68-D56D-A013-0FE1-C5ED9AA61395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20" creationId="{FD992C3B-493A-C921-812C-4E2D0CBC5E23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21" creationId="{5F42EE35-38A8-7C67-0AE6-F6F7396EEB16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23" creationId="{6442090E-A57B-5A0B-48FC-2500F46F7BAF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31" creationId="{9142B7FC-D333-A672-6B6D-6A09D53302DE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32" creationId="{F0D52ECA-5ED8-6871-A7F7-603A1F2E19DD}"/>
          </ac:spMkLst>
        </pc:spChg>
        <pc:spChg chg="add mod">
          <ac:chgData name="최 문영" userId="a21844db-6106-43e4-b4fd-b1994a39fcca" providerId="ADAL" clId="{1AFE30CA-0473-46B3-B73A-3803F8D94D85}" dt="2026-05-28T20:54:01.413" v="756" actId="1076"/>
          <ac:spMkLst>
            <pc:docMk/>
            <pc:sldMk cId="2134794396" sldId="999"/>
            <ac:spMk id="33" creationId="{E8966002-B27D-1B9F-60CE-2BA6D3441D37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45" creationId="{3C91B363-C1DF-4C6C-D032-FD0739177CF6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52" creationId="{F2DABADC-BAB7-4B4A-0786-A3436B457AC7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55" creationId="{9DBCD7BB-3C4F-C7E4-A294-B0CD1B632506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56" creationId="{40B9A244-5E11-ED7A-7976-6C834CBBAF18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59" creationId="{AFD15E6D-7591-107B-08ED-CED2C2594F3C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63" creationId="{1CB1B9EB-9B6C-F7DC-BDC5-5AAF9F49A507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65" creationId="{E1A4D2DB-5C2E-5B36-BCAA-5DDA965B94FF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74" creationId="{D1EDEEDB-00D1-EEBD-468B-1B8088DB4E3D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75" creationId="{C06913F1-518B-822F-0046-67F715947D14}"/>
          </ac:spMkLst>
        </pc:spChg>
        <pc:spChg chg="add mod">
          <ac:chgData name="최 문영" userId="a21844db-6106-43e4-b4fd-b1994a39fcca" providerId="ADAL" clId="{1AFE30CA-0473-46B3-B73A-3803F8D94D85}" dt="2026-05-28T20:54:02.995" v="758"/>
          <ac:spMkLst>
            <pc:docMk/>
            <pc:sldMk cId="2134794396" sldId="999"/>
            <ac:spMk id="85" creationId="{F552F9FD-0E1A-D36E-F47E-E8F92D7EBDDE}"/>
          </ac:spMkLst>
        </pc:spChg>
        <pc:spChg chg="del mod">
          <ac:chgData name="최 문영" userId="a21844db-6106-43e4-b4fd-b1994a39fcca" providerId="ADAL" clId="{1AFE30CA-0473-46B3-B73A-3803F8D94D85}" dt="2026-05-28T20:56:18.083" v="831" actId="478"/>
          <ac:spMkLst>
            <pc:docMk/>
            <pc:sldMk cId="2134794396" sldId="999"/>
            <ac:spMk id="89" creationId="{6F4C59A0-0216-4C45-921C-9531FB32A10F}"/>
          </ac:spMkLst>
        </pc:spChg>
        <pc:spChg chg="add del">
          <ac:chgData name="최 문영" userId="a21844db-6106-43e4-b4fd-b1994a39fcca" providerId="ADAL" clId="{1AFE30CA-0473-46B3-B73A-3803F8D94D85}" dt="2026-05-28T20:55:31.543" v="767" actId="22"/>
          <ac:spMkLst>
            <pc:docMk/>
            <pc:sldMk cId="2134794396" sldId="999"/>
            <ac:spMk id="91" creationId="{F1007136-53B2-3953-380C-F3A167C68CD0}"/>
          </ac:spMkLst>
        </pc:spChg>
        <pc:spChg chg="mod">
          <ac:chgData name="최 문영" userId="a21844db-6106-43e4-b4fd-b1994a39fcca" providerId="ADAL" clId="{1AFE30CA-0473-46B3-B73A-3803F8D94D85}" dt="2026-05-28T20:56:12.823" v="828" actId="20577"/>
          <ac:spMkLst>
            <pc:docMk/>
            <pc:sldMk cId="2134794396" sldId="999"/>
            <ac:spMk id="97" creationId="{5BA271DC-76BA-2668-ECDA-1ACA01303650}"/>
          </ac:spMkLst>
        </pc:spChg>
        <pc:spChg chg="mod">
          <ac:chgData name="최 문영" userId="a21844db-6106-43e4-b4fd-b1994a39fcca" providerId="ADAL" clId="{1AFE30CA-0473-46B3-B73A-3803F8D94D85}" dt="2026-05-28T20:52:08.053" v="746" actId="20577"/>
          <ac:spMkLst>
            <pc:docMk/>
            <pc:sldMk cId="2134794396" sldId="999"/>
            <ac:spMk id="100" creationId="{4C51E69C-175C-DC40-DFF6-C4B58A65283E}"/>
          </ac:spMkLst>
        </pc:spChg>
        <pc:picChg chg="add del mod">
          <ac:chgData name="최 문영" userId="a21844db-6106-43e4-b4fd-b1994a39fcca" providerId="ADAL" clId="{1AFE30CA-0473-46B3-B73A-3803F8D94D85}" dt="2026-05-28T20:54:15.723" v="763" actId="478"/>
          <ac:picMkLst>
            <pc:docMk/>
            <pc:sldMk cId="2134794396" sldId="999"/>
            <ac:picMk id="87" creationId="{C2B65097-E82A-0E39-4948-BAA2C4080003}"/>
          </ac:picMkLst>
        </pc:picChg>
        <pc:picChg chg="del mod">
          <ac:chgData name="최 문영" userId="a21844db-6106-43e4-b4fd-b1994a39fcca" providerId="ADAL" clId="{1AFE30CA-0473-46B3-B73A-3803F8D94D85}" dt="2026-05-28T20:55:27.172" v="764" actId="478"/>
          <ac:picMkLst>
            <pc:docMk/>
            <pc:sldMk cId="2134794396" sldId="999"/>
            <ac:picMk id="88" creationId="{474F0201-D343-9182-891F-39084F0D0FD0}"/>
          </ac:picMkLst>
        </pc:picChg>
        <pc:picChg chg="add mod modCrop">
          <ac:chgData name="최 문영" userId="a21844db-6106-43e4-b4fd-b1994a39fcca" providerId="ADAL" clId="{1AFE30CA-0473-46B3-B73A-3803F8D94D85}" dt="2026-05-28T20:56:23.328" v="835" actId="1076"/>
          <ac:picMkLst>
            <pc:docMk/>
            <pc:sldMk cId="2134794396" sldId="999"/>
            <ac:picMk id="93" creationId="{CA56E2B7-76B9-2701-C6C5-3B1C34D80478}"/>
          </ac:picMkLst>
        </pc:picChg>
      </pc:sldChg>
      <pc:sldChg chg="delSp modSp add mod delAnim modAnim">
        <pc:chgData name="최 문영" userId="a21844db-6106-43e4-b4fd-b1994a39fcca" providerId="ADAL" clId="{1AFE30CA-0473-46B3-B73A-3803F8D94D85}" dt="2026-05-28T21:37:37.395" v="2249" actId="20577"/>
        <pc:sldMkLst>
          <pc:docMk/>
          <pc:sldMk cId="2286505110" sldId="1000"/>
        </pc:sldMkLst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29" creationId="{0F139E74-7A8C-6CFE-178E-234940604500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31" creationId="{2E8D6D26-392E-C37C-49EC-173AA25DFCDF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32" creationId="{83A4191E-5BFE-02CF-62DD-ABE8F3BD0A9F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33" creationId="{29269913-6599-747F-0B5C-7267C36923F0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34" creationId="{5EA67F46-A7B7-7260-1153-7DF99AA4339E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40" creationId="{FBABC130-E449-F650-CCEF-6D99D50F4897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41" creationId="{01A01C30-F653-F6C8-F30C-86E4262D6FF5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46" creationId="{4586D41D-0104-8AF7-F38E-27D81DE37EB4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47" creationId="{23F2D30D-EFD5-A8AC-AA4E-7140C56FB817}"/>
          </ac:spMkLst>
        </pc:spChg>
        <pc:spChg chg="del">
          <ac:chgData name="최 문영" userId="a21844db-6106-43e4-b4fd-b1994a39fcca" providerId="ADAL" clId="{1AFE30CA-0473-46B3-B73A-3803F8D94D85}" dt="2026-05-28T21:25:10.446" v="1819" actId="478"/>
          <ac:spMkLst>
            <pc:docMk/>
            <pc:sldMk cId="2286505110" sldId="1000"/>
            <ac:spMk id="48" creationId="{88D72D43-9ADD-277F-242F-57D6B48BE77C}"/>
          </ac:spMkLst>
        </pc:spChg>
        <pc:spChg chg="mod">
          <ac:chgData name="최 문영" userId="a21844db-6106-43e4-b4fd-b1994a39fcca" providerId="ADAL" clId="{1AFE30CA-0473-46B3-B73A-3803F8D94D85}" dt="2026-05-28T21:37:37.395" v="2249" actId="20577"/>
          <ac:spMkLst>
            <pc:docMk/>
            <pc:sldMk cId="2286505110" sldId="1000"/>
            <ac:spMk id="97" creationId="{66F7EBE6-B4FC-920A-D161-701CDE17D011}"/>
          </ac:spMkLst>
        </pc:spChg>
        <pc:spChg chg="mod">
          <ac:chgData name="최 문영" userId="a21844db-6106-43e4-b4fd-b1994a39fcca" providerId="ADAL" clId="{1AFE30CA-0473-46B3-B73A-3803F8D94D85}" dt="2026-05-28T21:25:08.477" v="1818" actId="20577"/>
          <ac:spMkLst>
            <pc:docMk/>
            <pc:sldMk cId="2286505110" sldId="1000"/>
            <ac:spMk id="100" creationId="{20129351-F85E-495A-1D03-3A5399981E8E}"/>
          </ac:spMkLst>
        </pc:spChg>
      </pc:sldChg>
      <pc:sldChg chg="addSp delSp modSp add mod">
        <pc:chgData name="최 문영" userId="a21844db-6106-43e4-b4fd-b1994a39fcca" providerId="ADAL" clId="{1AFE30CA-0473-46B3-B73A-3803F8D94D85}" dt="2026-05-28T21:47:13.160" v="2594" actId="20577"/>
        <pc:sldMkLst>
          <pc:docMk/>
          <pc:sldMk cId="2613492675" sldId="1001"/>
        </pc:sldMkLst>
        <pc:spChg chg="mod">
          <ac:chgData name="최 문영" userId="a21844db-6106-43e4-b4fd-b1994a39fcca" providerId="ADAL" clId="{1AFE30CA-0473-46B3-B73A-3803F8D94D85}" dt="2026-05-28T21:47:13.160" v="2594" actId="20577"/>
          <ac:spMkLst>
            <pc:docMk/>
            <pc:sldMk cId="2613492675" sldId="1001"/>
            <ac:spMk id="97" creationId="{8E8E65DA-81D3-707F-37FD-DBFF0B0C712F}"/>
          </ac:spMkLst>
        </pc:spChg>
        <pc:spChg chg="mod">
          <ac:chgData name="최 문영" userId="a21844db-6106-43e4-b4fd-b1994a39fcca" providerId="ADAL" clId="{1AFE30CA-0473-46B3-B73A-3803F8D94D85}" dt="2026-05-28T21:38:29.814" v="2284" actId="5793"/>
          <ac:spMkLst>
            <pc:docMk/>
            <pc:sldMk cId="2613492675" sldId="1001"/>
            <ac:spMk id="100" creationId="{17CCDA99-3674-74D0-E0BB-B0BE32564BA7}"/>
          </ac:spMkLst>
        </pc:spChg>
        <pc:picChg chg="add del mod">
          <ac:chgData name="최 문영" userId="a21844db-6106-43e4-b4fd-b1994a39fcca" providerId="ADAL" clId="{1AFE30CA-0473-46B3-B73A-3803F8D94D85}" dt="2026-05-28T21:46:42.593" v="2561" actId="478"/>
          <ac:picMkLst>
            <pc:docMk/>
            <pc:sldMk cId="2613492675" sldId="1001"/>
            <ac:picMk id="3" creationId="{934EDFF1-26FA-B891-C7D2-35C9DA3369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287E-FB0E-A256-4FD5-18E0C01A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A5EC70-9C5A-CFBD-BF72-E1E34A71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296A-7F6E-4464-BE4A-4E8DAC13C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목표는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자율 주행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알아보는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예시로 우선 라이다 장애물 감지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분석해보고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장애물 감지 과정을 가볍게 살펴보면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센서 스캔 결과를 로스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노드가 확인하여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장애물이 감지되면 정지명령을 발행하여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마브로스를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거쳐 시뮬레이터에 반영되는 방식입니다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1A5B3F-BBF2-C87D-E86E-DF0BDC280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268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3C44-C22D-C906-8601-38B86C78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A9A9F-E29E-3982-C110-5E1A39414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C1EC2-1ED1-92A4-BB8A-A12A01AF1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0B5E9-0780-BA3A-B8B5-63D8E0B21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73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7A58-5026-F2DF-7BF8-5B1FE2C5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0FAE8-60A1-4E42-54E3-D25743165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553B5-FBEE-C17E-749C-2B3364F4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62BB3-2A1D-B604-07C1-2A63E83DC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40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8E2C-F46D-3ADA-BB56-20C0C33A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88E33-4367-3124-A371-A2954BB97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01012D-A171-D6E5-4ABC-E614794F5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8D9E6-3A3A-E3DC-00F1-433B9C5EC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683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DFC3-C6B2-D7EC-1328-C7428F17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E5DC5D-2517-8FB3-3BE5-2CD91BAE0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260F2-EFD3-FD0B-390C-9A87DF5F8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84353C-E650-12D4-08D3-CBC4454A7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243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F1F9-9873-BC2A-B414-C5FB1464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4AC69-1B0F-1BC0-E1ED-77ADE39A7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65A38-DC8B-36DD-D7C1-F8E149F28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90CD-A9FA-69B8-9704-FFC77A188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23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00BD-7264-7CF1-5AE2-E28AC4C4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4532B-D6C9-52AA-3724-F7A13D8D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B8243F-3428-821F-1B36-722662242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3FA1C-B92F-9348-4AFF-F2A951507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71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22E8A-C1A7-3A46-06D9-E4D764D8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B5B4AE-0E89-3744-D4D7-409FCC22E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3D85B8-9F2B-68F1-2D77-02542F6D0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159209-21F6-87D7-40FF-159FB1FE7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099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9378-A4A8-290A-783A-9E5332DA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F9D794-E28D-BBB5-2D9C-D452517E1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71DE7F-4DEA-A2BA-F637-754F55048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35A809-C8FA-9F1B-3564-255381ECC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87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Final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26.05.29.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대본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5" name="TextBox 46">
            <a:extLst>
              <a:ext uri="{FF2B5EF4-FFF2-40B4-BE49-F238E27FC236}">
                <a16:creationId xmlns:a16="http://schemas.microsoft.com/office/drawing/2014/main" id="{D5EF52ED-397B-1E5C-8923-58311D2300A3}"/>
              </a:ext>
            </a:extLst>
          </p:cNvPr>
          <p:cNvSpPr/>
          <p:nvPr/>
        </p:nvSpPr>
        <p:spPr>
          <a:xfrm>
            <a:off x="203760" y="998280"/>
            <a:ext cx="8852760" cy="72704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이번주 미팅을 시작하겠습니다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goal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드론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자율주행 과정에서 발생하는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들을 알아보는 것입니다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지난 내용을 가볍게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요약드리면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초기와 중간에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값이 나타난다는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원인을 살펴본 결과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CPU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높아질 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나타난다는 점을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원인을 분석하였는데요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부하는 두 가지로 구분 할 수 있었습니다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중간중간 갑작스런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부하와 초기에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부하가 발생하는 두 가지 부하로 구분하였습니다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중간중간 갑작스런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garbage collection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과 다른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process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들로 인한 부하가 원인이었습니다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이번에는 초기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 원인을 살펴보았는데요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 측정 결과에 따르면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꽤 높게 나타났기 때문에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실험 초기에 필요한 작업들이 그 원인이라고 생각하여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주로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설정에 초점을 맞추어 살펴보았습니다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mavlink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연결 과정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plugin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불러오기 등등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설정은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사용량에 영향을 주지 못했습니다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지터들을 보면서 하나 특징을 발견할 수 있었는데요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실험을 위해 노드를 순차적으로 실행시키면서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초기에 실행된 노드에 더 많은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나타났다는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노드 실행 간격을 기존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0.5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초로 늘려보았는데요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원인을 명확하게 확인할 수 있었습니다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 간격으로 새 노드를 실행하다 보니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 간격으로 순간적으로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높게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이는 노드의 실행이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원인임을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총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개의 노드로 실험을 했다 보니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11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개의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나타났음을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실제로 다른 노드들의 결과도 함께 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다른 노드가 추가로 실행되는 시점에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나타났구요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번 노드의 경우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나타나지 않음을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이로써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중간시점에 예상치 못하는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발생하는 원인들을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다음으로 다시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포함하여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측정해보고자 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우선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송 수신 과정을 살펴보겠습니다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5m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안에 장애물이 감지되면 멈추는 명령을 예시로 과정을 살펴보았습니다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gazebo simulator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라이다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스캔값이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발행되면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스캔 값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4.9m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simulator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상에서의 시간이 함께 전달됩니다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bridge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들어가게 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받은 값을 기준으로 정지 여부를 판단합니다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그리고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service call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정지 명령을 발행하면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보내지고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 sim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정지명령이 반영됩니다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 첫 번째 문제는 이 시점을 알 수 없다는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따로 무언가를 또 발행하는 것이 아니라면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단순히 정지명령이 이뤄진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simultort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상에서의 시간을 알 수 없습니다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조금 다른 방식으로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측정하려고 하였는데요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drone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상태를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전송하는데요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다시 이 상태를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보내게 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이 데이터를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바꾸어 또 다른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발행하게 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drone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상태와 발행되는 시점을 함께 보내게 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저는 이 시점을 정지 시점으로 사용하였습니다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 두 번째 문제는 정지 시점의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stamp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방식이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simultor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발행할 시점의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stamp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방식과 다르다는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시작 시점 또한 다른 측정 방식이 필요했는데요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발행하고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전송되면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callback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실행됩니다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callback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실행되는 시점을 측정하여 시작 지점으로 사용하였습니다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 결과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센서 감지 시작 시점부터 정지 시점까지 시간을 측정한 결과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에는 문제가 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바로 진짜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제가 측정한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일치하지 않는다는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그런데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일단은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진짜 정지 시점과 제가 측정한 정지 시점과의 차이를 살펴보면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data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전달되는 데 까지의 시간이 더해진 상황입니다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제가 지금까지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지켜봐온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로부터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다시 살펴보면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만 마이크로 세컨드 미만으로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로부터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과정과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반대로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까지의 과정이 같다면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과정 또한 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190ms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 비하면 아주 작은 값에 불과합니다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따라서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인한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결국 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차지하는 비중이 매우 작음을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지금은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gazebo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 오는 과정이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가는 과정과 일치하는지 확인해보고 있고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이용한 자율주행 알고리즘을 설계하고 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2B4B-6B7F-7C94-A9FF-73C7B233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89D18D4-D21E-0DD7-F6AC-E0887ECDBCA2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자율주행을 위한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Offboarding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과정에서 발생하는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알아보자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 감지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CC7BE289-0089-DE6C-5C8D-7668E3ABD16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B620C5A-B832-6EEA-935B-C666F4BDD02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E087910-ED40-0BAF-AB0E-C1A0C4D68189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EED5725-A90A-827B-DF09-764FC51AAF0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0AFF2-D32D-3BA2-CE3F-808018F582A8}"/>
              </a:ext>
            </a:extLst>
          </p:cNvPr>
          <p:cNvSpPr txBox="1"/>
          <p:nvPr/>
        </p:nvSpPr>
        <p:spPr>
          <a:xfrm>
            <a:off x="594070" y="296760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F563C-7ACF-2D62-B938-077A7B33701A}"/>
              </a:ext>
            </a:extLst>
          </p:cNvPr>
          <p:cNvSpPr txBox="1"/>
          <p:nvPr/>
        </p:nvSpPr>
        <p:spPr>
          <a:xfrm>
            <a:off x="2331387" y="296746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B72CD-B191-AB91-1F10-9ED4DC3B1917}"/>
              </a:ext>
            </a:extLst>
          </p:cNvPr>
          <p:cNvSpPr txBox="1"/>
          <p:nvPr/>
        </p:nvSpPr>
        <p:spPr>
          <a:xfrm>
            <a:off x="3901244" y="2967329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BD8F0-C83A-CEB0-8F1B-B8F81586B8B7}"/>
              </a:ext>
            </a:extLst>
          </p:cNvPr>
          <p:cNvSpPr txBox="1"/>
          <p:nvPr/>
        </p:nvSpPr>
        <p:spPr>
          <a:xfrm>
            <a:off x="5236632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ABAF1-7B18-D325-56C6-C36FB9BDDD0F}"/>
              </a:ext>
            </a:extLst>
          </p:cNvPr>
          <p:cNvSpPr txBox="1"/>
          <p:nvPr/>
        </p:nvSpPr>
        <p:spPr>
          <a:xfrm>
            <a:off x="6180218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FBB7E-EBC3-4ABF-6542-6B3EB5F1F0F4}"/>
              </a:ext>
            </a:extLst>
          </p:cNvPr>
          <p:cNvSpPr txBox="1"/>
          <p:nvPr/>
        </p:nvSpPr>
        <p:spPr>
          <a:xfrm>
            <a:off x="594070" y="244684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</a:t>
            </a:r>
            <a:r>
              <a:rPr lang="ko-KR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5FF1B-7C7C-2FCC-005D-ABA2E5C3711E}"/>
              </a:ext>
            </a:extLst>
          </p:cNvPr>
          <p:cNvSpPr txBox="1"/>
          <p:nvPr/>
        </p:nvSpPr>
        <p:spPr>
          <a:xfrm>
            <a:off x="2331387" y="244670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</a:t>
            </a:r>
            <a:endParaRPr lang="ko-KR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4CFDF38-8D8B-96AD-067F-EF986D18052A}"/>
              </a:ext>
            </a:extLst>
          </p:cNvPr>
          <p:cNvCxnSpPr>
            <a:cxnSpLocks/>
          </p:cNvCxnSpPr>
          <p:nvPr/>
        </p:nvCxnSpPr>
        <p:spPr>
          <a:xfrm>
            <a:off x="594070" y="2880483"/>
            <a:ext cx="65243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5405-E598-DC49-5451-669F8E3C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5111EA9-1AAE-9514-B7E6-051023CBB398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PX4, MAVROS, Gazebo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On-boarding vs Off-boarding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22B94DF-A601-EC37-64B1-A28FEE020ED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4EF8CFB-B207-51DA-B7E9-00E42F4428C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7A6B24D7-7490-C687-FBB8-5401FB383D1D}"/>
              </a:ext>
            </a:extLst>
          </p:cNvPr>
          <p:cNvSpPr/>
          <p:nvPr/>
        </p:nvSpPr>
        <p:spPr>
          <a:xfrm>
            <a:off x="1033584" y="2054689"/>
            <a:ext cx="2758128" cy="284615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itle 2">
            <a:extLst>
              <a:ext uri="{FF2B5EF4-FFF2-40B4-BE49-F238E27FC236}">
                <a16:creationId xmlns:a16="http://schemas.microsoft.com/office/drawing/2014/main" id="{4334C0D8-B668-53C2-3B0D-0FC8F9B5A52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1. 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PX4, MAVROS, Gazebo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91D55C0-A131-1072-F7E1-688A8303335C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3E083C5-ED3E-A11C-B88B-D495D606E31D}"/>
              </a:ext>
            </a:extLst>
          </p:cNvPr>
          <p:cNvSpPr/>
          <p:nvPr/>
        </p:nvSpPr>
        <p:spPr>
          <a:xfrm>
            <a:off x="1143312" y="2134128"/>
            <a:ext cx="1551120" cy="8163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0E04F2-A510-D01C-245D-CBF8E103FEB8}"/>
              </a:ext>
            </a:extLst>
          </p:cNvPr>
          <p:cNvSpPr txBox="1"/>
          <p:nvPr/>
        </p:nvSpPr>
        <p:spPr>
          <a:xfrm>
            <a:off x="1143312" y="2134128"/>
            <a:ext cx="1916880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5539271-03E2-5826-A57A-35E305373FC2}"/>
              </a:ext>
            </a:extLst>
          </p:cNvPr>
          <p:cNvSpPr/>
          <p:nvPr/>
        </p:nvSpPr>
        <p:spPr>
          <a:xfrm>
            <a:off x="3901440" y="2134128"/>
            <a:ext cx="2026608" cy="8163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116439-4B4A-3C7F-E482-1B27DB77A0B2}"/>
              </a:ext>
            </a:extLst>
          </p:cNvPr>
          <p:cNvSpPr txBox="1"/>
          <p:nvPr/>
        </p:nvSpPr>
        <p:spPr>
          <a:xfrm>
            <a:off x="3901440" y="2134128"/>
            <a:ext cx="1916880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Drone Software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ED35B7CF-5756-078B-CCF0-4925A8F99DBA}"/>
              </a:ext>
            </a:extLst>
          </p:cNvPr>
          <p:cNvCxnSpPr>
            <a:cxnSpLocks/>
          </p:cNvCxnSpPr>
          <p:nvPr/>
        </p:nvCxnSpPr>
        <p:spPr>
          <a:xfrm>
            <a:off x="2694432" y="2535936"/>
            <a:ext cx="1207008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D4B0556-A4F1-729B-0729-F3943D7B588D}"/>
              </a:ext>
            </a:extLst>
          </p:cNvPr>
          <p:cNvSpPr txBox="1"/>
          <p:nvPr/>
        </p:nvSpPr>
        <p:spPr>
          <a:xfrm>
            <a:off x="2694432" y="2496130"/>
            <a:ext cx="191688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2A1C0F-3287-B61D-81D6-3D1D0B807D9D}"/>
              </a:ext>
            </a:extLst>
          </p:cNvPr>
          <p:cNvSpPr txBox="1"/>
          <p:nvPr/>
        </p:nvSpPr>
        <p:spPr>
          <a:xfrm>
            <a:off x="1118928" y="2998531"/>
            <a:ext cx="191688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외부 컴퓨터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0A822F2-2754-CF4E-4B00-539818CF35C7}"/>
              </a:ext>
            </a:extLst>
          </p:cNvPr>
          <p:cNvSpPr txBox="1"/>
          <p:nvPr/>
        </p:nvSpPr>
        <p:spPr>
          <a:xfrm>
            <a:off x="1381056" y="3500932"/>
            <a:ext cx="1916880" cy="923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자율주행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</a:p>
          <a:p>
            <a:pPr marL="285750" indent="-285750">
              <a:buFontTx/>
              <a:buChar char="-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코딩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그림 79" descr="카메라 드론 - DJI 대한민국">
            <a:extLst>
              <a:ext uri="{FF2B5EF4-FFF2-40B4-BE49-F238E27FC236}">
                <a16:creationId xmlns:a16="http://schemas.microsoft.com/office/drawing/2014/main" id="{609BE3BD-AADB-1550-1CCD-72027133E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472" y="2609796"/>
            <a:ext cx="2228088" cy="2228088"/>
          </a:xfrm>
          <a:prstGeom prst="rect">
            <a:avLst/>
          </a:prstGeom>
        </p:spPr>
      </p:pic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356E202-4C79-0935-0483-6D402FF16655}"/>
              </a:ext>
            </a:extLst>
          </p:cNvPr>
          <p:cNvCxnSpPr/>
          <p:nvPr/>
        </p:nvCxnSpPr>
        <p:spPr>
          <a:xfrm flipH="1" flipV="1">
            <a:off x="5928048" y="2680796"/>
            <a:ext cx="696468" cy="748204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583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66" grpId="0" animBg="1"/>
      <p:bldP spid="67" grpId="0"/>
      <p:bldP spid="75" grpId="0"/>
      <p:bldP spid="78" grpId="0"/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0A06-C049-C162-3C7C-D2C7A5D7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5369A252-A0C6-5B26-D67F-EC5B51967952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Off-Boarding Mechanism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ROS2-MAVROS-PX4-(Gazebo)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CA740E5-9EBB-CDBC-EFA0-A77F48E44C9B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729BD86-50BF-E3B3-11B4-CE2CEEDA969F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1B053D8-86E0-3C9F-1E30-5D6904220DA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2. Off-Boarding Mechanism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D76403D-1D2C-9929-F923-650F222C62B4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7CBF257-872A-BEA8-3BBB-86CB482D8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2" y="2009831"/>
            <a:ext cx="6961996" cy="435377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5299E421-E922-2299-09F8-F83E985466C9}"/>
              </a:ext>
            </a:extLst>
          </p:cNvPr>
          <p:cNvSpPr txBox="1"/>
          <p:nvPr/>
        </p:nvSpPr>
        <p:spPr>
          <a:xfrm>
            <a:off x="2472970" y="5536554"/>
            <a:ext cx="2369066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86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C3C22-1987-A73A-CEEF-190C6C24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5435089-1546-2F1A-057E-30309B8EE33F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MAVROS: ros2 msg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mavlink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변환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single node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B7EFD1E4-BC15-8EDF-F7F3-9BCD190B224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2C77A38-3DEB-FB6D-4A18-A0F92D2D919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8892EFE0-61D6-A37F-06DB-57B19A6B8AD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3. MAVROS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C8FE4E2C-4C6E-E01C-4F16-FE448FE9218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CFED2AA4-F321-1748-3649-8854DB863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66" y="2048041"/>
            <a:ext cx="7648188" cy="4076111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44D210CF-0649-7786-2229-C9F24B99BEC2}"/>
              </a:ext>
            </a:extLst>
          </p:cNvPr>
          <p:cNvSpPr txBox="1"/>
          <p:nvPr/>
        </p:nvSpPr>
        <p:spPr>
          <a:xfrm>
            <a:off x="4801642" y="1859607"/>
            <a:ext cx="236906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02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3D55-1530-EB18-B9E0-C4F84C1F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5BA271DC-76BA-2668-ECDA-1ACA01303650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아키텍처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 처리 속도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&lt; 10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9F8CE46-E10B-1440-291D-233F6F8478A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741AB16-D22D-C1A0-C787-869DA7C96C99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4C51E69C-175C-DC40-DFF6-C4B58A65283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4. PX4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2B081EB-7B4D-CEFC-0012-CD86990B3278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CA56E2B7-76B9-2701-C6C5-3B1C34D804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4" b="61600"/>
          <a:stretch>
            <a:fillRect/>
          </a:stretch>
        </p:blipFill>
        <p:spPr>
          <a:xfrm>
            <a:off x="948240" y="2361389"/>
            <a:ext cx="6060792" cy="372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94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DDCF-016D-4873-E93C-E4E22F13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CE8C20-F0E7-CB72-084C-882D7EE5F220}"/>
              </a:ext>
            </a:extLst>
          </p:cNvPr>
          <p:cNvSpPr/>
          <p:nvPr/>
        </p:nvSpPr>
        <p:spPr>
          <a:xfrm>
            <a:off x="967864" y="5504986"/>
            <a:ext cx="5211978" cy="1103453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11555F55-E645-ED77-C767-403895E194CA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처리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E2E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9AAE9F2-D859-7D87-BA84-B867ACD7E4E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54C950C-532E-2A81-6C77-648DC8263A8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EA7FCA22-6C97-A1B7-F44B-7E26EB7CAE44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5. Lidar E2E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4A53F89-0725-9185-1B77-75253A7C014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F0E4CB7-44A8-B76A-EF6C-8C69AAF30CB2}"/>
              </a:ext>
            </a:extLst>
          </p:cNvPr>
          <p:cNvCxnSpPr>
            <a:cxnSpLocks/>
          </p:cNvCxnSpPr>
          <p:nvPr/>
        </p:nvCxnSpPr>
        <p:spPr>
          <a:xfrm>
            <a:off x="596900" y="6070600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7BB708-4272-BE90-26C1-DBA2A31DC1CE}"/>
              </a:ext>
            </a:extLst>
          </p:cNvPr>
          <p:cNvSpPr txBox="1"/>
          <p:nvPr/>
        </p:nvSpPr>
        <p:spPr>
          <a:xfrm>
            <a:off x="1269209" y="6239108"/>
            <a:ext cx="1988048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1B97D9-2AC0-23BE-10A2-05D9692BFFE4}"/>
              </a:ext>
            </a:extLst>
          </p:cNvPr>
          <p:cNvSpPr txBox="1"/>
          <p:nvPr/>
        </p:nvSpPr>
        <p:spPr>
          <a:xfrm>
            <a:off x="2627584" y="5560124"/>
            <a:ext cx="212256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(ROS2)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C138AE-0EDE-26DC-5748-C49830EF7184}"/>
              </a:ext>
            </a:extLst>
          </p:cNvPr>
          <p:cNvSpPr txBox="1"/>
          <p:nvPr/>
        </p:nvSpPr>
        <p:spPr>
          <a:xfrm>
            <a:off x="3880284" y="6211745"/>
            <a:ext cx="222162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(Mavros)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DD0676-A832-7EA3-D9C7-65078619ECE4}"/>
              </a:ext>
            </a:extLst>
          </p:cNvPr>
          <p:cNvSpPr txBox="1"/>
          <p:nvPr/>
        </p:nvSpPr>
        <p:spPr>
          <a:xfrm>
            <a:off x="83994" y="5539301"/>
            <a:ext cx="1615943" cy="369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t1: Lidar sensor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B6687AF-C70E-2993-FC8D-258323AB04CD}"/>
              </a:ext>
            </a:extLst>
          </p:cNvPr>
          <p:cNvCxnSpPr>
            <a:cxnSpLocks/>
          </p:cNvCxnSpPr>
          <p:nvPr/>
        </p:nvCxnSpPr>
        <p:spPr>
          <a:xfrm>
            <a:off x="957696" y="5901812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06A3A80-6CE4-5ACE-DF8A-0303C42A4B45}"/>
              </a:ext>
            </a:extLst>
          </p:cNvPr>
          <p:cNvCxnSpPr>
            <a:cxnSpLocks/>
          </p:cNvCxnSpPr>
          <p:nvPr/>
        </p:nvCxnSpPr>
        <p:spPr>
          <a:xfrm>
            <a:off x="2263233" y="5901812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BEC5C4D-B6D1-7E8A-4FE3-265C060F152E}"/>
              </a:ext>
            </a:extLst>
          </p:cNvPr>
          <p:cNvCxnSpPr>
            <a:cxnSpLocks/>
          </p:cNvCxnSpPr>
          <p:nvPr/>
        </p:nvCxnSpPr>
        <p:spPr>
          <a:xfrm>
            <a:off x="6179844" y="5901812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7A4572B-6A2D-77B0-E24A-27323DBD3F45}"/>
              </a:ext>
            </a:extLst>
          </p:cNvPr>
          <p:cNvCxnSpPr>
            <a:cxnSpLocks/>
          </p:cNvCxnSpPr>
          <p:nvPr/>
        </p:nvCxnSpPr>
        <p:spPr>
          <a:xfrm>
            <a:off x="3568770" y="5901812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4A3D4B8-BCDE-3A59-8AF6-88E440F631A9}"/>
              </a:ext>
            </a:extLst>
          </p:cNvPr>
          <p:cNvCxnSpPr>
            <a:cxnSpLocks/>
          </p:cNvCxnSpPr>
          <p:nvPr/>
        </p:nvCxnSpPr>
        <p:spPr>
          <a:xfrm>
            <a:off x="4874307" y="5901812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F41450A-FC85-12D2-0A6D-AE16470077B4}"/>
              </a:ext>
            </a:extLst>
          </p:cNvPr>
          <p:cNvSpPr txBox="1"/>
          <p:nvPr/>
        </p:nvSpPr>
        <p:spPr>
          <a:xfrm>
            <a:off x="5525084" y="5531951"/>
            <a:ext cx="218779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t5: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반영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07F2ED-D0A1-FE2A-40AA-D6B027E140D6}"/>
              </a:ext>
            </a:extLst>
          </p:cNvPr>
          <p:cNvSpPr txBox="1"/>
          <p:nvPr/>
        </p:nvSpPr>
        <p:spPr>
          <a:xfrm>
            <a:off x="6550486" y="6211745"/>
            <a:ext cx="2543356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반영 확인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0" name="그림 49" descr="Gazebo를 이용해 2D LiDAR 시뮬레이션 하기">
            <a:extLst>
              <a:ext uri="{FF2B5EF4-FFF2-40B4-BE49-F238E27FC236}">
                <a16:creationId xmlns:a16="http://schemas.microsoft.com/office/drawing/2014/main" id="{A303BE3C-6768-5BD9-0AD6-DDB14619F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056" t="22151" r="14571" b="23783"/>
          <a:stretch>
            <a:fillRect/>
          </a:stretch>
        </p:blipFill>
        <p:spPr>
          <a:xfrm>
            <a:off x="353966" y="2363723"/>
            <a:ext cx="2903291" cy="1605463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5D3CF83C-6DCB-3B22-EDF6-7C2C46279CC8}"/>
              </a:ext>
            </a:extLst>
          </p:cNvPr>
          <p:cNvSpPr/>
          <p:nvPr/>
        </p:nvSpPr>
        <p:spPr>
          <a:xfrm>
            <a:off x="3636677" y="1646501"/>
            <a:ext cx="1551120" cy="8163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15BB5-A931-5B44-BD6C-3994ABA9A33F}"/>
              </a:ext>
            </a:extLst>
          </p:cNvPr>
          <p:cNvSpPr txBox="1"/>
          <p:nvPr/>
        </p:nvSpPr>
        <p:spPr>
          <a:xfrm>
            <a:off x="3636677" y="1646501"/>
            <a:ext cx="905382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6ECD490-7134-90AE-621C-5A6E6D7197FA}"/>
              </a:ext>
            </a:extLst>
          </p:cNvPr>
          <p:cNvSpPr/>
          <p:nvPr/>
        </p:nvSpPr>
        <p:spPr>
          <a:xfrm>
            <a:off x="5888929" y="2701059"/>
            <a:ext cx="1551120" cy="8163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451ABA-6B53-271E-1DF3-17C6FFC30550}"/>
              </a:ext>
            </a:extLst>
          </p:cNvPr>
          <p:cNvSpPr txBox="1"/>
          <p:nvPr/>
        </p:nvSpPr>
        <p:spPr>
          <a:xfrm>
            <a:off x="5888929" y="2701059"/>
            <a:ext cx="1237630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01FA0C7-FF4C-AEF3-4EBC-4119CF8168E5}"/>
              </a:ext>
            </a:extLst>
          </p:cNvPr>
          <p:cNvSpPr/>
          <p:nvPr/>
        </p:nvSpPr>
        <p:spPr>
          <a:xfrm>
            <a:off x="3636677" y="3721302"/>
            <a:ext cx="1551120" cy="8163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66F6F9-4060-3071-9ADD-0A42BB51E557}"/>
              </a:ext>
            </a:extLst>
          </p:cNvPr>
          <p:cNvSpPr txBox="1"/>
          <p:nvPr/>
        </p:nvSpPr>
        <p:spPr>
          <a:xfrm>
            <a:off x="3636677" y="3721302"/>
            <a:ext cx="905382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E13794-1F01-2EC0-4BFF-F751393E9851}"/>
              </a:ext>
            </a:extLst>
          </p:cNvPr>
          <p:cNvSpPr txBox="1"/>
          <p:nvPr/>
        </p:nvSpPr>
        <p:spPr>
          <a:xfrm>
            <a:off x="424645" y="2789337"/>
            <a:ext cx="262496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장애물과의 거리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5m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7839618-3CD1-3FD2-6C64-430C4C168E32}"/>
              </a:ext>
            </a:extLst>
          </p:cNvPr>
          <p:cNvCxnSpPr>
            <a:endCxn id="53" idx="1"/>
          </p:cNvCxnSpPr>
          <p:nvPr/>
        </p:nvCxnSpPr>
        <p:spPr>
          <a:xfrm flipV="1">
            <a:off x="2755392" y="1969667"/>
            <a:ext cx="881285" cy="80149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9AC62B-E3B3-668F-E720-89EA35EAAC9C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5187797" y="2054669"/>
            <a:ext cx="1442727" cy="64639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BFAE3D32-D13F-2217-0FE8-9DE0287C08DB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5187797" y="3523585"/>
            <a:ext cx="1505231" cy="6058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31073A4-0848-8AFF-624F-F69555675D39}"/>
              </a:ext>
            </a:extLst>
          </p:cNvPr>
          <p:cNvCxnSpPr>
            <a:cxnSpLocks/>
          </p:cNvCxnSpPr>
          <p:nvPr/>
        </p:nvCxnSpPr>
        <p:spPr>
          <a:xfrm flipH="1" flipV="1">
            <a:off x="2755392" y="3493507"/>
            <a:ext cx="881285" cy="6733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5407794-B49B-4BDD-7989-42B0EB1DBBD0}"/>
              </a:ext>
            </a:extLst>
          </p:cNvPr>
          <p:cNvSpPr txBox="1"/>
          <p:nvPr/>
        </p:nvSpPr>
        <p:spPr>
          <a:xfrm>
            <a:off x="1912504" y="3295972"/>
            <a:ext cx="115122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v= 0 m/s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25EDB4-A797-E23D-8BBB-0FD0FE05A20B}"/>
              </a:ext>
            </a:extLst>
          </p:cNvPr>
          <p:cNvSpPr txBox="1"/>
          <p:nvPr/>
        </p:nvSpPr>
        <p:spPr>
          <a:xfrm>
            <a:off x="381765" y="2413573"/>
            <a:ext cx="1615943" cy="369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t1: Lidar sensor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BE6D1D-D9AF-ED74-5FAB-44E06CD0287F}"/>
              </a:ext>
            </a:extLst>
          </p:cNvPr>
          <p:cNvSpPr txBox="1"/>
          <p:nvPr/>
        </p:nvSpPr>
        <p:spPr>
          <a:xfrm>
            <a:off x="3539876" y="954930"/>
            <a:ext cx="1988048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5835F5-9F7F-067C-73F0-D4E0C0C87242}"/>
              </a:ext>
            </a:extLst>
          </p:cNvPr>
          <p:cNvSpPr txBox="1"/>
          <p:nvPr/>
        </p:nvSpPr>
        <p:spPr>
          <a:xfrm>
            <a:off x="5224908" y="1520544"/>
            <a:ext cx="212256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(ROS2)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255416-7B1C-CD64-850C-476AEAB14B3B}"/>
              </a:ext>
            </a:extLst>
          </p:cNvPr>
          <p:cNvSpPr txBox="1"/>
          <p:nvPr/>
        </p:nvSpPr>
        <p:spPr>
          <a:xfrm>
            <a:off x="6533570" y="3598378"/>
            <a:ext cx="222162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(Mavros)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E4E3B0-C8FB-A67C-468E-2BADA6ED30FE}"/>
              </a:ext>
            </a:extLst>
          </p:cNvPr>
          <p:cNvSpPr txBox="1"/>
          <p:nvPr/>
        </p:nvSpPr>
        <p:spPr>
          <a:xfrm>
            <a:off x="1633880" y="3673491"/>
            <a:ext cx="218779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t5: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반영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7077A1-6CA7-715A-6E59-6580C530E597}"/>
              </a:ext>
            </a:extLst>
          </p:cNvPr>
          <p:cNvSpPr txBox="1"/>
          <p:nvPr/>
        </p:nvSpPr>
        <p:spPr>
          <a:xfrm>
            <a:off x="3859664" y="2522827"/>
            <a:ext cx="2543356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반영 확인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C925F10-A6FE-CC51-F5B0-5F2346A10626}"/>
              </a:ext>
            </a:extLst>
          </p:cNvPr>
          <p:cNvCxnSpPr>
            <a:cxnSpLocks/>
          </p:cNvCxnSpPr>
          <p:nvPr/>
        </p:nvCxnSpPr>
        <p:spPr>
          <a:xfrm>
            <a:off x="7453858" y="5888941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4FABA26-62C8-85F4-4119-878AD250DD2B}"/>
              </a:ext>
            </a:extLst>
          </p:cNvPr>
          <p:cNvSpPr txBox="1"/>
          <p:nvPr/>
        </p:nvSpPr>
        <p:spPr>
          <a:xfrm>
            <a:off x="353966" y="1954249"/>
            <a:ext cx="218779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simulator</a:t>
            </a:r>
          </a:p>
        </p:txBody>
      </p:sp>
    </p:spTree>
    <p:extLst>
      <p:ext uri="{BB962C8B-B14F-4D97-AF65-F5344CB8AC3E}">
        <p14:creationId xmlns:p14="http://schemas.microsoft.com/office/powerpoint/2010/main" val="229944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59259E-6 L 0.20677 -0.1840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30" y="-921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72" grpId="0" animBg="1"/>
      <p:bldP spid="72" grpId="1" animBg="1"/>
      <p:bldP spid="73" grpId="0"/>
      <p:bldP spid="74" grpId="0"/>
      <p:bldP spid="75" grpId="0"/>
      <p:bldP spid="77" grpId="0"/>
      <p:bldP spid="78" grpId="0"/>
      <p:bldP spid="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0F65-8083-3343-345B-53B238FB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9AD8C611-D205-49EB-C955-38D26218BEA4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 Point: ROS2 &amp; Simulator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5A00EA2-3551-B671-224B-A7986253E5F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6FEE250-9C97-B292-D409-EED885CB2974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9BA694D-E927-30B9-5166-DF633A9F5826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6. Latency Point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C730C90-929C-F731-016E-67E2451A191A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7BC1D95-521A-0F6C-23B4-C19A43CCE7F8}"/>
              </a:ext>
            </a:extLst>
          </p:cNvPr>
          <p:cNvSpPr/>
          <p:nvPr/>
        </p:nvSpPr>
        <p:spPr>
          <a:xfrm>
            <a:off x="1087630" y="1699814"/>
            <a:ext cx="1263845" cy="110345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12EBF1D-0390-7DE2-F3F8-C41ACC986494}"/>
              </a:ext>
            </a:extLst>
          </p:cNvPr>
          <p:cNvCxnSpPr>
            <a:cxnSpLocks/>
          </p:cNvCxnSpPr>
          <p:nvPr/>
        </p:nvCxnSpPr>
        <p:spPr>
          <a:xfrm>
            <a:off x="716666" y="2265428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2E58D8F-AC56-1426-0EC1-16534C9CEFE4}"/>
              </a:ext>
            </a:extLst>
          </p:cNvPr>
          <p:cNvSpPr txBox="1"/>
          <p:nvPr/>
        </p:nvSpPr>
        <p:spPr>
          <a:xfrm>
            <a:off x="1388975" y="2433936"/>
            <a:ext cx="1988048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7F649D-C2C4-071D-F079-0B2F52088A4A}"/>
              </a:ext>
            </a:extLst>
          </p:cNvPr>
          <p:cNvSpPr txBox="1"/>
          <p:nvPr/>
        </p:nvSpPr>
        <p:spPr>
          <a:xfrm>
            <a:off x="2747350" y="1754952"/>
            <a:ext cx="212256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(ROS2)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300862-C55C-E641-88B8-7EE822934972}"/>
              </a:ext>
            </a:extLst>
          </p:cNvPr>
          <p:cNvSpPr txBox="1"/>
          <p:nvPr/>
        </p:nvSpPr>
        <p:spPr>
          <a:xfrm>
            <a:off x="4000050" y="2406573"/>
            <a:ext cx="222162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(Mavros)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7219D9-9DCB-0068-9256-9E3BEFB9E059}"/>
              </a:ext>
            </a:extLst>
          </p:cNvPr>
          <p:cNvSpPr txBox="1"/>
          <p:nvPr/>
        </p:nvSpPr>
        <p:spPr>
          <a:xfrm>
            <a:off x="203760" y="1734129"/>
            <a:ext cx="1615943" cy="369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t1: Lidar sensor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CC002B3-B940-1F8F-A3F0-65D5274FF918}"/>
              </a:ext>
            </a:extLst>
          </p:cNvPr>
          <p:cNvCxnSpPr>
            <a:cxnSpLocks/>
          </p:cNvCxnSpPr>
          <p:nvPr/>
        </p:nvCxnSpPr>
        <p:spPr>
          <a:xfrm>
            <a:off x="1077462" y="2096640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D372851-CC42-79DB-B0A0-2B84EFA3E26B}"/>
              </a:ext>
            </a:extLst>
          </p:cNvPr>
          <p:cNvCxnSpPr>
            <a:cxnSpLocks/>
          </p:cNvCxnSpPr>
          <p:nvPr/>
        </p:nvCxnSpPr>
        <p:spPr>
          <a:xfrm>
            <a:off x="2382999" y="2096640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B0C58B2-E32C-4202-E6D9-28A79B60F506}"/>
              </a:ext>
            </a:extLst>
          </p:cNvPr>
          <p:cNvCxnSpPr>
            <a:cxnSpLocks/>
          </p:cNvCxnSpPr>
          <p:nvPr/>
        </p:nvCxnSpPr>
        <p:spPr>
          <a:xfrm>
            <a:off x="6299610" y="2096640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E7B399F-4C6C-D5D7-0824-B082F2C6503D}"/>
              </a:ext>
            </a:extLst>
          </p:cNvPr>
          <p:cNvCxnSpPr>
            <a:cxnSpLocks/>
          </p:cNvCxnSpPr>
          <p:nvPr/>
        </p:nvCxnSpPr>
        <p:spPr>
          <a:xfrm>
            <a:off x="3688536" y="2096640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C3E0183-75DE-1DAF-651C-AD7DAA517E6A}"/>
              </a:ext>
            </a:extLst>
          </p:cNvPr>
          <p:cNvCxnSpPr>
            <a:cxnSpLocks/>
          </p:cNvCxnSpPr>
          <p:nvPr/>
        </p:nvCxnSpPr>
        <p:spPr>
          <a:xfrm>
            <a:off x="4994073" y="2096640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77B2F6F-FEC8-3D3D-BCA2-AF1071EBF1D8}"/>
              </a:ext>
            </a:extLst>
          </p:cNvPr>
          <p:cNvSpPr txBox="1"/>
          <p:nvPr/>
        </p:nvSpPr>
        <p:spPr>
          <a:xfrm>
            <a:off x="5644850" y="1726779"/>
            <a:ext cx="218779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t5: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반영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800586-B728-6522-BDD9-7A7EC1AAF17B}"/>
              </a:ext>
            </a:extLst>
          </p:cNvPr>
          <p:cNvSpPr txBox="1"/>
          <p:nvPr/>
        </p:nvSpPr>
        <p:spPr>
          <a:xfrm>
            <a:off x="6670252" y="2406573"/>
            <a:ext cx="2543356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명령 반영 확인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0C8FDAC-B3EE-3D12-E739-EA936C3A786E}"/>
              </a:ext>
            </a:extLst>
          </p:cNvPr>
          <p:cNvCxnSpPr>
            <a:cxnSpLocks/>
          </p:cNvCxnSpPr>
          <p:nvPr/>
        </p:nvCxnSpPr>
        <p:spPr>
          <a:xfrm>
            <a:off x="7573624" y="2083769"/>
            <a:ext cx="0" cy="33554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>
            <a:extLst>
              <a:ext uri="{FF2B5EF4-FFF2-40B4-BE49-F238E27FC236}">
                <a16:creationId xmlns:a16="http://schemas.microsoft.com/office/drawing/2014/main" id="{BFA4DCB3-4DE8-CE1A-8322-9A4EF0520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882"/>
          <a:stretch>
            <a:fillRect/>
          </a:stretch>
        </p:blipFill>
        <p:spPr>
          <a:xfrm>
            <a:off x="906802" y="3520629"/>
            <a:ext cx="3963115" cy="2895651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ECDD9DFD-522F-032A-EF0A-AC3DF2BF38F2}"/>
              </a:ext>
            </a:extLst>
          </p:cNvPr>
          <p:cNvSpPr/>
          <p:nvPr/>
        </p:nvSpPr>
        <p:spPr>
          <a:xfrm>
            <a:off x="6341302" y="1699814"/>
            <a:ext cx="1263845" cy="110345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EAD65-76CA-7463-6ACE-36ABDFE75328}"/>
              </a:ext>
            </a:extLst>
          </p:cNvPr>
          <p:cNvSpPr txBox="1"/>
          <p:nvPr/>
        </p:nvSpPr>
        <p:spPr>
          <a:xfrm>
            <a:off x="984770" y="3041907"/>
            <a:ext cx="432080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  <a:latin typeface="+mj-lt"/>
                <a:cs typeface="Times New Roman" panose="02020603050405020304" pitchFamily="18" charset="0"/>
              </a:rPr>
              <a:t>simulator </a:t>
            </a:r>
            <a:r>
              <a:rPr lang="ko-KR" altLang="en-US" b="1" dirty="0">
                <a:solidFill>
                  <a:srgbClr val="7030A0"/>
                </a:solidFill>
                <a:latin typeface="+mj-lt"/>
                <a:cs typeface="Times New Roman" panose="02020603050405020304" pitchFamily="18" charset="0"/>
              </a:rPr>
              <a:t>에서의 상태를 </a:t>
            </a:r>
            <a:r>
              <a:rPr lang="en-US" altLang="ko-KR" b="1" dirty="0" err="1">
                <a:solidFill>
                  <a:srgbClr val="7030A0"/>
                </a:solidFill>
                <a:latin typeface="+mj-lt"/>
                <a:cs typeface="Times New Roman" panose="02020603050405020304" pitchFamily="18" charset="0"/>
              </a:rPr>
              <a:t>ros</a:t>
            </a:r>
            <a:r>
              <a:rPr lang="ko-KR" altLang="en-US" b="1" dirty="0">
                <a:solidFill>
                  <a:srgbClr val="7030A0"/>
                </a:solidFill>
                <a:latin typeface="+mj-lt"/>
                <a:cs typeface="Times New Roman" panose="02020603050405020304" pitchFamily="18" charset="0"/>
              </a:rPr>
              <a:t>로 보내는 시간</a:t>
            </a:r>
            <a:endParaRPr lang="en-US" altLang="ko-KR" b="1" dirty="0">
              <a:solidFill>
                <a:srgbClr val="7030A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7C31A6-2CAF-D9C6-81D2-ABEB8819F856}"/>
              </a:ext>
            </a:extLst>
          </p:cNvPr>
          <p:cNvSpPr txBox="1"/>
          <p:nvPr/>
        </p:nvSpPr>
        <p:spPr>
          <a:xfrm>
            <a:off x="2747349" y="4968454"/>
            <a:ext cx="212256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t4~t5 =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약 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10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ms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452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6" grpId="0" animBg="1"/>
      <p:bldP spid="47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CD6A-6802-D2A5-8457-32B523A1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46">
                <a:extLst>
                  <a:ext uri="{FF2B5EF4-FFF2-40B4-BE49-F238E27FC236}">
                    <a16:creationId xmlns:a16="http://schemas.microsoft.com/office/drawing/2014/main" id="{66F7EBE6-B4FC-920A-D161-701CDE17D011}"/>
                  </a:ext>
                </a:extLst>
              </p:cNvPr>
              <p:cNvSpPr/>
              <p:nvPr/>
            </p:nvSpPr>
            <p:spPr>
              <a:xfrm>
                <a:off x="203760" y="998280"/>
                <a:ext cx="8852760" cy="521580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 marL="343080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반응속도가 감소한다면</a:t>
                </a:r>
                <a:r>
                  <a:rPr lang="en-US" altLang="ko-KR" sz="2000" b="1" spc="-1" dirty="0">
                    <a:solidFill>
                      <a:srgbClr val="000000"/>
                    </a:solidFill>
                    <a:latin typeface="Times New Roman"/>
                  </a:rPr>
                  <a:t>…</a:t>
                </a:r>
              </a:p>
              <a:p>
                <a:pPr marL="343080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en-US" altLang="ko-KR" sz="2000" b="1" spc="-1" dirty="0">
                    <a:solidFill>
                      <a:srgbClr val="000000"/>
                    </a:solidFill>
                    <a:latin typeface="Times New Roman"/>
                  </a:rPr>
                  <a:t>Drone</a:t>
                </a: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의 정지거리 </a:t>
                </a:r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280" lvl="1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14:m>
                  <m:oMath xmlns:m="http://schemas.openxmlformats.org/officeDocument/2006/math">
                    <m:r>
                      <a:rPr lang="ko-KR" altLang="en-US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정</m:t>
                    </m:r>
                    <m:r>
                      <a:rPr lang="ko-KR" altLang="en-US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지</m:t>
                    </m:r>
                    <m:r>
                      <a:rPr lang="en-US" altLang="ko-KR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거</m:t>
                    </m:r>
                    <m:r>
                      <a:rPr lang="ko-KR" altLang="en-US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리</m:t>
                    </m:r>
                    <m:r>
                      <a:rPr lang="en-US" altLang="ko-KR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2000" b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sz="2000" b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000" b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b="1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1" i="1" spc="-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 spc="-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ko-KR" sz="2000" b="1" spc="-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2000" b="1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280" lvl="1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정지거리가 감소한다</a:t>
                </a:r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080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en-US" altLang="ko-KR" sz="2000" b="1" spc="-1" dirty="0">
                    <a:solidFill>
                      <a:srgbClr val="000000"/>
                    </a:solidFill>
                    <a:latin typeface="Times New Roman"/>
                  </a:rPr>
                  <a:t>Drone</a:t>
                </a: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의 이동속도</a:t>
                </a:r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280" lvl="1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14:m>
                  <m:oMath xmlns:m="http://schemas.openxmlformats.org/officeDocument/2006/math"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sz="2000" b="1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altLang="ko-KR" sz="2000" b="1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b="1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2000" b="1" i="0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ko-KR" sz="2000" b="1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sz="2000" b="1" i="0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1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𝑎𝐷</m:t>
                    </m:r>
                  </m:oMath>
                </a14:m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280" lvl="1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최대 속도가 증가한다</a:t>
                </a:r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080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en-US" altLang="ko-KR" sz="2000" b="1" spc="-1" dirty="0">
                    <a:solidFill>
                      <a:srgbClr val="000000"/>
                    </a:solidFill>
                    <a:latin typeface="Times New Roman"/>
                  </a:rPr>
                  <a:t>Drone</a:t>
                </a: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의 전력</a:t>
                </a:r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280" lvl="1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14:m>
                  <m:oMath xmlns:m="http://schemas.openxmlformats.org/officeDocument/2006/math"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1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1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a:rPr lang="en-US" altLang="ko-KR" sz="2000" b="1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2000" b="1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2000" b="1" i="0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𝑚𝑎𝑣</m:t>
                    </m:r>
                  </m:oMath>
                </a14:m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800280" lvl="1" indent="-343080">
                  <a:lnSpc>
                    <a:spcPct val="150000"/>
                  </a:lnSpc>
                  <a:buClr>
                    <a:srgbClr val="000000"/>
                  </a:buClr>
                  <a:buFont typeface="Wingdings" charset="2"/>
                  <a:buChar char=""/>
                </a:pPr>
                <a:r>
                  <a:rPr lang="ko-KR" altLang="en-US" sz="2000" b="1" spc="-1" dirty="0">
                    <a:solidFill>
                      <a:srgbClr val="000000"/>
                    </a:solidFill>
                    <a:latin typeface="Times New Roman"/>
                  </a:rPr>
                  <a:t>전력 소모가 감소한다</a:t>
                </a:r>
                <a:endParaRPr lang="en-US" altLang="ko-KR" sz="2000" b="1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97" name="TextBox 46">
                <a:extLst>
                  <a:ext uri="{FF2B5EF4-FFF2-40B4-BE49-F238E27FC236}">
                    <a16:creationId xmlns:a16="http://schemas.microsoft.com/office/drawing/2014/main" id="{66F7EBE6-B4FC-920A-D161-701CDE17D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60" y="998280"/>
                <a:ext cx="8852760" cy="5215808"/>
              </a:xfrm>
              <a:prstGeom prst="rect">
                <a:avLst/>
              </a:prstGeom>
              <a:blipFill>
                <a:blip r:embed="rId3"/>
                <a:stretch>
                  <a:fillRect l="-619" b="-117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5A201A86-F1AD-A4F0-6DB1-5BC63B72BB7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46C4BE16-5D24-B02A-9F17-5E28BBC15B3E}"/>
              </a:ext>
            </a:extLst>
          </p:cNvPr>
          <p:cNvPicPr/>
          <p:nvPr/>
        </p:nvPicPr>
        <p:blipFill>
          <a:blip r:embed="rId4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0129351-F85E-495A-1D03-3A5399981E8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7.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반응속도의 중요성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C28B245-27BB-BF6C-A4CB-5E68686513C0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505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BA30-78CB-3E4D-B5B9-D7616014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E8E65DA-81D3-707F-37FD-DBFF0B0C712F}"/>
              </a:ext>
            </a:extLst>
          </p:cNvPr>
          <p:cNvSpPr/>
          <p:nvPr/>
        </p:nvSpPr>
        <p:spPr>
          <a:xfrm>
            <a:off x="203760" y="998280"/>
            <a:ext cx="8852760" cy="4190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 err="1">
                <a:solidFill>
                  <a:srgbClr val="000000"/>
                </a:solidFill>
                <a:latin typeface="Times New Roman"/>
              </a:rPr>
              <a:t>학부연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목표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컴퓨터 실전 실력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익히기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앞으로의 계획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우즈베키스탄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it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봉사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캐나다 어학연수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24F35E8F-AE63-B7D2-5F27-E9BCF46F8772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5D958BD3-4197-133E-D528-E7CE5B2F8404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17CCDA99-3674-74D0-E0BB-B0BE32564BA7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학부연을 마치며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…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4F56D3D3-5C40-B726-AE36-832B851E1F8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492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78367</TotalTime>
  <Words>1404</Words>
  <Application>Microsoft Office PowerPoint</Application>
  <PresentationFormat>화면 슬라이드 쇼(4:3)</PresentationFormat>
  <Paragraphs>154</Paragraphs>
  <Slides>12</Slides>
  <Notes>12</Notes>
  <HiddenSlides>1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 문영</cp:lastModifiedBy>
  <cp:revision>1461</cp:revision>
  <cp:lastPrinted>2021-08-19T05:10:09Z</cp:lastPrinted>
  <dcterms:created xsi:type="dcterms:W3CDTF">2020-05-28T10:10:30Z</dcterms:created>
  <dcterms:modified xsi:type="dcterms:W3CDTF">2026-05-28T21:51:21Z</dcterms:modified>
</cp:coreProperties>
</file>