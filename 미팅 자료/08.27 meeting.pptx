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699" r:id="rId2"/>
    <p:sldId id="899" r:id="rId3"/>
    <p:sldId id="900" r:id="rId4"/>
    <p:sldId id="907" r:id="rId5"/>
    <p:sldId id="908" r:id="rId6"/>
    <p:sldId id="731" r:id="rId7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E924B-B8DC-469D-AD9E-C148B9F80963}" v="1722" dt="2025-08-27T04:56:32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52" d="100"/>
          <a:sy n="52" d="100"/>
        </p:scale>
        <p:origin x="912" y="7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-5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96C12262-B97B-433A-B65B-F6FA1F8EBF90}"/>
    <pc:docChg chg="custSel modSld">
      <pc:chgData name="최문영" userId="c9c2ca5b-20f2-48c9-9e1f-a03229bf2768" providerId="ADAL" clId="{96C12262-B97B-433A-B65B-F6FA1F8EBF90}" dt="2025-08-27T05:25:40.794" v="577" actId="20577"/>
      <pc:docMkLst>
        <pc:docMk/>
      </pc:docMkLst>
      <pc:sldChg chg="modNotesTx">
        <pc:chgData name="최문영" userId="c9c2ca5b-20f2-48c9-9e1f-a03229bf2768" providerId="ADAL" clId="{96C12262-B97B-433A-B65B-F6FA1F8EBF90}" dt="2025-08-27T05:25:40.794" v="577" actId="20577"/>
        <pc:sldMkLst>
          <pc:docMk/>
          <pc:sldMk cId="2649958710" sldId="9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9D58-3FD0-23BD-2F00-421DD87B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ADFBF-273A-9451-1BBB-0FA11E026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BE14E-7484-D592-1A4C-1BAA77AB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883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F645-EB8A-151E-3014-5FF728C1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448268-F3C6-C448-ADD6-AFCB11ADB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66B286-27BE-9DDB-BE20-CE339E373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5857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147E-A6D7-897D-DCBE-BB45D492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796D36-0BDD-F9E7-7818-41E5BC9DE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C5C702-514A-213C-25D7-6CAABD27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540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292B-5F4F-37E8-9C6F-68519FC0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1D4866-C4D3-6BB2-AB26-C50D31D5B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6C10F4-2352-F62C-BF7E-29136A2AA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 1. </a:t>
            </a:r>
            <a:r>
              <a:rPr kumimoji="1" lang="ko-KR" altLang="en-US" sz="1200" b="0" dirty="0">
                <a:latin typeface="+mn-lt"/>
              </a:rPr>
              <a:t>큐가 명령을 넣고 빼는데 걸리는 시간을 찍어보자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이게 되게 빠르면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노드에서 메시지 발행되는 주기보다 짧으면</a:t>
            </a:r>
            <a:r>
              <a:rPr kumimoji="1" lang="en-US" altLang="ko-KR" sz="1200" b="0" dirty="0">
                <a:latin typeface="+mn-lt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to do</a:t>
            </a: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ko-KR" altLang="en-US" sz="1200" b="0" dirty="0">
                <a:latin typeface="+mn-lt"/>
              </a:rPr>
              <a:t>큐에 </a:t>
            </a:r>
            <a:r>
              <a:rPr kumimoji="1" lang="en-US" altLang="ko-KR" sz="1200" b="0" dirty="0">
                <a:latin typeface="+mn-lt"/>
              </a:rPr>
              <a:t>push pop overhead </a:t>
            </a:r>
            <a:r>
              <a:rPr kumimoji="1" lang="ko-KR" altLang="en-US" sz="1200" b="0" dirty="0">
                <a:latin typeface="+mn-lt"/>
              </a:rPr>
              <a:t>측정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 err="1">
                <a:latin typeface="+mn-lt"/>
              </a:rPr>
              <a:t>천번정도</a:t>
            </a:r>
            <a:r>
              <a:rPr kumimoji="1" lang="ko-KR" altLang="en-US" sz="1200" b="0" dirty="0">
                <a:latin typeface="+mn-lt"/>
              </a:rPr>
              <a:t> 해서 평균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그래프</a:t>
            </a:r>
            <a:r>
              <a:rPr kumimoji="1" lang="en-US" altLang="ko-KR" sz="1200" b="0" dirty="0">
                <a:latin typeface="+mn-lt"/>
              </a:rPr>
              <a:t>)</a:t>
            </a: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ko-KR" altLang="en-US" sz="1200" b="0" dirty="0">
                <a:latin typeface="+mn-lt"/>
              </a:rPr>
              <a:t>실험을 어떻게 설계했는지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>
                <a:latin typeface="+mn-lt"/>
              </a:rPr>
              <a:t>몇 개의 노드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 err="1">
                <a:latin typeface="+mn-lt"/>
              </a:rPr>
              <a:t>몇초의</a:t>
            </a:r>
            <a:r>
              <a:rPr kumimoji="1" lang="ko-KR" altLang="en-US" sz="1200" b="0" dirty="0">
                <a:latin typeface="+mn-lt"/>
              </a:rPr>
              <a:t> 주기</a:t>
            </a:r>
            <a:r>
              <a:rPr kumimoji="1" lang="en-US" altLang="ko-KR" sz="1200" b="0" dirty="0">
                <a:latin typeface="+mn-lt"/>
              </a:rPr>
              <a:t>)</a:t>
            </a: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ko-KR" altLang="en-US" sz="1200" b="0" dirty="0">
                <a:latin typeface="+mn-lt"/>
              </a:rPr>
              <a:t>큐 경쟁에 대한 </a:t>
            </a:r>
            <a:r>
              <a:rPr kumimoji="1" lang="en-US" altLang="ko-KR" sz="1200" b="0" dirty="0">
                <a:latin typeface="+mn-lt"/>
              </a:rPr>
              <a:t>reasoning(</a:t>
            </a:r>
            <a:r>
              <a:rPr kumimoji="1" lang="ko-KR" altLang="en-US" sz="1200" b="0" dirty="0">
                <a:latin typeface="+mn-lt"/>
              </a:rPr>
              <a:t>논리적인 생각</a:t>
            </a:r>
            <a:r>
              <a:rPr kumimoji="1" lang="en-US" altLang="ko-KR" sz="1200" b="0" dirty="0">
                <a:latin typeface="+mn-lt"/>
              </a:rPr>
              <a:t>)</a:t>
            </a: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ko-KR" sz="1200" b="0" dirty="0">
                <a:latin typeface="+mn-lt"/>
              </a:rPr>
              <a:t>+ </a:t>
            </a:r>
            <a:r>
              <a:rPr kumimoji="1" lang="en-US" altLang="ko-KR" sz="1200" b="0" dirty="0" err="1">
                <a:latin typeface="+mn-lt"/>
              </a:rPr>
              <a:t>pQ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en-US" altLang="ko-KR" sz="1200" b="0" dirty="0" err="1">
                <a:latin typeface="+mn-lt"/>
              </a:rPr>
              <a:t>fQ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비교</a:t>
            </a:r>
            <a:r>
              <a:rPr kumimoji="1" lang="en-US" altLang="ko-KR" sz="1200" b="0">
                <a:latin typeface="+mn-lt"/>
              </a:rPr>
              <a:t>. </a:t>
            </a: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6631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25.08.27.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1274-1BD6-3657-B1B9-9175D370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102E808-EC70-5A41-06B2-1DA70150E5AA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B7164CD-96DC-76C4-514C-733DA5F11E9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406C1D-8834-8F70-D2C8-4AA268BFB4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B8AA1CA-87DD-E139-C907-086AE402F83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C5DE81-EBD5-44A3-546E-F3D1AEC3BEE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CEA5128-7F32-B02F-F58B-8C28B3EC2EE6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F2CEC04-2E40-C469-21D3-9D0CBB81D231}"/>
              </a:ext>
            </a:extLst>
          </p:cNvPr>
          <p:cNvCxnSpPr>
            <a:cxnSpLocks/>
          </p:cNvCxnSpPr>
          <p:nvPr/>
        </p:nvCxnSpPr>
        <p:spPr>
          <a:xfrm flipH="1">
            <a:off x="203198" y="2569340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D499FB3-5C0C-6F67-BAAF-FC2CA3DF3C9A}"/>
              </a:ext>
            </a:extLst>
          </p:cNvPr>
          <p:cNvCxnSpPr>
            <a:cxnSpLocks/>
          </p:cNvCxnSpPr>
          <p:nvPr/>
        </p:nvCxnSpPr>
        <p:spPr>
          <a:xfrm flipH="1">
            <a:off x="203698" y="325793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BE9D68C-34F8-5B59-9252-4D992FD837A9}"/>
              </a:ext>
            </a:extLst>
          </p:cNvPr>
          <p:cNvCxnSpPr>
            <a:cxnSpLocks/>
          </p:cNvCxnSpPr>
          <p:nvPr/>
        </p:nvCxnSpPr>
        <p:spPr>
          <a:xfrm flipH="1">
            <a:off x="203698" y="395872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317868-BBBC-A220-F812-BDD667FB91A9}"/>
              </a:ext>
            </a:extLst>
          </p:cNvPr>
          <p:cNvCxnSpPr>
            <a:cxnSpLocks/>
          </p:cNvCxnSpPr>
          <p:nvPr/>
        </p:nvCxnSpPr>
        <p:spPr>
          <a:xfrm flipH="1">
            <a:off x="203698" y="454978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AD62C4-F4DC-63DC-F6A2-F29DFDF56EA4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AF57E-B437-82BD-A197-F82EF1ECAA96}"/>
              </a:ext>
            </a:extLst>
          </p:cNvPr>
          <p:cNvSpPr txBox="1"/>
          <p:nvPr/>
        </p:nvSpPr>
        <p:spPr>
          <a:xfrm>
            <a:off x="203698" y="397408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A3E2DF-DA59-1FF4-958E-6EDDEC2E9304}"/>
              </a:ext>
            </a:extLst>
          </p:cNvPr>
          <p:cNvSpPr txBox="1"/>
          <p:nvPr/>
        </p:nvSpPr>
        <p:spPr>
          <a:xfrm>
            <a:off x="203698" y="2514084"/>
            <a:ext cx="121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404D4-549E-9B3E-1017-7CB44C7A2F23}"/>
              </a:ext>
            </a:extLst>
          </p:cNvPr>
          <p:cNvSpPr txBox="1"/>
          <p:nvPr/>
        </p:nvSpPr>
        <p:spPr>
          <a:xfrm>
            <a:off x="203698" y="327063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5FD4D4A-8966-9EA7-C6C6-F5D6813E43F1}"/>
              </a:ext>
            </a:extLst>
          </p:cNvPr>
          <p:cNvSpPr/>
          <p:nvPr/>
        </p:nvSpPr>
        <p:spPr>
          <a:xfrm>
            <a:off x="2175396" y="4668633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7E62175-11A9-EEF9-C346-B06793578E04}"/>
              </a:ext>
            </a:extLst>
          </p:cNvPr>
          <p:cNvSpPr/>
          <p:nvPr/>
        </p:nvSpPr>
        <p:spPr>
          <a:xfrm>
            <a:off x="217539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C5A880C-4F39-6E4A-77E3-B3381EEBE20D}"/>
              </a:ext>
            </a:extLst>
          </p:cNvPr>
          <p:cNvSpPr/>
          <p:nvPr/>
        </p:nvSpPr>
        <p:spPr>
          <a:xfrm>
            <a:off x="3856259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2248AE4A-2C50-6C7F-46B6-0B83D9A2BB02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4A29E315-7FF7-42FB-AF60-22C96E988EF4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4414471"/>
            <a:ext cx="5617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A97EE8C4-6351-89E5-1375-35C9337F0D6F}"/>
              </a:ext>
            </a:extLst>
          </p:cNvPr>
          <p:cNvCxnSpPr>
            <a:cxnSpLocks/>
            <a:stCxn id="12" idx="2"/>
            <a:endCxn id="60" idx="0"/>
          </p:cNvCxnSpPr>
          <p:nvPr/>
        </p:nvCxnSpPr>
        <p:spPr>
          <a:xfrm flipH="1">
            <a:off x="2910159" y="3718544"/>
            <a:ext cx="8896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0798BB7B-CA12-70FA-82F6-076D048ED42A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flipH="1">
            <a:off x="6277499" y="3718544"/>
            <a:ext cx="3279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E99E54DD-7575-5C7C-4098-8356C91468FA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7952744" y="3718544"/>
            <a:ext cx="0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9B44B662-1814-C042-AED0-F4C5AB9F2D15}"/>
              </a:ext>
            </a:extLst>
          </p:cNvPr>
          <p:cNvCxnSpPr>
            <a:cxnSpLocks/>
          </p:cNvCxnSpPr>
          <p:nvPr/>
        </p:nvCxnSpPr>
        <p:spPr>
          <a:xfrm flipH="1">
            <a:off x="203698" y="512924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B3EF427C-DB7F-6CAB-737A-516C02A62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7870BA45-73EC-F85C-3110-32D79F9398B9}"/>
              </a:ext>
            </a:extLst>
          </p:cNvPr>
          <p:cNvCxnSpPr>
            <a:cxnSpLocks/>
            <a:stCxn id="32" idx="2"/>
            <a:endCxn id="1036" idx="0"/>
          </p:cNvCxnSpPr>
          <p:nvPr/>
        </p:nvCxnSpPr>
        <p:spPr>
          <a:xfrm flipH="1">
            <a:off x="5448869" y="5028633"/>
            <a:ext cx="1" cy="7523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883E5458-62B0-0958-C909-C06AFB570B64}"/>
              </a:ext>
            </a:extLst>
          </p:cNvPr>
          <p:cNvSpPr/>
          <p:nvPr/>
        </p:nvSpPr>
        <p:spPr>
          <a:xfrm>
            <a:off x="2175396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CBF87D10-3E10-4E8A-1B3D-48EACA482CDB}"/>
              </a:ext>
            </a:extLst>
          </p:cNvPr>
          <p:cNvSpPr/>
          <p:nvPr/>
        </p:nvSpPr>
        <p:spPr>
          <a:xfrm>
            <a:off x="3856259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other_cb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D9E05766-493F-3DD6-E914-78184DF00364}"/>
              </a:ext>
            </a:extLst>
          </p:cNvPr>
          <p:cNvSpPr/>
          <p:nvPr/>
        </p:nvSpPr>
        <p:spPr>
          <a:xfrm>
            <a:off x="5542737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91BA613E-2F3A-DFBB-FB27-D46346AA81EC}"/>
              </a:ext>
            </a:extLst>
          </p:cNvPr>
          <p:cNvSpPr/>
          <p:nvPr/>
        </p:nvSpPr>
        <p:spPr>
          <a:xfrm>
            <a:off x="7217982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16CAA056-4661-F78F-BD5F-9A5E15356989}"/>
              </a:ext>
            </a:extLst>
          </p:cNvPr>
          <p:cNvCxnSpPr>
            <a:cxnSpLocks/>
            <a:stCxn id="1042" idx="2"/>
          </p:cNvCxnSpPr>
          <p:nvPr/>
        </p:nvCxnSpPr>
        <p:spPr>
          <a:xfrm>
            <a:off x="2910158" y="3048191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A006C6A5-5C66-3DFA-04B2-A2C3ED5D28A2}"/>
              </a:ext>
            </a:extLst>
          </p:cNvPr>
          <p:cNvCxnSpPr>
            <a:cxnSpLocks/>
            <a:stCxn id="1043" idx="2"/>
            <a:endCxn id="61" idx="0"/>
          </p:cNvCxnSpPr>
          <p:nvPr/>
        </p:nvCxnSpPr>
        <p:spPr>
          <a:xfrm>
            <a:off x="4591021" y="3048191"/>
            <a:ext cx="0" cy="100628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4B0DA9A6-82A4-572F-33F9-FA3ADF6C1854}"/>
              </a:ext>
            </a:extLst>
          </p:cNvPr>
          <p:cNvCxnSpPr>
            <a:cxnSpLocks/>
            <a:stCxn id="1044" idx="2"/>
            <a:endCxn id="13" idx="0"/>
          </p:cNvCxnSpPr>
          <p:nvPr/>
        </p:nvCxnSpPr>
        <p:spPr>
          <a:xfrm>
            <a:off x="6277499" y="3048191"/>
            <a:ext cx="3279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7EF7434F-A5FE-0B95-26C5-28C267AF0098}"/>
              </a:ext>
            </a:extLst>
          </p:cNvPr>
          <p:cNvCxnSpPr>
            <a:cxnSpLocks/>
            <a:stCxn id="1045" idx="2"/>
            <a:endCxn id="17" idx="0"/>
          </p:cNvCxnSpPr>
          <p:nvPr/>
        </p:nvCxnSpPr>
        <p:spPr>
          <a:xfrm>
            <a:off x="7952744" y="3048191"/>
            <a:ext cx="0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45C1B0-2CAC-A9EB-0FDC-B9B43E65AB89}"/>
              </a:ext>
            </a:extLst>
          </p:cNvPr>
          <p:cNvSpPr/>
          <p:nvPr/>
        </p:nvSpPr>
        <p:spPr>
          <a:xfrm>
            <a:off x="2175395" y="1596692"/>
            <a:ext cx="3150388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3A1143-0818-2BC3-C227-AE540A66EEA0}"/>
              </a:ext>
            </a:extLst>
          </p:cNvPr>
          <p:cNvSpPr/>
          <p:nvPr/>
        </p:nvSpPr>
        <p:spPr>
          <a:xfrm>
            <a:off x="5542737" y="1596694"/>
            <a:ext cx="31500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7C5D63-C703-FB3F-412B-B8CD23A42DF3}"/>
              </a:ext>
            </a:extLst>
          </p:cNvPr>
          <p:cNvSpPr/>
          <p:nvPr/>
        </p:nvSpPr>
        <p:spPr>
          <a:xfrm>
            <a:off x="2175396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983BF5-A283-D9C0-583A-6F3086D19F33}"/>
              </a:ext>
            </a:extLst>
          </p:cNvPr>
          <p:cNvSpPr/>
          <p:nvPr/>
        </p:nvSpPr>
        <p:spPr>
          <a:xfrm>
            <a:off x="3857663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1B2BAE-CE58-A9A1-0B33-AA69339B49F9}"/>
              </a:ext>
            </a:extLst>
          </p:cNvPr>
          <p:cNvSpPr/>
          <p:nvPr/>
        </p:nvSpPr>
        <p:spPr>
          <a:xfrm>
            <a:off x="5542737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B017A1-2663-8747-8B42-FFFB6010C9A1}"/>
              </a:ext>
            </a:extLst>
          </p:cNvPr>
          <p:cNvSpPr/>
          <p:nvPr/>
        </p:nvSpPr>
        <p:spPr>
          <a:xfrm>
            <a:off x="7217982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24D880-5C50-7F9F-FA41-3571E227B193}"/>
              </a:ext>
            </a:extLst>
          </p:cNvPr>
          <p:cNvSpPr/>
          <p:nvPr/>
        </p:nvSpPr>
        <p:spPr>
          <a:xfrm>
            <a:off x="2184293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C09BC7-3069-AF06-20D0-47FBB7C273C8}"/>
              </a:ext>
            </a:extLst>
          </p:cNvPr>
          <p:cNvSpPr/>
          <p:nvPr/>
        </p:nvSpPr>
        <p:spPr>
          <a:xfrm>
            <a:off x="5546016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0D7FB7-CA08-D303-FAFA-CCE9867B9693}"/>
              </a:ext>
            </a:extLst>
          </p:cNvPr>
          <p:cNvSpPr/>
          <p:nvPr/>
        </p:nvSpPr>
        <p:spPr>
          <a:xfrm>
            <a:off x="7217982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DEFB25-8B86-A596-B072-A5F0121EA2E0}"/>
              </a:ext>
            </a:extLst>
          </p:cNvPr>
          <p:cNvSpPr/>
          <p:nvPr/>
        </p:nvSpPr>
        <p:spPr>
          <a:xfrm>
            <a:off x="554273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412A2C7-2471-3DA6-2BC4-7EC299815101}"/>
              </a:ext>
            </a:extLst>
          </p:cNvPr>
          <p:cNvSpPr/>
          <p:nvPr/>
        </p:nvSpPr>
        <p:spPr>
          <a:xfrm>
            <a:off x="7217982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B229EDD-0862-6FE2-0460-C85A97BFE8A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27749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F3EF5C2-A061-6680-6BC0-FF9A1684806F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952744" y="4414471"/>
            <a:ext cx="8424" cy="26765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ACF11B3-8491-F6B9-F632-759B4B7DD18E}"/>
              </a:ext>
            </a:extLst>
          </p:cNvPr>
          <p:cNvSpPr txBox="1"/>
          <p:nvPr/>
        </p:nvSpPr>
        <p:spPr>
          <a:xfrm>
            <a:off x="5652368" y="5304377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98A314-9194-1C2D-A1F3-54AC45C5B6E6}"/>
              </a:ext>
            </a:extLst>
          </p:cNvPr>
          <p:cNvSpPr txBox="1"/>
          <p:nvPr/>
        </p:nvSpPr>
        <p:spPr>
          <a:xfrm>
            <a:off x="2794499" y="1728276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4F0896-9C02-F6E8-4D7A-C22D504C9DC1}"/>
              </a:ext>
            </a:extLst>
          </p:cNvPr>
          <p:cNvSpPr txBox="1"/>
          <p:nvPr/>
        </p:nvSpPr>
        <p:spPr>
          <a:xfrm>
            <a:off x="3458598" y="2354047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06E9FE-A6B4-283F-25F4-79467BDAC6BE}"/>
              </a:ext>
            </a:extLst>
          </p:cNvPr>
          <p:cNvSpPr txBox="1"/>
          <p:nvPr/>
        </p:nvSpPr>
        <p:spPr>
          <a:xfrm>
            <a:off x="7532769" y="2488529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thread4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580D1F-8DDF-E7CF-F1BB-051777028022}"/>
              </a:ext>
            </a:extLst>
          </p:cNvPr>
          <p:cNvSpPr txBox="1"/>
          <p:nvPr/>
        </p:nvSpPr>
        <p:spPr>
          <a:xfrm>
            <a:off x="5786234" y="1778508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thread3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560F7-33A1-A054-3B92-7B157B295AA1}"/>
              </a:ext>
            </a:extLst>
          </p:cNvPr>
          <p:cNvSpPr txBox="1"/>
          <p:nvPr/>
        </p:nvSpPr>
        <p:spPr>
          <a:xfrm>
            <a:off x="3115881" y="4197873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F17B9-2044-27CA-BE1A-3C72F364E400}"/>
              </a:ext>
            </a:extLst>
          </p:cNvPr>
          <p:cNvSpPr txBox="1"/>
          <p:nvPr/>
        </p:nvSpPr>
        <p:spPr>
          <a:xfrm>
            <a:off x="5716680" y="4192343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6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49" grpId="0" animBg="1"/>
      <p:bldP spid="50" grpId="0" animBg="1"/>
      <p:bldP spid="51" grpId="0" animBg="1"/>
      <p:bldP spid="3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E2FC-D337-91F5-B7EB-9F2D8CF3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1C45A58-EEB8-246B-72A2-6D5F1E8A221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BBBA7BF-722A-6AA7-22F9-3FA07203203C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F75F879-31FA-9EE6-96FA-A3FEA09424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36E3A94-239B-3448-064A-6CB5EC6296D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E48FB0-C72C-2B93-27E7-B87624201CD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F1D09D-7A8A-C802-996A-5F1DF9F98EE7}"/>
              </a:ext>
            </a:extLst>
          </p:cNvPr>
          <p:cNvSpPr/>
          <p:nvPr/>
        </p:nvSpPr>
        <p:spPr>
          <a:xfrm>
            <a:off x="2175396" y="3034905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F620A9D5-7C5C-05FF-2207-D93E9DD17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E89FAECB-6F85-FD5C-24BE-1D2AE1456702}"/>
              </a:ext>
            </a:extLst>
          </p:cNvPr>
          <p:cNvCxnSpPr>
            <a:cxnSpLocks/>
            <a:stCxn id="32" idx="2"/>
            <a:endCxn id="1036" idx="0"/>
          </p:cNvCxnSpPr>
          <p:nvPr/>
        </p:nvCxnSpPr>
        <p:spPr>
          <a:xfrm flipH="1">
            <a:off x="5448869" y="3394905"/>
            <a:ext cx="1" cy="238605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540AD8E-2A1A-718C-8FC5-47D622CAC71B}"/>
              </a:ext>
            </a:extLst>
          </p:cNvPr>
          <p:cNvSpPr txBox="1"/>
          <p:nvPr/>
        </p:nvSpPr>
        <p:spPr>
          <a:xfrm>
            <a:off x="5652368" y="5304377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9C4A30-95E9-2B3A-E252-4665353D28B3}"/>
              </a:ext>
            </a:extLst>
          </p:cNvPr>
          <p:cNvSpPr txBox="1"/>
          <p:nvPr/>
        </p:nvSpPr>
        <p:spPr>
          <a:xfrm>
            <a:off x="2219132" y="1606544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6C6E5C-E492-87F3-5D29-7449229A15E6}"/>
              </a:ext>
            </a:extLst>
          </p:cNvPr>
          <p:cNvSpPr txBox="1"/>
          <p:nvPr/>
        </p:nvSpPr>
        <p:spPr>
          <a:xfrm>
            <a:off x="3896410" y="1606544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BF731-18AF-BE2B-ED6C-E14C2A61F3D3}"/>
              </a:ext>
            </a:extLst>
          </p:cNvPr>
          <p:cNvSpPr txBox="1"/>
          <p:nvPr/>
        </p:nvSpPr>
        <p:spPr>
          <a:xfrm>
            <a:off x="1316924" y="1451783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31A2B1-213F-8FFD-2F48-70164BBEE637}"/>
              </a:ext>
            </a:extLst>
          </p:cNvPr>
          <p:cNvSpPr txBox="1"/>
          <p:nvPr/>
        </p:nvSpPr>
        <p:spPr>
          <a:xfrm>
            <a:off x="4252591" y="5208415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7A57B280-06C3-CB83-5464-E155D0ADC264}"/>
              </a:ext>
            </a:extLst>
          </p:cNvPr>
          <p:cNvSpPr/>
          <p:nvPr/>
        </p:nvSpPr>
        <p:spPr>
          <a:xfrm>
            <a:off x="2456485" y="1998617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1AD737-E9C3-CD1A-9750-2E81AB794820}"/>
              </a:ext>
            </a:extLst>
          </p:cNvPr>
          <p:cNvSpPr txBox="1"/>
          <p:nvPr/>
        </p:nvSpPr>
        <p:spPr>
          <a:xfrm>
            <a:off x="3350383" y="1423001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6A8A8B-A240-6B8D-683B-1D112F1AD6EE}"/>
              </a:ext>
            </a:extLst>
          </p:cNvPr>
          <p:cNvSpPr txBox="1"/>
          <p:nvPr/>
        </p:nvSpPr>
        <p:spPr>
          <a:xfrm>
            <a:off x="4240905" y="5208415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078939-B77E-F175-C392-36C973A90E35}"/>
              </a:ext>
            </a:extLst>
          </p:cNvPr>
          <p:cNvSpPr txBox="1"/>
          <p:nvPr/>
        </p:nvSpPr>
        <p:spPr>
          <a:xfrm>
            <a:off x="1289065" y="1421878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9ADEB9-CAD0-F92D-1732-3E734671259C}"/>
              </a:ext>
            </a:extLst>
          </p:cNvPr>
          <p:cNvSpPr txBox="1"/>
          <p:nvPr/>
        </p:nvSpPr>
        <p:spPr>
          <a:xfrm>
            <a:off x="4229219" y="5197126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C88429-DA4C-324A-57F2-6BBFFF516CAF}"/>
              </a:ext>
            </a:extLst>
          </p:cNvPr>
          <p:cNvSpPr txBox="1"/>
          <p:nvPr/>
        </p:nvSpPr>
        <p:spPr>
          <a:xfrm>
            <a:off x="3363911" y="1396411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C045F-17D8-D22A-F2EC-934D3ECABB1F}"/>
              </a:ext>
            </a:extLst>
          </p:cNvPr>
          <p:cNvSpPr txBox="1"/>
          <p:nvPr/>
        </p:nvSpPr>
        <p:spPr>
          <a:xfrm>
            <a:off x="4218545" y="5219704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2" name="사각형: 잘린 한쪽 모서리 41">
            <a:extLst>
              <a:ext uri="{FF2B5EF4-FFF2-40B4-BE49-F238E27FC236}">
                <a16:creationId xmlns:a16="http://schemas.microsoft.com/office/drawing/2014/main" id="{0D3CCCEE-3989-A117-BFAE-8F225F4EEC9E}"/>
              </a:ext>
            </a:extLst>
          </p:cNvPr>
          <p:cNvSpPr/>
          <p:nvPr/>
        </p:nvSpPr>
        <p:spPr>
          <a:xfrm>
            <a:off x="4133763" y="1998617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사각형: 잘린 한쪽 모서리 42">
            <a:extLst>
              <a:ext uri="{FF2B5EF4-FFF2-40B4-BE49-F238E27FC236}">
                <a16:creationId xmlns:a16="http://schemas.microsoft.com/office/drawing/2014/main" id="{2D2FE77D-B430-8DF7-592D-EF96EB2828D4}"/>
              </a:ext>
            </a:extLst>
          </p:cNvPr>
          <p:cNvSpPr/>
          <p:nvPr/>
        </p:nvSpPr>
        <p:spPr>
          <a:xfrm>
            <a:off x="2693838" y="2064226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5A11B1FC-CE85-012E-5D64-4052A137F69B}"/>
              </a:ext>
            </a:extLst>
          </p:cNvPr>
          <p:cNvSpPr/>
          <p:nvPr/>
        </p:nvSpPr>
        <p:spPr>
          <a:xfrm>
            <a:off x="4329510" y="2082909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391A5C-38C7-D4A1-02F0-54ADFEEA807E}"/>
              </a:ext>
            </a:extLst>
          </p:cNvPr>
          <p:cNvSpPr txBox="1"/>
          <p:nvPr/>
        </p:nvSpPr>
        <p:spPr>
          <a:xfrm>
            <a:off x="382422" y="2535558"/>
            <a:ext cx="811540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명령의 개수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종류가 달라져도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사용되는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267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0.02309 0.1601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0.18889 0.5557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81" y="19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59259E-6 L 0.02309 0.16019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0.07552 0.5254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2" y="1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02309 0.1601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-0.04965 0.5097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46" y="1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59259E-6 L 0.02309 0.16019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-0.22587 0.53681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48" y="18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  <p:bldP spid="27" grpId="0" animBg="1"/>
      <p:bldP spid="27" grpId="1" animBg="1"/>
      <p:bldP spid="33" grpId="0"/>
      <p:bldP spid="33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6EA2-98FF-8C04-83A3-5D78B072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8CA8932-3BED-79A9-6F0E-048CE686953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B682A09-E443-0F50-B785-702F2622044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F3763D2-67A0-C686-9B9F-8CDDF90567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B1CF420-3574-C3B1-217B-B044714E80E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3B7CA-6C4F-378B-A731-B18C275799A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0C11598-5CF7-86D7-9AF3-595C60F58A3A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21D17C3-E83D-137B-AE01-00F46C06ED75}"/>
              </a:ext>
            </a:extLst>
          </p:cNvPr>
          <p:cNvCxnSpPr>
            <a:cxnSpLocks/>
          </p:cNvCxnSpPr>
          <p:nvPr/>
        </p:nvCxnSpPr>
        <p:spPr>
          <a:xfrm flipH="1">
            <a:off x="203198" y="2569340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E1CAB7E-5391-039B-94A3-36275AA829FE}"/>
              </a:ext>
            </a:extLst>
          </p:cNvPr>
          <p:cNvCxnSpPr>
            <a:cxnSpLocks/>
          </p:cNvCxnSpPr>
          <p:nvPr/>
        </p:nvCxnSpPr>
        <p:spPr>
          <a:xfrm flipH="1">
            <a:off x="203698" y="325793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7523485-06E4-3343-C769-315939A2AE0B}"/>
              </a:ext>
            </a:extLst>
          </p:cNvPr>
          <p:cNvCxnSpPr>
            <a:cxnSpLocks/>
          </p:cNvCxnSpPr>
          <p:nvPr/>
        </p:nvCxnSpPr>
        <p:spPr>
          <a:xfrm flipH="1">
            <a:off x="203698" y="395872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0483338-1AB0-6035-DDB3-88F2FB6351E9}"/>
              </a:ext>
            </a:extLst>
          </p:cNvPr>
          <p:cNvCxnSpPr>
            <a:cxnSpLocks/>
          </p:cNvCxnSpPr>
          <p:nvPr/>
        </p:nvCxnSpPr>
        <p:spPr>
          <a:xfrm flipH="1">
            <a:off x="203698" y="454978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BF3513-189E-6700-2FFD-E16111AA5A6C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6A968A-8D06-8BB9-30D5-DB6C8499E844}"/>
              </a:ext>
            </a:extLst>
          </p:cNvPr>
          <p:cNvSpPr txBox="1"/>
          <p:nvPr/>
        </p:nvSpPr>
        <p:spPr>
          <a:xfrm>
            <a:off x="203698" y="397408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9F4373-566D-4389-5E93-E8CD8398E532}"/>
              </a:ext>
            </a:extLst>
          </p:cNvPr>
          <p:cNvSpPr txBox="1"/>
          <p:nvPr/>
        </p:nvSpPr>
        <p:spPr>
          <a:xfrm>
            <a:off x="203698" y="2514084"/>
            <a:ext cx="121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FCBB25-60E1-6BFC-0CE8-FDE324EA57D1}"/>
              </a:ext>
            </a:extLst>
          </p:cNvPr>
          <p:cNvSpPr txBox="1"/>
          <p:nvPr/>
        </p:nvSpPr>
        <p:spPr>
          <a:xfrm>
            <a:off x="203698" y="327063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4FA974-1A21-B09B-B91D-3F325CDAB658}"/>
              </a:ext>
            </a:extLst>
          </p:cNvPr>
          <p:cNvSpPr/>
          <p:nvPr/>
        </p:nvSpPr>
        <p:spPr>
          <a:xfrm>
            <a:off x="217539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82BC067-1A61-14E1-36E5-04E8B1B04B54}"/>
              </a:ext>
            </a:extLst>
          </p:cNvPr>
          <p:cNvSpPr/>
          <p:nvPr/>
        </p:nvSpPr>
        <p:spPr>
          <a:xfrm>
            <a:off x="3856259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F64722B3-9B60-B5A7-3574-776A41BB776E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D253664E-3A05-EDA9-1C60-F4DC1D83D176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4414471"/>
            <a:ext cx="5617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0F967FE7-7A4A-5E46-968D-B46FEE5A513D}"/>
              </a:ext>
            </a:extLst>
          </p:cNvPr>
          <p:cNvCxnSpPr>
            <a:cxnSpLocks/>
            <a:stCxn id="12" idx="2"/>
            <a:endCxn id="60" idx="0"/>
          </p:cNvCxnSpPr>
          <p:nvPr/>
        </p:nvCxnSpPr>
        <p:spPr>
          <a:xfrm flipH="1">
            <a:off x="2910159" y="3718544"/>
            <a:ext cx="8896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5AC0528D-EA39-D812-F787-665479388A91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flipH="1">
            <a:off x="6277499" y="3718544"/>
            <a:ext cx="3279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77134DA6-FC4C-1C5F-8413-EEFEA45C8339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7952744" y="3718544"/>
            <a:ext cx="0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A528D15C-1E92-100E-DE46-3117DB5EA475}"/>
              </a:ext>
            </a:extLst>
          </p:cNvPr>
          <p:cNvCxnSpPr>
            <a:cxnSpLocks/>
          </p:cNvCxnSpPr>
          <p:nvPr/>
        </p:nvCxnSpPr>
        <p:spPr>
          <a:xfrm flipH="1">
            <a:off x="203698" y="5690073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06BB8307-3166-CB77-2ECE-6533C48BC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89CF8C82-3DDD-8C88-B50A-13767163A6B7}"/>
              </a:ext>
            </a:extLst>
          </p:cNvPr>
          <p:cNvSpPr/>
          <p:nvPr/>
        </p:nvSpPr>
        <p:spPr>
          <a:xfrm>
            <a:off x="2175396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539B67AC-CEDF-29C3-5A2B-CCF1C6C3E290}"/>
              </a:ext>
            </a:extLst>
          </p:cNvPr>
          <p:cNvSpPr/>
          <p:nvPr/>
        </p:nvSpPr>
        <p:spPr>
          <a:xfrm>
            <a:off x="3856259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other_cb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67E7DE2B-6CE0-E50E-5D5D-B5A307AB5432}"/>
              </a:ext>
            </a:extLst>
          </p:cNvPr>
          <p:cNvSpPr/>
          <p:nvPr/>
        </p:nvSpPr>
        <p:spPr>
          <a:xfrm>
            <a:off x="5542737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EFEBC388-0E4C-97B1-F471-827ECF405637}"/>
              </a:ext>
            </a:extLst>
          </p:cNvPr>
          <p:cNvSpPr/>
          <p:nvPr/>
        </p:nvSpPr>
        <p:spPr>
          <a:xfrm>
            <a:off x="7217982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EA3FA093-1AA1-356A-E229-386893A95D8D}"/>
              </a:ext>
            </a:extLst>
          </p:cNvPr>
          <p:cNvCxnSpPr>
            <a:cxnSpLocks/>
            <a:stCxn id="1042" idx="2"/>
          </p:cNvCxnSpPr>
          <p:nvPr/>
        </p:nvCxnSpPr>
        <p:spPr>
          <a:xfrm>
            <a:off x="2910158" y="3048191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F331ACCE-ACA0-EB61-5D33-1D9321EFAD03}"/>
              </a:ext>
            </a:extLst>
          </p:cNvPr>
          <p:cNvCxnSpPr>
            <a:cxnSpLocks/>
            <a:stCxn id="1043" idx="2"/>
            <a:endCxn id="61" idx="0"/>
          </p:cNvCxnSpPr>
          <p:nvPr/>
        </p:nvCxnSpPr>
        <p:spPr>
          <a:xfrm>
            <a:off x="4591021" y="3048191"/>
            <a:ext cx="0" cy="100628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0436A1A8-5AD1-2EA1-BD08-375432E3608D}"/>
              </a:ext>
            </a:extLst>
          </p:cNvPr>
          <p:cNvCxnSpPr>
            <a:cxnSpLocks/>
            <a:stCxn id="1044" idx="2"/>
            <a:endCxn id="13" idx="0"/>
          </p:cNvCxnSpPr>
          <p:nvPr/>
        </p:nvCxnSpPr>
        <p:spPr>
          <a:xfrm>
            <a:off x="6277499" y="3048191"/>
            <a:ext cx="3279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5875C9A6-4835-D68E-3D8C-60B78885F6D4}"/>
              </a:ext>
            </a:extLst>
          </p:cNvPr>
          <p:cNvCxnSpPr>
            <a:cxnSpLocks/>
            <a:stCxn id="1045" idx="2"/>
            <a:endCxn id="17" idx="0"/>
          </p:cNvCxnSpPr>
          <p:nvPr/>
        </p:nvCxnSpPr>
        <p:spPr>
          <a:xfrm>
            <a:off x="7952744" y="3048191"/>
            <a:ext cx="0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A20863-1E00-D726-5AD4-C99945B82266}"/>
              </a:ext>
            </a:extLst>
          </p:cNvPr>
          <p:cNvSpPr/>
          <p:nvPr/>
        </p:nvSpPr>
        <p:spPr>
          <a:xfrm>
            <a:off x="2175395" y="1596692"/>
            <a:ext cx="3150388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8FE0B-0BCB-A797-A3AF-54FB5438222C}"/>
              </a:ext>
            </a:extLst>
          </p:cNvPr>
          <p:cNvSpPr/>
          <p:nvPr/>
        </p:nvSpPr>
        <p:spPr>
          <a:xfrm>
            <a:off x="5542737" y="1596694"/>
            <a:ext cx="31500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82D6D6-200C-6C8F-0412-459797E222DD}"/>
              </a:ext>
            </a:extLst>
          </p:cNvPr>
          <p:cNvSpPr/>
          <p:nvPr/>
        </p:nvSpPr>
        <p:spPr>
          <a:xfrm>
            <a:off x="2175396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646FD6-5061-2CBF-4922-541025013B34}"/>
              </a:ext>
            </a:extLst>
          </p:cNvPr>
          <p:cNvSpPr/>
          <p:nvPr/>
        </p:nvSpPr>
        <p:spPr>
          <a:xfrm>
            <a:off x="3857663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6862C8-0271-A920-CE70-5C55563E76D0}"/>
              </a:ext>
            </a:extLst>
          </p:cNvPr>
          <p:cNvSpPr/>
          <p:nvPr/>
        </p:nvSpPr>
        <p:spPr>
          <a:xfrm>
            <a:off x="5542737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F7F615-8F98-94DC-35B9-C9EE2C8E74A0}"/>
              </a:ext>
            </a:extLst>
          </p:cNvPr>
          <p:cNvSpPr/>
          <p:nvPr/>
        </p:nvSpPr>
        <p:spPr>
          <a:xfrm>
            <a:off x="7217982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C181F5-54E3-1C89-AD64-4C4EBBCB7292}"/>
              </a:ext>
            </a:extLst>
          </p:cNvPr>
          <p:cNvSpPr/>
          <p:nvPr/>
        </p:nvSpPr>
        <p:spPr>
          <a:xfrm>
            <a:off x="2184293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2E7B87-D80A-9EE3-6A5C-D4B06B068405}"/>
              </a:ext>
            </a:extLst>
          </p:cNvPr>
          <p:cNvSpPr/>
          <p:nvPr/>
        </p:nvSpPr>
        <p:spPr>
          <a:xfrm>
            <a:off x="5546016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C50241-9720-0498-AE2D-2A2C45800C51}"/>
              </a:ext>
            </a:extLst>
          </p:cNvPr>
          <p:cNvSpPr/>
          <p:nvPr/>
        </p:nvSpPr>
        <p:spPr>
          <a:xfrm>
            <a:off x="7217982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BCFBBD-C3C5-7B95-2EF0-6C305EE03828}"/>
              </a:ext>
            </a:extLst>
          </p:cNvPr>
          <p:cNvSpPr/>
          <p:nvPr/>
        </p:nvSpPr>
        <p:spPr>
          <a:xfrm>
            <a:off x="554273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E1D341-185F-578A-3296-991FCCCFDB05}"/>
              </a:ext>
            </a:extLst>
          </p:cNvPr>
          <p:cNvSpPr/>
          <p:nvPr/>
        </p:nvSpPr>
        <p:spPr>
          <a:xfrm>
            <a:off x="7217982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F491C76-903D-9282-B6B6-B9F1838F4EF8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27749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BFB82C3-F881-9ECE-60A5-4D035ACB4D9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952744" y="4414471"/>
            <a:ext cx="8424" cy="26765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9D7EF8-E4F5-0D82-32D6-73252363FACB}"/>
              </a:ext>
            </a:extLst>
          </p:cNvPr>
          <p:cNvSpPr/>
          <p:nvPr/>
        </p:nvSpPr>
        <p:spPr>
          <a:xfrm>
            <a:off x="2175396" y="4668633"/>
            <a:ext cx="6546947" cy="36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89C0881-41BF-0FD9-6A3E-9C47A2AC1C4B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448870" y="5028633"/>
            <a:ext cx="0" cy="384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7D4BE1-E5B2-1C71-17A4-903A87E6A75D}"/>
              </a:ext>
            </a:extLst>
          </p:cNvPr>
          <p:cNvSpPr txBox="1"/>
          <p:nvPr/>
        </p:nvSpPr>
        <p:spPr>
          <a:xfrm>
            <a:off x="519301" y="4909778"/>
            <a:ext cx="227578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colcon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성공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but,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실행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5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16A0-CF0C-556A-1EE0-DE318B66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BB7223E-8818-11EF-FCF4-2F6343D0562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04EB876-D345-AF4E-0187-12BD2B2B91D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5D21747-186F-8ECC-3E8A-CD5B9A5519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911BEC7-154D-4AF8-C049-2AC4C1A604B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733E56-70B0-9B85-23C5-C5AE85B1B13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DC508B58-8123-9F2E-3540-195ECCBF3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04" y="4309556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2D653B7-6371-50CF-70AD-BC2981CB9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718776"/>
              </p:ext>
            </p:extLst>
          </p:nvPr>
        </p:nvGraphicFramePr>
        <p:xfrm>
          <a:off x="519301" y="1579983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3981055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12199066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132669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912201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297130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29389531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7243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73897"/>
                  </a:ext>
                </a:extLst>
              </a:tr>
            </a:tbl>
          </a:graphicData>
        </a:graphic>
      </p:graphicFrame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DE633E86-CF88-2313-FB2F-6AF62F62D22F}"/>
              </a:ext>
            </a:extLst>
          </p:cNvPr>
          <p:cNvSpPr/>
          <p:nvPr/>
        </p:nvSpPr>
        <p:spPr>
          <a:xfrm>
            <a:off x="620630" y="1636659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사각형: 잘린 한쪽 모서리 28">
            <a:extLst>
              <a:ext uri="{FF2B5EF4-FFF2-40B4-BE49-F238E27FC236}">
                <a16:creationId xmlns:a16="http://schemas.microsoft.com/office/drawing/2014/main" id="{087626CB-6EC3-443D-BC2B-FADB34D359AD}"/>
              </a:ext>
            </a:extLst>
          </p:cNvPr>
          <p:cNvSpPr/>
          <p:nvPr/>
        </p:nvSpPr>
        <p:spPr>
          <a:xfrm>
            <a:off x="1504550" y="1636658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사각형: 잘린 한쪽 모서리 36">
            <a:extLst>
              <a:ext uri="{FF2B5EF4-FFF2-40B4-BE49-F238E27FC236}">
                <a16:creationId xmlns:a16="http://schemas.microsoft.com/office/drawing/2014/main" id="{89BE71D7-11D7-FAD0-1E64-450D4B69DBDA}"/>
              </a:ext>
            </a:extLst>
          </p:cNvPr>
          <p:cNvSpPr/>
          <p:nvPr/>
        </p:nvSpPr>
        <p:spPr>
          <a:xfrm>
            <a:off x="2388470" y="1636658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사각형: 잘린 한쪽 모서리 37">
            <a:extLst>
              <a:ext uri="{FF2B5EF4-FFF2-40B4-BE49-F238E27FC236}">
                <a16:creationId xmlns:a16="http://schemas.microsoft.com/office/drawing/2014/main" id="{4CA92A8E-5DF5-2655-469E-D9CD53472DDF}"/>
              </a:ext>
            </a:extLst>
          </p:cNvPr>
          <p:cNvSpPr/>
          <p:nvPr/>
        </p:nvSpPr>
        <p:spPr>
          <a:xfrm>
            <a:off x="3236669" y="1636658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6E079-5F5B-6E0B-DCDD-8732215ADDD9}"/>
              </a:ext>
            </a:extLst>
          </p:cNvPr>
          <p:cNvSpPr txBox="1"/>
          <p:nvPr/>
        </p:nvSpPr>
        <p:spPr>
          <a:xfrm>
            <a:off x="3481956" y="2554667"/>
            <a:ext cx="382105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push, pop, push, pop ..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E9E5C9-E8B0-0778-AAEC-098FF14E01B6}"/>
              </a:ext>
            </a:extLst>
          </p:cNvPr>
          <p:cNvSpPr txBox="1"/>
          <p:nvPr/>
        </p:nvSpPr>
        <p:spPr>
          <a:xfrm>
            <a:off x="3481955" y="3094628"/>
            <a:ext cx="382105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Q: pop, pop, pop, pop ..</a:t>
            </a:r>
          </a:p>
        </p:txBody>
      </p:sp>
    </p:spTree>
    <p:extLst>
      <p:ext uri="{BB962C8B-B14F-4D97-AF65-F5344CB8AC3E}">
        <p14:creationId xmlns:p14="http://schemas.microsoft.com/office/powerpoint/2010/main" val="264995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59259E-6 L 0.03611 0.386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6" y="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59259E-6 L -0.06059 0.3842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8" y="1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59259E-6 L -0.14618 0.3861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09" y="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-0.22951 0.391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76" y="1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75688</TotalTime>
  <Words>328</Words>
  <Application>Microsoft Office PowerPoint</Application>
  <PresentationFormat>화면 슬라이드 쇼(4:3)</PresentationFormat>
  <Paragraphs>111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1449</cp:revision>
  <cp:lastPrinted>2021-08-19T05:10:09Z</cp:lastPrinted>
  <dcterms:created xsi:type="dcterms:W3CDTF">2020-05-28T10:10:30Z</dcterms:created>
  <dcterms:modified xsi:type="dcterms:W3CDTF">2025-08-27T05:25:44Z</dcterms:modified>
</cp:coreProperties>
</file>