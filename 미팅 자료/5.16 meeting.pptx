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699" r:id="rId2"/>
    <p:sldId id="257" r:id="rId3"/>
    <p:sldId id="838" r:id="rId4"/>
    <p:sldId id="839" r:id="rId5"/>
    <p:sldId id="841" r:id="rId6"/>
    <p:sldId id="840" r:id="rId7"/>
    <p:sldId id="842" r:id="rId8"/>
    <p:sldId id="843" r:id="rId9"/>
    <p:sldId id="846" r:id="rId10"/>
    <p:sldId id="847" r:id="rId11"/>
    <p:sldId id="731" r:id="rId12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FFFFFF"/>
    <a:srgbClr val="DAE3F3"/>
    <a:srgbClr val="404040"/>
    <a:srgbClr val="BDD7EE"/>
    <a:srgbClr val="002060"/>
    <a:srgbClr val="E6E6E6"/>
    <a:srgbClr val="ED7D31"/>
    <a:srgbClr val="DEEBF7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C008C-78B0-408D-9204-A446499D21BB}" v="234" dt="2025-05-26T08:01:49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86353" autoAdjust="0"/>
  </p:normalViewPr>
  <p:slideViewPr>
    <p:cSldViewPr snapToGrid="0">
      <p:cViewPr varScale="1">
        <p:scale>
          <a:sx n="71" d="100"/>
          <a:sy n="71" d="100"/>
        </p:scale>
        <p:origin x="1877" y="4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304C008C-78B0-408D-9204-A446499D21BB}"/>
    <pc:docChg chg="undo redo custSel addSld delSld modSld sldOrd">
      <pc:chgData name="최문영" userId="c9c2ca5b-20f2-48c9-9e1f-a03229bf2768" providerId="ADAL" clId="{304C008C-78B0-408D-9204-A446499D21BB}" dt="2025-05-26T08:05:52.018" v="2567" actId="1076"/>
      <pc:docMkLst>
        <pc:docMk/>
      </pc:docMkLst>
      <pc:sldChg chg="modSp add mod">
        <pc:chgData name="최문영" userId="c9c2ca5b-20f2-48c9-9e1f-a03229bf2768" providerId="ADAL" clId="{304C008C-78B0-408D-9204-A446499D21BB}" dt="2025-05-16T04:35:50.375" v="2543" actId="20577"/>
        <pc:sldMkLst>
          <pc:docMk/>
          <pc:sldMk cId="0" sldId="257"/>
        </pc:sldMkLst>
        <pc:spChg chg="mod">
          <ac:chgData name="최문영" userId="c9c2ca5b-20f2-48c9-9e1f-a03229bf2768" providerId="ADAL" clId="{304C008C-78B0-408D-9204-A446499D21BB}" dt="2025-05-16T04:35:50.375" v="2543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 add del mod">
        <pc:chgData name="최문영" userId="c9c2ca5b-20f2-48c9-9e1f-a03229bf2768" providerId="ADAL" clId="{304C008C-78B0-408D-9204-A446499D21BB}" dt="2025-05-15T23:20:19.552" v="10" actId="47"/>
        <pc:sldMkLst>
          <pc:docMk/>
          <pc:sldMk cId="3828351039" sldId="276"/>
        </pc:sldMkLst>
      </pc:sldChg>
      <pc:sldChg chg="modSp mod">
        <pc:chgData name="최문영" userId="c9c2ca5b-20f2-48c9-9e1f-a03229bf2768" providerId="ADAL" clId="{304C008C-78B0-408D-9204-A446499D21BB}" dt="2025-05-26T07:04:42.453" v="2545" actId="20577"/>
        <pc:sldMkLst>
          <pc:docMk/>
          <pc:sldMk cId="2886263250" sldId="699"/>
        </pc:sldMkLst>
        <pc:spChg chg="mod">
          <ac:chgData name="최문영" userId="c9c2ca5b-20f2-48c9-9e1f-a03229bf2768" providerId="ADAL" clId="{304C008C-78B0-408D-9204-A446499D21BB}" dt="2025-05-26T07:04:42.453" v="2545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modSp mod">
        <pc:chgData name="최문영" userId="c9c2ca5b-20f2-48c9-9e1f-a03229bf2768" providerId="ADAL" clId="{304C008C-78B0-408D-9204-A446499D21BB}" dt="2025-05-16T04:35:19.948" v="2369" actId="20577"/>
        <pc:sldMkLst>
          <pc:docMk/>
          <pc:sldMk cId="3913888928" sldId="731"/>
        </pc:sldMkLst>
        <pc:spChg chg="mod">
          <ac:chgData name="최문영" userId="c9c2ca5b-20f2-48c9-9e1f-a03229bf2768" providerId="ADAL" clId="{304C008C-78B0-408D-9204-A446499D21BB}" dt="2025-05-16T04:09:59.863" v="2222"/>
          <ac:spMkLst>
            <pc:docMk/>
            <pc:sldMk cId="3913888928" sldId="731"/>
            <ac:spMk id="9" creationId="{862EC63D-1CA9-4C0D-85F9-6274710D2EA5}"/>
          </ac:spMkLst>
        </pc:spChg>
        <pc:spChg chg="mod">
          <ac:chgData name="최문영" userId="c9c2ca5b-20f2-48c9-9e1f-a03229bf2768" providerId="ADAL" clId="{304C008C-78B0-408D-9204-A446499D21BB}" dt="2025-05-16T04:35:19.948" v="2369" actId="20577"/>
          <ac:spMkLst>
            <pc:docMk/>
            <pc:sldMk cId="3913888928" sldId="731"/>
            <ac:spMk id="11" creationId="{F77D82F6-6608-46B6-B381-9916447EE76B}"/>
          </ac:spMkLst>
        </pc:spChg>
      </pc:sldChg>
      <pc:sldChg chg="del">
        <pc:chgData name="최문영" userId="c9c2ca5b-20f2-48c9-9e1f-a03229bf2768" providerId="ADAL" clId="{304C008C-78B0-408D-9204-A446499D21BB}" dt="2025-05-15T23:36:24.982" v="845" actId="47"/>
        <pc:sldMkLst>
          <pc:docMk/>
          <pc:sldMk cId="2873755463" sldId="837"/>
        </pc:sldMkLst>
      </pc:sldChg>
      <pc:sldChg chg="addSp delSp modSp mod">
        <pc:chgData name="최문영" userId="c9c2ca5b-20f2-48c9-9e1f-a03229bf2768" providerId="ADAL" clId="{304C008C-78B0-408D-9204-A446499D21BB}" dt="2025-05-16T01:28:03.423" v="1190" actId="207"/>
        <pc:sldMkLst>
          <pc:docMk/>
          <pc:sldMk cId="262906306" sldId="838"/>
        </pc:sldMkLst>
        <pc:spChg chg="mod">
          <ac:chgData name="최문영" userId="c9c2ca5b-20f2-48c9-9e1f-a03229bf2768" providerId="ADAL" clId="{304C008C-78B0-408D-9204-A446499D21BB}" dt="2025-05-16T01:28:03.423" v="1190" actId="207"/>
          <ac:spMkLst>
            <pc:docMk/>
            <pc:sldMk cId="262906306" sldId="838"/>
            <ac:spMk id="14" creationId="{D9F4A699-B35A-5B6A-50BC-6245BE67F447}"/>
          </ac:spMkLst>
        </pc:spChg>
        <pc:spChg chg="mod">
          <ac:chgData name="최문영" userId="c9c2ca5b-20f2-48c9-9e1f-a03229bf2768" providerId="ADAL" clId="{304C008C-78B0-408D-9204-A446499D21BB}" dt="2025-05-16T01:28:03.423" v="1190" actId="207"/>
          <ac:spMkLst>
            <pc:docMk/>
            <pc:sldMk cId="262906306" sldId="838"/>
            <ac:spMk id="16" creationId="{01C6DE50-F58B-4C75-B688-93280EBCC05A}"/>
          </ac:spMkLst>
        </pc:spChg>
        <pc:spChg chg="mod">
          <ac:chgData name="최문영" userId="c9c2ca5b-20f2-48c9-9e1f-a03229bf2768" providerId="ADAL" clId="{304C008C-78B0-408D-9204-A446499D21BB}" dt="2025-05-16T01:28:03.423" v="1190" actId="207"/>
          <ac:spMkLst>
            <pc:docMk/>
            <pc:sldMk cId="262906306" sldId="838"/>
            <ac:spMk id="17" creationId="{7C83517B-71D7-17F8-965D-6A595041BD17}"/>
          </ac:spMkLst>
        </pc:spChg>
        <pc:spChg chg="mod">
          <ac:chgData name="최문영" userId="c9c2ca5b-20f2-48c9-9e1f-a03229bf2768" providerId="ADAL" clId="{304C008C-78B0-408D-9204-A446499D21BB}" dt="2025-05-16T01:28:03.423" v="1190" actId="207"/>
          <ac:spMkLst>
            <pc:docMk/>
            <pc:sldMk cId="262906306" sldId="838"/>
            <ac:spMk id="23" creationId="{CE6EA12F-6A65-D4E3-7659-6B09CDAC956C}"/>
          </ac:spMkLst>
        </pc:spChg>
        <pc:spChg chg="mod">
          <ac:chgData name="최문영" userId="c9c2ca5b-20f2-48c9-9e1f-a03229bf2768" providerId="ADAL" clId="{304C008C-78B0-408D-9204-A446499D21BB}" dt="2025-05-15T23:49:22.033" v="993" actId="207"/>
          <ac:spMkLst>
            <pc:docMk/>
            <pc:sldMk cId="262906306" sldId="838"/>
            <ac:spMk id="24" creationId="{56A6A04B-225C-D7FA-5ECA-CEE9768B77A3}"/>
          </ac:spMkLst>
        </pc:spChg>
        <pc:spChg chg="add mod">
          <ac:chgData name="최문영" userId="c9c2ca5b-20f2-48c9-9e1f-a03229bf2768" providerId="ADAL" clId="{304C008C-78B0-408D-9204-A446499D21BB}" dt="2025-05-15T23:49:32.881" v="996" actId="1076"/>
          <ac:spMkLst>
            <pc:docMk/>
            <pc:sldMk cId="262906306" sldId="838"/>
            <ac:spMk id="29" creationId="{37483112-8354-18F3-33A4-8C713B368330}"/>
          </ac:spMkLst>
        </pc:spChg>
      </pc:sldChg>
      <pc:sldChg chg="addSp delSp modSp mod modAnim">
        <pc:chgData name="최문영" userId="c9c2ca5b-20f2-48c9-9e1f-a03229bf2768" providerId="ADAL" clId="{304C008C-78B0-408D-9204-A446499D21BB}" dt="2025-05-16T04:08:38.643" v="2212" actId="1076"/>
        <pc:sldMkLst>
          <pc:docMk/>
          <pc:sldMk cId="3027613367" sldId="839"/>
        </pc:sldMkLst>
        <pc:spChg chg="mod">
          <ac:chgData name="최문영" userId="c9c2ca5b-20f2-48c9-9e1f-a03229bf2768" providerId="ADAL" clId="{304C008C-78B0-408D-9204-A446499D21BB}" dt="2025-05-16T04:06:36.257" v="2202" actId="20577"/>
          <ac:spMkLst>
            <pc:docMk/>
            <pc:sldMk cId="3027613367" sldId="839"/>
            <ac:spMk id="10" creationId="{4CEE338F-7546-C59D-5838-AEE12F88746D}"/>
          </ac:spMkLst>
        </pc:spChg>
        <pc:spChg chg="mod">
          <ac:chgData name="최문영" userId="c9c2ca5b-20f2-48c9-9e1f-a03229bf2768" providerId="ADAL" clId="{304C008C-78B0-408D-9204-A446499D21BB}" dt="2025-05-16T04:08:33.050" v="2210" actId="1076"/>
          <ac:spMkLst>
            <pc:docMk/>
            <pc:sldMk cId="3027613367" sldId="839"/>
            <ac:spMk id="11" creationId="{54758596-C53F-0D75-838B-48A71AE31112}"/>
          </ac:spMkLst>
        </pc:spChg>
        <pc:spChg chg="add mod">
          <ac:chgData name="최문영" userId="c9c2ca5b-20f2-48c9-9e1f-a03229bf2768" providerId="ADAL" clId="{304C008C-78B0-408D-9204-A446499D21BB}" dt="2025-05-16T04:08:22.700" v="2207" actId="208"/>
          <ac:spMkLst>
            <pc:docMk/>
            <pc:sldMk cId="3027613367" sldId="839"/>
            <ac:spMk id="12" creationId="{EC43DC3D-12A0-92E9-865B-1538DC968F41}"/>
          </ac:spMkLst>
        </pc:spChg>
        <pc:spChg chg="mod">
          <ac:chgData name="최문영" userId="c9c2ca5b-20f2-48c9-9e1f-a03229bf2768" providerId="ADAL" clId="{304C008C-78B0-408D-9204-A446499D21BB}" dt="2025-05-16T01:32:42.144" v="1231" actId="207"/>
          <ac:spMkLst>
            <pc:docMk/>
            <pc:sldMk cId="3027613367" sldId="839"/>
            <ac:spMk id="16" creationId="{8DEB420D-49B0-97A9-1832-8A67732947A3}"/>
          </ac:spMkLst>
        </pc:spChg>
        <pc:spChg chg="mod">
          <ac:chgData name="최문영" userId="c9c2ca5b-20f2-48c9-9e1f-a03229bf2768" providerId="ADAL" clId="{304C008C-78B0-408D-9204-A446499D21BB}" dt="2025-05-16T01:29:44.293" v="1201" actId="1076"/>
          <ac:spMkLst>
            <pc:docMk/>
            <pc:sldMk cId="3027613367" sldId="839"/>
            <ac:spMk id="34" creationId="{88BBBA97-F5F6-16A2-C5DA-300207657A0A}"/>
          </ac:spMkLst>
        </pc:spChg>
        <pc:spChg chg="mod">
          <ac:chgData name="최문영" userId="c9c2ca5b-20f2-48c9-9e1f-a03229bf2768" providerId="ADAL" clId="{304C008C-78B0-408D-9204-A446499D21BB}" dt="2025-05-16T01:32:45.634" v="1232" actId="207"/>
          <ac:spMkLst>
            <pc:docMk/>
            <pc:sldMk cId="3027613367" sldId="839"/>
            <ac:spMk id="45" creationId="{7D54F537-879B-4C22-D1E1-51732CEC8BD1}"/>
          </ac:spMkLst>
        </pc:spChg>
        <pc:spChg chg="mod">
          <ac:chgData name="최문영" userId="c9c2ca5b-20f2-48c9-9e1f-a03229bf2768" providerId="ADAL" clId="{304C008C-78B0-408D-9204-A446499D21BB}" dt="2025-05-16T04:08:16.754" v="2206" actId="208"/>
          <ac:spMkLst>
            <pc:docMk/>
            <pc:sldMk cId="3027613367" sldId="839"/>
            <ac:spMk id="67" creationId="{C6DA2941-B175-D170-95E3-28ADE915D02E}"/>
          </ac:spMkLst>
        </pc:spChg>
        <pc:spChg chg="mod">
          <ac:chgData name="최문영" userId="c9c2ca5b-20f2-48c9-9e1f-a03229bf2768" providerId="ADAL" clId="{304C008C-78B0-408D-9204-A446499D21BB}" dt="2025-05-16T04:08:24.665" v="2208" actId="208"/>
          <ac:spMkLst>
            <pc:docMk/>
            <pc:sldMk cId="3027613367" sldId="839"/>
            <ac:spMk id="72" creationId="{847173D1-2189-96A7-BD72-2824F6F40700}"/>
          </ac:spMkLst>
        </pc:spChg>
        <pc:spChg chg="mod">
          <ac:chgData name="최문영" userId="c9c2ca5b-20f2-48c9-9e1f-a03229bf2768" providerId="ADAL" clId="{304C008C-78B0-408D-9204-A446499D21BB}" dt="2025-05-16T04:08:36.775" v="2211" actId="1076"/>
          <ac:spMkLst>
            <pc:docMk/>
            <pc:sldMk cId="3027613367" sldId="839"/>
            <ac:spMk id="73" creationId="{4DF28D5B-7680-5148-4782-5202AE9A2B2B}"/>
          </ac:spMkLst>
        </pc:spChg>
        <pc:spChg chg="add mod">
          <ac:chgData name="최문영" userId="c9c2ca5b-20f2-48c9-9e1f-a03229bf2768" providerId="ADAL" clId="{304C008C-78B0-408D-9204-A446499D21BB}" dt="2025-05-16T04:08:38.643" v="2212" actId="1076"/>
          <ac:spMkLst>
            <pc:docMk/>
            <pc:sldMk cId="3027613367" sldId="839"/>
            <ac:spMk id="74" creationId="{6B130651-D8AC-6BA6-619E-4FDF51BE04CE}"/>
          </ac:spMkLst>
        </pc:spChg>
        <pc:spChg chg="add mod">
          <ac:chgData name="최문영" userId="c9c2ca5b-20f2-48c9-9e1f-a03229bf2768" providerId="ADAL" clId="{304C008C-78B0-408D-9204-A446499D21BB}" dt="2025-05-16T01:32:40.250" v="1230" actId="207"/>
          <ac:spMkLst>
            <pc:docMk/>
            <pc:sldMk cId="3027613367" sldId="839"/>
            <ac:spMk id="77" creationId="{9852D786-E250-CDEC-A4E1-C0BCFC793394}"/>
          </ac:spMkLst>
        </pc:spChg>
        <pc:cxnChg chg="mod">
          <ac:chgData name="최문영" userId="c9c2ca5b-20f2-48c9-9e1f-a03229bf2768" providerId="ADAL" clId="{304C008C-78B0-408D-9204-A446499D21BB}" dt="2025-05-16T04:08:33.050" v="2210" actId="1076"/>
          <ac:cxnSpMkLst>
            <pc:docMk/>
            <pc:sldMk cId="3027613367" sldId="839"/>
            <ac:cxnSpMk id="28" creationId="{4BF24A9E-392B-D9CA-0316-3356528FDC4B}"/>
          </ac:cxnSpMkLst>
        </pc:cxnChg>
        <pc:cxnChg chg="mod">
          <ac:chgData name="최문영" userId="c9c2ca5b-20f2-48c9-9e1f-a03229bf2768" providerId="ADAL" clId="{304C008C-78B0-408D-9204-A446499D21BB}" dt="2025-05-16T04:08:33.050" v="2210" actId="1076"/>
          <ac:cxnSpMkLst>
            <pc:docMk/>
            <pc:sldMk cId="3027613367" sldId="839"/>
            <ac:cxnSpMk id="30" creationId="{2208E99C-5C9A-C373-F943-91C6718813C1}"/>
          </ac:cxnSpMkLst>
        </pc:cxnChg>
        <pc:cxnChg chg="mod">
          <ac:chgData name="최문영" userId="c9c2ca5b-20f2-48c9-9e1f-a03229bf2768" providerId="ADAL" clId="{304C008C-78B0-408D-9204-A446499D21BB}" dt="2025-05-16T04:08:05.341" v="2203" actId="14100"/>
          <ac:cxnSpMkLst>
            <pc:docMk/>
            <pc:sldMk cId="3027613367" sldId="839"/>
            <ac:cxnSpMk id="48" creationId="{9B4FD4C2-D300-20AC-8B4A-207AAF699671}"/>
          </ac:cxnSpMkLst>
        </pc:cxnChg>
        <pc:cxnChg chg="mod">
          <ac:chgData name="최문영" userId="c9c2ca5b-20f2-48c9-9e1f-a03229bf2768" providerId="ADAL" clId="{304C008C-78B0-408D-9204-A446499D21BB}" dt="2025-05-16T04:08:09.961" v="2204" actId="14100"/>
          <ac:cxnSpMkLst>
            <pc:docMk/>
            <pc:sldMk cId="3027613367" sldId="839"/>
            <ac:cxnSpMk id="52" creationId="{7821DAE7-E224-8DF1-C177-F2EAF5CF5190}"/>
          </ac:cxnSpMkLst>
        </pc:cxnChg>
      </pc:sldChg>
      <pc:sldChg chg="addSp delSp modSp mod">
        <pc:chgData name="최문영" userId="c9c2ca5b-20f2-48c9-9e1f-a03229bf2768" providerId="ADAL" clId="{304C008C-78B0-408D-9204-A446499D21BB}" dt="2025-05-16T04:04:59.872" v="2200" actId="20577"/>
        <pc:sldMkLst>
          <pc:docMk/>
          <pc:sldMk cId="2531494557" sldId="840"/>
        </pc:sldMkLst>
        <pc:spChg chg="mod">
          <ac:chgData name="최문영" userId="c9c2ca5b-20f2-48c9-9e1f-a03229bf2768" providerId="ADAL" clId="{304C008C-78B0-408D-9204-A446499D21BB}" dt="2025-05-16T04:04:00.543" v="2199" actId="20577"/>
          <ac:spMkLst>
            <pc:docMk/>
            <pc:sldMk cId="2531494557" sldId="840"/>
            <ac:spMk id="10" creationId="{57EAF30A-1564-A926-DAA8-907487904DCA}"/>
          </ac:spMkLst>
        </pc:spChg>
        <pc:spChg chg="mod">
          <ac:chgData name="최문영" userId="c9c2ca5b-20f2-48c9-9e1f-a03229bf2768" providerId="ADAL" clId="{304C008C-78B0-408D-9204-A446499D21BB}" dt="2025-05-16T04:04:59.872" v="2200" actId="20577"/>
          <ac:spMkLst>
            <pc:docMk/>
            <pc:sldMk cId="2531494557" sldId="840"/>
            <ac:spMk id="47" creationId="{39D8491B-1426-1A1A-EEC1-9DF9BDF7D5DE}"/>
          </ac:spMkLst>
        </pc:spChg>
        <pc:graphicFrameChg chg="add mod">
          <ac:chgData name="최문영" userId="c9c2ca5b-20f2-48c9-9e1f-a03229bf2768" providerId="ADAL" clId="{304C008C-78B0-408D-9204-A446499D21BB}" dt="2025-05-16T01:46:43.788" v="1861" actId="1076"/>
          <ac:graphicFrameMkLst>
            <pc:docMk/>
            <pc:sldMk cId="2531494557" sldId="840"/>
            <ac:graphicFrameMk id="4" creationId="{B9C0DBF4-AD30-ED4B-760F-475A5839D17E}"/>
          </ac:graphicFrameMkLst>
        </pc:graphicFrameChg>
      </pc:sldChg>
      <pc:sldChg chg="addSp delSp modSp add mod modAnim">
        <pc:chgData name="최문영" userId="c9c2ca5b-20f2-48c9-9e1f-a03229bf2768" providerId="ADAL" clId="{304C008C-78B0-408D-9204-A446499D21BB}" dt="2025-05-16T04:13:20.240" v="2229" actId="14100"/>
        <pc:sldMkLst>
          <pc:docMk/>
          <pc:sldMk cId="3642616221" sldId="841"/>
        </pc:sldMkLst>
        <pc:spChg chg="mod">
          <ac:chgData name="최문영" userId="c9c2ca5b-20f2-48c9-9e1f-a03229bf2768" providerId="ADAL" clId="{304C008C-78B0-408D-9204-A446499D21BB}" dt="2025-05-15T23:21:27.804" v="72" actId="20577"/>
          <ac:spMkLst>
            <pc:docMk/>
            <pc:sldMk cId="3642616221" sldId="841"/>
            <ac:spMk id="10" creationId="{88C254ED-06EA-4A49-E40D-832CEF5445A1}"/>
          </ac:spMkLst>
        </pc:spChg>
        <pc:spChg chg="mod">
          <ac:chgData name="최문영" userId="c9c2ca5b-20f2-48c9-9e1f-a03229bf2768" providerId="ADAL" clId="{304C008C-78B0-408D-9204-A446499D21BB}" dt="2025-05-16T01:37:00.757" v="1318" actId="20577"/>
          <ac:spMkLst>
            <pc:docMk/>
            <pc:sldMk cId="3642616221" sldId="841"/>
            <ac:spMk id="47" creationId="{DB9685F2-D577-F299-C1B2-265A490527B1}"/>
          </ac:spMkLst>
        </pc:spChg>
        <pc:graphicFrameChg chg="mod modGraphic">
          <ac:chgData name="최문영" userId="c9c2ca5b-20f2-48c9-9e1f-a03229bf2768" providerId="ADAL" clId="{304C008C-78B0-408D-9204-A446499D21BB}" dt="2025-05-16T01:35:57.932" v="1291" actId="207"/>
          <ac:graphicFrameMkLst>
            <pc:docMk/>
            <pc:sldMk cId="3642616221" sldId="841"/>
            <ac:graphicFrameMk id="3" creationId="{FBE4A6AD-5200-081A-679D-CDA2496312B8}"/>
          </ac:graphicFrameMkLst>
        </pc:graphicFrameChg>
        <pc:picChg chg="add mod">
          <ac:chgData name="최문영" userId="c9c2ca5b-20f2-48c9-9e1f-a03229bf2768" providerId="ADAL" clId="{304C008C-78B0-408D-9204-A446499D21BB}" dt="2025-05-16T04:13:20.240" v="2229" actId="14100"/>
          <ac:picMkLst>
            <pc:docMk/>
            <pc:sldMk cId="3642616221" sldId="841"/>
            <ac:picMk id="4" creationId="{1FD71E6E-0E72-EF8E-AB01-B204EF87C276}"/>
          </ac:picMkLst>
        </pc:picChg>
      </pc:sldChg>
      <pc:sldChg chg="addSp delSp modSp add mod">
        <pc:chgData name="최문영" userId="c9c2ca5b-20f2-48c9-9e1f-a03229bf2768" providerId="ADAL" clId="{304C008C-78B0-408D-9204-A446499D21BB}" dt="2025-05-16T01:45:40.111" v="1854" actId="1036"/>
        <pc:sldMkLst>
          <pc:docMk/>
          <pc:sldMk cId="3102102845" sldId="842"/>
        </pc:sldMkLst>
        <pc:spChg chg="add mod">
          <ac:chgData name="최문영" userId="c9c2ca5b-20f2-48c9-9e1f-a03229bf2768" providerId="ADAL" clId="{304C008C-78B0-408D-9204-A446499D21BB}" dt="2025-05-16T01:45:36.903" v="1837" actId="20577"/>
          <ac:spMkLst>
            <pc:docMk/>
            <pc:sldMk cId="3102102845" sldId="842"/>
            <ac:spMk id="5" creationId="{85BD7397-C86D-88D6-29C2-8E27160F77B2}"/>
          </ac:spMkLst>
        </pc:spChg>
        <pc:spChg chg="mod">
          <ac:chgData name="최문영" userId="c9c2ca5b-20f2-48c9-9e1f-a03229bf2768" providerId="ADAL" clId="{304C008C-78B0-408D-9204-A446499D21BB}" dt="2025-05-16T01:44:54.870" v="1648" actId="20577"/>
          <ac:spMkLst>
            <pc:docMk/>
            <pc:sldMk cId="3102102845" sldId="842"/>
            <ac:spMk id="10" creationId="{99272EB1-2B2B-74A7-5C10-AC771021E83F}"/>
          </ac:spMkLst>
        </pc:spChg>
        <pc:graphicFrameChg chg="add mod">
          <ac:chgData name="최문영" userId="c9c2ca5b-20f2-48c9-9e1f-a03229bf2768" providerId="ADAL" clId="{304C008C-78B0-408D-9204-A446499D21BB}" dt="2025-05-16T01:45:40.111" v="1854" actId="1036"/>
          <ac:graphicFrameMkLst>
            <pc:docMk/>
            <pc:sldMk cId="3102102845" sldId="842"/>
            <ac:graphicFrameMk id="7" creationId="{0A57A198-6AE2-FD17-4149-914924BE1B11}"/>
          </ac:graphicFrameMkLst>
        </pc:graphicFrameChg>
      </pc:sldChg>
      <pc:sldChg chg="add del">
        <pc:chgData name="최문영" userId="c9c2ca5b-20f2-48c9-9e1f-a03229bf2768" providerId="ADAL" clId="{304C008C-78B0-408D-9204-A446499D21BB}" dt="2025-05-15T23:35:34.819" v="842" actId="47"/>
        <pc:sldMkLst>
          <pc:docMk/>
          <pc:sldMk cId="2054915184" sldId="843"/>
        </pc:sldMkLst>
      </pc:sldChg>
      <pc:sldChg chg="addSp delSp modSp add mod ord">
        <pc:chgData name="최문영" userId="c9c2ca5b-20f2-48c9-9e1f-a03229bf2768" providerId="ADAL" clId="{304C008C-78B0-408D-9204-A446499D21BB}" dt="2025-05-16T04:09:03.321" v="2215" actId="14100"/>
        <pc:sldMkLst>
          <pc:docMk/>
          <pc:sldMk cId="3536909015" sldId="843"/>
        </pc:sldMkLst>
        <pc:spChg chg="add mod">
          <ac:chgData name="최문영" userId="c9c2ca5b-20f2-48c9-9e1f-a03229bf2768" providerId="ADAL" clId="{304C008C-78B0-408D-9204-A446499D21BB}" dt="2025-05-16T01:49:02.613" v="2048" actId="20577"/>
          <ac:spMkLst>
            <pc:docMk/>
            <pc:sldMk cId="3536909015" sldId="843"/>
            <ac:spMk id="3" creationId="{77DA400A-0886-F903-2E98-90235CEB8526}"/>
          </ac:spMkLst>
        </pc:spChg>
        <pc:spChg chg="mod">
          <ac:chgData name="최문영" userId="c9c2ca5b-20f2-48c9-9e1f-a03229bf2768" providerId="ADAL" clId="{304C008C-78B0-408D-9204-A446499D21BB}" dt="2025-05-16T01:48:13.321" v="1884" actId="20577"/>
          <ac:spMkLst>
            <pc:docMk/>
            <pc:sldMk cId="3536909015" sldId="843"/>
            <ac:spMk id="10" creationId="{7513F12C-1384-E1C5-8417-158A69A68881}"/>
          </ac:spMkLst>
        </pc:spChg>
        <pc:picChg chg="add mod">
          <ac:chgData name="최문영" userId="c9c2ca5b-20f2-48c9-9e1f-a03229bf2768" providerId="ADAL" clId="{304C008C-78B0-408D-9204-A446499D21BB}" dt="2025-05-16T04:09:03.321" v="2215" actId="14100"/>
          <ac:picMkLst>
            <pc:docMk/>
            <pc:sldMk cId="3536909015" sldId="843"/>
            <ac:picMk id="50" creationId="{4953F5E9-59A6-AA34-C730-16A645AA16D5}"/>
          </ac:picMkLst>
        </pc:picChg>
      </pc:sldChg>
      <pc:sldChg chg="add del">
        <pc:chgData name="최문영" userId="c9c2ca5b-20f2-48c9-9e1f-a03229bf2768" providerId="ADAL" clId="{304C008C-78B0-408D-9204-A446499D21BB}" dt="2025-05-15T23:35:35.946" v="843" actId="47"/>
        <pc:sldMkLst>
          <pc:docMk/>
          <pc:sldMk cId="2131658037" sldId="844"/>
        </pc:sldMkLst>
      </pc:sldChg>
      <pc:sldChg chg="add del">
        <pc:chgData name="최문영" userId="c9c2ca5b-20f2-48c9-9e1f-a03229bf2768" providerId="ADAL" clId="{304C008C-78B0-408D-9204-A446499D21BB}" dt="2025-05-16T00:28:27.481" v="1057"/>
        <pc:sldMkLst>
          <pc:docMk/>
          <pc:sldMk cId="3686389048" sldId="844"/>
        </pc:sldMkLst>
      </pc:sldChg>
      <pc:sldChg chg="addSp delSp modSp add del mod">
        <pc:chgData name="최문영" userId="c9c2ca5b-20f2-48c9-9e1f-a03229bf2768" providerId="ADAL" clId="{304C008C-78B0-408D-9204-A446499D21BB}" dt="2025-05-16T04:01:28.190" v="2186" actId="47"/>
        <pc:sldMkLst>
          <pc:docMk/>
          <pc:sldMk cId="3971466486" sldId="844"/>
        </pc:sldMkLst>
      </pc:sldChg>
      <pc:sldChg chg="add del">
        <pc:chgData name="최문영" userId="c9c2ca5b-20f2-48c9-9e1f-a03229bf2768" providerId="ADAL" clId="{304C008C-78B0-408D-9204-A446499D21BB}" dt="2025-05-16T00:28:40.312" v="1059"/>
        <pc:sldMkLst>
          <pc:docMk/>
          <pc:sldMk cId="4258249117" sldId="844"/>
        </pc:sldMkLst>
      </pc:sldChg>
      <pc:sldChg chg="add del">
        <pc:chgData name="최문영" userId="c9c2ca5b-20f2-48c9-9e1f-a03229bf2768" providerId="ADAL" clId="{304C008C-78B0-408D-9204-A446499D21BB}" dt="2025-05-16T00:28:27.069" v="1056"/>
        <pc:sldMkLst>
          <pc:docMk/>
          <pc:sldMk cId="665507583" sldId="845"/>
        </pc:sldMkLst>
      </pc:sldChg>
      <pc:sldChg chg="modSp add del mod">
        <pc:chgData name="최문영" userId="c9c2ca5b-20f2-48c9-9e1f-a03229bf2768" providerId="ADAL" clId="{304C008C-78B0-408D-9204-A446499D21BB}" dt="2025-05-16T01:49:54.108" v="2184" actId="47"/>
        <pc:sldMkLst>
          <pc:docMk/>
          <pc:sldMk cId="3168604734" sldId="845"/>
        </pc:sldMkLst>
      </pc:sldChg>
      <pc:sldChg chg="addSp delSp modSp add mod">
        <pc:chgData name="최문영" userId="c9c2ca5b-20f2-48c9-9e1f-a03229bf2768" providerId="ADAL" clId="{304C008C-78B0-408D-9204-A446499D21BB}" dt="2025-05-16T04:35:08.212" v="2365" actId="20577"/>
        <pc:sldMkLst>
          <pc:docMk/>
          <pc:sldMk cId="143265007" sldId="846"/>
        </pc:sldMkLst>
        <pc:spChg chg="mod">
          <ac:chgData name="최문영" userId="c9c2ca5b-20f2-48c9-9e1f-a03229bf2768" providerId="ADAL" clId="{304C008C-78B0-408D-9204-A446499D21BB}" dt="2025-05-16T04:35:08.212" v="2365" actId="20577"/>
          <ac:spMkLst>
            <pc:docMk/>
            <pc:sldMk cId="143265007" sldId="846"/>
            <ac:spMk id="3" creationId="{E72BDA3D-31D1-5AEF-DEB3-248FA3FF53F4}"/>
          </ac:spMkLst>
        </pc:spChg>
        <pc:spChg chg="mod">
          <ac:chgData name="최문영" userId="c9c2ca5b-20f2-48c9-9e1f-a03229bf2768" providerId="ADAL" clId="{304C008C-78B0-408D-9204-A446499D21BB}" dt="2025-05-16T01:49:14.267" v="2052" actId="20577"/>
          <ac:spMkLst>
            <pc:docMk/>
            <pc:sldMk cId="143265007" sldId="846"/>
            <ac:spMk id="10" creationId="{70A6D067-693F-7834-6B62-BDF53289571F}"/>
          </ac:spMkLst>
        </pc:spChg>
        <pc:graphicFrameChg chg="add mod">
          <ac:chgData name="최문영" userId="c9c2ca5b-20f2-48c9-9e1f-a03229bf2768" providerId="ADAL" clId="{304C008C-78B0-408D-9204-A446499D21BB}" dt="2025-05-16T04:09:24.761" v="2221" actId="1076"/>
          <ac:graphicFrameMkLst>
            <pc:docMk/>
            <pc:sldMk cId="143265007" sldId="846"/>
            <ac:graphicFrameMk id="5" creationId="{B5502B52-5C18-3DA1-A536-7CD8C660A3CA}"/>
          </ac:graphicFrameMkLst>
        </pc:graphicFrameChg>
        <pc:picChg chg="add mod">
          <ac:chgData name="최문영" userId="c9c2ca5b-20f2-48c9-9e1f-a03229bf2768" providerId="ADAL" clId="{304C008C-78B0-408D-9204-A446499D21BB}" dt="2025-05-16T04:09:06.440" v="2217"/>
          <ac:picMkLst>
            <pc:docMk/>
            <pc:sldMk cId="143265007" sldId="846"/>
            <ac:picMk id="4" creationId="{F9D43A9C-11E1-6D51-BB43-FCD4D788EE80}"/>
          </ac:picMkLst>
        </pc:picChg>
      </pc:sldChg>
      <pc:sldChg chg="addSp modSp add mod">
        <pc:chgData name="최문영" userId="c9c2ca5b-20f2-48c9-9e1f-a03229bf2768" providerId="ADAL" clId="{304C008C-78B0-408D-9204-A446499D21BB}" dt="2025-05-26T08:05:52.018" v="2567" actId="1076"/>
        <pc:sldMkLst>
          <pc:docMk/>
          <pc:sldMk cId="616019989" sldId="847"/>
        </pc:sldMkLst>
        <pc:spChg chg="mod">
          <ac:chgData name="최문영" userId="c9c2ca5b-20f2-48c9-9e1f-a03229bf2768" providerId="ADAL" clId="{304C008C-78B0-408D-9204-A446499D21BB}" dt="2025-05-26T08:05:41.892" v="2565" actId="20577"/>
          <ac:spMkLst>
            <pc:docMk/>
            <pc:sldMk cId="616019989" sldId="847"/>
            <ac:spMk id="47" creationId="{ACBB9C4D-DB82-DDCA-C310-51E2AFFAB923}"/>
          </ac:spMkLst>
        </pc:spChg>
        <pc:picChg chg="add mod">
          <ac:chgData name="최문영" userId="c9c2ca5b-20f2-48c9-9e1f-a03229bf2768" providerId="ADAL" clId="{304C008C-78B0-408D-9204-A446499D21BB}" dt="2025-05-26T08:05:52.018" v="2567" actId="1076"/>
          <ac:picMkLst>
            <pc:docMk/>
            <pc:sldMk cId="616019989" sldId="847"/>
            <ac:picMk id="3" creationId="{8343D544-3786-B537-E557-A0C1A8EB28B1}"/>
          </ac:picMkLst>
        </pc:picChg>
      </pc:sldChg>
      <pc:sldChg chg="new del">
        <pc:chgData name="최문영" userId="c9c2ca5b-20f2-48c9-9e1f-a03229bf2768" providerId="ADAL" clId="{304C008C-78B0-408D-9204-A446499D21BB}" dt="2025-05-26T08:01:39.128" v="2547" actId="680"/>
        <pc:sldMkLst>
          <pc:docMk/>
          <pc:sldMk cId="3452054932" sldId="847"/>
        </pc:sldMkLst>
      </pc:sldChg>
      <pc:sldChg chg="modSp add del mod">
        <pc:chgData name="최문영" userId="c9c2ca5b-20f2-48c9-9e1f-a03229bf2768" providerId="ADAL" clId="{304C008C-78B0-408D-9204-A446499D21BB}" dt="2025-05-26T08:03:04.217" v="2558" actId="47"/>
        <pc:sldMkLst>
          <pc:docMk/>
          <pc:sldMk cId="1931652664" sldId="848"/>
        </pc:sldMkLst>
        <pc:spChg chg="mod">
          <ac:chgData name="최문영" userId="c9c2ca5b-20f2-48c9-9e1f-a03229bf2768" providerId="ADAL" clId="{304C008C-78B0-408D-9204-A446499D21BB}" dt="2025-05-26T08:02:08.809" v="2557" actId="20577"/>
          <ac:spMkLst>
            <pc:docMk/>
            <pc:sldMk cId="1931652664" sldId="848"/>
            <ac:spMk id="10" creationId="{9A7C2494-BEFF-CA5D-00D5-360FE2CF82EF}"/>
          </ac:spMkLst>
        </pc:s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&#53685;&#54633;%20&#47928;&#49436;1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&#53685;&#54633;%20&#47928;&#49436;1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Sheet1!$G$4:$G$94</cx:f>
        <cx:lvl ptCount="91" formatCode="G/표준">
          <cx:pt idx="0">1541.9000000000001</cx:pt>
          <cx:pt idx="1">299.20000000000005</cx:pt>
          <cx:pt idx="2">1267.9000000000001</cx:pt>
          <cx:pt idx="3">37</cx:pt>
          <cx:pt idx="4">118.7</cx:pt>
          <cx:pt idx="5">891</cx:pt>
          <cx:pt idx="6">773.80000000000007</cx:pt>
          <cx:pt idx="7">691.30000000000007</cx:pt>
          <cx:pt idx="8">714.5</cx:pt>
          <cx:pt idx="9">696.60000000000002</cx:pt>
          <cx:pt idx="10">689</cx:pt>
          <cx:pt idx="11">665.60000000000002</cx:pt>
          <cx:pt idx="12">737.29999999999995</cx:pt>
          <cx:pt idx="13">859.40000000000009</cx:pt>
          <cx:pt idx="14">640</cx:pt>
          <cx:pt idx="15">1021.0999999999999</cx:pt>
          <cx:pt idx="16">1018.8</cx:pt>
          <cx:pt idx="17">99.599999999999994</cx:pt>
          <cx:pt idx="18">665.60000000000002</cx:pt>
          <cx:pt idx="19">612.5</cx:pt>
          <cx:pt idx="20">650.29999999999995</cx:pt>
          <cx:pt idx="21">699.39999999999998</cx:pt>
          <cx:pt idx="22">763.59999999999991</cx:pt>
          <cx:pt idx="23">797.29999999999995</cx:pt>
          <cx:pt idx="24">1046.5999999999999</cx:pt>
          <cx:pt idx="25">0.59999999999999998</cx:pt>
          <cx:pt idx="26">1817.0999999999999</cx:pt>
          <cx:pt idx="27">1224.0999999999999</cx:pt>
          <cx:pt idx="28">1029.4000000000001</cx:pt>
          <cx:pt idx="29">374.5</cx:pt>
          <cx:pt idx="30">181.60000000000002</cx:pt>
          <cx:pt idx="31">1256.2</cx:pt>
          <cx:pt idx="32">166.69999999999999</cx:pt>
          <cx:pt idx="33">240</cx:pt>
          <cx:pt idx="34">225.89999999999998</cx:pt>
          <cx:pt idx="35">199.5</cx:pt>
          <cx:pt idx="36">208</cx:pt>
          <cx:pt idx="37">0.59999999999999998</cx:pt>
          <cx:pt idx="38">64.900000000000006</cx:pt>
          <cx:pt idx="39">223.80000000000001</cx:pt>
          <cx:pt idx="40">1218</cx:pt>
          <cx:pt idx="41">1189.7</cx:pt>
          <cx:pt idx="42">200.19999999999999</cx:pt>
          <cx:pt idx="43">238.59999999999999</cx:pt>
          <cx:pt idx="44">167.90000000000001</cx:pt>
          <cx:pt idx="45">230.19999999999999</cx:pt>
          <cx:pt idx="46">174.30000000000001</cx:pt>
          <cx:pt idx="47">173.09999999999999</cx:pt>
          <cx:pt idx="48">188.40000000000001</cx:pt>
          <cx:pt idx="49">161.39999999999998</cx:pt>
          <cx:pt idx="50">256.60000000000002</cx:pt>
          <cx:pt idx="51">141.40000000000001</cx:pt>
          <cx:pt idx="52">128</cx:pt>
          <cx:pt idx="53">194.39999999999998</cx:pt>
          <cx:pt idx="54">219.59999999999999</cx:pt>
          <cx:pt idx="55">228.5</cx:pt>
          <cx:pt idx="56">1266.5</cx:pt>
          <cx:pt idx="57">170.40000000000001</cx:pt>
          <cx:pt idx="58">183.19999999999999</cx:pt>
          <cx:pt idx="59">228.80000000000001</cx:pt>
          <cx:pt idx="60">132.5</cx:pt>
          <cx:pt idx="61">186.70000000000002</cx:pt>
          <cx:pt idx="62">1015.4000000000001</cx:pt>
          <cx:pt idx="63">394.80000000000001</cx:pt>
          <cx:pt idx="64">1228.3999999999999</cx:pt>
          <cx:pt idx="65">168</cx:pt>
          <cx:pt idx="66">159.39999999999998</cx:pt>
          <cx:pt idx="67">1271.6000000000001</cx:pt>
          <cx:pt idx="68">224.5</cx:pt>
          <cx:pt idx="69">233.40000000000001</cx:pt>
          <cx:pt idx="70">261.90000000000003</cx:pt>
          <cx:pt idx="71">152.40000000000001</cx:pt>
          <cx:pt idx="72">129.5</cx:pt>
          <cx:pt idx="73">218.70000000000002</cx:pt>
          <cx:pt idx="74">185.20000000000002</cx:pt>
          <cx:pt idx="75">956.09999999999991</cx:pt>
          <cx:pt idx="76">199.30000000000001</cx:pt>
          <cx:pt idx="77">1019.6</cx:pt>
          <cx:pt idx="78">0.69999999999999996</cx:pt>
          <cx:pt idx="79">669</cx:pt>
          <cx:pt idx="80">1269.2</cx:pt>
          <cx:pt idx="81">187</cx:pt>
          <cx:pt idx="82">226.09999999999999</cx:pt>
          <cx:pt idx="83">175.40000000000001</cx:pt>
          <cx:pt idx="84">185.90000000000001</cx:pt>
          <cx:pt idx="85">260.69999999999999</cx:pt>
          <cx:pt idx="86">180.29999999999998</cx:pt>
          <cx:pt idx="87">1282.8</cx:pt>
          <cx:pt idx="88">185.40000000000001</cx:pt>
          <cx:pt idx="89">194.59999999999999</cx:pt>
          <cx:pt idx="90">1250</cx:pt>
        </cx:lvl>
      </cx:numDim>
    </cx:data>
    <cx:data id="1">
      <cx:numDim type="val">
        <cx:f>Sheet1!$H$4:$H$94</cx:f>
        <cx:lvl ptCount="91" formatCode="G/표준">
          <cx:pt idx="0">50.700000000000003</cx:pt>
          <cx:pt idx="1">947.79999999999995</cx:pt>
          <cx:pt idx="2">2084.8000000000002</cx:pt>
          <cx:pt idx="3">826.20000000000005</cx:pt>
          <cx:pt idx="4">1019.5000000000001</cx:pt>
          <cx:pt idx="5">776.10000000000002</cx:pt>
          <cx:pt idx="6">907.69999999999993</cx:pt>
          <cx:pt idx="7">934</cx:pt>
          <cx:pt idx="8">974.79999999999995</cx:pt>
          <cx:pt idx="9">965.40000000000009</cx:pt>
          <cx:pt idx="10">2013</cx:pt>
          <cx:pt idx="11">246.60000000000002</cx:pt>
          <cx:pt idx="12">1006.4</cx:pt>
          <cx:pt idx="13">977.79999999999995</cx:pt>
          <cx:pt idx="14">974.19999999999993</cx:pt>
          <cx:pt idx="15">875.5</cx:pt>
          <cx:pt idx="16">1065.0999999999999</cx:pt>
          <cx:pt idx="17">931.60000000000002</cx:pt>
          <cx:pt idx="18">995.60000000000002</cx:pt>
          <cx:pt idx="19">975.5</cx:pt>
          <cx:pt idx="20">2005.5999999999999</cx:pt>
          <cx:pt idx="21">989.19999999999993</cx:pt>
          <cx:pt idx="22">1011.8000000000001</cx:pt>
          <cx:pt idx="23">942.79999999999995</cx:pt>
          <cx:pt idx="24">942.30000000000007</cx:pt>
          <cx:pt idx="25">969.5</cx:pt>
          <cx:pt idx="26">967.79999999999995</cx:pt>
          <cx:pt idx="27">1018.5999999999999</cx:pt>
          <cx:pt idx="28">569.39999999999998</cx:pt>
          <cx:pt idx="29">931.89999999999998</cx:pt>
          <cx:pt idx="30">1013.0999999999999</cx:pt>
          <cx:pt idx="31">929.79999999999995</cx:pt>
          <cx:pt idx="32">2038.0999999999999</cx:pt>
          <cx:pt idx="33">893.70000000000005</cx:pt>
          <cx:pt idx="34">2021.7</cx:pt>
          <cx:pt idx="35">875</cx:pt>
          <cx:pt idx="36">2080.0999999999999</cx:pt>
          <cx:pt idx="37">874.19999999999993</cx:pt>
          <cx:pt idx="38">900.29999999999995</cx:pt>
          <cx:pt idx="39">931.89999999999998</cx:pt>
          <cx:pt idx="40">1009.9</cx:pt>
          <cx:pt idx="41">947</cx:pt>
          <cx:pt idx="42">1072.5999999999999</cx:pt>
          <cx:pt idx="43">2042.1000000000001</cx:pt>
          <cx:pt idx="44">772.70000000000005</cx:pt>
          <cx:pt idx="45">911.69999999999993</cx:pt>
          <cx:pt idx="46">925.79999999999995</cx:pt>
          <cx:pt idx="47">997.10000000000002</cx:pt>
          <cx:pt idx="48">2046.1999999999998</cx:pt>
          <cx:pt idx="49">902</cx:pt>
          <cx:pt idx="50">1030.4000000000001</cx:pt>
          <cx:pt idx="51">2057.4000000000001</cx:pt>
          <cx:pt idx="52">916.79999999999995</cx:pt>
          <cx:pt idx="53">731.10000000000002</cx:pt>
          <cx:pt idx="54">912.69999999999993</cx:pt>
          <cx:pt idx="55">963.70000000000005</cx:pt>
          <cx:pt idx="56">935.30000000000007</cx:pt>
          <cx:pt idx="57">2067.2000000000003</cx:pt>
          <cx:pt idx="58">1019.0999999999999</cx:pt>
          <cx:pt idx="59">812.10000000000002</cx:pt>
          <cx:pt idx="60">968.30000000000007</cx:pt>
          <cx:pt idx="61">933</cx:pt>
          <cx:pt idx="62">949.39999999999998</cx:pt>
          <cx:pt idx="63">2148.0999999999999</cx:pt>
          <cx:pt idx="64">2012.3999999999999</cx:pt>
          <cx:pt idx="65">1037.9000000000001</cx:pt>
          <cx:pt idx="66">585.79999999999995</cx:pt>
          <cx:pt idx="67">2068.1999999999998</cx:pt>
          <cx:pt idx="68">2095.9000000000001</cx:pt>
          <cx:pt idx="69">953.70000000000005</cx:pt>
          <cx:pt idx="70">900.90000000000009</cx:pt>
          <cx:pt idx="71">678.79999999999995</cx:pt>
          <cx:pt idx="72">921.29999999999995</cx:pt>
          <cx:pt idx="73">1011.5000000000001</cx:pt>
          <cx:pt idx="74">1009.4000000000001</cx:pt>
          <cx:pt idx="75">959.60000000000002</cx:pt>
          <cx:pt idx="76">930.39999999999998</cx:pt>
          <cx:pt idx="77">2024.8</cx:pt>
          <cx:pt idx="78">2034.5</cx:pt>
          <cx:pt idx="79">1028.5999999999999</cx:pt>
          <cx:pt idx="80">956.89999999999998</cx:pt>
          <cx:pt idx="81">924.5</cx:pt>
          <cx:pt idx="82">1056.5</cx:pt>
          <cx:pt idx="83">1026.4000000000001</cx:pt>
          <cx:pt idx="84">930.39999999999998</cx:pt>
          <cx:pt idx="85">937.30000000000007</cx:pt>
          <cx:pt idx="86">2080.9000000000001</cx:pt>
          <cx:pt idx="87">1030.4000000000001</cx:pt>
          <cx:pt idx="88">1027.5</cx:pt>
          <cx:pt idx="89">1024.2</cx:pt>
          <cx:pt idx="90">933.10000000000002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altLang="ko-KR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keep-alive message </a:t>
            </a:r>
            <a:r>
              <a:rPr lang="ko-KR" altLang="en-US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주기에 따른 </a:t>
            </a:r>
            <a:r>
              <a:rPr lang="en-US" altLang="ko-KR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latency</a:t>
            </a:r>
            <a:endParaRPr lang="ko-KR" alt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  <a:ea typeface="맑은 고딕" panose="020B0503020000020004" pitchFamily="50" charset="-127"/>
            </a:endParaRPr>
          </a:p>
        </cx:rich>
      </cx:tx>
    </cx:title>
    <cx:plotArea>
      <cx:plotAreaRegion>
        <cx:series layoutId="boxWhisker" uniqueId="{C93B81D6-E651-4CDB-9AEC-0A3CB0CD162D}">
          <cx:tx>
            <cx:txData>
              <cx:f>Sheet1!$G$3</cx:f>
              <cx:v>1/s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1B864437-5FD0-4B62-AE7D-D7C227FA4CAE}">
          <cx:tx>
            <cx:txData>
              <cx:f>Sheet1!$H$3</cx:f>
              <cx:v>10/s</cx:v>
            </cx:txData>
          </cx:tx>
          <cx:dataId val="1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altLang="ko-KR" sz="900" b="0" i="0" u="none" strike="noStrike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Aptos Narrow" panose="02110004020202020204"/>
                    <a:ea typeface="맑은 고딕" panose="020B0503020000020004" pitchFamily="50" charset="-127"/>
                  </a:rPr>
                  <a:t>latency(ms)</a:t>
                </a:r>
                <a:endParaRPr lang="ko-KR" alt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  <a:ea typeface="맑은 고딕" panose="020B0503020000020004" pitchFamily="50" charset="-127"/>
                </a:endParaRPr>
              </a:p>
            </cx:rich>
          </cx:tx>
        </cx:title>
        <cx:majorGridlines/>
        <cx:tickLabels/>
      </cx:axis>
    </cx:plotArea>
    <cx:legend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ko-KR" altLang="en-US" sz="900" b="0" i="0" u="none" strike="noStrike" baseline="0">
            <a:solidFill>
              <a:prstClr val="black">
                <a:lumMod val="65000"/>
                <a:lumOff val="35000"/>
              </a:prstClr>
            </a:solidFill>
            <a:latin typeface="Calibri" panose="020F0502020204030204"/>
            <a:ea typeface="맑은 고딕" panose="020B0503020000020004" pitchFamily="50" charset="-127"/>
          </a:endParaRPr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Sheet1!$G$4:$G$94</cx:f>
        <cx:lvl ptCount="91" formatCode="G/표준">
          <cx:pt idx="0">1541.9000000000001</cx:pt>
          <cx:pt idx="1">299.20000000000005</cx:pt>
          <cx:pt idx="2">1267.9000000000001</cx:pt>
          <cx:pt idx="3">37</cx:pt>
          <cx:pt idx="4">118.7</cx:pt>
          <cx:pt idx="5">891</cx:pt>
          <cx:pt idx="6">773.80000000000007</cx:pt>
          <cx:pt idx="7">691.30000000000007</cx:pt>
          <cx:pt idx="8">714.5</cx:pt>
          <cx:pt idx="9">696.60000000000002</cx:pt>
          <cx:pt idx="10">689</cx:pt>
          <cx:pt idx="11">665.60000000000002</cx:pt>
          <cx:pt idx="12">737.29999999999995</cx:pt>
          <cx:pt idx="13">859.40000000000009</cx:pt>
          <cx:pt idx="14">640</cx:pt>
          <cx:pt idx="15">1021.0999999999999</cx:pt>
          <cx:pt idx="16">1018.8</cx:pt>
          <cx:pt idx="17">99.599999999999994</cx:pt>
          <cx:pt idx="18">665.60000000000002</cx:pt>
          <cx:pt idx="19">612.5</cx:pt>
          <cx:pt idx="20">650.29999999999995</cx:pt>
          <cx:pt idx="21">699.39999999999998</cx:pt>
          <cx:pt idx="22">763.59999999999991</cx:pt>
          <cx:pt idx="23">797.29999999999995</cx:pt>
          <cx:pt idx="24">1046.5999999999999</cx:pt>
          <cx:pt idx="25">0.59999999999999998</cx:pt>
          <cx:pt idx="26">1817.0999999999999</cx:pt>
          <cx:pt idx="27">1224.0999999999999</cx:pt>
          <cx:pt idx="28">1029.4000000000001</cx:pt>
          <cx:pt idx="29">374.5</cx:pt>
          <cx:pt idx="30">181.60000000000002</cx:pt>
          <cx:pt idx="31">1256.2</cx:pt>
          <cx:pt idx="32">166.69999999999999</cx:pt>
          <cx:pt idx="33">240</cx:pt>
          <cx:pt idx="34">225.89999999999998</cx:pt>
          <cx:pt idx="35">199.5</cx:pt>
          <cx:pt idx="36">208</cx:pt>
          <cx:pt idx="37">0.59999999999999998</cx:pt>
          <cx:pt idx="38">64.900000000000006</cx:pt>
          <cx:pt idx="39">223.80000000000001</cx:pt>
          <cx:pt idx="40">1218</cx:pt>
          <cx:pt idx="41">1189.7</cx:pt>
          <cx:pt idx="42">200.19999999999999</cx:pt>
          <cx:pt idx="43">238.59999999999999</cx:pt>
          <cx:pt idx="44">167.90000000000001</cx:pt>
          <cx:pt idx="45">230.19999999999999</cx:pt>
          <cx:pt idx="46">174.30000000000001</cx:pt>
          <cx:pt idx="47">173.09999999999999</cx:pt>
          <cx:pt idx="48">188.40000000000001</cx:pt>
          <cx:pt idx="49">161.39999999999998</cx:pt>
          <cx:pt idx="50">256.60000000000002</cx:pt>
          <cx:pt idx="51">141.40000000000001</cx:pt>
          <cx:pt idx="52">128</cx:pt>
          <cx:pt idx="53">194.39999999999998</cx:pt>
          <cx:pt idx="54">219.59999999999999</cx:pt>
          <cx:pt idx="55">228.5</cx:pt>
          <cx:pt idx="56">1266.5</cx:pt>
          <cx:pt idx="57">170.40000000000001</cx:pt>
          <cx:pt idx="58">183.19999999999999</cx:pt>
          <cx:pt idx="59">228.80000000000001</cx:pt>
          <cx:pt idx="60">132.5</cx:pt>
          <cx:pt idx="61">186.70000000000002</cx:pt>
          <cx:pt idx="62">1015.4000000000001</cx:pt>
          <cx:pt idx="63">394.80000000000001</cx:pt>
          <cx:pt idx="64">1228.3999999999999</cx:pt>
          <cx:pt idx="65">168</cx:pt>
          <cx:pt idx="66">159.39999999999998</cx:pt>
          <cx:pt idx="67">1271.6000000000001</cx:pt>
          <cx:pt idx="68">224.5</cx:pt>
          <cx:pt idx="69">233.40000000000001</cx:pt>
          <cx:pt idx="70">261.90000000000003</cx:pt>
          <cx:pt idx="71">152.40000000000001</cx:pt>
          <cx:pt idx="72">129.5</cx:pt>
          <cx:pt idx="73">218.70000000000002</cx:pt>
          <cx:pt idx="74">185.20000000000002</cx:pt>
          <cx:pt idx="75">956.09999999999991</cx:pt>
          <cx:pt idx="76">199.30000000000001</cx:pt>
          <cx:pt idx="77">1019.6</cx:pt>
          <cx:pt idx="78">0.69999999999999996</cx:pt>
          <cx:pt idx="79">669</cx:pt>
          <cx:pt idx="80">1269.2</cx:pt>
          <cx:pt idx="81">187</cx:pt>
          <cx:pt idx="82">226.09999999999999</cx:pt>
          <cx:pt idx="83">175.40000000000001</cx:pt>
          <cx:pt idx="84">185.90000000000001</cx:pt>
          <cx:pt idx="85">260.69999999999999</cx:pt>
          <cx:pt idx="86">180.29999999999998</cx:pt>
          <cx:pt idx="87">1282.8</cx:pt>
          <cx:pt idx="88">185.40000000000001</cx:pt>
          <cx:pt idx="89">194.59999999999999</cx:pt>
          <cx:pt idx="90">1250</cx:pt>
        </cx:lvl>
      </cx:numDim>
    </cx:data>
    <cx:data id="1">
      <cx:numDim type="val">
        <cx:f>Sheet1!$I$4:$I$94</cx:f>
        <cx:lvl ptCount="91" formatCode="G/표준">
          <cx:pt idx="0">1519.7</cx:pt>
          <cx:pt idx="1">1423.8999999999999</cx:pt>
          <cx:pt idx="2">1536.7</cx:pt>
          <cx:pt idx="3">1547.6000000000001</cx:pt>
          <cx:pt idx="4">1527.3000000000002</cx:pt>
          <cx:pt idx="5">1533.6000000000001</cx:pt>
          <cx:pt idx="6">1550.2</cx:pt>
          <cx:pt idx="7">1544.5</cx:pt>
          <cx:pt idx="8">1536.3</cx:pt>
          <cx:pt idx="9">1552.3</cx:pt>
          <cx:pt idx="10">2551.2999999999997</cx:pt>
          <cx:pt idx="11">1548.5</cx:pt>
          <cx:pt idx="12">1074.7</cx:pt>
          <cx:pt idx="13">1549.3</cx:pt>
          <cx:pt idx="14">1547.3</cx:pt>
          <cx:pt idx="15">1545.1999999999998</cx:pt>
          <cx:pt idx="16">546</cx:pt>
          <cx:pt idx="17">1062</cx:pt>
          <cx:pt idx="18">1548.8999999999999</cx:pt>
          <cx:pt idx="19">470.39999999999998</cx:pt>
          <cx:pt idx="20">460.69999999999999</cx:pt>
          <cx:pt idx="21">1514.8999999999999</cx:pt>
          <cx:pt idx="22">1550.8</cx:pt>
          <cx:pt idx="23">2550</cx:pt>
          <cx:pt idx="24">1488.6999999999998</cx:pt>
          <cx:pt idx="25">777.5</cx:pt>
          <cx:pt idx="26">1043.4000000000001</cx:pt>
          <cx:pt idx="27">471</cx:pt>
          <cx:pt idx="28">476.19999999999999</cx:pt>
          <cx:pt idx="29">469.19999999999999</cx:pt>
          <cx:pt idx="30">1523.5</cx:pt>
          <cx:pt idx="31">38.800000000000004</cx:pt>
          <cx:pt idx="32">1049.3</cx:pt>
          <cx:pt idx="33">1548.7</cx:pt>
          <cx:pt idx="34">1541.7</cx:pt>
          <cx:pt idx="35">1549.7</cx:pt>
          <cx:pt idx="36">1302.5999999999999</cx:pt>
          <cx:pt idx="37">1551.9000000000001</cx:pt>
          <cx:pt idx="38">1547.1999999999998</cx:pt>
          <cx:pt idx="39">302.30000000000001</cx:pt>
          <cx:pt idx="40">1547</cx:pt>
          <cx:pt idx="41">1545.6000000000001</cx:pt>
          <cx:pt idx="42">2546.6999999999998</cx:pt>
          <cx:pt idx="43">1559.5</cx:pt>
          <cx:pt idx="44">1541.3</cx:pt>
          <cx:pt idx="45">1535.1999999999998</cx:pt>
          <cx:pt idx="46">1535.5</cx:pt>
          <cx:pt idx="47">1537.1999999999998</cx:pt>
          <cx:pt idx="48">1536.0999999999999</cx:pt>
          <cx:pt idx="49">2539.4000000000001</cx:pt>
          <cx:pt idx="50">259.40000000000003</cx:pt>
          <cx:pt idx="51">1528.8</cx:pt>
          <cx:pt idx="52">1548.5999999999999</cx:pt>
          <cx:pt idx="53">1546.1000000000001</cx:pt>
          <cx:pt idx="54">470.60000000000002</cx:pt>
          <cx:pt idx="55">468.30000000000001</cx:pt>
          <cx:pt idx="56">1068.7</cx:pt>
          <cx:pt idx="57">465.69999999999999</cx:pt>
          <cx:pt idx="58">0.59999999999999998</cx:pt>
          <cx:pt idx="59">1739.8</cx:pt>
          <cx:pt idx="60">1545.3</cx:pt>
          <cx:pt idx="61">1546.1000000000001</cx:pt>
          <cx:pt idx="62">1553</cx:pt>
          <cx:pt idx="63">1553.9000000000001</cx:pt>
          <cx:pt idx="64">1415.4000000000001</cx:pt>
          <cx:pt idx="65">304.80000000000001</cx:pt>
          <cx:pt idx="66">1548.7</cx:pt>
          <cx:pt idx="67">1544.2</cx:pt>
          <cx:pt idx="68">1548.5</cx:pt>
          <cx:pt idx="69">1543.5</cx:pt>
          <cx:pt idx="70">544.10000000000002</cx:pt>
          <cx:pt idx="71">301.5</cx:pt>
          <cx:pt idx="72">1557.5</cx:pt>
          <cx:pt idx="73">1549.7</cx:pt>
          <cx:pt idx="74">1546.7</cx:pt>
          <cx:pt idx="75">1548.4000000000001</cx:pt>
          <cx:pt idx="76">1544.3</cx:pt>
          <cx:pt idx="77">1550.5999999999999</cx:pt>
          <cx:pt idx="78">1066.4000000000001</cx:pt>
          <cx:pt idx="79">1548.7</cx:pt>
          <cx:pt idx="80">1548.8999999999999</cx:pt>
          <cx:pt idx="81">1549.0999999999999</cx:pt>
          <cx:pt idx="82">1555.9000000000001</cx:pt>
          <cx:pt idx="83">1552.7</cx:pt>
          <cx:pt idx="84">1550.3</cx:pt>
          <cx:pt idx="85">1556.2</cx:pt>
          <cx:pt idx="86">1541.1999999999998</cx:pt>
          <cx:pt idx="87">2550</cx:pt>
          <cx:pt idx="88">2076.5999999999999</cx:pt>
          <cx:pt idx="89">1546.5999999999999</cx:pt>
          <cx:pt idx="90">1064.8999999999999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ko-KR" altLang="en-US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실행 중인 </a:t>
            </a:r>
            <a:r>
              <a:rPr lang="en-US" altLang="ko-KR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node </a:t>
            </a:r>
            <a:r>
              <a:rPr lang="ko-KR" altLang="en-US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수에 따른 </a:t>
            </a:r>
            <a:r>
              <a:rPr lang="en-US" altLang="ko-KR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  <a:ea typeface="맑은 고딕" panose="020B0503020000020004" pitchFamily="50" charset="-127"/>
              </a:rPr>
              <a:t>latency</a:t>
            </a:r>
            <a:endParaRPr lang="ko-KR" alt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  <a:ea typeface="맑은 고딕" panose="020B0503020000020004" pitchFamily="50" charset="-127"/>
            </a:endParaRPr>
          </a:p>
        </cx:rich>
      </cx:tx>
    </cx:title>
    <cx:plotArea>
      <cx:plotAreaRegion>
        <cx:series layoutId="boxWhisker" uniqueId="{63D53EA3-9FF9-4DB6-84C5-FB4B917BDDF6}">
          <cx:tx>
            <cx:txData>
              <cx:f>Sheet1!$G$3</cx:f>
              <cx:v>1개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4F2AB09D-C17A-4034-BF5F-81F58B95511A}">
          <cx:tx>
            <cx:txData>
              <cx:f>Sheet1!$I$3</cx:f>
              <cx:v>3개</cx:v>
            </cx:txData>
          </cx:tx>
          <cx:dataId val="1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altLang="ko-KR" sz="900" b="0" i="0" u="none" strike="noStrike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Aptos Narrow" panose="02110004020202020204"/>
                    <a:ea typeface="맑은 고딕" panose="020B0503020000020004" pitchFamily="50" charset="-127"/>
                  </a:rPr>
                  <a:t>latency(ms)</a:t>
                </a:r>
                <a:endParaRPr lang="ko-KR" alt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  <a:ea typeface="맑은 고딕" panose="020B0503020000020004" pitchFamily="50" charset="-127"/>
                </a:endParaRPr>
              </a:p>
            </cx:rich>
          </cx:tx>
        </cx:title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27AC-4B9F-E203-AD1E-259DE27C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60E40-C2C9-3C24-F599-78F024A62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02E95-491D-E244-EF6C-0FD304DC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784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C4C-E11B-5DEC-F825-8793D280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440ABF-8192-0881-E506-A9F5FB49D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A2FB7F-A06B-994F-39A2-8CDE356DE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6762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90E39-7E45-BF85-3744-7A4160ED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6DB341-E007-9433-E781-AF7ADED6B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9CBD5-BAEB-9328-8053-E10EED4C2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905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FDCCD-FFA5-68C7-196D-5B82BBEA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14EEA3-2100-2064-7272-B6A5012C8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6E96BC-59B2-228A-F049-EF47EF32E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2471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930C-3FC9-00DE-D760-54528977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077D12-BC81-DFAD-88C9-AFD83C0AD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69CFF-72CE-99F2-F3A1-5056D0F34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0419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8283-C614-E1A3-3F5B-CDE434AC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DD03CA-7AC7-27B9-9BCF-8910E6364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0CA16-AD3C-89B5-3210-4155173C7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913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14/relationships/chartEx" Target="../charts/chartEx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14/relationships/chartEx" Target="../charts/chartEx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25.05.26.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 dirty="0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5573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0" strike="noStrike" spc="-1" dirty="0">
                <a:latin typeface="Arial"/>
              </a:rPr>
              <a:t>Keepalive message priority </a:t>
            </a:r>
            <a:r>
              <a:rPr lang="ko-KR" altLang="en-US" sz="2000" b="0" strike="noStrike" spc="-1" dirty="0">
                <a:latin typeface="Arial"/>
              </a:rPr>
              <a:t>낮추기</a:t>
            </a:r>
            <a:endParaRPr lang="en-US" altLang="ko-KR" sz="2000" b="0" strike="noStrike" spc="-1" dirty="0">
              <a:latin typeface="Arial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b="0" strike="noStrike" spc="-1" dirty="0">
                <a:latin typeface="Arial"/>
              </a:rPr>
              <a:t>이 연구의 범용성</a:t>
            </a:r>
            <a:r>
              <a:rPr lang="en-US" altLang="ko-KR" sz="2000" b="0" strike="noStrike" spc="-1" dirty="0">
                <a:latin typeface="Arial"/>
              </a:rPr>
              <a:t>(</a:t>
            </a:r>
            <a:r>
              <a:rPr lang="ko-KR" altLang="en-US" sz="2000" b="0" strike="noStrike" spc="-1" dirty="0">
                <a:latin typeface="Arial"/>
              </a:rPr>
              <a:t>확인하기</a:t>
            </a:r>
            <a:r>
              <a:rPr lang="en-US" altLang="ko-KR" sz="2000" b="0" strike="noStrike" spc="-1" dirty="0">
                <a:latin typeface="Arial"/>
              </a:rPr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b="0" strike="noStrike" spc="-1" dirty="0" err="1">
                <a:latin typeface="Arial"/>
              </a:rPr>
              <a:t>어플이랑</a:t>
            </a:r>
            <a:r>
              <a:rPr lang="ko-KR" altLang="en-US" sz="2000" b="0" strike="noStrike" spc="-1" dirty="0">
                <a:latin typeface="Arial"/>
              </a:rPr>
              <a:t> </a:t>
            </a:r>
            <a:r>
              <a:rPr lang="ko-KR" altLang="en-US" sz="2000" b="0" strike="noStrike" spc="-1" dirty="0" err="1">
                <a:latin typeface="Arial"/>
              </a:rPr>
              <a:t>이런거</a:t>
            </a:r>
            <a:r>
              <a:rPr lang="ko-KR" altLang="en-US" sz="2000" b="0" strike="noStrike" spc="-1" dirty="0">
                <a:latin typeface="Arial"/>
              </a:rPr>
              <a:t> 좀더 공부 </a:t>
            </a:r>
            <a:r>
              <a:rPr lang="ko-KR" altLang="en-US" sz="2000" b="0" strike="noStrike" spc="-1" dirty="0" err="1">
                <a:latin typeface="Arial"/>
              </a:rPr>
              <a:t>해봐야될듯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On-boarding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Off-boarding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F4A699-B35A-5B6A-50BC-6245BE67F447}"/>
              </a:ext>
            </a:extLst>
          </p:cNvPr>
          <p:cNvSpPr/>
          <p:nvPr/>
        </p:nvSpPr>
        <p:spPr>
          <a:xfrm>
            <a:off x="519331" y="3347173"/>
            <a:ext cx="1714063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pub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1C6DE50-F58B-4C75-B688-93280EBCC05A}"/>
              </a:ext>
            </a:extLst>
          </p:cNvPr>
          <p:cNvSpPr/>
          <p:nvPr/>
        </p:nvSpPr>
        <p:spPr>
          <a:xfrm>
            <a:off x="2591750" y="3347173"/>
            <a:ext cx="1980247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DDS to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83517B-71D7-17F8-965D-6A595041BD17}"/>
              </a:ext>
            </a:extLst>
          </p:cNvPr>
          <p:cNvSpPr/>
          <p:nvPr/>
        </p:nvSpPr>
        <p:spPr>
          <a:xfrm>
            <a:off x="4930353" y="3347173"/>
            <a:ext cx="2136079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93E46B6-84B4-BF25-94C1-04009347512F}"/>
              </a:ext>
            </a:extLst>
          </p:cNvPr>
          <p:cNvSpPr/>
          <p:nvPr/>
        </p:nvSpPr>
        <p:spPr>
          <a:xfrm>
            <a:off x="1961800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9D3B04-CACA-5C8E-0766-E6A6D670208B}"/>
              </a:ext>
            </a:extLst>
          </p:cNvPr>
          <p:cNvSpPr/>
          <p:nvPr/>
        </p:nvSpPr>
        <p:spPr>
          <a:xfrm>
            <a:off x="4300403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BF1286A-52A4-8834-0148-5048E7797093}"/>
              </a:ext>
            </a:extLst>
          </p:cNvPr>
          <p:cNvSpPr/>
          <p:nvPr/>
        </p:nvSpPr>
        <p:spPr>
          <a:xfrm>
            <a:off x="6794838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6EA12F-6A65-D4E3-7659-6B09CDAC956C}"/>
              </a:ext>
            </a:extLst>
          </p:cNvPr>
          <p:cNvSpPr/>
          <p:nvPr/>
        </p:nvSpPr>
        <p:spPr>
          <a:xfrm>
            <a:off x="515448" y="1516802"/>
            <a:ext cx="2136079" cy="10618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A6A04B-225C-D7FA-5ECA-CEE9768B77A3}"/>
              </a:ext>
            </a:extLst>
          </p:cNvPr>
          <p:cNvSpPr/>
          <p:nvPr/>
        </p:nvSpPr>
        <p:spPr>
          <a:xfrm>
            <a:off x="3009883" y="1516802"/>
            <a:ext cx="1224115" cy="106188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6733F96-5949-56B2-94DD-D244B440D3A7}"/>
              </a:ext>
            </a:extLst>
          </p:cNvPr>
          <p:cNvSpPr/>
          <p:nvPr/>
        </p:nvSpPr>
        <p:spPr>
          <a:xfrm>
            <a:off x="2379933" y="169600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7839D7-43E7-61FB-2A7D-38F09CE11F4C}"/>
              </a:ext>
            </a:extLst>
          </p:cNvPr>
          <p:cNvSpPr txBox="1"/>
          <p:nvPr/>
        </p:nvSpPr>
        <p:spPr>
          <a:xfrm>
            <a:off x="4592354" y="15920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99C86CEC-DEBE-8F7B-61D3-81D4492B2C63}"/>
              </a:ext>
            </a:extLst>
          </p:cNvPr>
          <p:cNvSpPr/>
          <p:nvPr/>
        </p:nvSpPr>
        <p:spPr>
          <a:xfrm rot="16200000">
            <a:off x="2355387" y="2584479"/>
            <a:ext cx="385114" cy="4217917"/>
          </a:xfrm>
          <a:prstGeom prst="leftBrace">
            <a:avLst/>
          </a:prstGeom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9DE7F-0266-44B3-03F5-D23C5029C9ED}"/>
              </a:ext>
            </a:extLst>
          </p:cNvPr>
          <p:cNvSpPr txBox="1"/>
          <p:nvPr/>
        </p:nvSpPr>
        <p:spPr>
          <a:xfrm>
            <a:off x="2050626" y="4951731"/>
            <a:ext cx="170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483112-8354-18F3-33A4-8C713B368330}"/>
              </a:ext>
            </a:extLst>
          </p:cNvPr>
          <p:cNvSpPr/>
          <p:nvPr/>
        </p:nvSpPr>
        <p:spPr>
          <a:xfrm>
            <a:off x="7424788" y="3347173"/>
            <a:ext cx="1224115" cy="106188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E397-0274-5669-5FA9-FE6A2BA8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F509898-A04D-F9E7-900A-E2EE1CD17B2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CC73EB-F230-E38D-2CA9-9820FF6D8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CEE338F-7546-C59D-5838-AEE12F88746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Background(Offboarding Mechanism)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BBBA97-F5F6-16A2-C5DA-300207657A0A}"/>
              </a:ext>
            </a:extLst>
          </p:cNvPr>
          <p:cNvSpPr/>
          <p:nvPr/>
        </p:nvSpPr>
        <p:spPr>
          <a:xfrm>
            <a:off x="45993" y="902427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62D1C68-265A-356D-6398-AF109CB3679D}"/>
              </a:ext>
            </a:extLst>
          </p:cNvPr>
          <p:cNvSpPr/>
          <p:nvPr/>
        </p:nvSpPr>
        <p:spPr>
          <a:xfrm>
            <a:off x="702210" y="1800444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7D13C57-9F5A-5A85-592B-A6529DB92B87}"/>
              </a:ext>
            </a:extLst>
          </p:cNvPr>
          <p:cNvSpPr/>
          <p:nvPr/>
        </p:nvSpPr>
        <p:spPr>
          <a:xfrm>
            <a:off x="702210" y="2648597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/takeoff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F6F8863-9861-76AB-316B-6F1E9C92022A}"/>
              </a:ext>
            </a:extLst>
          </p:cNvPr>
          <p:cNvSpPr/>
          <p:nvPr/>
        </p:nvSpPr>
        <p:spPr>
          <a:xfrm>
            <a:off x="702209" y="3496750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set_mode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0713389-AAEF-1C8A-0562-C93282D160BA}"/>
              </a:ext>
            </a:extLst>
          </p:cNvPr>
          <p:cNvSpPr/>
          <p:nvPr/>
        </p:nvSpPr>
        <p:spPr>
          <a:xfrm>
            <a:off x="702210" y="4722542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FFB3E3D-203A-A94D-B483-36988D5A19E7}"/>
              </a:ext>
            </a:extLst>
          </p:cNvPr>
          <p:cNvSpPr/>
          <p:nvPr/>
        </p:nvSpPr>
        <p:spPr>
          <a:xfrm>
            <a:off x="702209" y="557069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5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/battery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4E1A7C-13C3-DD37-620E-75B705DD4247}"/>
              </a:ext>
            </a:extLst>
          </p:cNvPr>
          <p:cNvSpPr/>
          <p:nvPr/>
        </p:nvSpPr>
        <p:spPr>
          <a:xfrm>
            <a:off x="519301" y="1468061"/>
            <a:ext cx="2073292" cy="27604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02537E-CAE9-665F-B3E3-CC950BA6C3BB}"/>
              </a:ext>
            </a:extLst>
          </p:cNvPr>
          <p:cNvSpPr/>
          <p:nvPr/>
        </p:nvSpPr>
        <p:spPr>
          <a:xfrm>
            <a:off x="519301" y="4343143"/>
            <a:ext cx="2073292" cy="1972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758596-C53F-0D75-838B-48A71AE31112}"/>
              </a:ext>
            </a:extLst>
          </p:cNvPr>
          <p:cNvSpPr/>
          <p:nvPr/>
        </p:nvSpPr>
        <p:spPr>
          <a:xfrm>
            <a:off x="3683942" y="428453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A0A498DE-DAE4-833C-707D-ABF648948450}"/>
              </a:ext>
            </a:extLst>
          </p:cNvPr>
          <p:cNvCxnSpPr>
            <a:cxnSpLocks/>
            <a:stCxn id="2" idx="3"/>
            <a:endCxn id="16" idx="1"/>
          </p:cNvCxnSpPr>
          <p:nvPr/>
        </p:nvCxnSpPr>
        <p:spPr>
          <a:xfrm flipV="1">
            <a:off x="2441984" y="1847666"/>
            <a:ext cx="3665393" cy="27887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EB420D-49B0-97A9-1832-8A67732947A3}"/>
              </a:ext>
            </a:extLst>
          </p:cNvPr>
          <p:cNvSpPr/>
          <p:nvPr/>
        </p:nvSpPr>
        <p:spPr>
          <a:xfrm>
            <a:off x="6107377" y="1521566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D9B3871A-2C21-282E-8934-42A527C135A9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 flipV="1">
            <a:off x="2441984" y="1847666"/>
            <a:ext cx="3665393" cy="1127031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0EC299CE-8439-DFE6-17C7-C4B82804E03E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 flipV="1">
            <a:off x="2441984" y="1847666"/>
            <a:ext cx="3665393" cy="1975184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4BF24A9E-392B-D9CA-0316-3356528FDC4B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5423717" y="1847666"/>
            <a:ext cx="683660" cy="276296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208E99C-5C9A-C373-F943-91C6718813C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441985" y="4610631"/>
            <a:ext cx="1241957" cy="43801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D54F537-879B-4C22-D1E1-51732CEC8BD1}"/>
              </a:ext>
            </a:extLst>
          </p:cNvPr>
          <p:cNvSpPr/>
          <p:nvPr/>
        </p:nvSpPr>
        <p:spPr>
          <a:xfrm>
            <a:off x="6308807" y="4280444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9B4FD4C2-D300-20AC-8B4A-207AAF699671}"/>
              </a:ext>
            </a:extLst>
          </p:cNvPr>
          <p:cNvCxnSpPr>
            <a:cxnSpLocks/>
            <a:endCxn id="45" idx="1"/>
          </p:cNvCxnSpPr>
          <p:nvPr/>
        </p:nvCxnSpPr>
        <p:spPr>
          <a:xfrm rot="5400000">
            <a:off x="5315916" y="3166658"/>
            <a:ext cx="2432778" cy="446995"/>
          </a:xfrm>
          <a:prstGeom prst="curvedConnector4">
            <a:avLst>
              <a:gd name="adj1" fmla="val 43298"/>
              <a:gd name="adj2" fmla="val 1511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7821DAE7-E224-8DF1-C177-F2EAF5CF5190}"/>
              </a:ext>
            </a:extLst>
          </p:cNvPr>
          <p:cNvCxnSpPr>
            <a:cxnSpLocks/>
            <a:stCxn id="45" idx="3"/>
          </p:cNvCxnSpPr>
          <p:nvPr/>
        </p:nvCxnSpPr>
        <p:spPr>
          <a:xfrm flipH="1" flipV="1">
            <a:off x="7207624" y="2173766"/>
            <a:ext cx="438098" cy="2432778"/>
          </a:xfrm>
          <a:prstGeom prst="curvedConnector4">
            <a:avLst>
              <a:gd name="adj1" fmla="val -52180"/>
              <a:gd name="adj2" fmla="val 567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DCD215C3-8E4F-BA31-406A-32CA607212E3}"/>
              </a:ext>
            </a:extLst>
          </p:cNvPr>
          <p:cNvCxnSpPr>
            <a:cxnSpLocks/>
            <a:stCxn id="16" idx="3"/>
            <a:endCxn id="63" idx="3"/>
          </p:cNvCxnSpPr>
          <p:nvPr/>
        </p:nvCxnSpPr>
        <p:spPr>
          <a:xfrm>
            <a:off x="7847152" y="1847666"/>
            <a:ext cx="334228" cy="4050733"/>
          </a:xfrm>
          <a:prstGeom prst="curvedConnector3">
            <a:avLst>
              <a:gd name="adj1" fmla="val 1683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266EB1B-9EE9-43AF-8C1A-FD5BCF1F6E2C}"/>
              </a:ext>
            </a:extLst>
          </p:cNvPr>
          <p:cNvSpPr/>
          <p:nvPr/>
        </p:nvSpPr>
        <p:spPr>
          <a:xfrm>
            <a:off x="6441605" y="557229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DA2941-B175-D170-95E3-28ADE915D02E}"/>
              </a:ext>
            </a:extLst>
          </p:cNvPr>
          <p:cNvSpPr txBox="1"/>
          <p:nvPr/>
        </p:nvSpPr>
        <p:spPr>
          <a:xfrm>
            <a:off x="7183144" y="3417613"/>
            <a:ext cx="104858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상태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7173D1-2189-96A7-BD72-2824F6F40700}"/>
              </a:ext>
            </a:extLst>
          </p:cNvPr>
          <p:cNvSpPr txBox="1"/>
          <p:nvPr/>
        </p:nvSpPr>
        <p:spPr>
          <a:xfrm>
            <a:off x="5940262" y="3202233"/>
            <a:ext cx="66845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1.0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y: 1.0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z: 5.0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F28D5B-7680-5148-4782-5202AE9A2B2B}"/>
              </a:ext>
            </a:extLst>
          </p:cNvPr>
          <p:cNvSpPr txBox="1"/>
          <p:nvPr/>
        </p:nvSpPr>
        <p:spPr>
          <a:xfrm>
            <a:off x="2772615" y="4343143"/>
            <a:ext cx="66845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1.0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y: 1.0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z: 5.0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130651-D8AC-6BA6-619E-4FDF51BE04CE}"/>
              </a:ext>
            </a:extLst>
          </p:cNvPr>
          <p:cNvSpPr txBox="1"/>
          <p:nvPr/>
        </p:nvSpPr>
        <p:spPr>
          <a:xfrm>
            <a:off x="2997226" y="5204219"/>
            <a:ext cx="2369066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52D786-E250-CDEC-A4E1-C0BCFC793394}"/>
              </a:ext>
            </a:extLst>
          </p:cNvPr>
          <p:cNvSpPr txBox="1"/>
          <p:nvPr/>
        </p:nvSpPr>
        <p:spPr>
          <a:xfrm>
            <a:off x="519301" y="1091492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3DC3D-12A0-92E9-865B-1538DC968F41}"/>
              </a:ext>
            </a:extLst>
          </p:cNvPr>
          <p:cNvSpPr txBox="1"/>
          <p:nvPr/>
        </p:nvSpPr>
        <p:spPr>
          <a:xfrm>
            <a:off x="7825744" y="4715406"/>
            <a:ext cx="104858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302761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7C51-7C7A-C584-AA87-D3D2331D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B9685F2-D577-F299-C1B2-265A490527B1}"/>
              </a:ext>
            </a:extLst>
          </p:cNvPr>
          <p:cNvSpPr txBox="1"/>
          <p:nvPr/>
        </p:nvSpPr>
        <p:spPr>
          <a:xfrm>
            <a:off x="203699" y="998257"/>
            <a:ext cx="8686301" cy="3873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On-boarding: 4ms~8ms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Off-boarding: 100ms~1000ms</a:t>
            </a:r>
          </a:p>
          <a:p>
            <a:pPr marL="1200150" lvl="2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인한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queue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과부하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 </a:t>
            </a:r>
            <a:r>
              <a:rPr lang="ko-KR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 조정</a:t>
            </a:r>
            <a:endParaRPr lang="en-US" altLang="ko-KR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다른 명령 추가</a:t>
            </a:r>
            <a:endParaRPr lang="en-US" altLang="ko-KR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E5DEE8F-79CA-C38E-19D1-2B3797F3923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CC1D9EB-2841-F5E6-8B5B-B0EB8922FE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8C254ED-06EA-4A49-E40D-832CEF5445A1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Experiment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6B6EF40-E1C9-61BE-790B-55CD000F191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E4A6AD-5200-081A-679D-CDA249631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74371"/>
              </p:ext>
            </p:extLst>
          </p:nvPr>
        </p:nvGraphicFramePr>
        <p:xfrm>
          <a:off x="1419216" y="2832185"/>
          <a:ext cx="7572070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2899373491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5191015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383583039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5552834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44102700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9650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10477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19018365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2586900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668262869"/>
                    </a:ext>
                  </a:extLst>
                </a:gridCol>
              </a:tblGrid>
              <a:tr h="34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C00000"/>
                          </a:solidFill>
                        </a:rPr>
                        <a:t>arming</a:t>
                      </a:r>
                      <a:endParaRPr lang="ko-KR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1FD71E6E-0E72-EF8E-AB01-B204EF87C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910" y="3499847"/>
            <a:ext cx="4811090" cy="30108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2616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7C3B-CFE4-CEF8-2594-E745F24D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9D8491B-1426-1A1A-EEC1-9DF9BDF7D5DE}"/>
              </a:ext>
            </a:extLst>
          </p:cNvPr>
          <p:cNvSpPr txBox="1"/>
          <p:nvPr/>
        </p:nvSpPr>
        <p:spPr>
          <a:xfrm>
            <a:off x="203699" y="998257"/>
            <a:ext cx="8686301" cy="1335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초에 전송되는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Keep-alive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확인하기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1/s: 509.6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b="1" spc="-1" dirty="0">
                <a:solidFill>
                  <a:srgbClr val="000000"/>
                </a:solidFill>
                <a:latin typeface="Times New Roman"/>
              </a:rPr>
              <a:t>10/s: 1128.6 </a:t>
            </a:r>
            <a:r>
              <a:rPr lang="en-US" altLang="ko-KR" sz="1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endParaRPr lang="en-US" altLang="ko-KR" sz="18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77CA9F5-2D47-D935-47A6-887BAB1DCA6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98A2E3-6E92-1D96-B0D3-E38C5028CC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7EAF30A-1564-A926-DAA8-907487904DC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Keep-alive message </a:t>
            </a:r>
            <a:r>
              <a:rPr lang="ko-KR" alt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주기 조정</a:t>
            </a:r>
            <a:endParaRPr lang="en-US" altLang="ko-KR" sz="36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DE44321-4DF9-E8E7-9F2C-9AA292D71B9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B9C0DBF4-AD30-ED4B-760F-475A5839D1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14408157"/>
                  </p:ext>
                </p:extLst>
              </p:nvPr>
            </p:nvGraphicFramePr>
            <p:xfrm>
              <a:off x="1648606" y="2417391"/>
              <a:ext cx="5846781" cy="394037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B9C0DBF4-AD30-ED4B-760F-475A5839D1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8606" y="2417391"/>
                <a:ext cx="5846781" cy="39403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149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FFA8B-3F92-5C31-EAE5-A41E4DBF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7648062-FB68-659B-59A8-76DD4D7F9061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938F428-5EC1-5C75-3B5E-955DA4CB6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9272EB1-2B2B-74A7-5C10-AC771021E83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다른 명령 추가</a:t>
            </a:r>
            <a:endParaRPr lang="en-US" altLang="ko-KR" sz="36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042B6AE-C758-B4D8-B366-9AEEFEF73ED4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D7397-C86D-88D6-29C2-8E27160F77B2}"/>
              </a:ext>
            </a:extLst>
          </p:cNvPr>
          <p:cNvSpPr txBox="1"/>
          <p:nvPr/>
        </p:nvSpPr>
        <p:spPr>
          <a:xfrm>
            <a:off x="203699" y="998257"/>
            <a:ext cx="8686301" cy="179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다른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명령을 추가로 입력하여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 명령이 몰릴 때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latency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확인하기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1/s: 509.6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spc="-1" dirty="0">
                <a:solidFill>
                  <a:srgbClr val="000000"/>
                </a:solidFill>
                <a:latin typeface="Times New Roman"/>
              </a:rPr>
              <a:t>다른 명령 추가</a:t>
            </a:r>
            <a:r>
              <a:rPr lang="en-US" altLang="ko-KR" sz="1800" b="1" spc="-1" dirty="0">
                <a:solidFill>
                  <a:srgbClr val="000000"/>
                </a:solidFill>
                <a:latin typeface="Times New Roman"/>
              </a:rPr>
              <a:t>: 1351.1 </a:t>
            </a:r>
            <a:r>
              <a:rPr lang="en-US" altLang="ko-KR" sz="1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endParaRPr lang="en-US" altLang="ko-KR" sz="1800" b="1" spc="-1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차트 6">
                <a:extLst>
                  <a:ext uri="{FF2B5EF4-FFF2-40B4-BE49-F238E27FC236}">
                    <a16:creationId xmlns:a16="http://schemas.microsoft.com/office/drawing/2014/main" id="{0A57A198-6AE2-FD17-4149-914924BE1B1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05526127"/>
                  </p:ext>
                </p:extLst>
              </p:nvPr>
            </p:nvGraphicFramePr>
            <p:xfrm>
              <a:off x="1385063" y="2761639"/>
              <a:ext cx="6373868" cy="375480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7" name="차트 6">
                <a:extLst>
                  <a:ext uri="{FF2B5EF4-FFF2-40B4-BE49-F238E27FC236}">
                    <a16:creationId xmlns:a16="http://schemas.microsoft.com/office/drawing/2014/main" id="{0A57A198-6AE2-FD17-4149-914924BE1B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5063" y="2761639"/>
                <a:ext cx="6373868" cy="37548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10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3260-41A1-5102-F142-C3E0C079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5118E93-530A-F2AC-4C00-813BA8A7C25B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FA07126-A9F5-980E-021B-5F3DC33D50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513F12C-1384-E1C5-8417-158A69A68881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do 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60027C-CFB0-C63C-EF35-BA60171D8154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A400A-0886-F903-2E98-90235CEB8526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각 명령에 따라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부여하고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측정하기</a:t>
            </a:r>
            <a:endParaRPr lang="en-US" altLang="ko-KR" sz="20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4953F5E9-59A6-AA34-C730-16A645AA1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32" y="1550006"/>
            <a:ext cx="6277877" cy="415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0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924D-EF03-F864-C1EA-9BDC3A5B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26CFF6FF-127C-36ED-FFC0-308476CCD58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99C5BA-7CE4-EA54-2C40-E43CA83CA0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0A6D067-693F-7834-6B62-BDF53289571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do 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B0F0240-F1F3-DC4C-3291-C86C52EBA39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BDA3D-31D1-5AEF-DEB3-248FA3FF53F4}"/>
              </a:ext>
            </a:extLst>
          </p:cNvPr>
          <p:cNvSpPr txBox="1"/>
          <p:nvPr/>
        </p:nvSpPr>
        <p:spPr>
          <a:xfrm>
            <a:off x="203699" y="998257"/>
            <a:ext cx="8686301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만약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priority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반영이 되지 않으면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변경</a:t>
            </a:r>
            <a:endParaRPr lang="en-US" altLang="ko-KR" sz="20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KEEEEEEEE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KEEPalive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낮추는 방향으로</a:t>
            </a:r>
            <a:endParaRPr lang="en-US" altLang="ko-KR" sz="20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D43A9C-11E1-6D51-BB43-FCD4D788E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32" y="1550006"/>
            <a:ext cx="6277877" cy="415476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5502B52-5C18-3DA1-A536-7CD8C660A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528346"/>
              </p:ext>
            </p:extLst>
          </p:nvPr>
        </p:nvGraphicFramePr>
        <p:xfrm>
          <a:off x="628532" y="5859743"/>
          <a:ext cx="7572070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2899373491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5191015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383583039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5552834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44102700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9650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10477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19018365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2586900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668262869"/>
                    </a:ext>
                  </a:extLst>
                </a:gridCol>
              </a:tblGrid>
              <a:tr h="34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C00000"/>
                          </a:solidFill>
                        </a:rPr>
                        <a:t>arming</a:t>
                      </a:r>
                      <a:endParaRPr lang="ko-KR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X: 1.0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Y: 1.0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6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수정은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code(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수정 필요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code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에는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나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excutor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관련 코드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High/Low callback group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으로 나누고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별도의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single threaded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excutor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code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F958BC-0EAE-CEBB-23EA-896EE3716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99" y="1471628"/>
            <a:ext cx="7658100" cy="1447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343D544-3786-B537-E557-A0C1A8EB2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99" y="5162534"/>
            <a:ext cx="68294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74271</TotalTime>
  <Words>567</Words>
  <Application>Microsoft Office PowerPoint</Application>
  <PresentationFormat>화면 슬라이드 쇼(4:3)</PresentationFormat>
  <Paragraphs>176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Aptos Narrow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1440</cp:revision>
  <cp:lastPrinted>2021-08-19T05:10:09Z</cp:lastPrinted>
  <dcterms:created xsi:type="dcterms:W3CDTF">2020-05-28T10:10:30Z</dcterms:created>
  <dcterms:modified xsi:type="dcterms:W3CDTF">2025-05-26T08:06:03Z</dcterms:modified>
</cp:coreProperties>
</file>