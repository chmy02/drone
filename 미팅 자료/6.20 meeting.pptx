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699" r:id="rId2"/>
    <p:sldId id="257" r:id="rId3"/>
    <p:sldId id="838" r:id="rId4"/>
    <p:sldId id="839" r:id="rId5"/>
    <p:sldId id="847" r:id="rId6"/>
    <p:sldId id="848" r:id="rId7"/>
    <p:sldId id="849" r:id="rId8"/>
    <p:sldId id="850" r:id="rId9"/>
    <p:sldId id="731" r:id="rId10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FFFFFF"/>
    <a:srgbClr val="DAE3F3"/>
    <a:srgbClr val="404040"/>
    <a:srgbClr val="BDD7EE"/>
    <a:srgbClr val="002060"/>
    <a:srgbClr val="E6E6E6"/>
    <a:srgbClr val="ED7D31"/>
    <a:srgbClr val="DEEBF7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40C01-080C-42DD-9960-D73A081D6B56}" v="82" dt="2025-06-20T04:27:32.0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55" autoAdjust="0"/>
    <p:restoredTop sz="86353" autoAdjust="0"/>
  </p:normalViewPr>
  <p:slideViewPr>
    <p:cSldViewPr snapToGrid="0">
      <p:cViewPr varScale="1">
        <p:scale>
          <a:sx n="71" d="100"/>
          <a:sy n="71" d="100"/>
        </p:scale>
        <p:origin x="1877" y="53"/>
      </p:cViewPr>
      <p:guideLst>
        <p:guide orient="horz" pos="33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13E40C01-080C-42DD-9960-D73A081D6B56}"/>
    <pc:docChg chg="undo custSel addSld delSld modSld">
      <pc:chgData name="최문영" userId="c9c2ca5b-20f2-48c9-9e1f-a03229bf2768" providerId="ADAL" clId="{13E40C01-080C-42DD-9960-D73A081D6B56}" dt="2025-06-20T04:56:48.093" v="2232" actId="20577"/>
      <pc:docMkLst>
        <pc:docMk/>
      </pc:docMkLst>
      <pc:sldChg chg="modSp mod">
        <pc:chgData name="최문영" userId="c9c2ca5b-20f2-48c9-9e1f-a03229bf2768" providerId="ADAL" clId="{13E40C01-080C-42DD-9960-D73A081D6B56}" dt="2025-06-20T04:52:19.291" v="2181" actId="20577"/>
        <pc:sldMkLst>
          <pc:docMk/>
          <pc:sldMk cId="0" sldId="257"/>
        </pc:sldMkLst>
        <pc:spChg chg="mod">
          <ac:chgData name="최문영" userId="c9c2ca5b-20f2-48c9-9e1f-a03229bf2768" providerId="ADAL" clId="{13E40C01-080C-42DD-9960-D73A081D6B56}" dt="2025-06-20T04:52:19.291" v="2181" actId="20577"/>
          <ac:spMkLst>
            <pc:docMk/>
            <pc:sldMk cId="0" sldId="257"/>
            <ac:spMk id="97" creationId="{00000000-0000-0000-0000-000000000000}"/>
          </ac:spMkLst>
        </pc:spChg>
      </pc:sldChg>
      <pc:sldChg chg="modSp mod">
        <pc:chgData name="최문영" userId="c9c2ca5b-20f2-48c9-9e1f-a03229bf2768" providerId="ADAL" clId="{13E40C01-080C-42DD-9960-D73A081D6B56}" dt="2025-06-20T00:49:09.244" v="5" actId="20577"/>
        <pc:sldMkLst>
          <pc:docMk/>
          <pc:sldMk cId="2886263250" sldId="699"/>
        </pc:sldMkLst>
        <pc:spChg chg="mod">
          <ac:chgData name="최문영" userId="c9c2ca5b-20f2-48c9-9e1f-a03229bf2768" providerId="ADAL" clId="{13E40C01-080C-42DD-9960-D73A081D6B56}" dt="2025-06-20T00:49:09.244" v="5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modSp mod">
        <pc:chgData name="최문영" userId="c9c2ca5b-20f2-48c9-9e1f-a03229bf2768" providerId="ADAL" clId="{13E40C01-080C-42DD-9960-D73A081D6B56}" dt="2025-06-20T01:02:06.816" v="69" actId="1076"/>
        <pc:sldMkLst>
          <pc:docMk/>
          <pc:sldMk cId="3027613367" sldId="839"/>
        </pc:sldMkLst>
        <pc:spChg chg="mod">
          <ac:chgData name="최문영" userId="c9c2ca5b-20f2-48c9-9e1f-a03229bf2768" providerId="ADAL" clId="{13E40C01-080C-42DD-9960-D73A081D6B56}" dt="2025-06-20T01:02:06.816" v="69" actId="1076"/>
          <ac:spMkLst>
            <pc:docMk/>
            <pc:sldMk cId="3027613367" sldId="839"/>
            <ac:spMk id="3" creationId="{B7D13C57-9F5A-5A85-592B-A6529DB92B87}"/>
          </ac:spMkLst>
        </pc:spChg>
        <pc:cxnChg chg="mod">
          <ac:chgData name="최문영" userId="c9c2ca5b-20f2-48c9-9e1f-a03229bf2768" providerId="ADAL" clId="{13E40C01-080C-42DD-9960-D73A081D6B56}" dt="2025-06-20T01:02:06.816" v="69" actId="1076"/>
          <ac:cxnSpMkLst>
            <pc:docMk/>
            <pc:sldMk cId="3027613367" sldId="839"/>
            <ac:cxnSpMk id="19" creationId="{D9B3871A-2C21-282E-8934-42A527C135A9}"/>
          </ac:cxnSpMkLst>
        </pc:cxnChg>
      </pc:sldChg>
      <pc:sldChg chg="del">
        <pc:chgData name="최문영" userId="c9c2ca5b-20f2-48c9-9e1f-a03229bf2768" providerId="ADAL" clId="{13E40C01-080C-42DD-9960-D73A081D6B56}" dt="2025-06-20T00:50:40.035" v="8" actId="47"/>
        <pc:sldMkLst>
          <pc:docMk/>
          <pc:sldMk cId="2531494557" sldId="840"/>
        </pc:sldMkLst>
      </pc:sldChg>
      <pc:sldChg chg="del">
        <pc:chgData name="최문영" userId="c9c2ca5b-20f2-48c9-9e1f-a03229bf2768" providerId="ADAL" clId="{13E40C01-080C-42DD-9960-D73A081D6B56}" dt="2025-06-20T00:50:39.556" v="7" actId="47"/>
        <pc:sldMkLst>
          <pc:docMk/>
          <pc:sldMk cId="3642616221" sldId="841"/>
        </pc:sldMkLst>
      </pc:sldChg>
      <pc:sldChg chg="del">
        <pc:chgData name="최문영" userId="c9c2ca5b-20f2-48c9-9e1f-a03229bf2768" providerId="ADAL" clId="{13E40C01-080C-42DD-9960-D73A081D6B56}" dt="2025-06-20T00:50:40.479" v="9" actId="47"/>
        <pc:sldMkLst>
          <pc:docMk/>
          <pc:sldMk cId="3102102845" sldId="842"/>
        </pc:sldMkLst>
      </pc:sldChg>
      <pc:sldChg chg="del">
        <pc:chgData name="최문영" userId="c9c2ca5b-20f2-48c9-9e1f-a03229bf2768" providerId="ADAL" clId="{13E40C01-080C-42DD-9960-D73A081D6B56}" dt="2025-06-20T00:50:41.399" v="10" actId="47"/>
        <pc:sldMkLst>
          <pc:docMk/>
          <pc:sldMk cId="3536909015" sldId="843"/>
        </pc:sldMkLst>
      </pc:sldChg>
      <pc:sldChg chg="modSp del mod">
        <pc:chgData name="최문영" userId="c9c2ca5b-20f2-48c9-9e1f-a03229bf2768" providerId="ADAL" clId="{13E40C01-080C-42DD-9960-D73A081D6B56}" dt="2025-06-20T00:50:42.403" v="11" actId="47"/>
        <pc:sldMkLst>
          <pc:docMk/>
          <pc:sldMk cId="143265007" sldId="846"/>
        </pc:sldMkLst>
        <pc:picChg chg="mod">
          <ac:chgData name="최문영" userId="c9c2ca5b-20f2-48c9-9e1f-a03229bf2768" providerId="ADAL" clId="{13E40C01-080C-42DD-9960-D73A081D6B56}" dt="2025-06-20T00:50:26.071" v="6" actId="1076"/>
          <ac:picMkLst>
            <pc:docMk/>
            <pc:sldMk cId="143265007" sldId="846"/>
            <ac:picMk id="4" creationId="{F9D43A9C-11E1-6D51-BB43-FCD4D788EE80}"/>
          </ac:picMkLst>
        </pc:picChg>
      </pc:sldChg>
      <pc:sldChg chg="addSp delSp modSp mod">
        <pc:chgData name="최문영" userId="c9c2ca5b-20f2-48c9-9e1f-a03229bf2768" providerId="ADAL" clId="{13E40C01-080C-42DD-9960-D73A081D6B56}" dt="2025-06-20T04:56:48.093" v="2232" actId="20577"/>
        <pc:sldMkLst>
          <pc:docMk/>
          <pc:sldMk cId="616019989" sldId="847"/>
        </pc:sldMkLst>
        <pc:spChg chg="add mod">
          <ac:chgData name="최문영" userId="c9c2ca5b-20f2-48c9-9e1f-a03229bf2768" providerId="ADAL" clId="{13E40C01-080C-42DD-9960-D73A081D6B56}" dt="2025-06-20T01:06:02.543" v="172" actId="1076"/>
          <ac:spMkLst>
            <pc:docMk/>
            <pc:sldMk cId="616019989" sldId="847"/>
            <ac:spMk id="2" creationId="{8E269428-9A64-9AC2-8C37-4986CD214047}"/>
          </ac:spMkLst>
        </pc:spChg>
        <pc:spChg chg="add del mod">
          <ac:chgData name="최문영" userId="c9c2ca5b-20f2-48c9-9e1f-a03229bf2768" providerId="ADAL" clId="{13E40C01-080C-42DD-9960-D73A081D6B56}" dt="2025-06-20T01:02:59.848" v="80" actId="478"/>
          <ac:spMkLst>
            <pc:docMk/>
            <pc:sldMk cId="616019989" sldId="847"/>
            <ac:spMk id="4" creationId="{490B1185-1B5D-720B-3223-D09A42C20CE6}"/>
          </ac:spMkLst>
        </pc:spChg>
        <pc:spChg chg="add del mod">
          <ac:chgData name="최문영" userId="c9c2ca5b-20f2-48c9-9e1f-a03229bf2768" providerId="ADAL" clId="{13E40C01-080C-42DD-9960-D73A081D6B56}" dt="2025-06-20T01:02:59.261" v="79" actId="478"/>
          <ac:spMkLst>
            <pc:docMk/>
            <pc:sldMk cId="616019989" sldId="847"/>
            <ac:spMk id="7" creationId="{D79DB48C-3AEA-99DD-ECF0-4DF6A61DD0B1}"/>
          </ac:spMkLst>
        </pc:spChg>
        <pc:spChg chg="add del mod">
          <ac:chgData name="최문영" userId="c9c2ca5b-20f2-48c9-9e1f-a03229bf2768" providerId="ADAL" clId="{13E40C01-080C-42DD-9960-D73A081D6B56}" dt="2025-06-20T01:08:02.042" v="267" actId="21"/>
          <ac:spMkLst>
            <pc:docMk/>
            <pc:sldMk cId="616019989" sldId="847"/>
            <ac:spMk id="8" creationId="{39D03B5C-CABC-2A11-3EE2-3821BB20A515}"/>
          </ac:spMkLst>
        </pc:spChg>
        <pc:spChg chg="add mod">
          <ac:chgData name="최문영" userId="c9c2ca5b-20f2-48c9-9e1f-a03229bf2768" providerId="ADAL" clId="{13E40C01-080C-42DD-9960-D73A081D6B56}" dt="2025-06-20T01:08:32.785" v="287" actId="1076"/>
          <ac:spMkLst>
            <pc:docMk/>
            <pc:sldMk cId="616019989" sldId="847"/>
            <ac:spMk id="9" creationId="{121491DD-378F-203B-6E75-11A1616958AC}"/>
          </ac:spMkLst>
        </pc:spChg>
        <pc:spChg chg="mod">
          <ac:chgData name="최문영" userId="c9c2ca5b-20f2-48c9-9e1f-a03229bf2768" providerId="ADAL" clId="{13E40C01-080C-42DD-9960-D73A081D6B56}" dt="2025-06-20T00:51:25.659" v="22" actId="20577"/>
          <ac:spMkLst>
            <pc:docMk/>
            <pc:sldMk cId="616019989" sldId="847"/>
            <ac:spMk id="10" creationId="{9A7C2494-BEFF-CA5D-00D5-360FE2CF82EF}"/>
          </ac:spMkLst>
        </pc:spChg>
        <pc:spChg chg="add del mod">
          <ac:chgData name="최문영" userId="c9c2ca5b-20f2-48c9-9e1f-a03229bf2768" providerId="ADAL" clId="{13E40C01-080C-42DD-9960-D73A081D6B56}" dt="2025-06-20T01:04:16.845" v="128" actId="478"/>
          <ac:spMkLst>
            <pc:docMk/>
            <pc:sldMk cId="616019989" sldId="847"/>
            <ac:spMk id="11" creationId="{93F31312-B9DE-3AE2-ABB9-58C09F6D6AF7}"/>
          </ac:spMkLst>
        </pc:spChg>
        <pc:spChg chg="add del mod">
          <ac:chgData name="최문영" userId="c9c2ca5b-20f2-48c9-9e1f-a03229bf2768" providerId="ADAL" clId="{13E40C01-080C-42DD-9960-D73A081D6B56}" dt="2025-06-20T01:04:16.845" v="128" actId="478"/>
          <ac:spMkLst>
            <pc:docMk/>
            <pc:sldMk cId="616019989" sldId="847"/>
            <ac:spMk id="12" creationId="{03A98BF8-F2AB-186C-B29B-50EF3B292A39}"/>
          </ac:spMkLst>
        </pc:spChg>
        <pc:spChg chg="add del mod">
          <ac:chgData name="최문영" userId="c9c2ca5b-20f2-48c9-9e1f-a03229bf2768" providerId="ADAL" clId="{13E40C01-080C-42DD-9960-D73A081D6B56}" dt="2025-06-20T01:04:17.694" v="129" actId="478"/>
          <ac:spMkLst>
            <pc:docMk/>
            <pc:sldMk cId="616019989" sldId="847"/>
            <ac:spMk id="13" creationId="{83BCE325-71AC-1FDB-3AA5-34412F2AD75F}"/>
          </ac:spMkLst>
        </pc:spChg>
        <pc:spChg chg="add del mod">
          <ac:chgData name="최문영" userId="c9c2ca5b-20f2-48c9-9e1f-a03229bf2768" providerId="ADAL" clId="{13E40C01-080C-42DD-9960-D73A081D6B56}" dt="2025-06-20T01:04:16.845" v="128" actId="478"/>
          <ac:spMkLst>
            <pc:docMk/>
            <pc:sldMk cId="616019989" sldId="847"/>
            <ac:spMk id="14" creationId="{A7002F4F-5788-3078-9528-D018655E8292}"/>
          </ac:spMkLst>
        </pc:spChg>
        <pc:spChg chg="add mod">
          <ac:chgData name="최문영" userId="c9c2ca5b-20f2-48c9-9e1f-a03229bf2768" providerId="ADAL" clId="{13E40C01-080C-42DD-9960-D73A081D6B56}" dt="2025-06-20T01:04:41.547" v="137"/>
          <ac:spMkLst>
            <pc:docMk/>
            <pc:sldMk cId="616019989" sldId="847"/>
            <ac:spMk id="24" creationId="{2340C1BA-9D16-01A5-6A07-2F9CC19B806A}"/>
          </ac:spMkLst>
        </pc:spChg>
        <pc:spChg chg="add mod">
          <ac:chgData name="최문영" userId="c9c2ca5b-20f2-48c9-9e1f-a03229bf2768" providerId="ADAL" clId="{13E40C01-080C-42DD-9960-D73A081D6B56}" dt="2025-06-20T01:04:41.996" v="138"/>
          <ac:spMkLst>
            <pc:docMk/>
            <pc:sldMk cId="616019989" sldId="847"/>
            <ac:spMk id="26" creationId="{A3D0A81D-AA16-4508-44A5-C023EAEE28D5}"/>
          </ac:spMkLst>
        </pc:spChg>
        <pc:spChg chg="add mod">
          <ac:chgData name="최문영" userId="c9c2ca5b-20f2-48c9-9e1f-a03229bf2768" providerId="ADAL" clId="{13E40C01-080C-42DD-9960-D73A081D6B56}" dt="2025-06-20T01:04:42.332" v="139"/>
          <ac:spMkLst>
            <pc:docMk/>
            <pc:sldMk cId="616019989" sldId="847"/>
            <ac:spMk id="28" creationId="{734B80F5-F248-F3DB-CECF-EB322AA8BDBD}"/>
          </ac:spMkLst>
        </pc:spChg>
        <pc:spChg chg="add mod">
          <ac:chgData name="최문영" userId="c9c2ca5b-20f2-48c9-9e1f-a03229bf2768" providerId="ADAL" clId="{13E40C01-080C-42DD-9960-D73A081D6B56}" dt="2025-06-20T01:04:42.645" v="140"/>
          <ac:spMkLst>
            <pc:docMk/>
            <pc:sldMk cId="616019989" sldId="847"/>
            <ac:spMk id="30" creationId="{159921EB-0EAE-796B-0C83-E51B52C190EE}"/>
          </ac:spMkLst>
        </pc:spChg>
        <pc:spChg chg="add mod">
          <ac:chgData name="최문영" userId="c9c2ca5b-20f2-48c9-9e1f-a03229bf2768" providerId="ADAL" clId="{13E40C01-080C-42DD-9960-D73A081D6B56}" dt="2025-06-20T01:04:42.961" v="141"/>
          <ac:spMkLst>
            <pc:docMk/>
            <pc:sldMk cId="616019989" sldId="847"/>
            <ac:spMk id="32" creationId="{86214963-14A5-1E6A-97E4-CE33A068509E}"/>
          </ac:spMkLst>
        </pc:spChg>
        <pc:spChg chg="add mod">
          <ac:chgData name="최문영" userId="c9c2ca5b-20f2-48c9-9e1f-a03229bf2768" providerId="ADAL" clId="{13E40C01-080C-42DD-9960-D73A081D6B56}" dt="2025-06-20T01:06:02.543" v="172" actId="1076"/>
          <ac:spMkLst>
            <pc:docMk/>
            <pc:sldMk cId="616019989" sldId="847"/>
            <ac:spMk id="40" creationId="{4A3FCA7B-F2CA-05C1-9F76-6C807120068F}"/>
          </ac:spMkLst>
        </pc:spChg>
        <pc:spChg chg="add mod">
          <ac:chgData name="최문영" userId="c9c2ca5b-20f2-48c9-9e1f-a03229bf2768" providerId="ADAL" clId="{13E40C01-080C-42DD-9960-D73A081D6B56}" dt="2025-06-20T01:06:02.543" v="172" actId="1076"/>
          <ac:spMkLst>
            <pc:docMk/>
            <pc:sldMk cId="616019989" sldId="847"/>
            <ac:spMk id="42" creationId="{6F43F309-4F41-CA58-F8A5-DC265BCB33BC}"/>
          </ac:spMkLst>
        </pc:spChg>
        <pc:spChg chg="add mod">
          <ac:chgData name="최문영" userId="c9c2ca5b-20f2-48c9-9e1f-a03229bf2768" providerId="ADAL" clId="{13E40C01-080C-42DD-9960-D73A081D6B56}" dt="2025-06-20T01:06:02.543" v="172" actId="1076"/>
          <ac:spMkLst>
            <pc:docMk/>
            <pc:sldMk cId="616019989" sldId="847"/>
            <ac:spMk id="44" creationId="{2419537B-C899-93E4-3A0E-603C4F421572}"/>
          </ac:spMkLst>
        </pc:spChg>
        <pc:spChg chg="add mod">
          <ac:chgData name="최문영" userId="c9c2ca5b-20f2-48c9-9e1f-a03229bf2768" providerId="ADAL" clId="{13E40C01-080C-42DD-9960-D73A081D6B56}" dt="2025-06-20T01:06:02.543" v="172" actId="1076"/>
          <ac:spMkLst>
            <pc:docMk/>
            <pc:sldMk cId="616019989" sldId="847"/>
            <ac:spMk id="46" creationId="{475BE2CC-01D5-69F5-CB97-8E16AD03861E}"/>
          </ac:spMkLst>
        </pc:spChg>
        <pc:spChg chg="add del mod">
          <ac:chgData name="최문영" userId="c9c2ca5b-20f2-48c9-9e1f-a03229bf2768" providerId="ADAL" clId="{13E40C01-080C-42DD-9960-D73A081D6B56}" dt="2025-06-20T04:56:48.093" v="2232" actId="20577"/>
          <ac:spMkLst>
            <pc:docMk/>
            <pc:sldMk cId="616019989" sldId="847"/>
            <ac:spMk id="47" creationId="{ACBB9C4D-DB82-DDCA-C310-51E2AFFAB923}"/>
          </ac:spMkLst>
        </pc:spChg>
        <pc:spChg chg="add mod">
          <ac:chgData name="최문영" userId="c9c2ca5b-20f2-48c9-9e1f-a03229bf2768" providerId="ADAL" clId="{13E40C01-080C-42DD-9960-D73A081D6B56}" dt="2025-06-20T01:11:23.475" v="414" actId="14100"/>
          <ac:spMkLst>
            <pc:docMk/>
            <pc:sldMk cId="616019989" sldId="847"/>
            <ac:spMk id="102" creationId="{39D03B5C-CABC-2A11-3EE2-3821BB20A515}"/>
          </ac:spMkLst>
        </pc:spChg>
        <pc:spChg chg="add mod">
          <ac:chgData name="최문영" userId="c9c2ca5b-20f2-48c9-9e1f-a03229bf2768" providerId="ADAL" clId="{13E40C01-080C-42DD-9960-D73A081D6B56}" dt="2025-06-20T01:12:39.212" v="431" actId="207"/>
          <ac:spMkLst>
            <pc:docMk/>
            <pc:sldMk cId="616019989" sldId="847"/>
            <ac:spMk id="103" creationId="{D5663C8F-85ED-4A5A-787C-4C2919AF322D}"/>
          </ac:spMkLst>
        </pc:spChg>
        <pc:spChg chg="add mod">
          <ac:chgData name="최문영" userId="c9c2ca5b-20f2-48c9-9e1f-a03229bf2768" providerId="ADAL" clId="{13E40C01-080C-42DD-9960-D73A081D6B56}" dt="2025-06-20T01:12:39.212" v="431" actId="207"/>
          <ac:spMkLst>
            <pc:docMk/>
            <pc:sldMk cId="616019989" sldId="847"/>
            <ac:spMk id="104" creationId="{9762E08B-495C-F3A2-A99B-7275A89B71B2}"/>
          </ac:spMkLst>
        </pc:spChg>
        <pc:spChg chg="add mod">
          <ac:chgData name="최문영" userId="c9c2ca5b-20f2-48c9-9e1f-a03229bf2768" providerId="ADAL" clId="{13E40C01-080C-42DD-9960-D73A081D6B56}" dt="2025-06-20T01:12:39.212" v="431" actId="207"/>
          <ac:spMkLst>
            <pc:docMk/>
            <pc:sldMk cId="616019989" sldId="847"/>
            <ac:spMk id="105" creationId="{039A8A5A-3E7E-AAA8-5A34-B27C6F46E6F7}"/>
          </ac:spMkLst>
        </pc:spChg>
        <pc:spChg chg="add mod">
          <ac:chgData name="최문영" userId="c9c2ca5b-20f2-48c9-9e1f-a03229bf2768" providerId="ADAL" clId="{13E40C01-080C-42DD-9960-D73A081D6B56}" dt="2025-06-20T01:12:39.212" v="431" actId="207"/>
          <ac:spMkLst>
            <pc:docMk/>
            <pc:sldMk cId="616019989" sldId="847"/>
            <ac:spMk id="106" creationId="{FECF8277-DD72-91DD-09D6-0274B69D50FD}"/>
          </ac:spMkLst>
        </pc:spChg>
        <pc:spChg chg="add mod">
          <ac:chgData name="최문영" userId="c9c2ca5b-20f2-48c9-9e1f-a03229bf2768" providerId="ADAL" clId="{13E40C01-080C-42DD-9960-D73A081D6B56}" dt="2025-06-20T01:12:12.944" v="426"/>
          <ac:spMkLst>
            <pc:docMk/>
            <pc:sldMk cId="616019989" sldId="847"/>
            <ac:spMk id="107" creationId="{90B4767D-837F-6705-B2AD-3DCDD677C743}"/>
          </ac:spMkLst>
        </pc:spChg>
        <pc:spChg chg="add mod">
          <ac:chgData name="최문영" userId="c9c2ca5b-20f2-48c9-9e1f-a03229bf2768" providerId="ADAL" clId="{13E40C01-080C-42DD-9960-D73A081D6B56}" dt="2025-06-20T01:12:14.312" v="427"/>
          <ac:spMkLst>
            <pc:docMk/>
            <pc:sldMk cId="616019989" sldId="847"/>
            <ac:spMk id="109" creationId="{B008B8FF-3395-DAC7-5E69-4ADDE1BD9D91}"/>
          </ac:spMkLst>
        </pc:spChg>
        <pc:spChg chg="add mod">
          <ac:chgData name="최문영" userId="c9c2ca5b-20f2-48c9-9e1f-a03229bf2768" providerId="ADAL" clId="{13E40C01-080C-42DD-9960-D73A081D6B56}" dt="2025-06-20T01:12:15.570" v="428"/>
          <ac:spMkLst>
            <pc:docMk/>
            <pc:sldMk cId="616019989" sldId="847"/>
            <ac:spMk id="111" creationId="{526FE62D-A324-D979-D3EC-A9A128D0F4E4}"/>
          </ac:spMkLst>
        </pc:spChg>
        <pc:spChg chg="add mod">
          <ac:chgData name="최문영" userId="c9c2ca5b-20f2-48c9-9e1f-a03229bf2768" providerId="ADAL" clId="{13E40C01-080C-42DD-9960-D73A081D6B56}" dt="2025-06-20T01:12:16.775" v="429"/>
          <ac:spMkLst>
            <pc:docMk/>
            <pc:sldMk cId="616019989" sldId="847"/>
            <ac:spMk id="113" creationId="{14F3520F-E5AA-2735-B14B-AE6A22FC704F}"/>
          </ac:spMkLst>
        </pc:spChg>
        <pc:spChg chg="add mod">
          <ac:chgData name="최문영" userId="c9c2ca5b-20f2-48c9-9e1f-a03229bf2768" providerId="ADAL" clId="{13E40C01-080C-42DD-9960-D73A081D6B56}" dt="2025-06-20T01:12:05.825" v="425" actId="20577"/>
          <ac:spMkLst>
            <pc:docMk/>
            <pc:sldMk cId="616019989" sldId="847"/>
            <ac:spMk id="115" creationId="{50EFC0DD-5093-BA8F-6438-1E5C49094FC4}"/>
          </ac:spMkLst>
        </pc:spChg>
        <pc:picChg chg="del">
          <ac:chgData name="최문영" userId="c9c2ca5b-20f2-48c9-9e1f-a03229bf2768" providerId="ADAL" clId="{13E40C01-080C-42DD-9960-D73A081D6B56}" dt="2025-06-20T00:51:32.849" v="24" actId="478"/>
          <ac:picMkLst>
            <pc:docMk/>
            <pc:sldMk cId="616019989" sldId="847"/>
            <ac:picMk id="3" creationId="{8343D544-3786-B537-E557-A0C1A8EB28B1}"/>
          </ac:picMkLst>
        </pc:picChg>
        <pc:picChg chg="del">
          <ac:chgData name="최문영" userId="c9c2ca5b-20f2-48c9-9e1f-a03229bf2768" providerId="ADAL" clId="{13E40C01-080C-42DD-9960-D73A081D6B56}" dt="2025-06-20T00:51:32.849" v="24" actId="478"/>
          <ac:picMkLst>
            <pc:docMk/>
            <pc:sldMk cId="616019989" sldId="847"/>
            <ac:picMk id="5" creationId="{55F958BC-0EAE-CEBB-23EA-896EE37164F4}"/>
          </ac:picMkLst>
        </pc:picChg>
        <pc:cxnChg chg="add">
          <ac:chgData name="최문영" userId="c9c2ca5b-20f2-48c9-9e1f-a03229bf2768" providerId="ADAL" clId="{13E40C01-080C-42DD-9960-D73A081D6B56}" dt="2025-06-20T02:24:54.310" v="1516" actId="11529"/>
          <ac:cxnSpMkLst>
            <pc:docMk/>
            <pc:sldMk cId="616019989" sldId="847"/>
            <ac:cxnSpMk id="4" creationId="{C879C97A-BBE1-DB67-089A-9A380883C835}"/>
          </ac:cxnSpMkLst>
        </pc:cxnChg>
        <pc:cxnChg chg="add del mod">
          <ac:chgData name="최문영" userId="c9c2ca5b-20f2-48c9-9e1f-a03229bf2768" providerId="ADAL" clId="{13E40C01-080C-42DD-9960-D73A081D6B56}" dt="2025-06-20T01:04:18.287" v="130" actId="478"/>
          <ac:cxnSpMkLst>
            <pc:docMk/>
            <pc:sldMk cId="616019989" sldId="847"/>
            <ac:cxnSpMk id="17" creationId="{39A1F65E-C94B-AFFF-7104-1A87D58F9F46}"/>
          </ac:cxnSpMkLst>
        </pc:cxnChg>
        <pc:cxnChg chg="add del mod">
          <ac:chgData name="최문영" userId="c9c2ca5b-20f2-48c9-9e1f-a03229bf2768" providerId="ADAL" clId="{13E40C01-080C-42DD-9960-D73A081D6B56}" dt="2025-06-20T01:04:28.983" v="135" actId="478"/>
          <ac:cxnSpMkLst>
            <pc:docMk/>
            <pc:sldMk cId="616019989" sldId="847"/>
            <ac:cxnSpMk id="19" creationId="{DE7FEAEE-D8D6-094C-CB2B-551F91BA7E89}"/>
          </ac:cxnSpMkLst>
        </pc:cxnChg>
        <pc:cxnChg chg="add del mod">
          <ac:chgData name="최문영" userId="c9c2ca5b-20f2-48c9-9e1f-a03229bf2768" providerId="ADAL" clId="{13E40C01-080C-42DD-9960-D73A081D6B56}" dt="2025-06-20T01:04:58.637" v="152" actId="11529"/>
          <ac:cxnSpMkLst>
            <pc:docMk/>
            <pc:sldMk cId="616019989" sldId="847"/>
            <ac:cxnSpMk id="23" creationId="{603EA43A-6C2B-EECF-7774-5F34435A1E22}"/>
          </ac:cxnSpMkLst>
        </pc:cxnChg>
        <pc:cxnChg chg="add mod">
          <ac:chgData name="최문영" userId="c9c2ca5b-20f2-48c9-9e1f-a03229bf2768" providerId="ADAL" clId="{13E40C01-080C-42DD-9960-D73A081D6B56}" dt="2025-06-20T01:04:56.595" v="150" actId="14100"/>
          <ac:cxnSpMkLst>
            <pc:docMk/>
            <pc:sldMk cId="616019989" sldId="847"/>
            <ac:cxnSpMk id="25" creationId="{A7368D6F-811B-FE0A-B31D-4C3FEC68274B}"/>
          </ac:cxnSpMkLst>
        </pc:cxnChg>
        <pc:cxnChg chg="add mod">
          <ac:chgData name="최문영" userId="c9c2ca5b-20f2-48c9-9e1f-a03229bf2768" providerId="ADAL" clId="{13E40C01-080C-42DD-9960-D73A081D6B56}" dt="2025-06-20T01:04:56.372" v="149" actId="14100"/>
          <ac:cxnSpMkLst>
            <pc:docMk/>
            <pc:sldMk cId="616019989" sldId="847"/>
            <ac:cxnSpMk id="27" creationId="{52821308-B7BC-27F8-845D-E2297C0A8711}"/>
          </ac:cxnSpMkLst>
        </pc:cxnChg>
        <pc:cxnChg chg="add mod">
          <ac:chgData name="최문영" userId="c9c2ca5b-20f2-48c9-9e1f-a03229bf2768" providerId="ADAL" clId="{13E40C01-080C-42DD-9960-D73A081D6B56}" dt="2025-06-20T01:04:42.332" v="139"/>
          <ac:cxnSpMkLst>
            <pc:docMk/>
            <pc:sldMk cId="616019989" sldId="847"/>
            <ac:cxnSpMk id="29" creationId="{9AE29096-0423-1E9B-9802-78F049774D50}"/>
          </ac:cxnSpMkLst>
        </pc:cxnChg>
        <pc:cxnChg chg="add mod">
          <ac:chgData name="최문영" userId="c9c2ca5b-20f2-48c9-9e1f-a03229bf2768" providerId="ADAL" clId="{13E40C01-080C-42DD-9960-D73A081D6B56}" dt="2025-06-20T01:04:42.645" v="140"/>
          <ac:cxnSpMkLst>
            <pc:docMk/>
            <pc:sldMk cId="616019989" sldId="847"/>
            <ac:cxnSpMk id="31" creationId="{D8BFD044-322F-AA28-FE2E-E7CAD4A18E60}"/>
          </ac:cxnSpMkLst>
        </pc:cxnChg>
        <pc:cxnChg chg="add mod">
          <ac:chgData name="최문영" userId="c9c2ca5b-20f2-48c9-9e1f-a03229bf2768" providerId="ADAL" clId="{13E40C01-080C-42DD-9960-D73A081D6B56}" dt="2025-06-20T01:04:42.961" v="141"/>
          <ac:cxnSpMkLst>
            <pc:docMk/>
            <pc:sldMk cId="616019989" sldId="847"/>
            <ac:cxnSpMk id="33" creationId="{A722A173-C924-B894-DE78-9FBD6FB6A7AB}"/>
          </ac:cxnSpMkLst>
        </pc:cxnChg>
        <pc:cxnChg chg="add mod">
          <ac:chgData name="최문영" userId="c9c2ca5b-20f2-48c9-9e1f-a03229bf2768" providerId="ADAL" clId="{13E40C01-080C-42DD-9960-D73A081D6B56}" dt="2025-06-20T01:08:02.042" v="267" actId="21"/>
          <ac:cxnSpMkLst>
            <pc:docMk/>
            <pc:sldMk cId="616019989" sldId="847"/>
            <ac:cxnSpMk id="39" creationId="{362EAAFB-070A-AD7B-50FA-A5FEF4F84B6D}"/>
          </ac:cxnSpMkLst>
        </pc:cxnChg>
        <pc:cxnChg chg="add mod">
          <ac:chgData name="최문영" userId="c9c2ca5b-20f2-48c9-9e1f-a03229bf2768" providerId="ADAL" clId="{13E40C01-080C-42DD-9960-D73A081D6B56}" dt="2025-06-20T01:08:02.042" v="267" actId="21"/>
          <ac:cxnSpMkLst>
            <pc:docMk/>
            <pc:sldMk cId="616019989" sldId="847"/>
            <ac:cxnSpMk id="41" creationId="{E06260D9-E443-21D6-E0D5-DD71EE075153}"/>
          </ac:cxnSpMkLst>
        </pc:cxnChg>
        <pc:cxnChg chg="add mod">
          <ac:chgData name="최문영" userId="c9c2ca5b-20f2-48c9-9e1f-a03229bf2768" providerId="ADAL" clId="{13E40C01-080C-42DD-9960-D73A081D6B56}" dt="2025-06-20T01:08:02.042" v="267" actId="21"/>
          <ac:cxnSpMkLst>
            <pc:docMk/>
            <pc:sldMk cId="616019989" sldId="847"/>
            <ac:cxnSpMk id="43" creationId="{E092E522-E320-1C43-9644-6EB22A5344F1}"/>
          </ac:cxnSpMkLst>
        </pc:cxnChg>
        <pc:cxnChg chg="add mod">
          <ac:chgData name="최문영" userId="c9c2ca5b-20f2-48c9-9e1f-a03229bf2768" providerId="ADAL" clId="{13E40C01-080C-42DD-9960-D73A081D6B56}" dt="2025-06-20T01:08:02.042" v="267" actId="21"/>
          <ac:cxnSpMkLst>
            <pc:docMk/>
            <pc:sldMk cId="616019989" sldId="847"/>
            <ac:cxnSpMk id="45" creationId="{1F1083F8-2E61-A5E3-88D8-CAE21E406E49}"/>
          </ac:cxnSpMkLst>
        </pc:cxnChg>
        <pc:cxnChg chg="add mod">
          <ac:chgData name="최문영" userId="c9c2ca5b-20f2-48c9-9e1f-a03229bf2768" providerId="ADAL" clId="{13E40C01-080C-42DD-9960-D73A081D6B56}" dt="2025-06-20T01:08:02.042" v="267" actId="21"/>
          <ac:cxnSpMkLst>
            <pc:docMk/>
            <pc:sldMk cId="616019989" sldId="847"/>
            <ac:cxnSpMk id="48" creationId="{356F2AB8-B38D-0708-F25C-7DF67476F813}"/>
          </ac:cxnSpMkLst>
        </pc:cxnChg>
        <pc:cxnChg chg="add mod">
          <ac:chgData name="최문영" userId="c9c2ca5b-20f2-48c9-9e1f-a03229bf2768" providerId="ADAL" clId="{13E40C01-080C-42DD-9960-D73A081D6B56}" dt="2025-06-20T01:12:00.153" v="416" actId="1076"/>
          <ac:cxnSpMkLst>
            <pc:docMk/>
            <pc:sldMk cId="616019989" sldId="847"/>
            <ac:cxnSpMk id="108" creationId="{1E154B69-6E41-F30A-2595-09E86A8D71B5}"/>
          </ac:cxnSpMkLst>
        </pc:cxnChg>
        <pc:cxnChg chg="add mod">
          <ac:chgData name="최문영" userId="c9c2ca5b-20f2-48c9-9e1f-a03229bf2768" providerId="ADAL" clId="{13E40C01-080C-42DD-9960-D73A081D6B56}" dt="2025-06-20T01:12:00.153" v="416" actId="1076"/>
          <ac:cxnSpMkLst>
            <pc:docMk/>
            <pc:sldMk cId="616019989" sldId="847"/>
            <ac:cxnSpMk id="110" creationId="{DA9DC592-BAD9-3D46-DFBF-C75E22F40AEF}"/>
          </ac:cxnSpMkLst>
        </pc:cxnChg>
        <pc:cxnChg chg="add mod">
          <ac:chgData name="최문영" userId="c9c2ca5b-20f2-48c9-9e1f-a03229bf2768" providerId="ADAL" clId="{13E40C01-080C-42DD-9960-D73A081D6B56}" dt="2025-06-20T01:12:00.153" v="416" actId="1076"/>
          <ac:cxnSpMkLst>
            <pc:docMk/>
            <pc:sldMk cId="616019989" sldId="847"/>
            <ac:cxnSpMk id="112" creationId="{E63FEB5B-2D09-0A1C-AB3A-7A9CD1B25FA6}"/>
          </ac:cxnSpMkLst>
        </pc:cxnChg>
        <pc:cxnChg chg="add mod">
          <ac:chgData name="최문영" userId="c9c2ca5b-20f2-48c9-9e1f-a03229bf2768" providerId="ADAL" clId="{13E40C01-080C-42DD-9960-D73A081D6B56}" dt="2025-06-20T01:12:00.153" v="416" actId="1076"/>
          <ac:cxnSpMkLst>
            <pc:docMk/>
            <pc:sldMk cId="616019989" sldId="847"/>
            <ac:cxnSpMk id="114" creationId="{7A4B4975-62B1-AA86-0343-2D118253BEFF}"/>
          </ac:cxnSpMkLst>
        </pc:cxnChg>
        <pc:cxnChg chg="add mod">
          <ac:chgData name="최문영" userId="c9c2ca5b-20f2-48c9-9e1f-a03229bf2768" providerId="ADAL" clId="{13E40C01-080C-42DD-9960-D73A081D6B56}" dt="2025-06-20T01:12:00.153" v="416" actId="1076"/>
          <ac:cxnSpMkLst>
            <pc:docMk/>
            <pc:sldMk cId="616019989" sldId="847"/>
            <ac:cxnSpMk id="116" creationId="{FBFD2DD5-F070-9E47-1BBE-3B06BAE4DFCB}"/>
          </ac:cxnSpMkLst>
        </pc:cxnChg>
      </pc:sldChg>
      <pc:sldChg chg="delSp modSp add mod">
        <pc:chgData name="최문영" userId="c9c2ca5b-20f2-48c9-9e1f-a03229bf2768" providerId="ADAL" clId="{13E40C01-080C-42DD-9960-D73A081D6B56}" dt="2025-06-20T03:11:39.180" v="1578" actId="113"/>
        <pc:sldMkLst>
          <pc:docMk/>
          <pc:sldMk cId="1070694071" sldId="848"/>
        </pc:sldMkLst>
        <pc:spChg chg="del">
          <ac:chgData name="최문영" userId="c9c2ca5b-20f2-48c9-9e1f-a03229bf2768" providerId="ADAL" clId="{13E40C01-080C-42DD-9960-D73A081D6B56}" dt="2025-06-20T01:31:24.713" v="556" actId="478"/>
          <ac:spMkLst>
            <pc:docMk/>
            <pc:sldMk cId="1070694071" sldId="848"/>
            <ac:spMk id="2" creationId="{35C09F7C-3624-0102-056B-947458FFFDEB}"/>
          </ac:spMkLst>
        </pc:spChg>
        <pc:spChg chg="del">
          <ac:chgData name="최문영" userId="c9c2ca5b-20f2-48c9-9e1f-a03229bf2768" providerId="ADAL" clId="{13E40C01-080C-42DD-9960-D73A081D6B56}" dt="2025-06-20T01:31:24.713" v="556" actId="478"/>
          <ac:spMkLst>
            <pc:docMk/>
            <pc:sldMk cId="1070694071" sldId="848"/>
            <ac:spMk id="9" creationId="{4548F08C-E976-D0D7-1BC0-CED8E1568740}"/>
          </ac:spMkLst>
        </pc:spChg>
        <pc:spChg chg="mod">
          <ac:chgData name="최문영" userId="c9c2ca5b-20f2-48c9-9e1f-a03229bf2768" providerId="ADAL" clId="{13E40C01-080C-42DD-9960-D73A081D6B56}" dt="2025-06-20T02:40:52.453" v="1547" actId="20577"/>
          <ac:spMkLst>
            <pc:docMk/>
            <pc:sldMk cId="1070694071" sldId="848"/>
            <ac:spMk id="10" creationId="{FAC22EF8-5B7A-7F3E-2E5D-CD707B5308DE}"/>
          </ac:spMkLst>
        </pc:spChg>
        <pc:spChg chg="del">
          <ac:chgData name="최문영" userId="c9c2ca5b-20f2-48c9-9e1f-a03229bf2768" providerId="ADAL" clId="{13E40C01-080C-42DD-9960-D73A081D6B56}" dt="2025-06-20T01:31:24.713" v="556" actId="478"/>
          <ac:spMkLst>
            <pc:docMk/>
            <pc:sldMk cId="1070694071" sldId="848"/>
            <ac:spMk id="44" creationId="{13419CE3-BC75-D100-DE2D-50BCA522C428}"/>
          </ac:spMkLst>
        </pc:spChg>
        <pc:spChg chg="mod">
          <ac:chgData name="최문영" userId="c9c2ca5b-20f2-48c9-9e1f-a03229bf2768" providerId="ADAL" clId="{13E40C01-080C-42DD-9960-D73A081D6B56}" dt="2025-06-20T03:11:39.180" v="1578" actId="113"/>
          <ac:spMkLst>
            <pc:docMk/>
            <pc:sldMk cId="1070694071" sldId="848"/>
            <ac:spMk id="47" creationId="{131AB5EA-11F3-13A3-AF93-6AB9B8FD17FB}"/>
          </ac:spMkLst>
        </pc:spChg>
        <pc:spChg chg="del">
          <ac:chgData name="최문영" userId="c9c2ca5b-20f2-48c9-9e1f-a03229bf2768" providerId="ADAL" clId="{13E40C01-080C-42DD-9960-D73A081D6B56}" dt="2025-06-20T01:31:24.713" v="556" actId="478"/>
          <ac:spMkLst>
            <pc:docMk/>
            <pc:sldMk cId="1070694071" sldId="848"/>
            <ac:spMk id="102" creationId="{6315F22B-B716-E2FC-BCCE-68A4FDE7E75A}"/>
          </ac:spMkLst>
        </pc:spChg>
        <pc:spChg chg="del">
          <ac:chgData name="최문영" userId="c9c2ca5b-20f2-48c9-9e1f-a03229bf2768" providerId="ADAL" clId="{13E40C01-080C-42DD-9960-D73A081D6B56}" dt="2025-06-20T01:31:24.713" v="556" actId="478"/>
          <ac:spMkLst>
            <pc:docMk/>
            <pc:sldMk cId="1070694071" sldId="848"/>
            <ac:spMk id="103" creationId="{49A26404-F620-7A44-30A8-DFC0B7406A7F}"/>
          </ac:spMkLst>
        </pc:spChg>
        <pc:spChg chg="del">
          <ac:chgData name="최문영" userId="c9c2ca5b-20f2-48c9-9e1f-a03229bf2768" providerId="ADAL" clId="{13E40C01-080C-42DD-9960-D73A081D6B56}" dt="2025-06-20T01:31:24.713" v="556" actId="478"/>
          <ac:spMkLst>
            <pc:docMk/>
            <pc:sldMk cId="1070694071" sldId="848"/>
            <ac:spMk id="104" creationId="{4D0BC849-CED7-2432-598D-DED1079DBE30}"/>
          </ac:spMkLst>
        </pc:spChg>
        <pc:spChg chg="del">
          <ac:chgData name="최문영" userId="c9c2ca5b-20f2-48c9-9e1f-a03229bf2768" providerId="ADAL" clId="{13E40C01-080C-42DD-9960-D73A081D6B56}" dt="2025-06-20T01:31:24.713" v="556" actId="478"/>
          <ac:spMkLst>
            <pc:docMk/>
            <pc:sldMk cId="1070694071" sldId="848"/>
            <ac:spMk id="107" creationId="{031B2F04-4873-5806-0A0A-7706F3033445}"/>
          </ac:spMkLst>
        </pc:spChg>
        <pc:spChg chg="del">
          <ac:chgData name="최문영" userId="c9c2ca5b-20f2-48c9-9e1f-a03229bf2768" providerId="ADAL" clId="{13E40C01-080C-42DD-9960-D73A081D6B56}" dt="2025-06-20T01:31:24.713" v="556" actId="478"/>
          <ac:spMkLst>
            <pc:docMk/>
            <pc:sldMk cId="1070694071" sldId="848"/>
            <ac:spMk id="109" creationId="{D5AFB5FC-C3B5-6499-AF6F-0DA8CC249084}"/>
          </ac:spMkLst>
        </pc:spChg>
        <pc:spChg chg="del">
          <ac:chgData name="최문영" userId="c9c2ca5b-20f2-48c9-9e1f-a03229bf2768" providerId="ADAL" clId="{13E40C01-080C-42DD-9960-D73A081D6B56}" dt="2025-06-20T01:31:24.713" v="556" actId="478"/>
          <ac:spMkLst>
            <pc:docMk/>
            <pc:sldMk cId="1070694071" sldId="848"/>
            <ac:spMk id="111" creationId="{0723FFC2-A6DF-9637-BDEF-24769BE23EF5}"/>
          </ac:spMkLst>
        </pc:spChg>
        <pc:spChg chg="del">
          <ac:chgData name="최문영" userId="c9c2ca5b-20f2-48c9-9e1f-a03229bf2768" providerId="ADAL" clId="{13E40C01-080C-42DD-9960-D73A081D6B56}" dt="2025-06-20T01:31:24.713" v="556" actId="478"/>
          <ac:spMkLst>
            <pc:docMk/>
            <pc:sldMk cId="1070694071" sldId="848"/>
            <ac:spMk id="113" creationId="{15BF10AA-F717-7B19-82DC-87A3975AB246}"/>
          </ac:spMkLst>
        </pc:spChg>
      </pc:sldChg>
      <pc:sldChg chg="addSp delSp modSp add mod delAnim modAnim">
        <pc:chgData name="최문영" userId="c9c2ca5b-20f2-48c9-9e1f-a03229bf2768" providerId="ADAL" clId="{13E40C01-080C-42DD-9960-D73A081D6B56}" dt="2025-06-20T04:39:53.024" v="1854" actId="14100"/>
        <pc:sldMkLst>
          <pc:docMk/>
          <pc:sldMk cId="3029072032" sldId="849"/>
        </pc:sldMkLst>
        <pc:spChg chg="add del mod">
          <ac:chgData name="최문영" userId="c9c2ca5b-20f2-48c9-9e1f-a03229bf2768" providerId="ADAL" clId="{13E40C01-080C-42DD-9960-D73A081D6B56}" dt="2025-06-20T02:12:48.938" v="1110" actId="478"/>
          <ac:spMkLst>
            <pc:docMk/>
            <pc:sldMk cId="3029072032" sldId="849"/>
            <ac:spMk id="2" creationId="{C7B656D0-166C-4F59-7332-668E80CB5FC5}"/>
          </ac:spMkLst>
        </pc:spChg>
        <pc:spChg chg="add del mod">
          <ac:chgData name="최문영" userId="c9c2ca5b-20f2-48c9-9e1f-a03229bf2768" providerId="ADAL" clId="{13E40C01-080C-42DD-9960-D73A081D6B56}" dt="2025-06-20T02:12:49.300" v="1111" actId="478"/>
          <ac:spMkLst>
            <pc:docMk/>
            <pc:sldMk cId="3029072032" sldId="849"/>
            <ac:spMk id="3" creationId="{3E975785-D36E-4511-6A1D-9722FFCC36FD}"/>
          </ac:spMkLst>
        </pc:spChg>
        <pc:spChg chg="add del mod">
          <ac:chgData name="최문영" userId="c9c2ca5b-20f2-48c9-9e1f-a03229bf2768" providerId="ADAL" clId="{13E40C01-080C-42DD-9960-D73A081D6B56}" dt="2025-06-20T02:12:49.618" v="1112" actId="478"/>
          <ac:spMkLst>
            <pc:docMk/>
            <pc:sldMk cId="3029072032" sldId="849"/>
            <ac:spMk id="4" creationId="{D654957F-72C0-06EA-96DB-26F76DE6AF7B}"/>
          </ac:spMkLst>
        </pc:spChg>
        <pc:spChg chg="add del mod">
          <ac:chgData name="최문영" userId="c9c2ca5b-20f2-48c9-9e1f-a03229bf2768" providerId="ADAL" clId="{13E40C01-080C-42DD-9960-D73A081D6B56}" dt="2025-06-20T02:12:43.392" v="1109" actId="478"/>
          <ac:spMkLst>
            <pc:docMk/>
            <pc:sldMk cId="3029072032" sldId="849"/>
            <ac:spMk id="5" creationId="{96B93219-1CD7-C1FA-B925-024A45D10117}"/>
          </ac:spMkLst>
        </pc:spChg>
        <pc:spChg chg="add mod">
          <ac:chgData name="최문영" userId="c9c2ca5b-20f2-48c9-9e1f-a03229bf2768" providerId="ADAL" clId="{13E40C01-080C-42DD-9960-D73A081D6B56}" dt="2025-06-20T02:14:16.705" v="1206" actId="14100"/>
          <ac:spMkLst>
            <pc:docMk/>
            <pc:sldMk cId="3029072032" sldId="849"/>
            <ac:spMk id="7" creationId="{7267EEEA-C906-8854-3E8C-E42529A60CA3}"/>
          </ac:spMkLst>
        </pc:spChg>
        <pc:spChg chg="add mod">
          <ac:chgData name="최문영" userId="c9c2ca5b-20f2-48c9-9e1f-a03229bf2768" providerId="ADAL" clId="{13E40C01-080C-42DD-9960-D73A081D6B56}" dt="2025-06-20T02:13:42.637" v="1171" actId="1076"/>
          <ac:spMkLst>
            <pc:docMk/>
            <pc:sldMk cId="3029072032" sldId="849"/>
            <ac:spMk id="8" creationId="{9657B6A4-B9BE-4B6E-D609-AC4C1F2232C7}"/>
          </ac:spMkLst>
        </pc:spChg>
        <pc:spChg chg="add mod">
          <ac:chgData name="최문영" userId="c9c2ca5b-20f2-48c9-9e1f-a03229bf2768" providerId="ADAL" clId="{13E40C01-080C-42DD-9960-D73A081D6B56}" dt="2025-06-20T02:13:56.236" v="1181" actId="20577"/>
          <ac:spMkLst>
            <pc:docMk/>
            <pc:sldMk cId="3029072032" sldId="849"/>
            <ac:spMk id="9" creationId="{69F8DEAF-7319-A139-A3E1-4811D62418A3}"/>
          </ac:spMkLst>
        </pc:spChg>
        <pc:spChg chg="mod">
          <ac:chgData name="최문영" userId="c9c2ca5b-20f2-48c9-9e1f-a03229bf2768" providerId="ADAL" clId="{13E40C01-080C-42DD-9960-D73A081D6B56}" dt="2025-06-20T02:08:40.999" v="1067" actId="20577"/>
          <ac:spMkLst>
            <pc:docMk/>
            <pc:sldMk cId="3029072032" sldId="849"/>
            <ac:spMk id="10" creationId="{3EC75E25-0BBD-CEB3-63E5-C33131E72970}"/>
          </ac:spMkLst>
        </pc:spChg>
        <pc:spChg chg="add mod">
          <ac:chgData name="최문영" userId="c9c2ca5b-20f2-48c9-9e1f-a03229bf2768" providerId="ADAL" clId="{13E40C01-080C-42DD-9960-D73A081D6B56}" dt="2025-06-20T02:14:08.003" v="1205" actId="20577"/>
          <ac:spMkLst>
            <pc:docMk/>
            <pc:sldMk cId="3029072032" sldId="849"/>
            <ac:spMk id="11" creationId="{B46FB29C-F78B-48A8-B929-5CEF5E7446B9}"/>
          </ac:spMkLst>
        </pc:spChg>
        <pc:spChg chg="add del mod">
          <ac:chgData name="최문영" userId="c9c2ca5b-20f2-48c9-9e1f-a03229bf2768" providerId="ADAL" clId="{13E40C01-080C-42DD-9960-D73A081D6B56}" dt="2025-06-20T04:39:23.673" v="1837" actId="478"/>
          <ac:spMkLst>
            <pc:docMk/>
            <pc:sldMk cId="3029072032" sldId="849"/>
            <ac:spMk id="12" creationId="{F3FBAEDD-8761-65E4-5597-8219516F7FC7}"/>
          </ac:spMkLst>
        </pc:spChg>
        <pc:spChg chg="add del mod">
          <ac:chgData name="최문영" userId="c9c2ca5b-20f2-48c9-9e1f-a03229bf2768" providerId="ADAL" clId="{13E40C01-080C-42DD-9960-D73A081D6B56}" dt="2025-06-20T04:39:23.673" v="1837" actId="478"/>
          <ac:spMkLst>
            <pc:docMk/>
            <pc:sldMk cId="3029072032" sldId="849"/>
            <ac:spMk id="13" creationId="{1AD486C7-D905-41BC-1EA3-847DA7489DE5}"/>
          </ac:spMkLst>
        </pc:spChg>
        <pc:spChg chg="add del mod">
          <ac:chgData name="최문영" userId="c9c2ca5b-20f2-48c9-9e1f-a03229bf2768" providerId="ADAL" clId="{13E40C01-080C-42DD-9960-D73A081D6B56}" dt="2025-06-20T02:15:27.663" v="1241" actId="478"/>
          <ac:spMkLst>
            <pc:docMk/>
            <pc:sldMk cId="3029072032" sldId="849"/>
            <ac:spMk id="14" creationId="{82D48751-1952-451E-332E-C6F43E8A71CC}"/>
          </ac:spMkLst>
        </pc:spChg>
        <pc:spChg chg="add del mod">
          <ac:chgData name="최문영" userId="c9c2ca5b-20f2-48c9-9e1f-a03229bf2768" providerId="ADAL" clId="{13E40C01-080C-42DD-9960-D73A081D6B56}" dt="2025-06-20T02:15:28.302" v="1242" actId="478"/>
          <ac:spMkLst>
            <pc:docMk/>
            <pc:sldMk cId="3029072032" sldId="849"/>
            <ac:spMk id="16" creationId="{6B89DAC1-AA16-798A-3374-4EED678DB230}"/>
          </ac:spMkLst>
        </pc:spChg>
        <pc:spChg chg="add mod">
          <ac:chgData name="최문영" userId="c9c2ca5b-20f2-48c9-9e1f-a03229bf2768" providerId="ADAL" clId="{13E40C01-080C-42DD-9960-D73A081D6B56}" dt="2025-06-20T04:39:53.024" v="1854" actId="14100"/>
          <ac:spMkLst>
            <pc:docMk/>
            <pc:sldMk cId="3029072032" sldId="849"/>
            <ac:spMk id="19" creationId="{7CCE3A22-7D91-1488-41E5-07091D540274}"/>
          </ac:spMkLst>
        </pc:spChg>
        <pc:spChg chg="add mod">
          <ac:chgData name="최문영" userId="c9c2ca5b-20f2-48c9-9e1f-a03229bf2768" providerId="ADAL" clId="{13E40C01-080C-42DD-9960-D73A081D6B56}" dt="2025-06-20T04:39:33.631" v="1839" actId="1076"/>
          <ac:spMkLst>
            <pc:docMk/>
            <pc:sldMk cId="3029072032" sldId="849"/>
            <ac:spMk id="20" creationId="{BE8DAAD0-ACA4-E195-C724-0F2DBDBEFA18}"/>
          </ac:spMkLst>
        </pc:spChg>
        <pc:spChg chg="add mod">
          <ac:chgData name="최문영" userId="c9c2ca5b-20f2-48c9-9e1f-a03229bf2768" providerId="ADAL" clId="{13E40C01-080C-42DD-9960-D73A081D6B56}" dt="2025-06-20T02:18:37.276" v="1390" actId="767"/>
          <ac:spMkLst>
            <pc:docMk/>
            <pc:sldMk cId="3029072032" sldId="849"/>
            <ac:spMk id="22" creationId="{A0DE8123-67D7-437B-0113-3B0A7ABE632B}"/>
          </ac:spMkLst>
        </pc:spChg>
        <pc:spChg chg="add del mod">
          <ac:chgData name="최문영" userId="c9c2ca5b-20f2-48c9-9e1f-a03229bf2768" providerId="ADAL" clId="{13E40C01-080C-42DD-9960-D73A081D6B56}" dt="2025-06-20T02:18:53.395" v="1395"/>
          <ac:spMkLst>
            <pc:docMk/>
            <pc:sldMk cId="3029072032" sldId="849"/>
            <ac:spMk id="23" creationId="{168EAF25-A1E8-97B5-22C8-176C32BC2EA9}"/>
          </ac:spMkLst>
        </pc:spChg>
        <pc:spChg chg="add del mod">
          <ac:chgData name="최문영" userId="c9c2ca5b-20f2-48c9-9e1f-a03229bf2768" providerId="ADAL" clId="{13E40C01-080C-42DD-9960-D73A081D6B56}" dt="2025-06-20T02:19:11.183" v="1415"/>
          <ac:spMkLst>
            <pc:docMk/>
            <pc:sldMk cId="3029072032" sldId="849"/>
            <ac:spMk id="24" creationId="{E03352A0-1B85-AA63-5893-57470352C5C3}"/>
          </ac:spMkLst>
        </pc:spChg>
        <pc:spChg chg="add del mod">
          <ac:chgData name="최문영" userId="c9c2ca5b-20f2-48c9-9e1f-a03229bf2768" providerId="ADAL" clId="{13E40C01-080C-42DD-9960-D73A081D6B56}" dt="2025-06-20T02:19:38.067" v="1417" actId="478"/>
          <ac:spMkLst>
            <pc:docMk/>
            <pc:sldMk cId="3029072032" sldId="849"/>
            <ac:spMk id="25" creationId="{63E688D1-FAF0-8DA5-9D88-C07E230405F6}"/>
          </ac:spMkLst>
        </pc:spChg>
        <pc:spChg chg="add del mod">
          <ac:chgData name="최문영" userId="c9c2ca5b-20f2-48c9-9e1f-a03229bf2768" providerId="ADAL" clId="{13E40C01-080C-42DD-9960-D73A081D6B56}" dt="2025-06-20T04:39:26.281" v="1838" actId="478"/>
          <ac:spMkLst>
            <pc:docMk/>
            <pc:sldMk cId="3029072032" sldId="849"/>
            <ac:spMk id="26" creationId="{BFD3C351-99B0-FC04-CC98-AEE0C9E95BE2}"/>
          </ac:spMkLst>
        </pc:spChg>
        <pc:spChg chg="add mod">
          <ac:chgData name="최문영" userId="c9c2ca5b-20f2-48c9-9e1f-a03229bf2768" providerId="ADAL" clId="{13E40C01-080C-42DD-9960-D73A081D6B56}" dt="2025-06-20T04:39:33.631" v="1839" actId="1076"/>
          <ac:spMkLst>
            <pc:docMk/>
            <pc:sldMk cId="3029072032" sldId="849"/>
            <ac:spMk id="27" creationId="{0AA7C19E-69EC-393D-2774-7A9B1C11ACDD}"/>
          </ac:spMkLst>
        </pc:spChg>
        <pc:spChg chg="add del mod">
          <ac:chgData name="최문영" userId="c9c2ca5b-20f2-48c9-9e1f-a03229bf2768" providerId="ADAL" clId="{13E40C01-080C-42DD-9960-D73A081D6B56}" dt="2025-06-20T02:21:59.857" v="1479"/>
          <ac:spMkLst>
            <pc:docMk/>
            <pc:sldMk cId="3029072032" sldId="849"/>
            <ac:spMk id="28" creationId="{E5D04987-975D-B144-14AD-7CCCDCCB3DF2}"/>
          </ac:spMkLst>
        </pc:spChg>
        <pc:spChg chg="add del mod">
          <ac:chgData name="최문영" userId="c9c2ca5b-20f2-48c9-9e1f-a03229bf2768" providerId="ADAL" clId="{13E40C01-080C-42DD-9960-D73A081D6B56}" dt="2025-06-20T04:39:26.281" v="1838" actId="478"/>
          <ac:spMkLst>
            <pc:docMk/>
            <pc:sldMk cId="3029072032" sldId="849"/>
            <ac:spMk id="29" creationId="{FEF6F8AD-D36C-BD53-AFD3-2A745CCFF757}"/>
          </ac:spMkLst>
        </pc:spChg>
        <pc:spChg chg="add mod">
          <ac:chgData name="최문영" userId="c9c2ca5b-20f2-48c9-9e1f-a03229bf2768" providerId="ADAL" clId="{13E40C01-080C-42DD-9960-D73A081D6B56}" dt="2025-06-20T04:39:33.631" v="1839" actId="1076"/>
          <ac:spMkLst>
            <pc:docMk/>
            <pc:sldMk cId="3029072032" sldId="849"/>
            <ac:spMk id="30" creationId="{95ABB6A2-1D96-AF30-4E59-127BA408DE56}"/>
          </ac:spMkLst>
        </pc:spChg>
        <pc:spChg chg="add mod">
          <ac:chgData name="최문영" userId="c9c2ca5b-20f2-48c9-9e1f-a03229bf2768" providerId="ADAL" clId="{13E40C01-080C-42DD-9960-D73A081D6B56}" dt="2025-06-20T02:22:49.226" v="1515" actId="1076"/>
          <ac:spMkLst>
            <pc:docMk/>
            <pc:sldMk cId="3029072032" sldId="849"/>
            <ac:spMk id="31" creationId="{BBFFAE92-7867-CE16-FF2F-A9E157BBE5E1}"/>
          </ac:spMkLst>
        </pc:spChg>
        <pc:spChg chg="mod">
          <ac:chgData name="최문영" userId="c9c2ca5b-20f2-48c9-9e1f-a03229bf2768" providerId="ADAL" clId="{13E40C01-080C-42DD-9960-D73A081D6B56}" dt="2025-06-20T02:41:40.158" v="1577" actId="20577"/>
          <ac:spMkLst>
            <pc:docMk/>
            <pc:sldMk cId="3029072032" sldId="849"/>
            <ac:spMk id="47" creationId="{C2E3A773-81C8-1A26-6B44-B25145EEDB8D}"/>
          </ac:spMkLst>
        </pc:spChg>
        <pc:graphicFrameChg chg="add del modGraphic">
          <ac:chgData name="최문영" userId="c9c2ca5b-20f2-48c9-9e1f-a03229bf2768" providerId="ADAL" clId="{13E40C01-080C-42DD-9960-D73A081D6B56}" dt="2025-06-20T02:16:08.371" v="1257" actId="478"/>
          <ac:graphicFrameMkLst>
            <pc:docMk/>
            <pc:sldMk cId="3029072032" sldId="849"/>
            <ac:graphicFrameMk id="17" creationId="{4F3C33AD-DDF8-4278-5038-F053A6166320}"/>
          </ac:graphicFrameMkLst>
        </pc:graphicFrameChg>
        <pc:graphicFrameChg chg="add del mod modGraphic">
          <ac:chgData name="최문영" userId="c9c2ca5b-20f2-48c9-9e1f-a03229bf2768" providerId="ADAL" clId="{13E40C01-080C-42DD-9960-D73A081D6B56}" dt="2025-06-20T04:39:23.673" v="1837" actId="478"/>
          <ac:graphicFrameMkLst>
            <pc:docMk/>
            <pc:sldMk cId="3029072032" sldId="849"/>
            <ac:graphicFrameMk id="18" creationId="{897552A4-B98E-0968-FC46-55F71A6F00CA}"/>
          </ac:graphicFrameMkLst>
        </pc:graphicFrameChg>
        <pc:graphicFrameChg chg="add mod">
          <ac:chgData name="최문영" userId="c9c2ca5b-20f2-48c9-9e1f-a03229bf2768" providerId="ADAL" clId="{13E40C01-080C-42DD-9960-D73A081D6B56}" dt="2025-06-20T04:39:33.631" v="1839" actId="1076"/>
          <ac:graphicFrameMkLst>
            <pc:docMk/>
            <pc:sldMk cId="3029072032" sldId="849"/>
            <ac:graphicFrameMk id="21" creationId="{BF534EDF-0BE7-A7DD-D094-9BD795C1B423}"/>
          </ac:graphicFrameMkLst>
        </pc:graphicFrameChg>
      </pc:sldChg>
      <pc:sldChg chg="delSp modSp add mod delAnim">
        <pc:chgData name="최문영" userId="c9c2ca5b-20f2-48c9-9e1f-a03229bf2768" providerId="ADAL" clId="{13E40C01-080C-42DD-9960-D73A081D6B56}" dt="2025-06-20T04:55:00.211" v="2215" actId="20577"/>
        <pc:sldMkLst>
          <pc:docMk/>
          <pc:sldMk cId="4239237017" sldId="850"/>
        </pc:sldMkLst>
        <pc:spChg chg="del">
          <ac:chgData name="최문영" userId="c9c2ca5b-20f2-48c9-9e1f-a03229bf2768" providerId="ADAL" clId="{13E40C01-080C-42DD-9960-D73A081D6B56}" dt="2025-06-20T04:28:12.619" v="1681" actId="478"/>
          <ac:spMkLst>
            <pc:docMk/>
            <pc:sldMk cId="4239237017" sldId="850"/>
            <ac:spMk id="8" creationId="{A76E657E-2A6E-0377-3446-316D7CEFE141}"/>
          </ac:spMkLst>
        </pc:spChg>
        <pc:spChg chg="del">
          <ac:chgData name="최문영" userId="c9c2ca5b-20f2-48c9-9e1f-a03229bf2768" providerId="ADAL" clId="{13E40C01-080C-42DD-9960-D73A081D6B56}" dt="2025-06-20T04:28:12.619" v="1681" actId="478"/>
          <ac:spMkLst>
            <pc:docMk/>
            <pc:sldMk cId="4239237017" sldId="850"/>
            <ac:spMk id="9" creationId="{A1D68464-2C64-8CDA-C360-933FCE9AA5C9}"/>
          </ac:spMkLst>
        </pc:spChg>
        <pc:spChg chg="mod">
          <ac:chgData name="최문영" userId="c9c2ca5b-20f2-48c9-9e1f-a03229bf2768" providerId="ADAL" clId="{13E40C01-080C-42DD-9960-D73A081D6B56}" dt="2025-06-20T04:27:40.841" v="1594" actId="20577"/>
          <ac:spMkLst>
            <pc:docMk/>
            <pc:sldMk cId="4239237017" sldId="850"/>
            <ac:spMk id="10" creationId="{4DDEB25E-2170-026E-AF63-6BA5C1BB1C86}"/>
          </ac:spMkLst>
        </pc:spChg>
        <pc:spChg chg="del">
          <ac:chgData name="최문영" userId="c9c2ca5b-20f2-48c9-9e1f-a03229bf2768" providerId="ADAL" clId="{13E40C01-080C-42DD-9960-D73A081D6B56}" dt="2025-06-20T04:28:12.619" v="1681" actId="478"/>
          <ac:spMkLst>
            <pc:docMk/>
            <pc:sldMk cId="4239237017" sldId="850"/>
            <ac:spMk id="11" creationId="{499C0054-2B9F-CB62-FF3C-911E9FF87668}"/>
          </ac:spMkLst>
        </pc:spChg>
        <pc:spChg chg="del">
          <ac:chgData name="최문영" userId="c9c2ca5b-20f2-48c9-9e1f-a03229bf2768" providerId="ADAL" clId="{13E40C01-080C-42DD-9960-D73A081D6B56}" dt="2025-06-20T04:28:12.619" v="1681" actId="478"/>
          <ac:spMkLst>
            <pc:docMk/>
            <pc:sldMk cId="4239237017" sldId="850"/>
            <ac:spMk id="12" creationId="{421E7FA5-A3AE-F31C-0EE5-46D4134AB25F}"/>
          </ac:spMkLst>
        </pc:spChg>
        <pc:spChg chg="del">
          <ac:chgData name="최문영" userId="c9c2ca5b-20f2-48c9-9e1f-a03229bf2768" providerId="ADAL" clId="{13E40C01-080C-42DD-9960-D73A081D6B56}" dt="2025-06-20T04:28:12.619" v="1681" actId="478"/>
          <ac:spMkLst>
            <pc:docMk/>
            <pc:sldMk cId="4239237017" sldId="850"/>
            <ac:spMk id="20" creationId="{41EC0173-1358-B4D1-9052-920083759F60}"/>
          </ac:spMkLst>
        </pc:spChg>
        <pc:spChg chg="del">
          <ac:chgData name="최문영" userId="c9c2ca5b-20f2-48c9-9e1f-a03229bf2768" providerId="ADAL" clId="{13E40C01-080C-42DD-9960-D73A081D6B56}" dt="2025-06-20T04:28:12.619" v="1681" actId="478"/>
          <ac:spMkLst>
            <pc:docMk/>
            <pc:sldMk cId="4239237017" sldId="850"/>
            <ac:spMk id="26" creationId="{EB48E396-64E2-E93B-214C-49D48BA38F62}"/>
          </ac:spMkLst>
        </pc:spChg>
        <pc:spChg chg="del">
          <ac:chgData name="최문영" userId="c9c2ca5b-20f2-48c9-9e1f-a03229bf2768" providerId="ADAL" clId="{13E40C01-080C-42DD-9960-D73A081D6B56}" dt="2025-06-20T04:28:12.619" v="1681" actId="478"/>
          <ac:spMkLst>
            <pc:docMk/>
            <pc:sldMk cId="4239237017" sldId="850"/>
            <ac:spMk id="27" creationId="{9E120C5A-13CD-58AD-67FE-C28D714EC480}"/>
          </ac:spMkLst>
        </pc:spChg>
        <pc:spChg chg="del">
          <ac:chgData name="최문영" userId="c9c2ca5b-20f2-48c9-9e1f-a03229bf2768" providerId="ADAL" clId="{13E40C01-080C-42DD-9960-D73A081D6B56}" dt="2025-06-20T04:28:12.619" v="1681" actId="478"/>
          <ac:spMkLst>
            <pc:docMk/>
            <pc:sldMk cId="4239237017" sldId="850"/>
            <ac:spMk id="29" creationId="{16EDF15A-4616-985F-F665-2600F9532C4C}"/>
          </ac:spMkLst>
        </pc:spChg>
        <pc:spChg chg="del">
          <ac:chgData name="최문영" userId="c9c2ca5b-20f2-48c9-9e1f-a03229bf2768" providerId="ADAL" clId="{13E40C01-080C-42DD-9960-D73A081D6B56}" dt="2025-06-20T04:28:12.619" v="1681" actId="478"/>
          <ac:spMkLst>
            <pc:docMk/>
            <pc:sldMk cId="4239237017" sldId="850"/>
            <ac:spMk id="30" creationId="{88314FDC-0B98-8744-1EBA-26F76F6C11BF}"/>
          </ac:spMkLst>
        </pc:spChg>
        <pc:spChg chg="del">
          <ac:chgData name="최문영" userId="c9c2ca5b-20f2-48c9-9e1f-a03229bf2768" providerId="ADAL" clId="{13E40C01-080C-42DD-9960-D73A081D6B56}" dt="2025-06-20T04:28:12.619" v="1681" actId="478"/>
          <ac:spMkLst>
            <pc:docMk/>
            <pc:sldMk cId="4239237017" sldId="850"/>
            <ac:spMk id="31" creationId="{A2B43415-47B0-95A9-3BF6-DBCDC27FEC56}"/>
          </ac:spMkLst>
        </pc:spChg>
        <pc:spChg chg="mod">
          <ac:chgData name="최문영" userId="c9c2ca5b-20f2-48c9-9e1f-a03229bf2768" providerId="ADAL" clId="{13E40C01-080C-42DD-9960-D73A081D6B56}" dt="2025-06-20T04:55:00.211" v="2215" actId="20577"/>
          <ac:spMkLst>
            <pc:docMk/>
            <pc:sldMk cId="4239237017" sldId="850"/>
            <ac:spMk id="47" creationId="{A3425581-F002-97F3-2A06-A74FD7E3A44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/>
              <a:t>Weekly meeting </a:t>
            </a:r>
            <a:r>
              <a:rPr lang="ko-KR" altLang="en-US" sz="1100"/>
              <a:t>표지</a:t>
            </a:r>
            <a:endParaRPr lang="en-US" altLang="ko-KR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353-8775-7F46-33DC-C7416FA6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9470A-F3FD-3DC0-3251-5C13C2F2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8B91D-070B-1486-F3B7-91BABE1F1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29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927AC-4B9F-E203-AD1E-259DE27C8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60E40-C2C9-3C24-F599-78F024A62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802E95-491D-E244-EF6C-0FD304DC4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7842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353-8775-7F46-33DC-C7416FA6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9470A-F3FD-3DC0-3251-5C13C2F2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8B91D-070B-1486-F3B7-91BABE1F1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29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0F5EB-7CFA-91DE-592F-9B7C4B48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C9EA2E-F68D-77BE-FFBE-52F8FBD22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B43908-DC3F-33F6-C25E-6F02840DF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6203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7AABF-7DDB-D9E5-14DB-60C9E065C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55EB6E-98C7-9AC7-FE3A-5A43F92CF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9A8099-8F19-4134-7CC3-B074AC0DC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4576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3C691-B62C-E0D8-708B-3342C686A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AD8937-FA55-A539-0998-09B1EE8FC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ACAD87-E0A6-42C3-F528-9475DAB15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846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25.06.20.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41888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Goal: Analyzing Latency in Autonomous Drone Navigation via Offboarding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Requirement: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trike="noStrike" spc="-1" dirty="0">
                <a:solidFill>
                  <a:srgbClr val="000000"/>
                </a:solidFill>
                <a:latin typeface="Times New Roman"/>
              </a:rPr>
              <a:t>Understanding the Logic of Autonomous Drone Navigation via Offboarding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trike="noStrike" spc="-1" dirty="0">
                <a:solidFill>
                  <a:srgbClr val="C00000"/>
                </a:solidFill>
                <a:latin typeface="Times New Roman"/>
              </a:rPr>
              <a:t>Analyzing Latency at Each Stage of the Process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trike="noStrike" spc="-1" dirty="0">
                <a:solidFill>
                  <a:srgbClr val="000000"/>
                </a:solidFill>
                <a:latin typeface="Times New Roman"/>
              </a:rPr>
              <a:t>Testing ROS Topics Required for Latency Measurement and Autonomous Navigation</a:t>
            </a:r>
          </a:p>
          <a:p>
            <a:pPr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  <a:p>
            <a:pPr marL="457200"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D2A7-C96B-3144-F3EA-300B5971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CBB9C4D-DB82-DDCA-C310-51E2AFFAB923}"/>
              </a:ext>
            </a:extLst>
          </p:cNvPr>
          <p:cNvSpPr txBox="1"/>
          <p:nvPr/>
        </p:nvSpPr>
        <p:spPr>
          <a:xfrm>
            <a:off x="203699" y="998257"/>
            <a:ext cx="8686301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On-boarding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Off-boarding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1DAD42B-247B-2347-B886-432AA927E7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CE039-9F5D-1879-7243-B767CB1F54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7C2494-BEFF-CA5D-00D5-360FE2CF82E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Background(</a:t>
            </a:r>
            <a:r>
              <a:rPr lang="en-US" altLang="ko-KR" sz="3600" b="1" strike="noStrike" spc="-1">
                <a:solidFill>
                  <a:srgbClr val="002060"/>
                </a:solidFill>
                <a:latin typeface="Times New Roman"/>
                <a:ea typeface="DejaVu Sans"/>
              </a:rPr>
              <a:t>Onboarding &amp; Offboarding</a:t>
            </a:r>
            <a:r>
              <a:rPr lang="en-US" altLang="ko-KR" sz="3600" b="1" strike="noStrike" spc="-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ko-KR" sz="3600" b="1" strike="noStrike" spc="-1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8C5ED0-8136-FB59-8769-EAC0CD9D6A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9F4A699-B35A-5B6A-50BC-6245BE67F447}"/>
              </a:ext>
            </a:extLst>
          </p:cNvPr>
          <p:cNvSpPr/>
          <p:nvPr/>
        </p:nvSpPr>
        <p:spPr>
          <a:xfrm>
            <a:off x="519331" y="3347173"/>
            <a:ext cx="1714063" cy="10618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pub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1C6DE50-F58B-4C75-B688-93280EBCC05A}"/>
              </a:ext>
            </a:extLst>
          </p:cNvPr>
          <p:cNvSpPr/>
          <p:nvPr/>
        </p:nvSpPr>
        <p:spPr>
          <a:xfrm>
            <a:off x="2591750" y="3347173"/>
            <a:ext cx="1980247" cy="10618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DDS to 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C83517B-71D7-17F8-965D-6A595041BD17}"/>
              </a:ext>
            </a:extLst>
          </p:cNvPr>
          <p:cNvSpPr/>
          <p:nvPr/>
        </p:nvSpPr>
        <p:spPr>
          <a:xfrm>
            <a:off x="4930353" y="3347173"/>
            <a:ext cx="2136079" cy="10618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역할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993E46B6-84B4-BF25-94C1-04009347512F}"/>
              </a:ext>
            </a:extLst>
          </p:cNvPr>
          <p:cNvSpPr/>
          <p:nvPr/>
        </p:nvSpPr>
        <p:spPr>
          <a:xfrm>
            <a:off x="1961800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259D3B04-CACA-5C8E-0766-E6A6D670208B}"/>
              </a:ext>
            </a:extLst>
          </p:cNvPr>
          <p:cNvSpPr/>
          <p:nvPr/>
        </p:nvSpPr>
        <p:spPr>
          <a:xfrm>
            <a:off x="4300403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1BF1286A-52A4-8834-0148-5048E7797093}"/>
              </a:ext>
            </a:extLst>
          </p:cNvPr>
          <p:cNvSpPr/>
          <p:nvPr/>
        </p:nvSpPr>
        <p:spPr>
          <a:xfrm>
            <a:off x="6794838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E6EA12F-6A65-D4E3-7659-6B09CDAC956C}"/>
              </a:ext>
            </a:extLst>
          </p:cNvPr>
          <p:cNvSpPr/>
          <p:nvPr/>
        </p:nvSpPr>
        <p:spPr>
          <a:xfrm>
            <a:off x="515448" y="1516802"/>
            <a:ext cx="2136079" cy="10618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역할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A6A04B-225C-D7FA-5ECA-CEE9768B77A3}"/>
              </a:ext>
            </a:extLst>
          </p:cNvPr>
          <p:cNvSpPr/>
          <p:nvPr/>
        </p:nvSpPr>
        <p:spPr>
          <a:xfrm>
            <a:off x="3009883" y="1516802"/>
            <a:ext cx="1224115" cy="106188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  <a:p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F6733F96-5949-56B2-94DD-D244B440D3A7}"/>
              </a:ext>
            </a:extLst>
          </p:cNvPr>
          <p:cNvSpPr/>
          <p:nvPr/>
        </p:nvSpPr>
        <p:spPr>
          <a:xfrm>
            <a:off x="2379933" y="1696006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7839D7-43E7-61FB-2A7D-38F09CE11F4C}"/>
              </a:ext>
            </a:extLst>
          </p:cNvPr>
          <p:cNvSpPr txBox="1"/>
          <p:nvPr/>
        </p:nvSpPr>
        <p:spPr>
          <a:xfrm>
            <a:off x="4592354" y="1592062"/>
            <a:ext cx="30641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PX4: </a:t>
            </a:r>
            <a:r>
              <a:rPr lang="ko-KR" alt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드론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제어 펌웨어</a:t>
            </a:r>
            <a:endParaRPr lang="en-US" altLang="ko-KR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UAV 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protocl</a:t>
            </a:r>
            <a:endParaRPr lang="en-US" altLang="ko-KR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MAVROS: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DDS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en-US" altLang="ko-KR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변환</a:t>
            </a:r>
          </a:p>
        </p:txBody>
      </p:sp>
      <p:sp>
        <p:nvSpPr>
          <p:cNvPr id="27" name="왼쪽 중괄호 26">
            <a:extLst>
              <a:ext uri="{FF2B5EF4-FFF2-40B4-BE49-F238E27FC236}">
                <a16:creationId xmlns:a16="http://schemas.microsoft.com/office/drawing/2014/main" id="{99C86CEC-DEBE-8F7B-61D3-81D4492B2C63}"/>
              </a:ext>
            </a:extLst>
          </p:cNvPr>
          <p:cNvSpPr/>
          <p:nvPr/>
        </p:nvSpPr>
        <p:spPr>
          <a:xfrm rot="16200000">
            <a:off x="2355387" y="2584479"/>
            <a:ext cx="385114" cy="4217917"/>
          </a:xfrm>
          <a:prstGeom prst="leftBrace">
            <a:avLst/>
          </a:prstGeom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39DE7F-0266-44B3-03F5-D23C5029C9ED}"/>
              </a:ext>
            </a:extLst>
          </p:cNvPr>
          <p:cNvSpPr txBox="1"/>
          <p:nvPr/>
        </p:nvSpPr>
        <p:spPr>
          <a:xfrm>
            <a:off x="2050626" y="4951731"/>
            <a:ext cx="170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발생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7483112-8354-18F3-33A4-8C713B368330}"/>
              </a:ext>
            </a:extLst>
          </p:cNvPr>
          <p:cNvSpPr/>
          <p:nvPr/>
        </p:nvSpPr>
        <p:spPr>
          <a:xfrm>
            <a:off x="7424788" y="3347173"/>
            <a:ext cx="1224115" cy="106188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  <a:p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6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E397-0274-5669-5FA9-FE6A2BA8B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F509898-A04D-F9E7-900A-E2EE1CD17B2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DCC73EB-F230-E38D-2CA9-9820FF6D8F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4CEE338F-7546-C59D-5838-AEE12F88746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Background(Offboarding Mechanism)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BBBA97-F5F6-16A2-C5DA-300207657A0A}"/>
              </a:ext>
            </a:extLst>
          </p:cNvPr>
          <p:cNvSpPr/>
          <p:nvPr/>
        </p:nvSpPr>
        <p:spPr>
          <a:xfrm>
            <a:off x="45993" y="902427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62D1C68-265A-356D-6398-AF109CB3679D}"/>
              </a:ext>
            </a:extLst>
          </p:cNvPr>
          <p:cNvSpPr/>
          <p:nvPr/>
        </p:nvSpPr>
        <p:spPr>
          <a:xfrm>
            <a:off x="702210" y="1800444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7D13C57-9F5A-5A85-592B-A6529DB92B87}"/>
              </a:ext>
            </a:extLst>
          </p:cNvPr>
          <p:cNvSpPr/>
          <p:nvPr/>
        </p:nvSpPr>
        <p:spPr>
          <a:xfrm>
            <a:off x="702210" y="2648597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/takeoff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F6F8863-9861-76AB-316B-6F1E9C92022A}"/>
              </a:ext>
            </a:extLst>
          </p:cNvPr>
          <p:cNvSpPr/>
          <p:nvPr/>
        </p:nvSpPr>
        <p:spPr>
          <a:xfrm>
            <a:off x="702209" y="3496750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3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set_mode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0713389-AAEF-1C8A-0562-C93282D160BA}"/>
              </a:ext>
            </a:extLst>
          </p:cNvPr>
          <p:cNvSpPr/>
          <p:nvPr/>
        </p:nvSpPr>
        <p:spPr>
          <a:xfrm>
            <a:off x="702210" y="4722542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4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FFB3E3D-203A-A94D-B483-36988D5A19E7}"/>
              </a:ext>
            </a:extLst>
          </p:cNvPr>
          <p:cNvSpPr/>
          <p:nvPr/>
        </p:nvSpPr>
        <p:spPr>
          <a:xfrm>
            <a:off x="702209" y="557069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5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/battery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4E1A7C-13C3-DD37-620E-75B705DD4247}"/>
              </a:ext>
            </a:extLst>
          </p:cNvPr>
          <p:cNvSpPr/>
          <p:nvPr/>
        </p:nvSpPr>
        <p:spPr>
          <a:xfrm>
            <a:off x="519301" y="1468061"/>
            <a:ext cx="2073292" cy="27604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call</a:t>
            </a: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02537E-CAE9-665F-B3E3-CC950BA6C3BB}"/>
              </a:ext>
            </a:extLst>
          </p:cNvPr>
          <p:cNvSpPr/>
          <p:nvPr/>
        </p:nvSpPr>
        <p:spPr>
          <a:xfrm>
            <a:off x="519301" y="4343143"/>
            <a:ext cx="2073292" cy="19726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pub</a:t>
            </a: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4758596-C53F-0D75-838B-48A71AE31112}"/>
              </a:ext>
            </a:extLst>
          </p:cNvPr>
          <p:cNvSpPr/>
          <p:nvPr/>
        </p:nvSpPr>
        <p:spPr>
          <a:xfrm>
            <a:off x="3683942" y="4284531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A0A498DE-DAE4-833C-707D-ABF648948450}"/>
              </a:ext>
            </a:extLst>
          </p:cNvPr>
          <p:cNvCxnSpPr>
            <a:cxnSpLocks/>
            <a:stCxn id="2" idx="3"/>
            <a:endCxn id="16" idx="1"/>
          </p:cNvCxnSpPr>
          <p:nvPr/>
        </p:nvCxnSpPr>
        <p:spPr>
          <a:xfrm flipV="1">
            <a:off x="2441984" y="1847666"/>
            <a:ext cx="3665393" cy="278878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DEB420D-49B0-97A9-1832-8A67732947A3}"/>
              </a:ext>
            </a:extLst>
          </p:cNvPr>
          <p:cNvSpPr/>
          <p:nvPr/>
        </p:nvSpPr>
        <p:spPr>
          <a:xfrm>
            <a:off x="6107377" y="1521566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연결선: 구부러짐 18">
            <a:extLst>
              <a:ext uri="{FF2B5EF4-FFF2-40B4-BE49-F238E27FC236}">
                <a16:creationId xmlns:a16="http://schemas.microsoft.com/office/drawing/2014/main" id="{D9B3871A-2C21-282E-8934-42A527C135A9}"/>
              </a:ext>
            </a:extLst>
          </p:cNvPr>
          <p:cNvCxnSpPr>
            <a:cxnSpLocks/>
            <a:stCxn id="3" idx="3"/>
            <a:endCxn id="16" idx="1"/>
          </p:cNvCxnSpPr>
          <p:nvPr/>
        </p:nvCxnSpPr>
        <p:spPr>
          <a:xfrm flipV="1">
            <a:off x="2441984" y="1847666"/>
            <a:ext cx="3665393" cy="1127031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0EC299CE-8439-DFE6-17C7-C4B82804E03E}"/>
              </a:ext>
            </a:extLst>
          </p:cNvPr>
          <p:cNvCxnSpPr>
            <a:cxnSpLocks/>
            <a:stCxn id="4" idx="3"/>
            <a:endCxn id="16" idx="1"/>
          </p:cNvCxnSpPr>
          <p:nvPr/>
        </p:nvCxnSpPr>
        <p:spPr>
          <a:xfrm flipV="1">
            <a:off x="2441984" y="1847666"/>
            <a:ext cx="3665393" cy="1975184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4BF24A9E-392B-D9CA-0316-3356528FDC4B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 flipV="1">
            <a:off x="5423717" y="1847666"/>
            <a:ext cx="683660" cy="276296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208E99C-5C9A-C373-F943-91C6718813C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2441985" y="4610631"/>
            <a:ext cx="1241957" cy="43801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D54F537-879B-4C22-D1E1-51732CEC8BD1}"/>
              </a:ext>
            </a:extLst>
          </p:cNvPr>
          <p:cNvSpPr/>
          <p:nvPr/>
        </p:nvSpPr>
        <p:spPr>
          <a:xfrm>
            <a:off x="6308807" y="4280444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9B4FD4C2-D300-20AC-8B4A-207AAF699671}"/>
              </a:ext>
            </a:extLst>
          </p:cNvPr>
          <p:cNvCxnSpPr>
            <a:cxnSpLocks/>
            <a:endCxn id="45" idx="1"/>
          </p:cNvCxnSpPr>
          <p:nvPr/>
        </p:nvCxnSpPr>
        <p:spPr>
          <a:xfrm rot="5400000">
            <a:off x="5315916" y="3166658"/>
            <a:ext cx="2432778" cy="446995"/>
          </a:xfrm>
          <a:prstGeom prst="curvedConnector4">
            <a:avLst>
              <a:gd name="adj1" fmla="val 43298"/>
              <a:gd name="adj2" fmla="val 15114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구부러짐 51">
            <a:extLst>
              <a:ext uri="{FF2B5EF4-FFF2-40B4-BE49-F238E27FC236}">
                <a16:creationId xmlns:a16="http://schemas.microsoft.com/office/drawing/2014/main" id="{7821DAE7-E224-8DF1-C177-F2EAF5CF5190}"/>
              </a:ext>
            </a:extLst>
          </p:cNvPr>
          <p:cNvCxnSpPr>
            <a:cxnSpLocks/>
            <a:stCxn id="45" idx="3"/>
          </p:cNvCxnSpPr>
          <p:nvPr/>
        </p:nvCxnSpPr>
        <p:spPr>
          <a:xfrm flipH="1" flipV="1">
            <a:off x="7207624" y="2173766"/>
            <a:ext cx="438098" cy="2432778"/>
          </a:xfrm>
          <a:prstGeom prst="curvedConnector4">
            <a:avLst>
              <a:gd name="adj1" fmla="val -52180"/>
              <a:gd name="adj2" fmla="val 567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구부러짐 57">
            <a:extLst>
              <a:ext uri="{FF2B5EF4-FFF2-40B4-BE49-F238E27FC236}">
                <a16:creationId xmlns:a16="http://schemas.microsoft.com/office/drawing/2014/main" id="{DCD215C3-8E4F-BA31-406A-32CA607212E3}"/>
              </a:ext>
            </a:extLst>
          </p:cNvPr>
          <p:cNvCxnSpPr>
            <a:cxnSpLocks/>
            <a:stCxn id="16" idx="3"/>
            <a:endCxn id="63" idx="3"/>
          </p:cNvCxnSpPr>
          <p:nvPr/>
        </p:nvCxnSpPr>
        <p:spPr>
          <a:xfrm>
            <a:off x="7847152" y="1847666"/>
            <a:ext cx="334228" cy="4050733"/>
          </a:xfrm>
          <a:prstGeom prst="curvedConnector3">
            <a:avLst>
              <a:gd name="adj1" fmla="val 16839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4266EB1B-9EE9-43AF-8C1A-FD5BCF1F6E2C}"/>
              </a:ext>
            </a:extLst>
          </p:cNvPr>
          <p:cNvSpPr/>
          <p:nvPr/>
        </p:nvSpPr>
        <p:spPr>
          <a:xfrm>
            <a:off x="6441605" y="5572299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/state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DA2941-B175-D170-95E3-28ADE915D02E}"/>
              </a:ext>
            </a:extLst>
          </p:cNvPr>
          <p:cNvSpPr txBox="1"/>
          <p:nvPr/>
        </p:nvSpPr>
        <p:spPr>
          <a:xfrm>
            <a:off x="7183144" y="3417613"/>
            <a:ext cx="104858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현재 </a:t>
            </a:r>
            <a:r>
              <a:rPr lang="ko-KR" alt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드론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상태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47173D1-2189-96A7-BD72-2824F6F40700}"/>
              </a:ext>
            </a:extLst>
          </p:cNvPr>
          <p:cNvSpPr txBox="1"/>
          <p:nvPr/>
        </p:nvSpPr>
        <p:spPr>
          <a:xfrm>
            <a:off x="5940262" y="3202233"/>
            <a:ext cx="668459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x: 1.0</a:t>
            </a:r>
          </a:p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y: 1.0</a:t>
            </a:r>
          </a:p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z: 5.0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DF28D5B-7680-5148-4782-5202AE9A2B2B}"/>
              </a:ext>
            </a:extLst>
          </p:cNvPr>
          <p:cNvSpPr txBox="1"/>
          <p:nvPr/>
        </p:nvSpPr>
        <p:spPr>
          <a:xfrm>
            <a:off x="2772615" y="4343143"/>
            <a:ext cx="668459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x: 1.0</a:t>
            </a:r>
          </a:p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y: 1.0</a:t>
            </a:r>
          </a:p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z: 5.0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B130651-D8AC-6BA6-619E-4FDF51BE04CE}"/>
              </a:ext>
            </a:extLst>
          </p:cNvPr>
          <p:cNvSpPr txBox="1"/>
          <p:nvPr/>
        </p:nvSpPr>
        <p:spPr>
          <a:xfrm>
            <a:off x="2997226" y="5204219"/>
            <a:ext cx="2369066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keep-alive message</a:t>
            </a: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(offboard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유지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852D786-E250-CDEC-A4E1-C0BCFC793394}"/>
              </a:ext>
            </a:extLst>
          </p:cNvPr>
          <p:cNvSpPr txBox="1"/>
          <p:nvPr/>
        </p:nvSpPr>
        <p:spPr>
          <a:xfrm>
            <a:off x="519301" y="1091492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3DC3D-12A0-92E9-865B-1538DC968F41}"/>
              </a:ext>
            </a:extLst>
          </p:cNvPr>
          <p:cNvSpPr txBox="1"/>
          <p:nvPr/>
        </p:nvSpPr>
        <p:spPr>
          <a:xfrm>
            <a:off x="7825744" y="4715406"/>
            <a:ext cx="104858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현재 </a:t>
            </a:r>
            <a:r>
              <a:rPr lang="ko-KR" alt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드론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상태</a:t>
            </a:r>
          </a:p>
        </p:txBody>
      </p:sp>
    </p:spTree>
    <p:extLst>
      <p:ext uri="{BB962C8B-B14F-4D97-AF65-F5344CB8AC3E}">
        <p14:creationId xmlns:p14="http://schemas.microsoft.com/office/powerpoint/2010/main" val="302761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D2A7-C96B-3144-F3EA-300B5971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CBB9C4D-DB82-DDCA-C310-51E2AFFAB923}"/>
              </a:ext>
            </a:extLst>
          </p:cNvPr>
          <p:cNvSpPr txBox="1"/>
          <p:nvPr/>
        </p:nvSpPr>
        <p:spPr>
          <a:xfrm>
            <a:off x="203699" y="998257"/>
            <a:ext cx="8686301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mavros_node.cpp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/plugins/command.cpp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/plugins/0000.cpp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/lib/mavros_router.cpp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/lib/mavros_uas.cpp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1DAD42B-247B-2347-B886-432AA927E7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CE039-9F5D-1879-7243-B767CB1F54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7C2494-BEFF-CA5D-00D5-360FE2CF82E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>
                <a:solidFill>
                  <a:srgbClr val="002060"/>
                </a:solidFill>
                <a:latin typeface="Times New Roman"/>
                <a:ea typeface="DejaVu Sans"/>
              </a:rPr>
              <a:t>MAVROS Node</a:t>
            </a:r>
            <a:endParaRPr lang="en-US" altLang="ko-KR" sz="3600" b="1" strike="noStrike" spc="-1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8C5ED0-8136-FB59-8769-EAC0CD9D6A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E269428-9A64-9AC2-8C37-4986CD214047}"/>
              </a:ext>
            </a:extLst>
          </p:cNvPr>
          <p:cNvSpPr/>
          <p:nvPr/>
        </p:nvSpPr>
        <p:spPr>
          <a:xfrm>
            <a:off x="254000" y="1155812"/>
            <a:ext cx="1460077" cy="37332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1491DD-378F-203B-6E75-11A1616958AC}"/>
              </a:ext>
            </a:extLst>
          </p:cNvPr>
          <p:cNvSpPr/>
          <p:nvPr/>
        </p:nvSpPr>
        <p:spPr>
          <a:xfrm>
            <a:off x="7212449" y="1155812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62EAAFB-070A-AD7B-50FA-A5FEF4F84B6D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714077" y="1342473"/>
            <a:ext cx="1253295" cy="310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A3FCA7B-F2CA-05C1-9F76-6C807120068F}"/>
              </a:ext>
            </a:extLst>
          </p:cNvPr>
          <p:cNvSpPr/>
          <p:nvPr/>
        </p:nvSpPr>
        <p:spPr>
          <a:xfrm>
            <a:off x="254000" y="1308212"/>
            <a:ext cx="1460077" cy="37332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06260D9-E443-21D6-E0D5-DD71EE075153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1714077" y="1494873"/>
            <a:ext cx="1253295" cy="158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F43F309-4F41-CA58-F8A5-DC265BCB33BC}"/>
              </a:ext>
            </a:extLst>
          </p:cNvPr>
          <p:cNvSpPr/>
          <p:nvPr/>
        </p:nvSpPr>
        <p:spPr>
          <a:xfrm>
            <a:off x="254000" y="1460612"/>
            <a:ext cx="1460077" cy="37332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092E522-E320-1C43-9644-6EB22A5344F1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1714077" y="1647273"/>
            <a:ext cx="1253295" cy="5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419537B-C899-93E4-3A0E-603C4F421572}"/>
              </a:ext>
            </a:extLst>
          </p:cNvPr>
          <p:cNvSpPr/>
          <p:nvPr/>
        </p:nvSpPr>
        <p:spPr>
          <a:xfrm>
            <a:off x="254000" y="1613012"/>
            <a:ext cx="1460077" cy="37332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F1083F8-2E61-A5E3-88D8-CAE21E406E49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1714077" y="1653243"/>
            <a:ext cx="1253295" cy="146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75BE2CC-01D5-69F5-CB97-8E16AD03861E}"/>
              </a:ext>
            </a:extLst>
          </p:cNvPr>
          <p:cNvSpPr/>
          <p:nvPr/>
        </p:nvSpPr>
        <p:spPr>
          <a:xfrm>
            <a:off x="254000" y="1765412"/>
            <a:ext cx="1460077" cy="37332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356F2AB8-B38D-0708-F25C-7DF67476F813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1714077" y="1653243"/>
            <a:ext cx="1253295" cy="298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39D03B5C-CABC-2A11-3EE2-3821BB20A515}"/>
              </a:ext>
            </a:extLst>
          </p:cNvPr>
          <p:cNvSpPr/>
          <p:nvPr/>
        </p:nvSpPr>
        <p:spPr>
          <a:xfrm>
            <a:off x="2967372" y="1157228"/>
            <a:ext cx="3132214" cy="2048551"/>
          </a:xfrm>
          <a:prstGeom prst="roundRect">
            <a:avLst>
              <a:gd name="adj" fmla="val 4175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 Node</a:t>
            </a:r>
          </a:p>
          <a:p>
            <a:pPr marL="342900" indent="-342900">
              <a:buAutoNum type="arabicPeriod"/>
            </a:pPr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D5663C8F-85ED-4A5A-787C-4C2919AF322D}"/>
              </a:ext>
            </a:extLst>
          </p:cNvPr>
          <p:cNvSpPr/>
          <p:nvPr/>
        </p:nvSpPr>
        <p:spPr>
          <a:xfrm>
            <a:off x="3119172" y="1563623"/>
            <a:ext cx="1460077" cy="37332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관리</a:t>
            </a:r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9762E08B-495C-F3A2-A99B-7275A89B71B2}"/>
              </a:ext>
            </a:extLst>
          </p:cNvPr>
          <p:cNvSpPr/>
          <p:nvPr/>
        </p:nvSpPr>
        <p:spPr>
          <a:xfrm>
            <a:off x="3119172" y="2142752"/>
            <a:ext cx="1460077" cy="37332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lang="ko-KR" alt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변환</a:t>
            </a:r>
            <a:endParaRPr lang="en-US" altLang="ko-KR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039A8A5A-3E7E-AAA8-5A34-B27C6F46E6F7}"/>
              </a:ext>
            </a:extLst>
          </p:cNvPr>
          <p:cNvSpPr/>
          <p:nvPr/>
        </p:nvSpPr>
        <p:spPr>
          <a:xfrm>
            <a:off x="3119172" y="2698378"/>
            <a:ext cx="1460077" cy="37332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r>
              <a:rPr lang="ko-KR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관리</a:t>
            </a:r>
            <a:endParaRPr lang="en-US" altLang="ko-KR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FECF8277-DD72-91DD-09D6-0274B69D50FD}"/>
              </a:ext>
            </a:extLst>
          </p:cNvPr>
          <p:cNvSpPr/>
          <p:nvPr/>
        </p:nvSpPr>
        <p:spPr>
          <a:xfrm>
            <a:off x="4786031" y="1534268"/>
            <a:ext cx="1161754" cy="6398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routing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90B4767D-837F-6705-B2AD-3DCDD677C743}"/>
              </a:ext>
            </a:extLst>
          </p:cNvPr>
          <p:cNvSpPr/>
          <p:nvPr/>
        </p:nvSpPr>
        <p:spPr>
          <a:xfrm>
            <a:off x="254000" y="2296537"/>
            <a:ext cx="1460077" cy="37332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Topic</a:t>
            </a: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1E154B69-6E41-F30A-2595-09E86A8D71B5}"/>
              </a:ext>
            </a:extLst>
          </p:cNvPr>
          <p:cNvCxnSpPr>
            <a:cxnSpLocks/>
            <a:stCxn id="107" idx="3"/>
          </p:cNvCxnSpPr>
          <p:nvPr/>
        </p:nvCxnSpPr>
        <p:spPr>
          <a:xfrm>
            <a:off x="1714077" y="2483198"/>
            <a:ext cx="1253295" cy="310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B008B8FF-3395-DAC7-5E69-4ADDE1BD9D91}"/>
              </a:ext>
            </a:extLst>
          </p:cNvPr>
          <p:cNvSpPr/>
          <p:nvPr/>
        </p:nvSpPr>
        <p:spPr>
          <a:xfrm>
            <a:off x="254000" y="2448937"/>
            <a:ext cx="1460077" cy="37332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Topic</a:t>
            </a: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DA9DC592-BAD9-3D46-DFBF-C75E22F40AEF}"/>
              </a:ext>
            </a:extLst>
          </p:cNvPr>
          <p:cNvCxnSpPr>
            <a:cxnSpLocks/>
            <a:stCxn id="109" idx="3"/>
          </p:cNvCxnSpPr>
          <p:nvPr/>
        </p:nvCxnSpPr>
        <p:spPr>
          <a:xfrm>
            <a:off x="1714077" y="2635598"/>
            <a:ext cx="1253295" cy="158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526FE62D-A324-D979-D3EC-A9A128D0F4E4}"/>
              </a:ext>
            </a:extLst>
          </p:cNvPr>
          <p:cNvSpPr/>
          <p:nvPr/>
        </p:nvSpPr>
        <p:spPr>
          <a:xfrm>
            <a:off x="254000" y="2601337"/>
            <a:ext cx="1460077" cy="37332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Topic</a:t>
            </a: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E63FEB5B-2D09-0A1C-AB3A-7A9CD1B25FA6}"/>
              </a:ext>
            </a:extLst>
          </p:cNvPr>
          <p:cNvCxnSpPr>
            <a:cxnSpLocks/>
            <a:stCxn id="111" idx="3"/>
          </p:cNvCxnSpPr>
          <p:nvPr/>
        </p:nvCxnSpPr>
        <p:spPr>
          <a:xfrm>
            <a:off x="1714077" y="2787998"/>
            <a:ext cx="1253295" cy="5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14F3520F-E5AA-2735-B14B-AE6A22FC704F}"/>
              </a:ext>
            </a:extLst>
          </p:cNvPr>
          <p:cNvSpPr/>
          <p:nvPr/>
        </p:nvSpPr>
        <p:spPr>
          <a:xfrm>
            <a:off x="254000" y="2753737"/>
            <a:ext cx="1460077" cy="37332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Topic</a:t>
            </a: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7A4B4975-62B1-AA86-0343-2D118253BEFF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1714077" y="2793968"/>
            <a:ext cx="1253295" cy="146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50EFC0DD-5093-BA8F-6438-1E5C49094FC4}"/>
              </a:ext>
            </a:extLst>
          </p:cNvPr>
          <p:cNvSpPr/>
          <p:nvPr/>
        </p:nvSpPr>
        <p:spPr>
          <a:xfrm>
            <a:off x="254000" y="2906137"/>
            <a:ext cx="1460077" cy="37332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Topic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FBFD2DD5-F070-9E47-1BBE-3B06BAE4DFCB}"/>
              </a:ext>
            </a:extLst>
          </p:cNvPr>
          <p:cNvCxnSpPr>
            <a:cxnSpLocks/>
            <a:stCxn id="115" idx="3"/>
          </p:cNvCxnSpPr>
          <p:nvPr/>
        </p:nvCxnSpPr>
        <p:spPr>
          <a:xfrm flipV="1">
            <a:off x="1714077" y="2793968"/>
            <a:ext cx="1253295" cy="298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C879C97A-BBE1-DB67-089A-9A380883C835}"/>
              </a:ext>
            </a:extLst>
          </p:cNvPr>
          <p:cNvCxnSpPr>
            <a:endCxn id="9" idx="1"/>
          </p:cNvCxnSpPr>
          <p:nvPr/>
        </p:nvCxnSpPr>
        <p:spPr>
          <a:xfrm>
            <a:off x="6099586" y="1529134"/>
            <a:ext cx="1112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019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C3BC-3CA2-B600-15F1-AB6911DF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31AB5EA-11F3-13A3-AF93-6AB9B8FD17FB}"/>
              </a:ext>
            </a:extLst>
          </p:cNvPr>
          <p:cNvSpPr txBox="1"/>
          <p:nvPr/>
        </p:nvSpPr>
        <p:spPr>
          <a:xfrm>
            <a:off x="203699" y="998257"/>
            <a:ext cx="8686301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call /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mavros_node.cpp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command.cpp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arming_cb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send_command_long_and_wait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commande_long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mavros_uas.cpp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msg_set_target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B6B66EF-9F1B-E975-1AF5-24B3C568B2E0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0E0FA00-7865-26CA-BAA2-8E28ABDA31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AC22EF8-5B7A-7F3E-2E5D-CD707B5308DE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command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실행 과정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E97613F-C78F-2EFC-9275-B7C33C92F5D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694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8236B-CC15-C98E-93FF-A5D2C9797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C2E3A773-81C8-1A26-6B44-B25145EEDB8D}"/>
              </a:ext>
            </a:extLst>
          </p:cNvPr>
          <p:cNvSpPr txBox="1"/>
          <p:nvPr/>
        </p:nvSpPr>
        <p:spPr>
          <a:xfrm>
            <a:off x="203699" y="998257"/>
            <a:ext cx="86863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길이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1000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8026BE42-D959-C90C-A67E-C6988DD9ADD6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E91DD02-9DB6-0324-698A-71C67F0CDD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EC75E25-0BBD-CEB3-63E5-C33131E72970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Queue </a:t>
            </a:r>
            <a:r>
              <a:rPr lang="ko-KR" altLang="en-US" sz="3600" b="1" spc="-1">
                <a:solidFill>
                  <a:srgbClr val="002060"/>
                </a:solidFill>
                <a:latin typeface="Times New Roman"/>
                <a:ea typeface="DejaVu Sans"/>
              </a:rPr>
              <a:t>구조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3EA8295-E4CA-82FE-D690-938192A5236C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267EEEA-C906-8854-3E8C-E42529A60CA3}"/>
              </a:ext>
            </a:extLst>
          </p:cNvPr>
          <p:cNvSpPr/>
          <p:nvPr/>
        </p:nvSpPr>
        <p:spPr>
          <a:xfrm>
            <a:off x="405824" y="1580816"/>
            <a:ext cx="1799494" cy="3916341"/>
          </a:xfrm>
          <a:prstGeom prst="roundRect">
            <a:avLst>
              <a:gd name="adj" fmla="val 5906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별 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657B6A4-B9BE-4B6E-D609-AC4C1F2232C7}"/>
              </a:ext>
            </a:extLst>
          </p:cNvPr>
          <p:cNvSpPr/>
          <p:nvPr/>
        </p:nvSpPr>
        <p:spPr>
          <a:xfrm>
            <a:off x="607791" y="2263441"/>
            <a:ext cx="1395560" cy="652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9F8DEAF-7319-A139-A3E1-4811D62418A3}"/>
              </a:ext>
            </a:extLst>
          </p:cNvPr>
          <p:cNvSpPr/>
          <p:nvPr/>
        </p:nvSpPr>
        <p:spPr>
          <a:xfrm>
            <a:off x="607791" y="3135851"/>
            <a:ext cx="1395560" cy="652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2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46FB29C-F78B-48A8-B929-5CEF5E7446B9}"/>
              </a:ext>
            </a:extLst>
          </p:cNvPr>
          <p:cNvSpPr/>
          <p:nvPr/>
        </p:nvSpPr>
        <p:spPr>
          <a:xfrm>
            <a:off x="607791" y="4008261"/>
            <a:ext cx="1395560" cy="652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3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CCE3A22-7D91-1488-41E5-07091D540274}"/>
              </a:ext>
            </a:extLst>
          </p:cNvPr>
          <p:cNvSpPr/>
          <p:nvPr/>
        </p:nvSpPr>
        <p:spPr>
          <a:xfrm>
            <a:off x="3300708" y="1580816"/>
            <a:ext cx="2002811" cy="3916341"/>
          </a:xfrm>
          <a:prstGeom prst="roundRect">
            <a:avLst>
              <a:gd name="adj" fmla="val 5906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Queue</a:t>
            </a: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E8DAAD0-ACA4-E195-C724-0F2DBDBEFA18}"/>
              </a:ext>
            </a:extLst>
          </p:cNvPr>
          <p:cNvSpPr/>
          <p:nvPr/>
        </p:nvSpPr>
        <p:spPr>
          <a:xfrm>
            <a:off x="3502676" y="2140774"/>
            <a:ext cx="1395560" cy="3136409"/>
          </a:xfrm>
          <a:prstGeom prst="roundRect">
            <a:avLst>
              <a:gd name="adj" fmla="val 5875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BF534EDF-0BE7-A7DD-D094-9BD795C1B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514267"/>
              </p:ext>
            </p:extLst>
          </p:nvPr>
        </p:nvGraphicFramePr>
        <p:xfrm>
          <a:off x="3552569" y="2597690"/>
          <a:ext cx="129577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774">
                  <a:extLst>
                    <a:ext uri="{9D8B030D-6E8A-4147-A177-3AD203B41FA5}">
                      <a16:colId xmlns:a16="http://schemas.microsoft.com/office/drawing/2014/main" val="4198838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command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43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set position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98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Set position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744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69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21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095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897784"/>
                  </a:ext>
                </a:extLst>
              </a:tr>
            </a:tbl>
          </a:graphicData>
        </a:graphic>
      </p:graphicFrame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0AA7C19E-69EC-393D-2774-7A9B1C11ACDD}"/>
              </a:ext>
            </a:extLst>
          </p:cNvPr>
          <p:cNvSpPr/>
          <p:nvPr/>
        </p:nvSpPr>
        <p:spPr>
          <a:xfrm>
            <a:off x="2417578" y="1775332"/>
            <a:ext cx="757470" cy="365441"/>
          </a:xfrm>
          <a:prstGeom prst="rightArrow">
            <a:avLst>
              <a:gd name="adj1" fmla="val 50000"/>
              <a:gd name="adj2" fmla="val 76494"/>
            </a:avLst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5ABB6A2-1D96-AF30-4E59-127BA408DE56}"/>
              </a:ext>
            </a:extLst>
          </p:cNvPr>
          <p:cNvSpPr/>
          <p:nvPr/>
        </p:nvSpPr>
        <p:spPr>
          <a:xfrm>
            <a:off x="2289971" y="2140773"/>
            <a:ext cx="1395560" cy="652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FFAE92-7867-CE16-FF2F-A9E157BBE5E1}"/>
              </a:ext>
            </a:extLst>
          </p:cNvPr>
          <p:cNvSpPr txBox="1"/>
          <p:nvPr/>
        </p:nvSpPr>
        <p:spPr>
          <a:xfrm>
            <a:off x="3961440" y="4149695"/>
            <a:ext cx="3113118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호출 순서</a:t>
            </a:r>
          </a:p>
        </p:txBody>
      </p:sp>
    </p:spTree>
    <p:extLst>
      <p:ext uri="{BB962C8B-B14F-4D97-AF65-F5344CB8AC3E}">
        <p14:creationId xmlns:p14="http://schemas.microsoft.com/office/powerpoint/2010/main" val="302907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387DE-78C6-6332-441B-094D9736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3425581-F002-97F3-2A06-A74FD7E3A448}"/>
              </a:ext>
            </a:extLst>
          </p:cNvPr>
          <p:cNvSpPr txBox="1"/>
          <p:nvPr/>
        </p:nvSpPr>
        <p:spPr>
          <a:xfrm>
            <a:off x="203699" y="998257"/>
            <a:ext cx="8686301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패키지에 있는 코드 확인하기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변경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priority: service call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priority: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그 외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목표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실제로 되는지 안 </a:t>
            </a:r>
            <a:r>
              <a:rPr lang="ko-K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되는지만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확인해보기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uXRCE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-DDS communication 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F6A05D6A-5B16-E1DE-E8FC-613B2876DCE7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8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C297FB3-BB5F-5924-1571-7006AAC03B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4DDEB25E-2170-026E-AF63-6BA5C1BB1C86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To do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42D8821-D784-BB69-7E74-81B2D9271797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237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74517</TotalTime>
  <Words>444</Words>
  <Application>Microsoft Office PowerPoint</Application>
  <PresentationFormat>화면 슬라이드 쇼(4:3)</PresentationFormat>
  <Paragraphs>178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1441</cp:revision>
  <cp:lastPrinted>2021-08-19T05:10:09Z</cp:lastPrinted>
  <dcterms:created xsi:type="dcterms:W3CDTF">2020-05-28T10:10:30Z</dcterms:created>
  <dcterms:modified xsi:type="dcterms:W3CDTF">2025-06-20T04:56:54Z</dcterms:modified>
</cp:coreProperties>
</file>