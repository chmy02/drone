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699" r:id="rId2"/>
    <p:sldId id="909" r:id="rId3"/>
    <p:sldId id="899" r:id="rId4"/>
    <p:sldId id="907" r:id="rId5"/>
    <p:sldId id="910" r:id="rId6"/>
    <p:sldId id="911" r:id="rId7"/>
    <p:sldId id="913" r:id="rId8"/>
    <p:sldId id="914" r:id="rId9"/>
    <p:sldId id="731" r:id="rId10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9B6B2-8574-4D3D-ACBF-650509F88395}" v="681" dt="2025-09-04T10:15:38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282" y="5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redo custSel addSld delSld modSld">
      <pc:chgData name="최문영" userId="c9c2ca5b-20f2-48c9-9e1f-a03229bf2768" providerId="ADAL" clId="{1AFE30CA-0473-46B3-B73A-3803F8D94D85}" dt="2025-09-04T10:15:38.373" v="2162" actId="20577"/>
      <pc:docMkLst>
        <pc:docMk/>
      </pc:docMkLst>
      <pc:sldChg chg="modSp mod">
        <pc:chgData name="최문영" userId="c9c2ca5b-20f2-48c9-9e1f-a03229bf2768" providerId="ADAL" clId="{1AFE30CA-0473-46B3-B73A-3803F8D94D85}" dt="2025-09-04T09:23:18.920" v="5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5-09-04T09:23:18.920" v="5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 del">
        <pc:chgData name="최문영" userId="c9c2ca5b-20f2-48c9-9e1f-a03229bf2768" providerId="ADAL" clId="{1AFE30CA-0473-46B3-B73A-3803F8D94D85}" dt="2025-09-04T09:49:34.208" v="1815" actId="47"/>
        <pc:sldMkLst>
          <pc:docMk/>
          <pc:sldMk cId="2531494557" sldId="840"/>
        </pc:sldMkLst>
      </pc:sldChg>
      <pc:sldChg chg="add del">
        <pc:chgData name="최문영" userId="c9c2ca5b-20f2-48c9-9e1f-a03229bf2768" providerId="ADAL" clId="{1AFE30CA-0473-46B3-B73A-3803F8D94D85}" dt="2025-09-04T09:49:35.230" v="1816" actId="47"/>
        <pc:sldMkLst>
          <pc:docMk/>
          <pc:sldMk cId="3102102845" sldId="842"/>
        </pc:sldMkLst>
      </pc:sldChg>
      <pc:sldChg chg="addSp delSp modSp mod delAnim modAnim">
        <pc:chgData name="최문영" userId="c9c2ca5b-20f2-48c9-9e1f-a03229bf2768" providerId="ADAL" clId="{1AFE30CA-0473-46B3-B73A-3803F8D94D85}" dt="2025-09-04T09:27:20.101" v="328" actId="1076"/>
        <pc:sldMkLst>
          <pc:docMk/>
          <pc:sldMk cId="3561262554" sldId="899"/>
        </pc:sldMkLst>
        <pc:spChg chg="mod">
          <ac:chgData name="최문영" userId="c9c2ca5b-20f2-48c9-9e1f-a03229bf2768" providerId="ADAL" clId="{1AFE30CA-0473-46B3-B73A-3803F8D94D85}" dt="2025-09-04T09:23:50.817" v="27" actId="1076"/>
          <ac:spMkLst>
            <pc:docMk/>
            <pc:sldMk cId="3561262554" sldId="899"/>
            <ac:spMk id="3" creationId="{270560F7-33A1-A054-3B92-7B157B295AA1}"/>
          </ac:spMkLst>
        </pc:spChg>
        <pc:spChg chg="mod">
          <ac:chgData name="최문영" userId="c9c2ca5b-20f2-48c9-9e1f-a03229bf2768" providerId="ADAL" clId="{1AFE30CA-0473-46B3-B73A-3803F8D94D85}" dt="2025-09-04T09:23:56.623" v="28" actId="1076"/>
          <ac:spMkLst>
            <pc:docMk/>
            <pc:sldMk cId="3561262554" sldId="899"/>
            <ac:spMk id="20" creationId="{EC0F17B9-2044-27CA-BE1A-3C72F364E400}"/>
          </ac:spMkLst>
        </pc:spChg>
        <pc:spChg chg="add mod">
          <ac:chgData name="최문영" userId="c9c2ca5b-20f2-48c9-9e1f-a03229bf2768" providerId="ADAL" clId="{1AFE30CA-0473-46B3-B73A-3803F8D94D85}" dt="2025-09-04T09:27:20.101" v="328" actId="1076"/>
          <ac:spMkLst>
            <pc:docMk/>
            <pc:sldMk cId="3561262554" sldId="899"/>
            <ac:spMk id="21" creationId="{833FBD79-90CD-5BAA-A1BD-055B663A7014}"/>
          </ac:spMkLst>
        </pc:spChg>
        <pc:spChg chg="mod">
          <ac:chgData name="최문영" userId="c9c2ca5b-20f2-48c9-9e1f-a03229bf2768" providerId="ADAL" clId="{1AFE30CA-0473-46B3-B73A-3803F8D94D85}" dt="2025-09-04T09:26:32.643" v="204" actId="113"/>
          <ac:spMkLst>
            <pc:docMk/>
            <pc:sldMk cId="3561262554" sldId="899"/>
            <ac:spMk id="46" creationId="{FACF11B3-8491-F6B9-F632-759B4B7DD18E}"/>
          </ac:spMkLst>
        </pc:spChg>
        <pc:spChg chg="mod">
          <ac:chgData name="최문영" userId="c9c2ca5b-20f2-48c9-9e1f-a03229bf2768" providerId="ADAL" clId="{1AFE30CA-0473-46B3-B73A-3803F8D94D85}" dt="2025-09-04T09:26:29.556" v="203" actId="113"/>
          <ac:spMkLst>
            <pc:docMk/>
            <pc:sldMk cId="3561262554" sldId="899"/>
            <ac:spMk id="48" creationId="{6C98A314-9194-1C2D-A1F3-54AC45C5B6E6}"/>
          </ac:spMkLst>
        </pc:spChg>
        <pc:spChg chg="del">
          <ac:chgData name="최문영" userId="c9c2ca5b-20f2-48c9-9e1f-a03229bf2768" providerId="ADAL" clId="{1AFE30CA-0473-46B3-B73A-3803F8D94D85}" dt="2025-09-04T09:24:08.318" v="39" actId="478"/>
          <ac:spMkLst>
            <pc:docMk/>
            <pc:sldMk cId="3561262554" sldId="899"/>
            <ac:spMk id="49" creationId="{AC4F0896-9C02-F6E8-4D7A-C22D504C9DC1}"/>
          </ac:spMkLst>
        </pc:spChg>
        <pc:spChg chg="del">
          <ac:chgData name="최문영" userId="c9c2ca5b-20f2-48c9-9e1f-a03229bf2768" providerId="ADAL" clId="{1AFE30CA-0473-46B3-B73A-3803F8D94D85}" dt="2025-09-04T09:24:10.767" v="41" actId="478"/>
          <ac:spMkLst>
            <pc:docMk/>
            <pc:sldMk cId="3561262554" sldId="899"/>
            <ac:spMk id="50" creationId="{3B06E9FE-A6B4-283F-25F4-79467BDAC6BE}"/>
          </ac:spMkLst>
        </pc:spChg>
        <pc:spChg chg="del">
          <ac:chgData name="최문영" userId="c9c2ca5b-20f2-48c9-9e1f-a03229bf2768" providerId="ADAL" clId="{1AFE30CA-0473-46B3-B73A-3803F8D94D85}" dt="2025-09-04T09:24:09.685" v="40" actId="478"/>
          <ac:spMkLst>
            <pc:docMk/>
            <pc:sldMk cId="3561262554" sldId="899"/>
            <ac:spMk id="51" creationId="{B5580D1F-8DDF-E7CF-F1BB-051777028022}"/>
          </ac:spMkLst>
        </pc:spChg>
      </pc:sldChg>
      <pc:sldChg chg="addSp delSp modSp del mod addAnim delAnim">
        <pc:chgData name="최문영" userId="c9c2ca5b-20f2-48c9-9e1f-a03229bf2768" providerId="ADAL" clId="{1AFE30CA-0473-46B3-B73A-3803F8D94D85}" dt="2025-09-04T09:27:27.178" v="329" actId="47"/>
        <pc:sldMkLst>
          <pc:docMk/>
          <pc:sldMk cId="2993267759" sldId="900"/>
        </pc:sldMkLst>
        <pc:spChg chg="del">
          <ac:chgData name="최문영" userId="c9c2ca5b-20f2-48c9-9e1f-a03229bf2768" providerId="ADAL" clId="{1AFE30CA-0473-46B3-B73A-3803F8D94D85}" dt="2025-09-04T09:25:58.333" v="193" actId="478"/>
          <ac:spMkLst>
            <pc:docMk/>
            <pc:sldMk cId="2993267759" sldId="900"/>
            <ac:spMk id="20" creationId="{3F7BF731-18AF-BE2B-ED6C-E14C2A61F3D3}"/>
          </ac:spMkLst>
        </pc:spChg>
        <pc:spChg chg="add del">
          <ac:chgData name="최문영" userId="c9c2ca5b-20f2-48c9-9e1f-a03229bf2768" providerId="ADAL" clId="{1AFE30CA-0473-46B3-B73A-3803F8D94D85}" dt="2025-09-04T09:26:13.972" v="200" actId="478"/>
          <ac:spMkLst>
            <pc:docMk/>
            <pc:sldMk cId="2993267759" sldId="900"/>
            <ac:spMk id="33" creationId="{B41AD737-E9C3-CD1A-9750-2E81AB794820}"/>
          </ac:spMkLst>
        </pc:spChg>
        <pc:spChg chg="del">
          <ac:chgData name="최문영" userId="c9c2ca5b-20f2-48c9-9e1f-a03229bf2768" providerId="ADAL" clId="{1AFE30CA-0473-46B3-B73A-3803F8D94D85}" dt="2025-09-04T09:25:56.752" v="192" actId="478"/>
          <ac:spMkLst>
            <pc:docMk/>
            <pc:sldMk cId="2993267759" sldId="900"/>
            <ac:spMk id="37" creationId="{15078939-B77E-F175-C392-36C973A90E35}"/>
          </ac:spMkLst>
        </pc:spChg>
        <pc:spChg chg="del">
          <ac:chgData name="최문영" userId="c9c2ca5b-20f2-48c9-9e1f-a03229bf2768" providerId="ADAL" clId="{1AFE30CA-0473-46B3-B73A-3803F8D94D85}" dt="2025-09-04T09:25:59.410" v="194" actId="478"/>
          <ac:spMkLst>
            <pc:docMk/>
            <pc:sldMk cId="2993267759" sldId="900"/>
            <ac:spMk id="39" creationId="{69C88429-DA4C-324A-57F2-6BBFFF516CAF}"/>
          </ac:spMkLst>
        </pc:spChg>
        <pc:spChg chg="mod">
          <ac:chgData name="최문영" userId="c9c2ca5b-20f2-48c9-9e1f-a03229bf2768" providerId="ADAL" clId="{1AFE30CA-0473-46B3-B73A-3803F8D94D85}" dt="2025-09-04T09:26:13.321" v="199" actId="1076"/>
          <ac:spMkLst>
            <pc:docMk/>
            <pc:sldMk cId="2993267759" sldId="900"/>
            <ac:spMk id="45" creationId="{D9391A5C-38C7-D4A1-02F0-54ADFEEA807E}"/>
          </ac:spMkLst>
        </pc:spChg>
      </pc:sldChg>
      <pc:sldChg chg="addSp delSp modSp mod modAnim">
        <pc:chgData name="최문영" userId="c9c2ca5b-20f2-48c9-9e1f-a03229bf2768" providerId="ADAL" clId="{1AFE30CA-0473-46B3-B73A-3803F8D94D85}" dt="2025-09-04T09:57:58.318" v="2134"/>
        <pc:sldMkLst>
          <pc:docMk/>
          <pc:sldMk cId="331152902" sldId="907"/>
        </pc:sldMkLst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2" creationId="{39A20863-1E00-D726-5AD4-C99945B82266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7" creationId="{F3646FD6-5061-2CBF-4922-541025013B34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9" creationId="{5FF7F615-8F98-94DC-35B9-C9EE2C8E74A0}"/>
          </ac:spMkLst>
        </pc:spChg>
        <pc:spChg chg="mod">
          <ac:chgData name="최문영" userId="c9c2ca5b-20f2-48c9-9e1f-a03229bf2768" providerId="ADAL" clId="{1AFE30CA-0473-46B3-B73A-3803F8D94D85}" dt="2025-09-04T09:28:15.872" v="381" actId="20577"/>
          <ac:spMkLst>
            <pc:docMk/>
            <pc:sldMk cId="331152902" sldId="907"/>
            <ac:spMk id="10" creationId="{CB1CF420-3574-C3B1-217B-B044714E80EE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12" creationId="{07C181F5-54E3-1C89-AD64-4C4EBBCB7292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22" creationId="{AABF3513-189E-6700-2FFD-E16111AA5A6C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23" creationId="{116A968A-8D06-8BB9-30D5-DB6C8499E844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24" creationId="{419F4373-566D-4389-5E93-E8CD8398E532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26" creationId="{E8E1D341-185F-578A-3296-991FCCCFDB05}"/>
          </ac:spMkLst>
        </pc:spChg>
        <pc:spChg chg="add del">
          <ac:chgData name="최문영" userId="c9c2ca5b-20f2-48c9-9e1f-a03229bf2768" providerId="ADAL" clId="{1AFE30CA-0473-46B3-B73A-3803F8D94D85}" dt="2025-09-04T09:28:59.681" v="479" actId="22"/>
          <ac:spMkLst>
            <pc:docMk/>
            <pc:sldMk cId="331152902" sldId="907"/>
            <ac:spMk id="27" creationId="{3C97B50C-2A17-C02F-6DD0-932440C02D9F}"/>
          </ac:spMkLst>
        </pc:spChg>
        <pc:spChg chg="add del">
          <ac:chgData name="최문영" userId="c9c2ca5b-20f2-48c9-9e1f-a03229bf2768" providerId="ADAL" clId="{1AFE30CA-0473-46B3-B73A-3803F8D94D85}" dt="2025-09-04T09:29:03.118" v="483" actId="22"/>
          <ac:spMkLst>
            <pc:docMk/>
            <pc:sldMk cId="331152902" sldId="907"/>
            <ac:spMk id="30" creationId="{BF0C0E1E-DC82-5C65-9FE6-6F37FF48DF0F}"/>
          </ac:spMkLst>
        </pc:spChg>
        <pc:spChg chg="add del">
          <ac:chgData name="최문영" userId="c9c2ca5b-20f2-48c9-9e1f-a03229bf2768" providerId="ADAL" clId="{1AFE30CA-0473-46B3-B73A-3803F8D94D85}" dt="2025-09-04T09:29:03.826" v="485" actId="22"/>
          <ac:spMkLst>
            <pc:docMk/>
            <pc:sldMk cId="331152902" sldId="907"/>
            <ac:spMk id="33" creationId="{8C9249EC-5CCA-5B56-072E-8DD641A74BF7}"/>
          </ac:spMkLst>
        </pc:spChg>
        <pc:spChg chg="add mod">
          <ac:chgData name="최문영" userId="c9c2ca5b-20f2-48c9-9e1f-a03229bf2768" providerId="ADAL" clId="{1AFE30CA-0473-46B3-B73A-3803F8D94D85}" dt="2025-09-04T09:35:53.346" v="1028" actId="1076"/>
          <ac:spMkLst>
            <pc:docMk/>
            <pc:sldMk cId="331152902" sldId="907"/>
            <ac:spMk id="38" creationId="{2AB8E51A-6E6A-D0FB-1962-94ACEE701CDD}"/>
          </ac:spMkLst>
        </pc:spChg>
        <pc:spChg chg="add del mod">
          <ac:chgData name="최문영" userId="c9c2ca5b-20f2-48c9-9e1f-a03229bf2768" providerId="ADAL" clId="{1AFE30CA-0473-46B3-B73A-3803F8D94D85}" dt="2025-09-04T09:35:02.009" v="938"/>
          <ac:spMkLst>
            <pc:docMk/>
            <pc:sldMk cId="331152902" sldId="907"/>
            <ac:spMk id="39" creationId="{4AA01110-BAEA-5AA1-05FF-1C94C93FACC5}"/>
          </ac:spMkLst>
        </pc:spChg>
        <pc:spChg chg="mod">
          <ac:chgData name="최문영" userId="c9c2ca5b-20f2-48c9-9e1f-a03229bf2768" providerId="ADAL" clId="{1AFE30CA-0473-46B3-B73A-3803F8D94D85}" dt="2025-09-04T09:38:00.127" v="1184" actId="12"/>
          <ac:spMkLst>
            <pc:docMk/>
            <pc:sldMk cId="331152902" sldId="907"/>
            <ac:spMk id="47" creationId="{78CA8932-3BED-79A9-6F0E-048CE686953B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60" creationId="{644FA974-1A21-B09B-B91D-3F325CDAB658}"/>
          </ac:spMkLst>
        </pc:spChg>
        <pc:spChg chg="del">
          <ac:chgData name="최문영" userId="c9c2ca5b-20f2-48c9-9e1f-a03229bf2768" providerId="ADAL" clId="{1AFE30CA-0473-46B3-B73A-3803F8D94D85}" dt="2025-09-04T09:28:25.110" v="408" actId="478"/>
          <ac:spMkLst>
            <pc:docMk/>
            <pc:sldMk cId="331152902" sldId="907"/>
            <ac:spMk id="1043" creationId="{539B67AC-CEDF-29C3-5A2B-CCF1C6C3E290}"/>
          </ac:spMkLst>
        </pc:spChg>
        <pc:picChg chg="add del mod">
          <ac:chgData name="최문영" userId="c9c2ca5b-20f2-48c9-9e1f-a03229bf2768" providerId="ADAL" clId="{1AFE30CA-0473-46B3-B73A-3803F8D94D85}" dt="2025-09-04T09:38:36.782" v="1192" actId="478"/>
          <ac:picMkLst>
            <pc:docMk/>
            <pc:sldMk cId="331152902" sldId="907"/>
            <ac:picMk id="37" creationId="{76386026-D140-B8AD-0111-4F27BBD65651}"/>
          </ac:picMkLst>
        </pc:picChg>
        <pc:picChg chg="add mod">
          <ac:chgData name="최문영" userId="c9c2ca5b-20f2-48c9-9e1f-a03229bf2768" providerId="ADAL" clId="{1AFE30CA-0473-46B3-B73A-3803F8D94D85}" dt="2025-09-04T09:57:27.289" v="2128" actId="1076"/>
          <ac:picMkLst>
            <pc:docMk/>
            <pc:sldMk cId="331152902" sldId="907"/>
            <ac:picMk id="40" creationId="{3D0516B7-D026-4048-D1D3-33E78B3FFB3A}"/>
          </ac:picMkLst>
        </pc:picChg>
        <pc:picChg chg="add mod">
          <ac:chgData name="최문영" userId="c9c2ca5b-20f2-48c9-9e1f-a03229bf2768" providerId="ADAL" clId="{1AFE30CA-0473-46B3-B73A-3803F8D94D85}" dt="2025-09-04T09:57:51.159" v="2132" actId="1076"/>
          <ac:picMkLst>
            <pc:docMk/>
            <pc:sldMk cId="331152902" sldId="907"/>
            <ac:picMk id="43" creationId="{3E9E7C7F-B0B4-B7C6-BD60-61C7DE75A1B7}"/>
          </ac:picMkLst>
        </pc:picChg>
        <pc:picChg chg="del">
          <ac:chgData name="최문영" userId="c9c2ca5b-20f2-48c9-9e1f-a03229bf2768" providerId="ADAL" clId="{1AFE30CA-0473-46B3-B73A-3803F8D94D85}" dt="2025-09-04T09:28:26.125" v="409" actId="478"/>
          <ac:picMkLst>
            <pc:docMk/>
            <pc:sldMk cId="331152902" sldId="907"/>
            <ac:picMk id="1036" creationId="{06BB8307-3166-CB77-2ECE-6533C48BC3C7}"/>
          </ac:picMkLst>
        </pc:picChg>
      </pc:sldChg>
      <pc:sldChg chg="del">
        <pc:chgData name="최문영" userId="c9c2ca5b-20f2-48c9-9e1f-a03229bf2768" providerId="ADAL" clId="{1AFE30CA-0473-46B3-B73A-3803F8D94D85}" dt="2025-09-04T09:49:31.771" v="1814" actId="47"/>
        <pc:sldMkLst>
          <pc:docMk/>
          <pc:sldMk cId="2649958710" sldId="908"/>
        </pc:sldMkLst>
      </pc:sldChg>
      <pc:sldChg chg="delSp modSp add mod delAnim">
        <pc:chgData name="최문영" userId="c9c2ca5b-20f2-48c9-9e1f-a03229bf2768" providerId="ADAL" clId="{1AFE30CA-0473-46B3-B73A-3803F8D94D85}" dt="2025-09-04T09:25:27.805" v="191" actId="20577"/>
        <pc:sldMkLst>
          <pc:docMk/>
          <pc:sldMk cId="2038203022" sldId="909"/>
        </pc:sldMkLst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5" creationId="{168950F2-F5B9-E31B-E015-7726CAE7EE68}"/>
          </ac:spMkLst>
        </pc:spChg>
        <pc:spChg chg="mod">
          <ac:chgData name="최문영" userId="c9c2ca5b-20f2-48c9-9e1f-a03229bf2768" providerId="ADAL" clId="{1AFE30CA-0473-46B3-B73A-3803F8D94D85}" dt="2025-09-04T09:24:44.024" v="89" actId="20577"/>
          <ac:spMkLst>
            <pc:docMk/>
            <pc:sldMk cId="2038203022" sldId="909"/>
            <ac:spMk id="10" creationId="{792729A2-41B3-6670-1CDE-87DB0BE37D09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20" creationId="{0087C624-EDF0-7E52-B4F7-47687F1AD92D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25" creationId="{B88B5A1E-B05B-9671-8875-20FD15BCD97C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31" creationId="{A2613635-677C-51AD-FD50-CDB96E0B5D49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46" creationId="{4A673D63-5D82-5E0E-BA4A-6E5CF8019808}"/>
          </ac:spMkLst>
        </pc:spChg>
        <pc:spChg chg="mod">
          <ac:chgData name="최문영" userId="c9c2ca5b-20f2-48c9-9e1f-a03229bf2768" providerId="ADAL" clId="{1AFE30CA-0473-46B3-B73A-3803F8D94D85}" dt="2025-09-04T09:25:27.805" v="191" actId="20577"/>
          <ac:spMkLst>
            <pc:docMk/>
            <pc:sldMk cId="2038203022" sldId="909"/>
            <ac:spMk id="47" creationId="{B6809EDD-9A57-D591-02CF-65C7E31BEC71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48" creationId="{F31428A0-5B57-2684-12BD-ADD9E7CFE44B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1042" creationId="{FB5801B7-E03F-DA83-A4B6-7EBFA7B28AB7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1043" creationId="{011EB2CB-13D2-E712-28F8-2004CA1D7B0D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1044" creationId="{D5FA4A76-BCBE-9023-EE28-F31715AB1311}"/>
          </ac:spMkLst>
        </pc:spChg>
        <pc:spChg chg="del">
          <ac:chgData name="최문영" userId="c9c2ca5b-20f2-48c9-9e1f-a03229bf2768" providerId="ADAL" clId="{1AFE30CA-0473-46B3-B73A-3803F8D94D85}" dt="2025-09-04T09:24:47.584" v="91" actId="478"/>
          <ac:spMkLst>
            <pc:docMk/>
            <pc:sldMk cId="2038203022" sldId="909"/>
            <ac:spMk id="1045" creationId="{D2460E78-B2FE-E8AA-81BB-76359A43ECDB}"/>
          </ac:spMkLst>
        </pc:spChg>
        <pc:picChg chg="del">
          <ac:chgData name="최문영" userId="c9c2ca5b-20f2-48c9-9e1f-a03229bf2768" providerId="ADAL" clId="{1AFE30CA-0473-46B3-B73A-3803F8D94D85}" dt="2025-09-04T09:24:44.595" v="90" actId="478"/>
          <ac:picMkLst>
            <pc:docMk/>
            <pc:sldMk cId="2038203022" sldId="909"/>
            <ac:picMk id="1036" creationId="{7C43BDEB-906A-513D-0359-A597E2D3CABA}"/>
          </ac:picMkLst>
        </pc:picChg>
      </pc:sldChg>
      <pc:sldChg chg="addSp delSp modSp add mod modAnim">
        <pc:chgData name="최문영" userId="c9c2ca5b-20f2-48c9-9e1f-a03229bf2768" providerId="ADAL" clId="{1AFE30CA-0473-46B3-B73A-3803F8D94D85}" dt="2025-09-04T10:15:38.373" v="2162" actId="20577"/>
        <pc:sldMkLst>
          <pc:docMk/>
          <pc:sldMk cId="487799249" sldId="910"/>
        </pc:sldMkLst>
        <pc:spChg chg="add mod">
          <ac:chgData name="최문영" userId="c9c2ca5b-20f2-48c9-9e1f-a03229bf2768" providerId="ADAL" clId="{1AFE30CA-0473-46B3-B73A-3803F8D94D85}" dt="2025-09-04T09:55:34.959" v="2104" actId="1076"/>
          <ac:spMkLst>
            <pc:docMk/>
            <pc:sldMk cId="487799249" sldId="910"/>
            <ac:spMk id="2" creationId="{DD094E4C-DD7C-E6B4-894A-1A77851C06AD}"/>
          </ac:spMkLst>
        </pc:spChg>
        <pc:spChg chg="add mod">
          <ac:chgData name="최문영" userId="c9c2ca5b-20f2-48c9-9e1f-a03229bf2768" providerId="ADAL" clId="{1AFE30CA-0473-46B3-B73A-3803F8D94D85}" dt="2025-09-04T09:56:10.917" v="2114"/>
          <ac:spMkLst>
            <pc:docMk/>
            <pc:sldMk cId="487799249" sldId="910"/>
            <ac:spMk id="8" creationId="{24B892B6-CBD5-DAC1-8B32-4B505B90BCC8}"/>
          </ac:spMkLst>
        </pc:spChg>
        <pc:spChg chg="add mod">
          <ac:chgData name="최문영" userId="c9c2ca5b-20f2-48c9-9e1f-a03229bf2768" providerId="ADAL" clId="{1AFE30CA-0473-46B3-B73A-3803F8D94D85}" dt="2025-09-04T09:56:18.060" v="2116" actId="14100"/>
          <ac:spMkLst>
            <pc:docMk/>
            <pc:sldMk cId="487799249" sldId="910"/>
            <ac:spMk id="9" creationId="{0855CA9A-F531-27EB-DB73-C8FCB477F922}"/>
          </ac:spMkLst>
        </pc:spChg>
        <pc:spChg chg="add mod">
          <ac:chgData name="최문영" userId="c9c2ca5b-20f2-48c9-9e1f-a03229bf2768" providerId="ADAL" clId="{1AFE30CA-0473-46B3-B73A-3803F8D94D85}" dt="2025-09-04T10:15:29.679" v="2156" actId="20577"/>
          <ac:spMkLst>
            <pc:docMk/>
            <pc:sldMk cId="487799249" sldId="910"/>
            <ac:spMk id="12" creationId="{D1D30B2E-DA5D-BC8E-B86F-E063E47D422A}"/>
          </ac:spMkLst>
        </pc:spChg>
        <pc:spChg chg="add mod">
          <ac:chgData name="최문영" userId="c9c2ca5b-20f2-48c9-9e1f-a03229bf2768" providerId="ADAL" clId="{1AFE30CA-0473-46B3-B73A-3803F8D94D85}" dt="2025-09-04T10:15:33.214" v="2158" actId="20577"/>
          <ac:spMkLst>
            <pc:docMk/>
            <pc:sldMk cId="487799249" sldId="910"/>
            <ac:spMk id="13" creationId="{DD4FDB3B-5415-6E6B-1126-8EF0D12FDC86}"/>
          </ac:spMkLst>
        </pc:spChg>
        <pc:spChg chg="add mod">
          <ac:chgData name="최문영" userId="c9c2ca5b-20f2-48c9-9e1f-a03229bf2768" providerId="ADAL" clId="{1AFE30CA-0473-46B3-B73A-3803F8D94D85}" dt="2025-09-04T10:15:35.722" v="2160" actId="20577"/>
          <ac:spMkLst>
            <pc:docMk/>
            <pc:sldMk cId="487799249" sldId="910"/>
            <ac:spMk id="14" creationId="{44A57523-7443-061C-A28A-820F7E9C3147}"/>
          </ac:spMkLst>
        </pc:spChg>
        <pc:spChg chg="add mod">
          <ac:chgData name="최문영" userId="c9c2ca5b-20f2-48c9-9e1f-a03229bf2768" providerId="ADAL" clId="{1AFE30CA-0473-46B3-B73A-3803F8D94D85}" dt="2025-09-04T10:15:38.373" v="2162" actId="20577"/>
          <ac:spMkLst>
            <pc:docMk/>
            <pc:sldMk cId="487799249" sldId="910"/>
            <ac:spMk id="16" creationId="{62A90D4C-EC75-E11E-C5BC-E497540E1D2D}"/>
          </ac:spMkLst>
        </pc:spChg>
        <pc:spChg chg="del mod">
          <ac:chgData name="최문영" userId="c9c2ca5b-20f2-48c9-9e1f-a03229bf2768" providerId="ADAL" clId="{1AFE30CA-0473-46B3-B73A-3803F8D94D85}" dt="2025-09-04T09:38:25.739" v="1189" actId="478"/>
          <ac:spMkLst>
            <pc:docMk/>
            <pc:sldMk cId="487799249" sldId="910"/>
            <ac:spMk id="38" creationId="{ADBFCC82-8A26-3977-620E-ECD981BBC093}"/>
          </ac:spMkLst>
        </pc:spChg>
        <pc:spChg chg="mod">
          <ac:chgData name="최문영" userId="c9c2ca5b-20f2-48c9-9e1f-a03229bf2768" providerId="ADAL" clId="{1AFE30CA-0473-46B3-B73A-3803F8D94D85}" dt="2025-09-04T09:38:18.905" v="1186" actId="20577"/>
          <ac:spMkLst>
            <pc:docMk/>
            <pc:sldMk cId="487799249" sldId="910"/>
            <ac:spMk id="47" creationId="{3AD3F72A-11AD-B8C3-9E43-F6EEB59AD5F9}"/>
          </ac:spMkLst>
        </pc:spChg>
        <pc:graphicFrameChg chg="add mod">
          <ac:chgData name="최문영" userId="c9c2ca5b-20f2-48c9-9e1f-a03229bf2768" providerId="ADAL" clId="{1AFE30CA-0473-46B3-B73A-3803F8D94D85}" dt="2025-09-04T10:15:16.123" v="2137" actId="1076"/>
          <ac:graphicFrameMkLst>
            <pc:docMk/>
            <pc:sldMk cId="487799249" sldId="910"/>
            <ac:graphicFrameMk id="11" creationId="{B2BC2D0D-9730-F4FF-8B31-2856FEA1CAFD}"/>
          </ac:graphicFrameMkLst>
        </pc:graphicFrameChg>
        <pc:picChg chg="add mod">
          <ac:chgData name="최문영" userId="c9c2ca5b-20f2-48c9-9e1f-a03229bf2768" providerId="ADAL" clId="{1AFE30CA-0473-46B3-B73A-3803F8D94D85}" dt="2025-09-04T09:55:32.155" v="2103" actId="1076"/>
          <ac:picMkLst>
            <pc:docMk/>
            <pc:sldMk cId="487799249" sldId="910"/>
            <ac:picMk id="4" creationId="{8741C6A4-3652-3DB2-2367-CBC5D3AB5675}"/>
          </ac:picMkLst>
        </pc:picChg>
        <pc:picChg chg="add del mod">
          <ac:chgData name="최문영" userId="c9c2ca5b-20f2-48c9-9e1f-a03229bf2768" providerId="ADAL" clId="{1AFE30CA-0473-46B3-B73A-3803F8D94D85}" dt="2025-09-04T09:57:17.395" v="2126" actId="478"/>
          <ac:picMkLst>
            <pc:docMk/>
            <pc:sldMk cId="487799249" sldId="910"/>
            <ac:picMk id="5" creationId="{EB9E7C97-865B-92B4-E19A-0E1C6F3E2DBB}"/>
          </ac:picMkLst>
        </pc:picChg>
        <pc:picChg chg="add mod">
          <ac:chgData name="최문영" userId="c9c2ca5b-20f2-48c9-9e1f-a03229bf2768" providerId="ADAL" clId="{1AFE30CA-0473-46B3-B73A-3803F8D94D85}" dt="2025-09-04T09:56:05.129" v="2113" actId="1076"/>
          <ac:picMkLst>
            <pc:docMk/>
            <pc:sldMk cId="487799249" sldId="910"/>
            <ac:picMk id="7" creationId="{5DB2C218-1CA2-1563-2BAC-C5622E155328}"/>
          </ac:picMkLst>
        </pc:picChg>
        <pc:picChg chg="del mod">
          <ac:chgData name="최문영" userId="c9c2ca5b-20f2-48c9-9e1f-a03229bf2768" providerId="ADAL" clId="{1AFE30CA-0473-46B3-B73A-3803F8D94D85}" dt="2025-09-04T09:55:16.932" v="2098" actId="478"/>
          <ac:picMkLst>
            <pc:docMk/>
            <pc:sldMk cId="487799249" sldId="910"/>
            <ac:picMk id="37" creationId="{07EBA554-6A4F-912E-8876-3838C8F1A018}"/>
          </ac:picMkLst>
        </pc:picChg>
      </pc:sldChg>
      <pc:sldChg chg="addSp delSp modSp add mod modAnim">
        <pc:chgData name="최문영" userId="c9c2ca5b-20f2-48c9-9e1f-a03229bf2768" providerId="ADAL" clId="{1AFE30CA-0473-46B3-B73A-3803F8D94D85}" dt="2025-09-04T09:56:59.872" v="2125" actId="113"/>
        <pc:sldMkLst>
          <pc:docMk/>
          <pc:sldMk cId="898709097" sldId="911"/>
        </pc:sldMkLst>
        <pc:spChg chg="mod">
          <ac:chgData name="최문영" userId="c9c2ca5b-20f2-48c9-9e1f-a03229bf2768" providerId="ADAL" clId="{1AFE30CA-0473-46B3-B73A-3803F8D94D85}" dt="2025-09-04T09:40:26.501" v="1313" actId="20577"/>
          <ac:spMkLst>
            <pc:docMk/>
            <pc:sldMk cId="898709097" sldId="911"/>
            <ac:spMk id="2" creationId="{83BC0A83-4205-E437-AB19-33999F2442F8}"/>
          </ac:spMkLst>
        </pc:spChg>
        <pc:spChg chg="add mod">
          <ac:chgData name="최문영" userId="c9c2ca5b-20f2-48c9-9e1f-a03229bf2768" providerId="ADAL" clId="{1AFE30CA-0473-46B3-B73A-3803F8D94D85}" dt="2025-09-04T09:56:30.362" v="2118" actId="1076"/>
          <ac:spMkLst>
            <pc:docMk/>
            <pc:sldMk cId="898709097" sldId="911"/>
            <ac:spMk id="7" creationId="{427B8049-2655-689E-7074-449591387606}"/>
          </ac:spMkLst>
        </pc:spChg>
        <pc:spChg chg="add mod">
          <ac:chgData name="최문영" userId="c9c2ca5b-20f2-48c9-9e1f-a03229bf2768" providerId="ADAL" clId="{1AFE30CA-0473-46B3-B73A-3803F8D94D85}" dt="2025-09-04T09:56:59.872" v="2125" actId="113"/>
          <ac:spMkLst>
            <pc:docMk/>
            <pc:sldMk cId="898709097" sldId="911"/>
            <ac:spMk id="8" creationId="{5E5C2A4A-AA38-6F0D-5BF6-D7CE9A3AFA5D}"/>
          </ac:spMkLst>
        </pc:spChg>
        <pc:picChg chg="del">
          <ac:chgData name="최문영" userId="c9c2ca5b-20f2-48c9-9e1f-a03229bf2768" providerId="ADAL" clId="{1AFE30CA-0473-46B3-B73A-3803F8D94D85}" dt="2025-09-04T09:40:51.442" v="1314" actId="478"/>
          <ac:picMkLst>
            <pc:docMk/>
            <pc:sldMk cId="898709097" sldId="911"/>
            <ac:picMk id="4" creationId="{BDC05FCD-C19D-D66E-34B9-9F95F1F1BC7A}"/>
          </ac:picMkLst>
        </pc:picChg>
        <pc:picChg chg="add mod">
          <ac:chgData name="최문영" userId="c9c2ca5b-20f2-48c9-9e1f-a03229bf2768" providerId="ADAL" clId="{1AFE30CA-0473-46B3-B73A-3803F8D94D85}" dt="2025-09-04T09:40:54.225" v="1316" actId="1076"/>
          <ac:picMkLst>
            <pc:docMk/>
            <pc:sldMk cId="898709097" sldId="911"/>
            <ac:picMk id="5" creationId="{45CEF88C-2FB5-F25D-595E-E1DE7E26FB8B}"/>
          </ac:picMkLst>
        </pc:picChg>
      </pc:sldChg>
      <pc:sldChg chg="addSp delSp modSp add del mod delAnim modAnim">
        <pc:chgData name="최문영" userId="c9c2ca5b-20f2-48c9-9e1f-a03229bf2768" providerId="ADAL" clId="{1AFE30CA-0473-46B3-B73A-3803F8D94D85}" dt="2025-09-04T09:56:34.292" v="2120" actId="47"/>
        <pc:sldMkLst>
          <pc:docMk/>
          <pc:sldMk cId="3880227777" sldId="912"/>
        </pc:sldMkLst>
        <pc:spChg chg="mod">
          <ac:chgData name="최문영" userId="c9c2ca5b-20f2-48c9-9e1f-a03229bf2768" providerId="ADAL" clId="{1AFE30CA-0473-46B3-B73A-3803F8D94D85}" dt="2025-09-04T09:43:44.674" v="1390" actId="20577"/>
          <ac:spMkLst>
            <pc:docMk/>
            <pc:sldMk cId="3880227777" sldId="912"/>
            <ac:spMk id="2" creationId="{CE1FE45F-C62A-6917-EDFA-D4767C3C5522}"/>
          </ac:spMkLst>
        </pc:spChg>
        <pc:spChg chg="del">
          <ac:chgData name="최문영" userId="c9c2ca5b-20f2-48c9-9e1f-a03229bf2768" providerId="ADAL" clId="{1AFE30CA-0473-46B3-B73A-3803F8D94D85}" dt="2025-09-04T09:43:59.390" v="1393" actId="478"/>
          <ac:spMkLst>
            <pc:docMk/>
            <pc:sldMk cId="3880227777" sldId="912"/>
            <ac:spMk id="7" creationId="{EC21E9A2-899C-A88C-33F2-93551460DC18}"/>
          </ac:spMkLst>
        </pc:spChg>
        <pc:spChg chg="add mod">
          <ac:chgData name="최문영" userId="c9c2ca5b-20f2-48c9-9e1f-a03229bf2768" providerId="ADAL" clId="{1AFE30CA-0473-46B3-B73A-3803F8D94D85}" dt="2025-09-04T09:44:57.640" v="1572" actId="20577"/>
          <ac:spMkLst>
            <pc:docMk/>
            <pc:sldMk cId="3880227777" sldId="912"/>
            <ac:spMk id="8" creationId="{128A63A5-30F3-FBAF-5B04-9D3C032E09B2}"/>
          </ac:spMkLst>
        </pc:spChg>
        <pc:picChg chg="add mod">
          <ac:chgData name="최문영" userId="c9c2ca5b-20f2-48c9-9e1f-a03229bf2768" providerId="ADAL" clId="{1AFE30CA-0473-46B3-B73A-3803F8D94D85}" dt="2025-09-04T09:43:57.512" v="1392" actId="1076"/>
          <ac:picMkLst>
            <pc:docMk/>
            <pc:sldMk cId="3880227777" sldId="912"/>
            <ac:picMk id="4" creationId="{6614A60A-309A-065B-5753-536559C5C497}"/>
          </ac:picMkLst>
        </pc:picChg>
        <pc:picChg chg="del">
          <ac:chgData name="최문영" userId="c9c2ca5b-20f2-48c9-9e1f-a03229bf2768" providerId="ADAL" clId="{1AFE30CA-0473-46B3-B73A-3803F8D94D85}" dt="2025-09-04T09:43:20.685" v="1389" actId="478"/>
          <ac:picMkLst>
            <pc:docMk/>
            <pc:sldMk cId="3880227777" sldId="912"/>
            <ac:picMk id="5" creationId="{BC3BFAF7-D152-F61C-E53D-190FEDB4BC80}"/>
          </ac:picMkLst>
        </pc:picChg>
      </pc:sldChg>
      <pc:sldChg chg="addSp delSp modSp add mod delAnim modAnim">
        <pc:chgData name="최문영" userId="c9c2ca5b-20f2-48c9-9e1f-a03229bf2768" providerId="ADAL" clId="{1AFE30CA-0473-46B3-B73A-3803F8D94D85}" dt="2025-09-04T09:56:52.701" v="2123" actId="113"/>
        <pc:sldMkLst>
          <pc:docMk/>
          <pc:sldMk cId="3186208179" sldId="913"/>
        </pc:sldMkLst>
        <pc:spChg chg="del">
          <ac:chgData name="최문영" userId="c9c2ca5b-20f2-48c9-9e1f-a03229bf2768" providerId="ADAL" clId="{1AFE30CA-0473-46B3-B73A-3803F8D94D85}" dt="2025-09-04T09:48:03.121" v="1577" actId="478"/>
          <ac:spMkLst>
            <pc:docMk/>
            <pc:sldMk cId="3186208179" sldId="913"/>
            <ac:spMk id="2" creationId="{DC178E9B-9CD2-5D14-3B9D-9094B22ABFAD}"/>
          </ac:spMkLst>
        </pc:spChg>
        <pc:spChg chg="add mod">
          <ac:chgData name="최문영" userId="c9c2ca5b-20f2-48c9-9e1f-a03229bf2768" providerId="ADAL" clId="{1AFE30CA-0473-46B3-B73A-3803F8D94D85}" dt="2025-09-04T09:48:11.445" v="1579"/>
          <ac:spMkLst>
            <pc:docMk/>
            <pc:sldMk cId="3186208179" sldId="913"/>
            <ac:spMk id="3" creationId="{447E1181-B857-088D-AC0F-EE043D9F37DE}"/>
          </ac:spMkLst>
        </pc:spChg>
        <pc:spChg chg="add mod">
          <ac:chgData name="최문영" userId="c9c2ca5b-20f2-48c9-9e1f-a03229bf2768" providerId="ADAL" clId="{1AFE30CA-0473-46B3-B73A-3803F8D94D85}" dt="2025-09-04T09:48:11.445" v="1579"/>
          <ac:spMkLst>
            <pc:docMk/>
            <pc:sldMk cId="3186208179" sldId="913"/>
            <ac:spMk id="5" creationId="{DD21053A-AF76-BBE3-F68A-A6F994A41F09}"/>
          </ac:spMkLst>
        </pc:spChg>
        <pc:spChg chg="del">
          <ac:chgData name="최문영" userId="c9c2ca5b-20f2-48c9-9e1f-a03229bf2768" providerId="ADAL" clId="{1AFE30CA-0473-46B3-B73A-3803F8D94D85}" dt="2025-09-04T09:48:04.198" v="1578" actId="478"/>
          <ac:spMkLst>
            <pc:docMk/>
            <pc:sldMk cId="3186208179" sldId="913"/>
            <ac:spMk id="8" creationId="{48B40F9D-DA8A-3283-DB82-CDCA7C4144A2}"/>
          </ac:spMkLst>
        </pc:spChg>
        <pc:spChg chg="add mod">
          <ac:chgData name="최문영" userId="c9c2ca5b-20f2-48c9-9e1f-a03229bf2768" providerId="ADAL" clId="{1AFE30CA-0473-46B3-B73A-3803F8D94D85}" dt="2025-09-04T09:48:11.445" v="1579"/>
          <ac:spMkLst>
            <pc:docMk/>
            <pc:sldMk cId="3186208179" sldId="913"/>
            <ac:spMk id="9" creationId="{1EF563A2-D2D2-666C-DCE9-554F27DA423D}"/>
          </ac:spMkLst>
        </pc:spChg>
        <pc:spChg chg="add mod">
          <ac:chgData name="최문영" userId="c9c2ca5b-20f2-48c9-9e1f-a03229bf2768" providerId="ADAL" clId="{1AFE30CA-0473-46B3-B73A-3803F8D94D85}" dt="2025-09-04T09:48:11.445" v="1579"/>
          <ac:spMkLst>
            <pc:docMk/>
            <pc:sldMk cId="3186208179" sldId="913"/>
            <ac:spMk id="11" creationId="{D2FA3F58-36FC-B805-1E0C-A0B39EA2EB5C}"/>
          </ac:spMkLst>
        </pc:spChg>
        <pc:spChg chg="add mod">
          <ac:chgData name="최문영" userId="c9c2ca5b-20f2-48c9-9e1f-a03229bf2768" providerId="ADAL" clId="{1AFE30CA-0473-46B3-B73A-3803F8D94D85}" dt="2025-09-04T09:48:24.514" v="1583"/>
          <ac:spMkLst>
            <pc:docMk/>
            <pc:sldMk cId="3186208179" sldId="913"/>
            <ac:spMk id="14" creationId="{94797C31-7D1F-CA32-8D1E-DA1209CF7A13}"/>
          </ac:spMkLst>
        </pc:spChg>
        <pc:spChg chg="add mod">
          <ac:chgData name="최문영" userId="c9c2ca5b-20f2-48c9-9e1f-a03229bf2768" providerId="ADAL" clId="{1AFE30CA-0473-46B3-B73A-3803F8D94D85}" dt="2025-09-04T09:48:24.514" v="1583"/>
          <ac:spMkLst>
            <pc:docMk/>
            <pc:sldMk cId="3186208179" sldId="913"/>
            <ac:spMk id="17" creationId="{5CCFC3A6-C005-37FA-5060-5CE445D733F0}"/>
          </ac:spMkLst>
        </pc:spChg>
        <pc:spChg chg="add mod">
          <ac:chgData name="최문영" userId="c9c2ca5b-20f2-48c9-9e1f-a03229bf2768" providerId="ADAL" clId="{1AFE30CA-0473-46B3-B73A-3803F8D94D85}" dt="2025-09-04T09:48:24.514" v="1583"/>
          <ac:spMkLst>
            <pc:docMk/>
            <pc:sldMk cId="3186208179" sldId="913"/>
            <ac:spMk id="18" creationId="{444FCC3C-0C91-22EE-A91B-713B1A813F58}"/>
          </ac:spMkLst>
        </pc:spChg>
        <pc:spChg chg="add mod">
          <ac:chgData name="최문영" userId="c9c2ca5b-20f2-48c9-9e1f-a03229bf2768" providerId="ADAL" clId="{1AFE30CA-0473-46B3-B73A-3803F8D94D85}" dt="2025-09-04T09:48:24.514" v="1583"/>
          <ac:spMkLst>
            <pc:docMk/>
            <pc:sldMk cId="3186208179" sldId="913"/>
            <ac:spMk id="19" creationId="{D314F0D0-F56E-9EF1-81FB-2DF9BE1FE7A1}"/>
          </ac:spMkLst>
        </pc:spChg>
        <pc:spChg chg="add mod">
          <ac:chgData name="최문영" userId="c9c2ca5b-20f2-48c9-9e1f-a03229bf2768" providerId="ADAL" clId="{1AFE30CA-0473-46B3-B73A-3803F8D94D85}" dt="2025-09-04T09:56:52.701" v="2123" actId="113"/>
          <ac:spMkLst>
            <pc:docMk/>
            <pc:sldMk cId="3186208179" sldId="913"/>
            <ac:spMk id="22" creationId="{4FCAE5D0-9BB2-3515-3815-89772FE748BF}"/>
          </ac:spMkLst>
        </pc:spChg>
        <pc:graphicFrameChg chg="add mod">
          <ac:chgData name="최문영" userId="c9c2ca5b-20f2-48c9-9e1f-a03229bf2768" providerId="ADAL" clId="{1AFE30CA-0473-46B3-B73A-3803F8D94D85}" dt="2025-09-04T09:48:11.445" v="1579"/>
          <ac:graphicFrameMkLst>
            <pc:docMk/>
            <pc:sldMk cId="3186208179" sldId="913"/>
            <ac:graphicFrameMk id="12" creationId="{9035FD38-73B7-B8AD-AE98-ED48E90021D5}"/>
          </ac:graphicFrameMkLst>
        </pc:graphicFrameChg>
        <pc:graphicFrameChg chg="add mod">
          <ac:chgData name="최문영" userId="c9c2ca5b-20f2-48c9-9e1f-a03229bf2768" providerId="ADAL" clId="{1AFE30CA-0473-46B3-B73A-3803F8D94D85}" dt="2025-09-04T09:48:24.514" v="1583"/>
          <ac:graphicFrameMkLst>
            <pc:docMk/>
            <pc:sldMk cId="3186208179" sldId="913"/>
            <ac:graphicFrameMk id="20" creationId="{EDED12C2-4E46-9CE8-039B-6C440C3F35F0}"/>
          </ac:graphicFrameMkLst>
        </pc:graphicFrameChg>
        <pc:picChg chg="del">
          <ac:chgData name="최문영" userId="c9c2ca5b-20f2-48c9-9e1f-a03229bf2768" providerId="ADAL" clId="{1AFE30CA-0473-46B3-B73A-3803F8D94D85}" dt="2025-09-04T09:48:02.232" v="1576" actId="478"/>
          <ac:picMkLst>
            <pc:docMk/>
            <pc:sldMk cId="3186208179" sldId="913"/>
            <ac:picMk id="4" creationId="{30352C24-F2AE-71C3-E995-B1463B954C85}"/>
          </ac:picMkLst>
        </pc:picChg>
        <pc:picChg chg="add mod">
          <ac:chgData name="최문영" userId="c9c2ca5b-20f2-48c9-9e1f-a03229bf2768" providerId="ADAL" clId="{1AFE30CA-0473-46B3-B73A-3803F8D94D85}" dt="2025-09-04T09:48:11.445" v="1579"/>
          <ac:picMkLst>
            <pc:docMk/>
            <pc:sldMk cId="3186208179" sldId="913"/>
            <ac:picMk id="7" creationId="{58FFF03E-5D00-21E4-4CDB-EA78A5A47011}"/>
          </ac:picMkLst>
        </pc:picChg>
        <pc:picChg chg="add mod">
          <ac:chgData name="최문영" userId="c9c2ca5b-20f2-48c9-9e1f-a03229bf2768" providerId="ADAL" clId="{1AFE30CA-0473-46B3-B73A-3803F8D94D85}" dt="2025-09-04T09:48:34.249" v="1588" actId="1076"/>
          <ac:picMkLst>
            <pc:docMk/>
            <pc:sldMk cId="3186208179" sldId="913"/>
            <ac:picMk id="13" creationId="{5E0C5355-78DA-0310-44DA-4BE35C0D1283}"/>
          </ac:picMkLst>
        </pc:picChg>
        <pc:picChg chg="add mod">
          <ac:chgData name="최문영" userId="c9c2ca5b-20f2-48c9-9e1f-a03229bf2768" providerId="ADAL" clId="{1AFE30CA-0473-46B3-B73A-3803F8D94D85}" dt="2025-09-04T09:48:24.514" v="1583"/>
          <ac:picMkLst>
            <pc:docMk/>
            <pc:sldMk cId="3186208179" sldId="913"/>
            <ac:picMk id="16" creationId="{8A1A7678-EAF4-E370-691F-1EC347AF7107}"/>
          </ac:picMkLst>
        </pc:picChg>
        <pc:picChg chg="add mod">
          <ac:chgData name="최문영" userId="c9c2ca5b-20f2-48c9-9e1f-a03229bf2768" providerId="ADAL" clId="{1AFE30CA-0473-46B3-B73A-3803F8D94D85}" dt="2025-09-04T09:48:39.039" v="1591" actId="1076"/>
          <ac:picMkLst>
            <pc:docMk/>
            <pc:sldMk cId="3186208179" sldId="913"/>
            <ac:picMk id="21" creationId="{B66A9C38-A666-A2FD-8060-81D64708FDD4}"/>
          </ac:picMkLst>
        </pc:picChg>
        <pc:picChg chg="del">
          <ac:chgData name="최문영" userId="c9c2ca5b-20f2-48c9-9e1f-a03229bf2768" providerId="ADAL" clId="{1AFE30CA-0473-46B3-B73A-3803F8D94D85}" dt="2025-09-04T09:48:01.714" v="1575" actId="478"/>
          <ac:picMkLst>
            <pc:docMk/>
            <pc:sldMk cId="3186208179" sldId="913"/>
            <ac:picMk id="37" creationId="{9B575AB7-5FD4-AAF5-C81D-B6AD5E68288C}"/>
          </ac:picMkLst>
        </pc:picChg>
      </pc:sldChg>
      <pc:sldChg chg="addSp delSp modSp add mod delAnim">
        <pc:chgData name="최문영" userId="c9c2ca5b-20f2-48c9-9e1f-a03229bf2768" providerId="ADAL" clId="{1AFE30CA-0473-46B3-B73A-3803F8D94D85}" dt="2025-09-04T09:54:27.995" v="2094" actId="20577"/>
        <pc:sldMkLst>
          <pc:docMk/>
          <pc:sldMk cId="2330992635" sldId="914"/>
        </pc:sldMkLst>
        <pc:spChg chg="mod">
          <ac:chgData name="최문영" userId="c9c2ca5b-20f2-48c9-9e1f-a03229bf2768" providerId="ADAL" clId="{1AFE30CA-0473-46B3-B73A-3803F8D94D85}" dt="2025-09-04T09:49:44.169" v="1827" actId="20577"/>
          <ac:spMkLst>
            <pc:docMk/>
            <pc:sldMk cId="2330992635" sldId="914"/>
            <ac:spMk id="10" creationId="{BC94CECB-D70D-A55A-F6B3-042FF92BD03B}"/>
          </ac:spMkLst>
        </pc:spChg>
        <pc:spChg chg="del">
          <ac:chgData name="최문영" userId="c9c2ca5b-20f2-48c9-9e1f-a03229bf2768" providerId="ADAL" clId="{1AFE30CA-0473-46B3-B73A-3803F8D94D85}" dt="2025-09-04T09:51:18.989" v="1837" actId="478"/>
          <ac:spMkLst>
            <pc:docMk/>
            <pc:sldMk cId="2330992635" sldId="914"/>
            <ac:spMk id="22" creationId="{2F47C1A7-EB17-89DA-CB11-5AC222F9D07A}"/>
          </ac:spMkLst>
        </pc:spChg>
        <pc:spChg chg="mod">
          <ac:chgData name="최문영" userId="c9c2ca5b-20f2-48c9-9e1f-a03229bf2768" providerId="ADAL" clId="{1AFE30CA-0473-46B3-B73A-3803F8D94D85}" dt="2025-09-04T09:54:27.995" v="2094" actId="20577"/>
          <ac:spMkLst>
            <pc:docMk/>
            <pc:sldMk cId="2330992635" sldId="914"/>
            <ac:spMk id="47" creationId="{FE5CB6BA-3328-CB13-B27F-48B40FD9DF03}"/>
          </ac:spMkLst>
        </pc:spChg>
        <pc:picChg chg="add del mod">
          <ac:chgData name="최문영" userId="c9c2ca5b-20f2-48c9-9e1f-a03229bf2768" providerId="ADAL" clId="{1AFE30CA-0473-46B3-B73A-3803F8D94D85}" dt="2025-09-04T09:52:28.393" v="1841" actId="478"/>
          <ac:picMkLst>
            <pc:docMk/>
            <pc:sldMk cId="2330992635" sldId="914"/>
            <ac:picMk id="3" creationId="{7E05E1A9-34EC-67AA-8E6D-4B381DE4FEC1}"/>
          </ac:picMkLst>
        </pc:picChg>
        <pc:picChg chg="add mod">
          <ac:chgData name="최문영" userId="c9c2ca5b-20f2-48c9-9e1f-a03229bf2768" providerId="ADAL" clId="{1AFE30CA-0473-46B3-B73A-3803F8D94D85}" dt="2025-09-04T09:53:51.573" v="2010" actId="1076"/>
          <ac:picMkLst>
            <pc:docMk/>
            <pc:sldMk cId="2330992635" sldId="914"/>
            <ac:picMk id="5" creationId="{D01AA35C-4F78-92C2-A679-F3EB65286978}"/>
          </ac:picMkLst>
        </pc:picChg>
        <pc:picChg chg="del">
          <ac:chgData name="최문영" userId="c9c2ca5b-20f2-48c9-9e1f-a03229bf2768" providerId="ADAL" clId="{1AFE30CA-0473-46B3-B73A-3803F8D94D85}" dt="2025-09-04T09:51:17.079" v="1835" actId="478"/>
          <ac:picMkLst>
            <pc:docMk/>
            <pc:sldMk cId="2330992635" sldId="914"/>
            <ac:picMk id="13" creationId="{9595D309-27B6-A624-CD70-8919DF766090}"/>
          </ac:picMkLst>
        </pc:picChg>
        <pc:picChg chg="del">
          <ac:chgData name="최문영" userId="c9c2ca5b-20f2-48c9-9e1f-a03229bf2768" providerId="ADAL" clId="{1AFE30CA-0473-46B3-B73A-3803F8D94D85}" dt="2025-09-04T09:51:17.623" v="1836" actId="478"/>
          <ac:picMkLst>
            <pc:docMk/>
            <pc:sldMk cId="2330992635" sldId="914"/>
            <ac:picMk id="21" creationId="{25E1EBCB-7D5E-A6FE-1806-E7BD2AE42B0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3FE4-592E-5BC3-93DB-C12F0203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BB919-4617-6B5A-620A-D25C4265E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2CEB42-8667-3FBB-BB94-CD4E968E8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703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9D58-3FD0-23BD-2F00-421DD87B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DFBF-273A-9451-1BBB-0FA11E026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BE14E-7484-D592-1A4C-1BAA77AB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838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147E-A6D7-897D-DCBE-BB45D492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796D36-0BDD-F9E7-7818-41E5BC9DE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C5C702-514A-213C-25D7-6CAABD27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540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E927-8986-637F-344D-BC1511C4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20AF81-6508-C940-1750-EF057765B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D7C86B-1D25-25D2-9B49-E656C714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7404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B5BE-3C10-890D-3393-4D3DADB3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C08E48-066B-87C0-A667-3E4FE83A5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DD5EAB-B947-1994-4EE2-6CA84225D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8845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9-A91E-FB72-ADFF-C176BFA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57072-1556-5BC2-EABB-1FFF5369F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DC2994-D8A9-F20C-4374-717EBACF1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5075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BD07-FF10-822F-3898-86FBE136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6E0081-E64D-09BD-47EE-AF323ABC2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5AE3C-848A-5A9D-4156-4CD932F5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5433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25.09.04.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38EE-7FBE-57FB-B838-1D7C33ED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6809EDD-9A57-D591-02CF-65C7E31BEC71}"/>
              </a:ext>
            </a:extLst>
          </p:cNvPr>
          <p:cNvSpPr txBox="1"/>
          <p:nvPr/>
        </p:nvSpPr>
        <p:spPr>
          <a:xfrm>
            <a:off x="203699" y="998257"/>
            <a:ext cx="8686301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 파악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체계화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827D0A8-D8B1-BBED-B2A7-E6425808816F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6F522F5-35A1-D950-D4E8-AF6B85F80C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92729A2-41B3-6670-1CDE-87DB0BE37D0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2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주간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A35012-4C9A-4530-351F-959F2BF897A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203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1274-1BD6-3657-B1B9-9175D370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102E808-EC70-5A41-06B2-1DA70150E5AA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7164CD-96DC-76C4-514C-733DA5F11E9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406C1D-8834-8F70-D2C8-4AA268BFB4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B8AA1CA-87DD-E139-C907-086AE402F83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C5DE81-EBD5-44A3-546E-F3D1AEC3BEE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CEA5128-7F32-B02F-F58B-8C28B3EC2EE6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2CEC04-2E40-C469-21D3-9D0CBB81D231}"/>
              </a:ext>
            </a:extLst>
          </p:cNvPr>
          <p:cNvCxnSpPr>
            <a:cxnSpLocks/>
          </p:cNvCxnSpPr>
          <p:nvPr/>
        </p:nvCxnSpPr>
        <p:spPr>
          <a:xfrm flipH="1">
            <a:off x="203198" y="2569340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D499FB3-5C0C-6F67-BAAF-FC2CA3DF3C9A}"/>
              </a:ext>
            </a:extLst>
          </p:cNvPr>
          <p:cNvCxnSpPr>
            <a:cxnSpLocks/>
          </p:cNvCxnSpPr>
          <p:nvPr/>
        </p:nvCxnSpPr>
        <p:spPr>
          <a:xfrm flipH="1">
            <a:off x="203698" y="325793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BE9D68C-34F8-5B59-9252-4D992FD837A9}"/>
              </a:ext>
            </a:extLst>
          </p:cNvPr>
          <p:cNvCxnSpPr>
            <a:cxnSpLocks/>
          </p:cNvCxnSpPr>
          <p:nvPr/>
        </p:nvCxnSpPr>
        <p:spPr>
          <a:xfrm flipH="1">
            <a:off x="203698" y="395872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317868-BBBC-A220-F812-BDD667FB91A9}"/>
              </a:ext>
            </a:extLst>
          </p:cNvPr>
          <p:cNvCxnSpPr>
            <a:cxnSpLocks/>
          </p:cNvCxnSpPr>
          <p:nvPr/>
        </p:nvCxnSpPr>
        <p:spPr>
          <a:xfrm flipH="1">
            <a:off x="203698" y="454978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D62C4-F4DC-63DC-F6A2-F29DFDF56EA4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AF57E-B437-82BD-A197-F82EF1ECAA96}"/>
              </a:ext>
            </a:extLst>
          </p:cNvPr>
          <p:cNvSpPr txBox="1"/>
          <p:nvPr/>
        </p:nvSpPr>
        <p:spPr>
          <a:xfrm>
            <a:off x="203698" y="397408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A3E2DF-DA59-1FF4-958E-6EDDEC2E9304}"/>
              </a:ext>
            </a:extLst>
          </p:cNvPr>
          <p:cNvSpPr txBox="1"/>
          <p:nvPr/>
        </p:nvSpPr>
        <p:spPr>
          <a:xfrm>
            <a:off x="203698" y="2514084"/>
            <a:ext cx="12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404D4-549E-9B3E-1017-7CB44C7A2F23}"/>
              </a:ext>
            </a:extLst>
          </p:cNvPr>
          <p:cNvSpPr txBox="1"/>
          <p:nvPr/>
        </p:nvSpPr>
        <p:spPr>
          <a:xfrm>
            <a:off x="203698" y="327063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5FD4D4A-8966-9EA7-C6C6-F5D6813E43F1}"/>
              </a:ext>
            </a:extLst>
          </p:cNvPr>
          <p:cNvSpPr/>
          <p:nvPr/>
        </p:nvSpPr>
        <p:spPr>
          <a:xfrm>
            <a:off x="2175396" y="4668633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7E62175-11A9-EEF9-C346-B06793578E04}"/>
              </a:ext>
            </a:extLst>
          </p:cNvPr>
          <p:cNvSpPr/>
          <p:nvPr/>
        </p:nvSpPr>
        <p:spPr>
          <a:xfrm>
            <a:off x="217539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C5A880C-4F39-6E4A-77E3-B3381EEBE20D}"/>
              </a:ext>
            </a:extLst>
          </p:cNvPr>
          <p:cNvSpPr/>
          <p:nvPr/>
        </p:nvSpPr>
        <p:spPr>
          <a:xfrm>
            <a:off x="3856259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2248AE4A-2C50-6C7F-46B6-0B83D9A2BB02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4A29E315-7FF7-42FB-AF60-22C96E988EF4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4414471"/>
            <a:ext cx="5617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A97EE8C4-6351-89E5-1375-35C9337F0D6F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 flipH="1">
            <a:off x="2910159" y="3718544"/>
            <a:ext cx="8896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0798BB7B-CA12-70FA-82F6-076D048ED42A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flipH="1">
            <a:off x="6277499" y="3718544"/>
            <a:ext cx="3279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E99E54DD-7575-5C7C-4098-8356C91468FA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7952744" y="3718544"/>
            <a:ext cx="0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9B44B662-1814-C042-AED0-F4C5AB9F2D15}"/>
              </a:ext>
            </a:extLst>
          </p:cNvPr>
          <p:cNvCxnSpPr>
            <a:cxnSpLocks/>
          </p:cNvCxnSpPr>
          <p:nvPr/>
        </p:nvCxnSpPr>
        <p:spPr>
          <a:xfrm flipH="1">
            <a:off x="203698" y="512924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B3EF427C-DB7F-6CAB-737A-516C02A62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7870BA45-73EC-F85C-3110-32D79F9398B9}"/>
              </a:ext>
            </a:extLst>
          </p:cNvPr>
          <p:cNvCxnSpPr>
            <a:cxnSpLocks/>
            <a:stCxn id="32" idx="2"/>
            <a:endCxn id="1036" idx="0"/>
          </p:cNvCxnSpPr>
          <p:nvPr/>
        </p:nvCxnSpPr>
        <p:spPr>
          <a:xfrm flipH="1">
            <a:off x="5448869" y="5028633"/>
            <a:ext cx="1" cy="7523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883E5458-62B0-0958-C909-C06AFB570B64}"/>
              </a:ext>
            </a:extLst>
          </p:cNvPr>
          <p:cNvSpPr/>
          <p:nvPr/>
        </p:nvSpPr>
        <p:spPr>
          <a:xfrm>
            <a:off x="2175396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CBF87D10-3E10-4E8A-1B3D-48EACA482CDB}"/>
              </a:ext>
            </a:extLst>
          </p:cNvPr>
          <p:cNvSpPr/>
          <p:nvPr/>
        </p:nvSpPr>
        <p:spPr>
          <a:xfrm>
            <a:off x="3856259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other_cb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D9E05766-493F-3DD6-E914-78184DF00364}"/>
              </a:ext>
            </a:extLst>
          </p:cNvPr>
          <p:cNvSpPr/>
          <p:nvPr/>
        </p:nvSpPr>
        <p:spPr>
          <a:xfrm>
            <a:off x="5542737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91BA613E-2F3A-DFBB-FB27-D46346AA81EC}"/>
              </a:ext>
            </a:extLst>
          </p:cNvPr>
          <p:cNvSpPr/>
          <p:nvPr/>
        </p:nvSpPr>
        <p:spPr>
          <a:xfrm>
            <a:off x="7217982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16CAA056-4661-F78F-BD5F-9A5E15356989}"/>
              </a:ext>
            </a:extLst>
          </p:cNvPr>
          <p:cNvCxnSpPr>
            <a:cxnSpLocks/>
            <a:stCxn id="1042" idx="2"/>
          </p:cNvCxnSpPr>
          <p:nvPr/>
        </p:nvCxnSpPr>
        <p:spPr>
          <a:xfrm>
            <a:off x="2910158" y="3048191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A006C6A5-5C66-3DFA-04B2-A2C3ED5D28A2}"/>
              </a:ext>
            </a:extLst>
          </p:cNvPr>
          <p:cNvCxnSpPr>
            <a:cxnSpLocks/>
            <a:stCxn id="1043" idx="2"/>
            <a:endCxn id="61" idx="0"/>
          </p:cNvCxnSpPr>
          <p:nvPr/>
        </p:nvCxnSpPr>
        <p:spPr>
          <a:xfrm>
            <a:off x="4591021" y="3048191"/>
            <a:ext cx="0" cy="100628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4B0DA9A6-82A4-572F-33F9-FA3ADF6C1854}"/>
              </a:ext>
            </a:extLst>
          </p:cNvPr>
          <p:cNvCxnSpPr>
            <a:cxnSpLocks/>
            <a:stCxn id="1044" idx="2"/>
            <a:endCxn id="13" idx="0"/>
          </p:cNvCxnSpPr>
          <p:nvPr/>
        </p:nvCxnSpPr>
        <p:spPr>
          <a:xfrm>
            <a:off x="6277499" y="3048191"/>
            <a:ext cx="3279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7EF7434F-A5FE-0B95-26C5-28C267AF0098}"/>
              </a:ext>
            </a:extLst>
          </p:cNvPr>
          <p:cNvCxnSpPr>
            <a:cxnSpLocks/>
            <a:stCxn id="1045" idx="2"/>
            <a:endCxn id="17" idx="0"/>
          </p:cNvCxnSpPr>
          <p:nvPr/>
        </p:nvCxnSpPr>
        <p:spPr>
          <a:xfrm>
            <a:off x="7952744" y="3048191"/>
            <a:ext cx="0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45C1B0-2CAC-A9EB-0FDC-B9B43E65AB89}"/>
              </a:ext>
            </a:extLst>
          </p:cNvPr>
          <p:cNvSpPr/>
          <p:nvPr/>
        </p:nvSpPr>
        <p:spPr>
          <a:xfrm>
            <a:off x="2175395" y="1596692"/>
            <a:ext cx="3150388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3A1143-0818-2BC3-C227-AE540A66EEA0}"/>
              </a:ext>
            </a:extLst>
          </p:cNvPr>
          <p:cNvSpPr/>
          <p:nvPr/>
        </p:nvSpPr>
        <p:spPr>
          <a:xfrm>
            <a:off x="5542737" y="1596694"/>
            <a:ext cx="315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7C5D63-C703-FB3F-412B-B8CD23A42DF3}"/>
              </a:ext>
            </a:extLst>
          </p:cNvPr>
          <p:cNvSpPr/>
          <p:nvPr/>
        </p:nvSpPr>
        <p:spPr>
          <a:xfrm>
            <a:off x="2175396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983BF5-A283-D9C0-583A-6F3086D19F33}"/>
              </a:ext>
            </a:extLst>
          </p:cNvPr>
          <p:cNvSpPr/>
          <p:nvPr/>
        </p:nvSpPr>
        <p:spPr>
          <a:xfrm>
            <a:off x="3857663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1B2BAE-CE58-A9A1-0B33-AA69339B49F9}"/>
              </a:ext>
            </a:extLst>
          </p:cNvPr>
          <p:cNvSpPr/>
          <p:nvPr/>
        </p:nvSpPr>
        <p:spPr>
          <a:xfrm>
            <a:off x="5542737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B017A1-2663-8747-8B42-FFFB6010C9A1}"/>
              </a:ext>
            </a:extLst>
          </p:cNvPr>
          <p:cNvSpPr/>
          <p:nvPr/>
        </p:nvSpPr>
        <p:spPr>
          <a:xfrm>
            <a:off x="7217982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24D880-5C50-7F9F-FA41-3571E227B193}"/>
              </a:ext>
            </a:extLst>
          </p:cNvPr>
          <p:cNvSpPr/>
          <p:nvPr/>
        </p:nvSpPr>
        <p:spPr>
          <a:xfrm>
            <a:off x="2184293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C09BC7-3069-AF06-20D0-47FBB7C273C8}"/>
              </a:ext>
            </a:extLst>
          </p:cNvPr>
          <p:cNvSpPr/>
          <p:nvPr/>
        </p:nvSpPr>
        <p:spPr>
          <a:xfrm>
            <a:off x="5546016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0D7FB7-CA08-D303-FAFA-CCE9867B9693}"/>
              </a:ext>
            </a:extLst>
          </p:cNvPr>
          <p:cNvSpPr/>
          <p:nvPr/>
        </p:nvSpPr>
        <p:spPr>
          <a:xfrm>
            <a:off x="7217982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DEFB25-8B86-A596-B072-A5F0121EA2E0}"/>
              </a:ext>
            </a:extLst>
          </p:cNvPr>
          <p:cNvSpPr/>
          <p:nvPr/>
        </p:nvSpPr>
        <p:spPr>
          <a:xfrm>
            <a:off x="554273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412A2C7-2471-3DA6-2BC4-7EC299815101}"/>
              </a:ext>
            </a:extLst>
          </p:cNvPr>
          <p:cNvSpPr/>
          <p:nvPr/>
        </p:nvSpPr>
        <p:spPr>
          <a:xfrm>
            <a:off x="7217982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B229EDD-0862-6FE2-0460-C85A97BFE8A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27749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F3EF5C2-A061-6680-6BC0-FF9A1684806F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952744" y="4414471"/>
            <a:ext cx="8424" cy="26765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ACF11B3-8491-F6B9-F632-759B4B7DD18E}"/>
              </a:ext>
            </a:extLst>
          </p:cNvPr>
          <p:cNvSpPr txBox="1"/>
          <p:nvPr/>
        </p:nvSpPr>
        <p:spPr>
          <a:xfrm>
            <a:off x="4310976" y="5220130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98A314-9194-1C2D-A1F3-54AC45C5B6E6}"/>
              </a:ext>
            </a:extLst>
          </p:cNvPr>
          <p:cNvSpPr txBox="1"/>
          <p:nvPr/>
        </p:nvSpPr>
        <p:spPr>
          <a:xfrm>
            <a:off x="2669423" y="1593745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1~16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560F7-33A1-A054-3B92-7B157B295AA1}"/>
              </a:ext>
            </a:extLst>
          </p:cNvPr>
          <p:cNvSpPr txBox="1"/>
          <p:nvPr/>
        </p:nvSpPr>
        <p:spPr>
          <a:xfrm>
            <a:off x="2647175" y="4037302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mavros_thread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F17B9-2044-27CA-BE1A-3C72F364E400}"/>
              </a:ext>
            </a:extLst>
          </p:cNvPr>
          <p:cNvSpPr txBox="1"/>
          <p:nvPr/>
        </p:nvSpPr>
        <p:spPr>
          <a:xfrm>
            <a:off x="5948051" y="4046297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mavros_thread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3FBD79-90CD-5BAA-A1BD-055B663A7014}"/>
              </a:ext>
            </a:extLst>
          </p:cNvPr>
          <p:cNvSpPr txBox="1"/>
          <p:nvPr/>
        </p:nvSpPr>
        <p:spPr>
          <a:xfrm>
            <a:off x="488897" y="4521120"/>
            <a:ext cx="8115401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명령의 개수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종류가 달라져도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사용되는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의 개수를 바꿔도 여전히 사용되는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6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3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6EA2-98FF-8C04-83A3-5D78B072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8CA8932-3BED-79A9-6F0E-048CE686953B}"/>
              </a:ext>
            </a:extLst>
          </p:cNvPr>
          <p:cNvSpPr txBox="1"/>
          <p:nvPr/>
        </p:nvSpPr>
        <p:spPr>
          <a:xfrm>
            <a:off x="203699" y="998257"/>
            <a:ext cx="868630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지난 미팅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를 진행했지만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마땅한 경합이 보이지 않음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명령의 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push, pop overhead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  <a:endParaRPr lang="en-US" altLang="ko-K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 등 좀 더 다양한 상황을 확인하기</a:t>
            </a:r>
            <a:r>
              <a:rPr lang="en-US" altLang="ko-K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push, pop overhead: 100us~200us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16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(thread 16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주기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1000hz, 10000hz, 100000hz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B682A09-E443-0F50-B785-702F2622044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F3763D2-67A0-C686-9B9F-8CDDF90567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B1CF420-3574-C3B1-217B-B044714E80E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경합 상황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3B7CA-6C4F-378B-A731-B18C275799A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AB8E51A-6E6A-D0FB-1962-94ACEE701CDD}"/>
              </a:ext>
            </a:extLst>
          </p:cNvPr>
          <p:cNvSpPr/>
          <p:nvPr/>
        </p:nvSpPr>
        <p:spPr>
          <a:xfrm>
            <a:off x="1201364" y="2544361"/>
            <a:ext cx="3194304" cy="660486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Queue </a:t>
            </a:r>
            <a:r>
              <a:rPr lang="ko-KR" altLang="en-US" dirty="0">
                <a:solidFill>
                  <a:sysClr val="windowText" lastClr="000000"/>
                </a:solidFill>
              </a:rPr>
              <a:t>길이</a:t>
            </a:r>
            <a:r>
              <a:rPr lang="en-US" altLang="ko-KR" dirty="0">
                <a:solidFill>
                  <a:sysClr val="windowText" lastClr="000000"/>
                </a:solidFill>
              </a:rPr>
              <a:t>: 1000</a:t>
            </a: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명령 발행 주기</a:t>
            </a:r>
            <a:r>
              <a:rPr lang="en-US" altLang="ko-KR" dirty="0">
                <a:solidFill>
                  <a:sysClr val="windowText" lastClr="000000"/>
                </a:solidFill>
              </a:rPr>
              <a:t>: 1000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hz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D0516B7-D026-4048-D1D3-33E78B3FF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62" y="1110964"/>
            <a:ext cx="4307482" cy="542545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E9E7C7F-B0B4-B7C6-BD60-61C7DE75A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412" y="4257565"/>
            <a:ext cx="1211666" cy="1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3380-2288-03D4-FFC0-D2F44536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AD3F72A-11AD-B8C3-9E43-F6EEB59AD5F9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9FDAAFD5-39DB-3D5A-40E7-2CE6ED7FF0C0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5306C92-144F-B4DE-37A0-9669457E92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9091383-21C4-2185-2B09-8863E9AB5A5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경합 상황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DA8ACD9-941B-C23C-C9CF-2FEA4FA776A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094E4C-DD7C-E6B4-894A-1A77851C06AD}"/>
              </a:ext>
            </a:extLst>
          </p:cNvPr>
          <p:cNvSpPr/>
          <p:nvPr/>
        </p:nvSpPr>
        <p:spPr>
          <a:xfrm>
            <a:off x="203698" y="1507667"/>
            <a:ext cx="3699573" cy="660486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16</a:t>
            </a:r>
            <a:r>
              <a:rPr lang="ko-KR" altLang="en-US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dirty="0">
                <a:solidFill>
                  <a:sysClr val="windowText" lastClr="000000"/>
                </a:solidFill>
              </a:rPr>
              <a:t>node, </a:t>
            </a:r>
            <a:r>
              <a:rPr lang="ko-KR" altLang="en-US" dirty="0">
                <a:solidFill>
                  <a:sysClr val="windowText" lastClr="000000"/>
                </a:solidFill>
              </a:rPr>
              <a:t>주기 </a:t>
            </a:r>
            <a:r>
              <a:rPr lang="en-US" altLang="ko-KR" dirty="0">
                <a:solidFill>
                  <a:sysClr val="windowText" lastClr="000000"/>
                </a:solidFill>
              </a:rPr>
              <a:t>1000hz</a:t>
            </a: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명령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set_position</a:t>
            </a:r>
            <a:r>
              <a:rPr lang="en-US" altLang="ko-KR" dirty="0">
                <a:solidFill>
                  <a:sysClr val="windowText" lastClr="000000"/>
                </a:solidFill>
              </a:rPr>
              <a:t>, manual, override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41C6A4-3652-3DB2-2367-CBC5D3AB5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98" y="2215025"/>
            <a:ext cx="3506763" cy="42011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B2C218-1CA2-1563-2BAC-C5622E155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917" y="2727153"/>
            <a:ext cx="3506762" cy="368904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855CA9A-F531-27EB-DB73-C8FCB477F922}"/>
              </a:ext>
            </a:extLst>
          </p:cNvPr>
          <p:cNvSpPr/>
          <p:nvPr/>
        </p:nvSpPr>
        <p:spPr>
          <a:xfrm>
            <a:off x="4571997" y="1521617"/>
            <a:ext cx="3699573" cy="660486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r>
              <a:rPr lang="ko-KR" altLang="en-US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dirty="0">
                <a:solidFill>
                  <a:sysClr val="windowText" lastClr="000000"/>
                </a:solidFill>
              </a:rPr>
              <a:t>node, </a:t>
            </a:r>
            <a:r>
              <a:rPr lang="ko-KR" altLang="en-US" dirty="0">
                <a:solidFill>
                  <a:sysClr val="windowText" lastClr="000000"/>
                </a:solidFill>
              </a:rPr>
              <a:t>주기 </a:t>
            </a:r>
            <a:r>
              <a:rPr lang="en-US" altLang="ko-KR" dirty="0">
                <a:solidFill>
                  <a:sysClr val="windowText" lastClr="000000"/>
                </a:solidFill>
              </a:rPr>
              <a:t>1000hz</a:t>
            </a: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명령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set_position</a:t>
            </a:r>
            <a:r>
              <a:rPr lang="en-US" altLang="ko-KR" dirty="0">
                <a:solidFill>
                  <a:sysClr val="windowText" lastClr="000000"/>
                </a:solidFill>
              </a:rPr>
              <a:t>, manual, override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2BC2D0D-9730-F4FF-8B31-2856FEA1C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121398"/>
              </p:ext>
            </p:extLst>
          </p:nvPr>
        </p:nvGraphicFramePr>
        <p:xfrm>
          <a:off x="1275205" y="4176879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3981055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2199066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132669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91220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297130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938953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7243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73897"/>
                  </a:ext>
                </a:extLst>
              </a:tr>
            </a:tbl>
          </a:graphicData>
        </a:graphic>
      </p:graphicFrame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D1D30B2E-DA5D-BC8E-B86F-E063E47D422A}"/>
              </a:ext>
            </a:extLst>
          </p:cNvPr>
          <p:cNvSpPr/>
          <p:nvPr/>
        </p:nvSpPr>
        <p:spPr>
          <a:xfrm>
            <a:off x="1376534" y="4233555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buf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DD4FDB3B-5415-6E6B-1126-8EF0D12FDC86}"/>
              </a:ext>
            </a:extLst>
          </p:cNvPr>
          <p:cNvSpPr/>
          <p:nvPr/>
        </p:nvSpPr>
        <p:spPr>
          <a:xfrm>
            <a:off x="2260454" y="4233554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buf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잘린 한쪽 모서리 13">
            <a:extLst>
              <a:ext uri="{FF2B5EF4-FFF2-40B4-BE49-F238E27FC236}">
                <a16:creationId xmlns:a16="http://schemas.microsoft.com/office/drawing/2014/main" id="{44A57523-7443-061C-A28A-820F7E9C3147}"/>
              </a:ext>
            </a:extLst>
          </p:cNvPr>
          <p:cNvSpPr/>
          <p:nvPr/>
        </p:nvSpPr>
        <p:spPr>
          <a:xfrm>
            <a:off x="3144374" y="4233554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buf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잘린 한쪽 모서리 15">
            <a:extLst>
              <a:ext uri="{FF2B5EF4-FFF2-40B4-BE49-F238E27FC236}">
                <a16:creationId xmlns:a16="http://schemas.microsoft.com/office/drawing/2014/main" id="{62A90D4C-EC75-E11E-C5BC-E497540E1D2D}"/>
              </a:ext>
            </a:extLst>
          </p:cNvPr>
          <p:cNvSpPr/>
          <p:nvPr/>
        </p:nvSpPr>
        <p:spPr>
          <a:xfrm>
            <a:off x="3992573" y="4233554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buf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21DA-35C5-8D96-24A3-69A194F8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A94527D-9C29-D357-FC8E-175F3411FE7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1AC9FAF-D15F-AABA-02D2-576E0C2E94B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3F130E4-564A-8374-1B38-51DCB866C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3AD76CE-BADB-36F1-E0F1-D23EF3EB1F02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경합 상황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203F56-7BDE-58F7-2276-D7F7799B898E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1DCFDF0-120D-15B3-E00F-A571D48BC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1" y="1521617"/>
            <a:ext cx="3815698" cy="480603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3BC0A83-4205-E437-AB19-33999F2442F8}"/>
              </a:ext>
            </a:extLst>
          </p:cNvPr>
          <p:cNvSpPr/>
          <p:nvPr/>
        </p:nvSpPr>
        <p:spPr>
          <a:xfrm>
            <a:off x="4571997" y="1521617"/>
            <a:ext cx="4175495" cy="660486"/>
          </a:xfrm>
          <a:prstGeom prst="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20</a:t>
            </a:r>
            <a:r>
              <a:rPr lang="ko-KR" altLang="en-US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dirty="0">
                <a:solidFill>
                  <a:sysClr val="windowText" lastClr="000000"/>
                </a:solidFill>
              </a:rPr>
              <a:t>node, </a:t>
            </a:r>
            <a:r>
              <a:rPr lang="ko-KR" altLang="en-US" dirty="0">
                <a:solidFill>
                  <a:sysClr val="windowText" lastClr="000000"/>
                </a:solidFill>
              </a:rPr>
              <a:t>주기 </a:t>
            </a:r>
            <a:r>
              <a:rPr lang="en-US" altLang="ko-KR" dirty="0">
                <a:solidFill>
                  <a:sysClr val="windowText" lastClr="000000"/>
                </a:solidFill>
              </a:rPr>
              <a:t>10000hz</a:t>
            </a: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명령</a:t>
            </a:r>
            <a:r>
              <a:rPr lang="en-US" altLang="ko-KR" dirty="0">
                <a:solidFill>
                  <a:sysClr val="windowText" lastClr="000000"/>
                </a:solidFill>
              </a:rPr>
              <a:t>: </a:t>
            </a:r>
            <a:r>
              <a:rPr lang="en-US" altLang="ko-KR" dirty="0" err="1">
                <a:solidFill>
                  <a:sysClr val="windowText" lastClr="000000"/>
                </a:solidFill>
              </a:rPr>
              <a:t>set_position</a:t>
            </a:r>
            <a:r>
              <a:rPr lang="en-US" altLang="ko-KR" dirty="0">
                <a:solidFill>
                  <a:sysClr val="windowText" lastClr="000000"/>
                </a:solidFill>
              </a:rPr>
              <a:t>, manual, override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CEF88C-2FB5-F25D-595E-E1DE7E26F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7" y="2360985"/>
            <a:ext cx="3867150" cy="3267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7B8049-2655-689E-7074-449591387606}"/>
              </a:ext>
            </a:extLst>
          </p:cNvPr>
          <p:cNvSpPr txBox="1"/>
          <p:nvPr/>
        </p:nvSpPr>
        <p:spPr>
          <a:xfrm>
            <a:off x="3434105" y="2392185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경합이 관찰되었다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맞는가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yes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C2A4A-AA38-6F0D-5BF6-D7CE9A3AFA5D}"/>
              </a:ext>
            </a:extLst>
          </p:cNvPr>
          <p:cNvSpPr txBox="1"/>
          <p:nvPr/>
        </p:nvSpPr>
        <p:spPr>
          <a:xfrm>
            <a:off x="2805942" y="5770759"/>
            <a:ext cx="6108959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수를 좀더 늘려보고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경향성을 명확하게 파악한 후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vs FIFO Queue 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09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7DD3-02F7-F8A1-910F-CDCB10D0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4FB9ADB-409C-3F14-B3A2-3796063477E4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경합 상황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8855461-FAF2-FE2C-DC90-C3854384F6A5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6A1831-5E50-9A1C-59A3-ED10F11205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88182276-C715-6842-08A6-20B6B9E4314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Queue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경합 상황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6F1C5FE-A4A0-D57A-3D22-748466893829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E0C5355-78DA-0310-44DA-4BE35C0D1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712593"/>
            <a:ext cx="3998976" cy="299656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66A9C38-A666-A2FD-8060-81D64708F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113" y="1712591"/>
            <a:ext cx="3998975" cy="29965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FCAE5D0-9BB2-3515-3815-89772FE748BF}"/>
              </a:ext>
            </a:extLst>
          </p:cNvPr>
          <p:cNvSpPr txBox="1"/>
          <p:nvPr/>
        </p:nvSpPr>
        <p:spPr>
          <a:xfrm>
            <a:off x="438912" y="4953789"/>
            <a:ext cx="7714562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이전에 가볍게 실험할 때는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주기와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수가 이정도는 아니었다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그런데 왜 이런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나타났는가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20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E626-EF4A-DE40-1CC2-5E3603D4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E5CB6BA-3328-CB13-B27F-48B40FD9DF03}"/>
              </a:ext>
            </a:extLst>
          </p:cNvPr>
          <p:cNvSpPr txBox="1"/>
          <p:nvPr/>
        </p:nvSpPr>
        <p:spPr>
          <a:xfrm>
            <a:off x="203699" y="998257"/>
            <a:ext cx="86863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기존의 작업 방식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설치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코드 수정 및 실험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삭제 후 재설치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반복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사용하기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수정 시 알아볼 수 있도록 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2BED316F-D41B-D7B4-5BC2-976A1571BFD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41992D-437A-2B4D-F29A-559C347F59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C94CECB-D70D-A55A-F6B3-042FF92BD03B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체계화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817530B-E7A4-7D8B-E191-D156C1E248C4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1AA35C-4F78-92C2-A679-F3EB65286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281" y="1990077"/>
            <a:ext cx="60293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9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75787</TotalTime>
  <Words>386</Words>
  <Application>Microsoft Office PowerPoint</Application>
  <PresentationFormat>화면 슬라이드 쇼(4:3)</PresentationFormat>
  <Paragraphs>100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1450</cp:revision>
  <cp:lastPrinted>2021-08-19T05:10:09Z</cp:lastPrinted>
  <dcterms:created xsi:type="dcterms:W3CDTF">2020-05-28T10:10:30Z</dcterms:created>
  <dcterms:modified xsi:type="dcterms:W3CDTF">2025-09-04T10:15:40Z</dcterms:modified>
</cp:coreProperties>
</file>