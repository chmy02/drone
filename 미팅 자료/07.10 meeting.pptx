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699" r:id="rId2"/>
    <p:sldId id="257" r:id="rId3"/>
    <p:sldId id="852" r:id="rId4"/>
    <p:sldId id="853" r:id="rId5"/>
    <p:sldId id="838" r:id="rId6"/>
    <p:sldId id="851" r:id="rId7"/>
    <p:sldId id="839" r:id="rId8"/>
    <p:sldId id="847" r:id="rId9"/>
    <p:sldId id="848" r:id="rId10"/>
    <p:sldId id="855" r:id="rId11"/>
    <p:sldId id="731" r:id="rId12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FFFFFF"/>
    <a:srgbClr val="DAE3F3"/>
    <a:srgbClr val="404040"/>
    <a:srgbClr val="BDD7EE"/>
    <a:srgbClr val="002060"/>
    <a:srgbClr val="E6E6E6"/>
    <a:srgbClr val="ED7D31"/>
    <a:srgbClr val="DEEBF7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0426C5-6591-455E-A97F-1D718C2E00AD}" v="129" dt="2025-07-10T04:16:07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5" autoAdjust="0"/>
    <p:restoredTop sz="86353" autoAdjust="0"/>
  </p:normalViewPr>
  <p:slideViewPr>
    <p:cSldViewPr snapToGrid="0">
      <p:cViewPr varScale="1">
        <p:scale>
          <a:sx n="95" d="100"/>
          <a:sy n="95" d="100"/>
        </p:scale>
        <p:origin x="2178" y="7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460426C5-6591-455E-A97F-1D718C2E00AD}"/>
    <pc:docChg chg="undo custSel addSld delSld modSld">
      <pc:chgData name="최문영" userId="c9c2ca5b-20f2-48c9-9e1f-a03229bf2768" providerId="ADAL" clId="{460426C5-6591-455E-A97F-1D718C2E00AD}" dt="2025-07-10T04:16:07.645" v="734"/>
      <pc:docMkLst>
        <pc:docMk/>
      </pc:docMkLst>
      <pc:sldChg chg="modSp mod">
        <pc:chgData name="최문영" userId="c9c2ca5b-20f2-48c9-9e1f-a03229bf2768" providerId="ADAL" clId="{460426C5-6591-455E-A97F-1D718C2E00AD}" dt="2025-07-10T04:15:04.291" v="681" actId="207"/>
        <pc:sldMkLst>
          <pc:docMk/>
          <pc:sldMk cId="3027613367" sldId="839"/>
        </pc:sldMkLst>
        <pc:spChg chg="mod">
          <ac:chgData name="최문영" userId="c9c2ca5b-20f2-48c9-9e1f-a03229bf2768" providerId="ADAL" clId="{460426C5-6591-455E-A97F-1D718C2E00AD}" dt="2025-07-10T04:15:04.291" v="681" actId="207"/>
          <ac:spMkLst>
            <pc:docMk/>
            <pc:sldMk cId="3027613367" sldId="839"/>
            <ac:spMk id="13" creationId="{79F3020D-71E0-50E3-BCE6-7314F34AE11E}"/>
          </ac:spMkLst>
        </pc:spChg>
      </pc:sldChg>
      <pc:sldChg chg="addSp delSp modSp mod modAnim">
        <pc:chgData name="최문영" userId="c9c2ca5b-20f2-48c9-9e1f-a03229bf2768" providerId="ADAL" clId="{460426C5-6591-455E-A97F-1D718C2E00AD}" dt="2025-07-10T04:16:07.645" v="734"/>
        <pc:sldMkLst>
          <pc:docMk/>
          <pc:sldMk cId="1070694071" sldId="848"/>
        </pc:sldMkLst>
        <pc:spChg chg="mod">
          <ac:chgData name="최문영" userId="c9c2ca5b-20f2-48c9-9e1f-a03229bf2768" providerId="ADAL" clId="{460426C5-6591-455E-A97F-1D718C2E00AD}" dt="2025-07-10T04:05:11.591" v="194" actId="1076"/>
          <ac:spMkLst>
            <pc:docMk/>
            <pc:sldMk cId="1070694071" sldId="848"/>
            <ac:spMk id="2" creationId="{9B6F9489-86B6-FA7C-C042-4738B42FAC01}"/>
          </ac:spMkLst>
        </pc:spChg>
        <pc:spChg chg="add mod">
          <ac:chgData name="최문영" userId="c9c2ca5b-20f2-48c9-9e1f-a03229bf2768" providerId="ADAL" clId="{460426C5-6591-455E-A97F-1D718C2E00AD}" dt="2025-07-10T04:05:11.210" v="193" actId="1076"/>
          <ac:spMkLst>
            <pc:docMk/>
            <pc:sldMk cId="1070694071" sldId="848"/>
            <ac:spMk id="7" creationId="{62EBD79B-693B-FB4F-E59A-786E4AAF2B1E}"/>
          </ac:spMkLst>
        </pc:spChg>
        <pc:spChg chg="mod">
          <ac:chgData name="최문영" userId="c9c2ca5b-20f2-48c9-9e1f-a03229bf2768" providerId="ADAL" clId="{460426C5-6591-455E-A97F-1D718C2E00AD}" dt="2025-07-10T04:16:07.645" v="734"/>
          <ac:spMkLst>
            <pc:docMk/>
            <pc:sldMk cId="1070694071" sldId="848"/>
            <ac:spMk id="47" creationId="{131AB5EA-11F3-13A3-AF93-6AB9B8FD17FB}"/>
          </ac:spMkLst>
        </pc:spChg>
        <pc:graphicFrameChg chg="mod">
          <ac:chgData name="최문영" userId="c9c2ca5b-20f2-48c9-9e1f-a03229bf2768" providerId="ADAL" clId="{460426C5-6591-455E-A97F-1D718C2E00AD}" dt="2025-07-10T04:05:11.970" v="195" actId="1076"/>
          <ac:graphicFrameMkLst>
            <pc:docMk/>
            <pc:sldMk cId="1070694071" sldId="848"/>
            <ac:graphicFrameMk id="3" creationId="{C8B0232D-5703-661E-1829-D88EB110A946}"/>
          </ac:graphicFrameMkLst>
        </pc:graphicFrameChg>
        <pc:graphicFrameChg chg="add del mod">
          <ac:chgData name="최문영" userId="c9c2ca5b-20f2-48c9-9e1f-a03229bf2768" providerId="ADAL" clId="{460426C5-6591-455E-A97F-1D718C2E00AD}" dt="2025-07-10T04:05:10.738" v="192" actId="1076"/>
          <ac:graphicFrameMkLst>
            <pc:docMk/>
            <pc:sldMk cId="1070694071" sldId="848"/>
            <ac:graphicFrameMk id="8" creationId="{51DB38A3-D063-1CB1-EEA3-7EA7A9DACB81}"/>
          </ac:graphicFrameMkLst>
        </pc:graphicFrameChg>
        <pc:picChg chg="add mod">
          <ac:chgData name="최문영" userId="c9c2ca5b-20f2-48c9-9e1f-a03229bf2768" providerId="ADAL" clId="{460426C5-6591-455E-A97F-1D718C2E00AD}" dt="2025-07-10T04:05:11.210" v="193" actId="1076"/>
          <ac:picMkLst>
            <pc:docMk/>
            <pc:sldMk cId="1070694071" sldId="848"/>
            <ac:picMk id="5" creationId="{E7A4080F-CB08-640F-E042-3ED81C89E267}"/>
          </ac:picMkLst>
        </pc:picChg>
        <pc:cxnChg chg="add del">
          <ac:chgData name="최문영" userId="c9c2ca5b-20f2-48c9-9e1f-a03229bf2768" providerId="ADAL" clId="{460426C5-6591-455E-A97F-1D718C2E00AD}" dt="2025-07-10T04:05:09.449" v="190" actId="11529"/>
          <ac:cxnSpMkLst>
            <pc:docMk/>
            <pc:sldMk cId="1070694071" sldId="848"/>
            <ac:cxnSpMk id="11" creationId="{C7E375D5-B20F-2F69-F53E-A7CBD8CF9FA6}"/>
          </ac:cxnSpMkLst>
        </pc:cxnChg>
      </pc:sldChg>
      <pc:sldChg chg="del">
        <pc:chgData name="최문영" userId="c9c2ca5b-20f2-48c9-9e1f-a03229bf2768" providerId="ADAL" clId="{460426C5-6591-455E-A97F-1D718C2E00AD}" dt="2025-07-10T03:55:39.815" v="166" actId="47"/>
        <pc:sldMkLst>
          <pc:docMk/>
          <pc:sldMk cId="3029072032" sldId="849"/>
        </pc:sldMkLst>
      </pc:sldChg>
      <pc:sldChg chg="addSp modSp mod modAnim">
        <pc:chgData name="최문영" userId="c9c2ca5b-20f2-48c9-9e1f-a03229bf2768" providerId="ADAL" clId="{460426C5-6591-455E-A97F-1D718C2E00AD}" dt="2025-07-10T04:15:20.445" v="684" actId="1076"/>
        <pc:sldMkLst>
          <pc:docMk/>
          <pc:sldMk cId="1441264531" sldId="853"/>
        </pc:sldMkLst>
        <pc:spChg chg="mod">
          <ac:chgData name="최문영" userId="c9c2ca5b-20f2-48c9-9e1f-a03229bf2768" providerId="ADAL" clId="{460426C5-6591-455E-A97F-1D718C2E00AD}" dt="2025-07-10T03:52:58.028" v="20" actId="1076"/>
          <ac:spMkLst>
            <pc:docMk/>
            <pc:sldMk cId="1441264531" sldId="853"/>
            <ac:spMk id="2" creationId="{29C4D513-E931-9DC3-5652-56A0588D5725}"/>
          </ac:spMkLst>
        </pc:spChg>
        <pc:spChg chg="add mod">
          <ac:chgData name="최문영" userId="c9c2ca5b-20f2-48c9-9e1f-a03229bf2768" providerId="ADAL" clId="{460426C5-6591-455E-A97F-1D718C2E00AD}" dt="2025-07-10T04:15:20.445" v="684" actId="1076"/>
          <ac:spMkLst>
            <pc:docMk/>
            <pc:sldMk cId="1441264531" sldId="853"/>
            <ac:spMk id="3" creationId="{29179BA2-AF07-9B61-5D68-15328F0227A6}"/>
          </ac:spMkLst>
        </pc:spChg>
        <pc:spChg chg="mod">
          <ac:chgData name="최문영" userId="c9c2ca5b-20f2-48c9-9e1f-a03229bf2768" providerId="ADAL" clId="{460426C5-6591-455E-A97F-1D718C2E00AD}" dt="2025-07-10T03:52:53.604" v="19" actId="1076"/>
          <ac:spMkLst>
            <pc:docMk/>
            <pc:sldMk cId="1441264531" sldId="853"/>
            <ac:spMk id="7" creationId="{F28F5627-0E94-8856-8FB4-9908048F2891}"/>
          </ac:spMkLst>
        </pc:spChg>
        <pc:spChg chg="mod">
          <ac:chgData name="최문영" userId="c9c2ca5b-20f2-48c9-9e1f-a03229bf2768" providerId="ADAL" clId="{460426C5-6591-455E-A97F-1D718C2E00AD}" dt="2025-07-10T03:53:03.666" v="21" actId="1076"/>
          <ac:spMkLst>
            <pc:docMk/>
            <pc:sldMk cId="1441264531" sldId="853"/>
            <ac:spMk id="12" creationId="{E2ACFFEB-98BC-EA4F-0C2B-9A1A3CEF5CDA}"/>
          </ac:spMkLst>
        </pc:spChg>
        <pc:spChg chg="add mod">
          <ac:chgData name="최문영" userId="c9c2ca5b-20f2-48c9-9e1f-a03229bf2768" providerId="ADAL" clId="{460426C5-6591-455E-A97F-1D718C2E00AD}" dt="2025-07-10T04:14:54.402" v="680" actId="113"/>
          <ac:spMkLst>
            <pc:docMk/>
            <pc:sldMk cId="1441264531" sldId="853"/>
            <ac:spMk id="13" creationId="{B77DA1B0-F8DA-439B-22C5-98A087EE501E}"/>
          </ac:spMkLst>
        </pc:spChg>
        <pc:spChg chg="add mod">
          <ac:chgData name="최문영" userId="c9c2ca5b-20f2-48c9-9e1f-a03229bf2768" providerId="ADAL" clId="{460426C5-6591-455E-A97F-1D718C2E00AD}" dt="2025-07-10T03:54:00.697" v="32"/>
          <ac:spMkLst>
            <pc:docMk/>
            <pc:sldMk cId="1441264531" sldId="853"/>
            <ac:spMk id="14" creationId="{EF35F40A-4894-70E2-29DC-168921DF846A}"/>
          </ac:spMkLst>
        </pc:spChg>
        <pc:picChg chg="mod">
          <ac:chgData name="최문영" userId="c9c2ca5b-20f2-48c9-9e1f-a03229bf2768" providerId="ADAL" clId="{460426C5-6591-455E-A97F-1D718C2E00AD}" dt="2025-07-10T03:52:53.604" v="19" actId="1076"/>
          <ac:picMkLst>
            <pc:docMk/>
            <pc:sldMk cId="1441264531" sldId="853"/>
            <ac:picMk id="11" creationId="{674E1786-D891-4653-6F34-4CCFD46DB6AA}"/>
          </ac:picMkLst>
        </pc:picChg>
        <pc:picChg chg="mod">
          <ac:chgData name="최문영" userId="c9c2ca5b-20f2-48c9-9e1f-a03229bf2768" providerId="ADAL" clId="{460426C5-6591-455E-A97F-1D718C2E00AD}" dt="2025-07-10T03:52:58.028" v="20" actId="1076"/>
          <ac:picMkLst>
            <pc:docMk/>
            <pc:sldMk cId="1441264531" sldId="853"/>
            <ac:picMk id="1026" creationId="{C6ACECD2-A7A5-E156-01AE-F7C653373227}"/>
          </ac:picMkLst>
        </pc:picChg>
        <pc:picChg chg="mod">
          <ac:chgData name="최문영" userId="c9c2ca5b-20f2-48c9-9e1f-a03229bf2768" providerId="ADAL" clId="{460426C5-6591-455E-A97F-1D718C2E00AD}" dt="2025-07-10T03:52:49.945" v="18" actId="1076"/>
          <ac:picMkLst>
            <pc:docMk/>
            <pc:sldMk cId="1441264531" sldId="853"/>
            <ac:picMk id="1028" creationId="{7A36C588-5991-8C05-39FC-5218FDAF177B}"/>
          </ac:picMkLst>
        </pc:picChg>
      </pc:sldChg>
      <pc:sldChg chg="addSp modSp add del mod">
        <pc:chgData name="최문영" userId="c9c2ca5b-20f2-48c9-9e1f-a03229bf2768" providerId="ADAL" clId="{460426C5-6591-455E-A97F-1D718C2E00AD}" dt="2025-07-10T04:06:48.225" v="328" actId="47"/>
        <pc:sldMkLst>
          <pc:docMk/>
          <pc:sldMk cId="3812845936" sldId="854"/>
        </pc:sldMkLst>
        <pc:spChg chg="add mod">
          <ac:chgData name="최문영" userId="c9c2ca5b-20f2-48c9-9e1f-a03229bf2768" providerId="ADAL" clId="{460426C5-6591-455E-A97F-1D718C2E00AD}" dt="2025-07-10T04:06:26.646" v="290"/>
          <ac:spMkLst>
            <pc:docMk/>
            <pc:sldMk cId="3812845936" sldId="854"/>
            <ac:spMk id="4" creationId="{87F0233D-F8A2-C104-4959-C674D60917D5}"/>
          </ac:spMkLst>
        </pc:spChg>
        <pc:spChg chg="add mod">
          <ac:chgData name="최문영" userId="c9c2ca5b-20f2-48c9-9e1f-a03229bf2768" providerId="ADAL" clId="{460426C5-6591-455E-A97F-1D718C2E00AD}" dt="2025-07-10T04:06:45.072" v="326"/>
          <ac:spMkLst>
            <pc:docMk/>
            <pc:sldMk cId="3812845936" sldId="854"/>
            <ac:spMk id="8" creationId="{8279FCD3-6285-CBFF-8662-A4E2F7E32371}"/>
          </ac:spMkLst>
        </pc:spChg>
        <pc:spChg chg="mod">
          <ac:chgData name="최문영" userId="c9c2ca5b-20f2-48c9-9e1f-a03229bf2768" providerId="ADAL" clId="{460426C5-6591-455E-A97F-1D718C2E00AD}" dt="2025-07-10T04:06:10.068" v="289" actId="20577"/>
          <ac:spMkLst>
            <pc:docMk/>
            <pc:sldMk cId="3812845936" sldId="854"/>
            <ac:spMk id="10" creationId="{808A8192-5E48-57C6-58D9-27FD78637095}"/>
          </ac:spMkLst>
        </pc:spChg>
        <pc:spChg chg="mod">
          <ac:chgData name="최문영" userId="c9c2ca5b-20f2-48c9-9e1f-a03229bf2768" providerId="ADAL" clId="{460426C5-6591-455E-A97F-1D718C2E00AD}" dt="2025-07-10T04:05:49.654" v="258" actId="20577"/>
          <ac:spMkLst>
            <pc:docMk/>
            <pc:sldMk cId="3812845936" sldId="854"/>
            <ac:spMk id="47" creationId="{9E1ED5D0-A53E-D90D-5E05-4A3E2695ABE3}"/>
          </ac:spMkLst>
        </pc:spChg>
      </pc:sldChg>
      <pc:sldChg chg="addSp delSp modSp add mod delAnim modAnim">
        <pc:chgData name="최문영" userId="c9c2ca5b-20f2-48c9-9e1f-a03229bf2768" providerId="ADAL" clId="{460426C5-6591-455E-A97F-1D718C2E00AD}" dt="2025-07-10T04:14:00.954" v="678" actId="20577"/>
        <pc:sldMkLst>
          <pc:docMk/>
          <pc:sldMk cId="1961948807" sldId="855"/>
        </pc:sldMkLst>
        <pc:spChg chg="del">
          <ac:chgData name="최문영" userId="c9c2ca5b-20f2-48c9-9e1f-a03229bf2768" providerId="ADAL" clId="{460426C5-6591-455E-A97F-1D718C2E00AD}" dt="2025-07-10T04:07:33.787" v="371" actId="478"/>
          <ac:spMkLst>
            <pc:docMk/>
            <pc:sldMk cId="1961948807" sldId="855"/>
            <ac:spMk id="2" creationId="{860432A2-EBD1-863D-9E5D-8D622FE5A89A}"/>
          </ac:spMkLst>
        </pc:spChg>
        <pc:spChg chg="del">
          <ac:chgData name="최문영" userId="c9c2ca5b-20f2-48c9-9e1f-a03229bf2768" providerId="ADAL" clId="{460426C5-6591-455E-A97F-1D718C2E00AD}" dt="2025-07-10T04:07:32.616" v="370" actId="478"/>
          <ac:spMkLst>
            <pc:docMk/>
            <pc:sldMk cId="1961948807" sldId="855"/>
            <ac:spMk id="7" creationId="{4F1F7551-9073-F201-E066-6F5F9373A930}"/>
          </ac:spMkLst>
        </pc:spChg>
        <pc:spChg chg="add mod">
          <ac:chgData name="최문영" userId="c9c2ca5b-20f2-48c9-9e1f-a03229bf2768" providerId="ADAL" clId="{460426C5-6591-455E-A97F-1D718C2E00AD}" dt="2025-07-10T04:09:19.743" v="442" actId="207"/>
          <ac:spMkLst>
            <pc:docMk/>
            <pc:sldMk cId="1961948807" sldId="855"/>
            <ac:spMk id="9" creationId="{A0A855EA-BF46-1CA4-3688-2CA4758B4049}"/>
          </ac:spMkLst>
        </pc:spChg>
        <pc:spChg chg="mod">
          <ac:chgData name="최문영" userId="c9c2ca5b-20f2-48c9-9e1f-a03229bf2768" providerId="ADAL" clId="{460426C5-6591-455E-A97F-1D718C2E00AD}" dt="2025-07-10T04:06:59.608" v="349" actId="20577"/>
          <ac:spMkLst>
            <pc:docMk/>
            <pc:sldMk cId="1961948807" sldId="855"/>
            <ac:spMk id="10" creationId="{8FC4232A-B94D-2B0E-0B74-8D866BF97B7D}"/>
          </ac:spMkLst>
        </pc:spChg>
        <pc:spChg chg="add mod">
          <ac:chgData name="최문영" userId="c9c2ca5b-20f2-48c9-9e1f-a03229bf2768" providerId="ADAL" clId="{460426C5-6591-455E-A97F-1D718C2E00AD}" dt="2025-07-10T04:09:46.287" v="478" actId="20577"/>
          <ac:spMkLst>
            <pc:docMk/>
            <pc:sldMk cId="1961948807" sldId="855"/>
            <ac:spMk id="11" creationId="{C3BEEE31-6C30-B327-AA41-6294F95370D3}"/>
          </ac:spMkLst>
        </pc:spChg>
        <pc:spChg chg="add del mod">
          <ac:chgData name="최문영" userId="c9c2ca5b-20f2-48c9-9e1f-a03229bf2768" providerId="ADAL" clId="{460426C5-6591-455E-A97F-1D718C2E00AD}" dt="2025-07-10T04:11:11.221" v="562" actId="478"/>
          <ac:spMkLst>
            <pc:docMk/>
            <pc:sldMk cId="1961948807" sldId="855"/>
            <ac:spMk id="12" creationId="{3312F8AB-72AF-787D-DCEB-3285E5B3C02D}"/>
          </ac:spMkLst>
        </pc:spChg>
        <pc:spChg chg="add mod">
          <ac:chgData name="최문영" userId="c9c2ca5b-20f2-48c9-9e1f-a03229bf2768" providerId="ADAL" clId="{460426C5-6591-455E-A97F-1D718C2E00AD}" dt="2025-07-10T04:12:02.094" v="600" actId="1076"/>
          <ac:spMkLst>
            <pc:docMk/>
            <pc:sldMk cId="1961948807" sldId="855"/>
            <ac:spMk id="13" creationId="{59EE241C-42F3-A069-ACF0-F563DD5CB2E1}"/>
          </ac:spMkLst>
        </pc:spChg>
        <pc:spChg chg="add del mod">
          <ac:chgData name="최문영" userId="c9c2ca5b-20f2-48c9-9e1f-a03229bf2768" providerId="ADAL" clId="{460426C5-6591-455E-A97F-1D718C2E00AD}" dt="2025-07-10T04:12:03.581" v="601" actId="478"/>
          <ac:spMkLst>
            <pc:docMk/>
            <pc:sldMk cId="1961948807" sldId="855"/>
            <ac:spMk id="14" creationId="{B44970E3-B5D9-3C76-B1B1-EC321B9E7141}"/>
          </ac:spMkLst>
        </pc:spChg>
        <pc:spChg chg="add mod">
          <ac:chgData name="최문영" userId="c9c2ca5b-20f2-48c9-9e1f-a03229bf2768" providerId="ADAL" clId="{460426C5-6591-455E-A97F-1D718C2E00AD}" dt="2025-07-10T04:12:38.288" v="670" actId="14100"/>
          <ac:spMkLst>
            <pc:docMk/>
            <pc:sldMk cId="1961948807" sldId="855"/>
            <ac:spMk id="16" creationId="{23E896D6-4B7C-7B0F-96C4-B1D9B825F9F7}"/>
          </ac:spMkLst>
        </pc:spChg>
        <pc:spChg chg="add del mod">
          <ac:chgData name="최문영" userId="c9c2ca5b-20f2-48c9-9e1f-a03229bf2768" providerId="ADAL" clId="{460426C5-6591-455E-A97F-1D718C2E00AD}" dt="2025-07-10T04:14:00.954" v="678" actId="20577"/>
          <ac:spMkLst>
            <pc:docMk/>
            <pc:sldMk cId="1961948807" sldId="855"/>
            <ac:spMk id="47" creationId="{4A82E27A-6E14-72F1-5FB1-CC8D50D529C7}"/>
          </ac:spMkLst>
        </pc:spChg>
        <pc:graphicFrameChg chg="del">
          <ac:chgData name="최문영" userId="c9c2ca5b-20f2-48c9-9e1f-a03229bf2768" providerId="ADAL" clId="{460426C5-6591-455E-A97F-1D718C2E00AD}" dt="2025-07-10T04:08:14.176" v="380" actId="478"/>
          <ac:graphicFrameMkLst>
            <pc:docMk/>
            <pc:sldMk cId="1961948807" sldId="855"/>
            <ac:graphicFrameMk id="3" creationId="{2B2A2055-F62D-E29A-0021-069E494083CB}"/>
          </ac:graphicFrameMkLst>
        </pc:graphicFrameChg>
        <pc:picChg chg="del">
          <ac:chgData name="최문영" userId="c9c2ca5b-20f2-48c9-9e1f-a03229bf2768" providerId="ADAL" clId="{460426C5-6591-455E-A97F-1D718C2E00AD}" dt="2025-07-10T04:07:31.650" v="369" actId="478"/>
          <ac:picMkLst>
            <pc:docMk/>
            <pc:sldMk cId="1961948807" sldId="855"/>
            <ac:picMk id="5" creationId="{C4DA728C-46AE-7BA7-8098-39E6F8007529}"/>
          </ac:picMkLst>
        </pc:picChg>
        <pc:cxnChg chg="add mod">
          <ac:chgData name="최문영" userId="c9c2ca5b-20f2-48c9-9e1f-a03229bf2768" providerId="ADAL" clId="{460426C5-6591-455E-A97F-1D718C2E00AD}" dt="2025-07-10T04:08:26.315" v="411" actId="1076"/>
          <ac:cxnSpMkLst>
            <pc:docMk/>
            <pc:sldMk cId="1961948807" sldId="855"/>
            <ac:cxnSpMk id="8" creationId="{2A7E229F-CCF4-E11A-75B3-F2AD2A9998D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/>
              <a:t>Weekly meeting </a:t>
            </a:r>
            <a:r>
              <a:rPr lang="ko-KR" altLang="en-US" sz="1100"/>
              <a:t>표지</a:t>
            </a:r>
            <a:endParaRPr lang="en-US" altLang="ko-KR" sz="11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D11-BA15-9A9E-04F0-12EBE0BF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A1ADF-EAA9-E4DC-D4FA-71189C1D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C56A5-053B-9DED-C33A-DA0E4CBA7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4471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27AC-4B9F-E203-AD1E-259DE27C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60E40-C2C9-3C24-F599-78F024A62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02E95-491D-E244-EF6C-0FD304DC4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7842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353-8775-7F46-33DC-C7416FA6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79470A-F3FD-3DC0-3251-5C13C2F2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A8B91D-070B-1486-F3B7-91BABE1F1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29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F5EB-7CFA-91DE-592F-9B7C4B48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9EA2E-F68D-77BE-FFBE-52F8FBD22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43908-DC3F-33F6-C25E-6F02840DF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6203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612D-DA14-C41A-7176-5348F3DF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B60983-94C0-7E81-F34B-6304C86D5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398AC4-B497-206F-3555-2019B1599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6511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25.07.10.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Analyzing Latency at Each Stage of the Process</a:t>
            </a: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MAVROS Communication Flow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71FB-FD7B-E1DA-8714-10D7CEAA4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A678A024-B783-BB85-E7F0-0EF192A344E3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Analyzing Latency in Autonomous Drone Navigation via Offboarding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46A530A-1BF8-E784-D3B3-027BD08EA7CD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B83B59C3-E76B-E8FF-A868-7C1083E513A1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502B2E5-8729-B9FC-56DA-5E85C5262F2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ntro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E2D67EF2-47D1-4C89-5D19-E0788EA84CDC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030" name="Picture 6" descr="ATOM SE Sub 250 g Foldable GPS Drone with 4K HD EIS Camera, C0 – Potensic">
            <a:extLst>
              <a:ext uri="{FF2B5EF4-FFF2-40B4-BE49-F238E27FC236}">
                <a16:creationId xmlns:a16="http://schemas.microsoft.com/office/drawing/2014/main" id="{59D6DBDC-1CC2-1B13-4954-94A504B9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422" y="1826771"/>
            <a:ext cx="1529710" cy="152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2570B27-B4B7-9774-8F24-0D8D9EA9FE43}"/>
              </a:ext>
            </a:extLst>
          </p:cNvPr>
          <p:cNvSpPr/>
          <p:nvPr/>
        </p:nvSpPr>
        <p:spPr>
          <a:xfrm>
            <a:off x="4912842" y="1930617"/>
            <a:ext cx="2748697" cy="13175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F58EB5-F5EB-68C2-B1F3-F3CA59307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33" y="2126235"/>
            <a:ext cx="2133345" cy="1025020"/>
          </a:xfrm>
          <a:prstGeom prst="rect">
            <a:avLst/>
          </a:prstGeom>
        </p:spPr>
      </p:pic>
      <p:pic>
        <p:nvPicPr>
          <p:cNvPr id="1034" name="Picture 10" descr="VIPERA GeForce RTX 4090 Founders Edition GPU">
            <a:extLst>
              <a:ext uri="{FF2B5EF4-FFF2-40B4-BE49-F238E27FC236}">
                <a16:creationId xmlns:a16="http://schemas.microsoft.com/office/drawing/2014/main" id="{8AE59219-4905-DE82-1E01-A3D6A0E53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23" y="4682589"/>
            <a:ext cx="1928216" cy="93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E7F2DBD-C915-E86F-5E99-D3652AE08602}"/>
              </a:ext>
            </a:extLst>
          </p:cNvPr>
          <p:cNvCxnSpPr>
            <a:stCxn id="5" idx="1"/>
            <a:endCxn id="1030" idx="3"/>
          </p:cNvCxnSpPr>
          <p:nvPr/>
        </p:nvCxnSpPr>
        <p:spPr>
          <a:xfrm flipH="1">
            <a:off x="3383132" y="2123569"/>
            <a:ext cx="1932247" cy="468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0B9A49A-C8CC-EA3C-C256-60B6E6D4EECE}"/>
              </a:ext>
            </a:extLst>
          </p:cNvPr>
          <p:cNvCxnSpPr>
            <a:stCxn id="5" idx="3"/>
            <a:endCxn id="1030" idx="3"/>
          </p:cNvCxnSpPr>
          <p:nvPr/>
        </p:nvCxnSpPr>
        <p:spPr>
          <a:xfrm flipH="1" flipV="1">
            <a:off x="3383132" y="2591626"/>
            <a:ext cx="1932247" cy="463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6" descr="ATOM SE Sub 250 g Foldable GPS Drone with 4K HD EIS Camera, C0 – Potensic">
            <a:extLst>
              <a:ext uri="{FF2B5EF4-FFF2-40B4-BE49-F238E27FC236}">
                <a16:creationId xmlns:a16="http://schemas.microsoft.com/office/drawing/2014/main" id="{EBA8D7B7-0CAD-4E17-95B0-A42B54951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54" y="4513254"/>
            <a:ext cx="1529710" cy="152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48FC4C7F-111E-8628-8E6C-5EBC2DEF9D8B}"/>
              </a:ext>
            </a:extLst>
          </p:cNvPr>
          <p:cNvSpPr/>
          <p:nvPr/>
        </p:nvSpPr>
        <p:spPr>
          <a:xfrm>
            <a:off x="6240900" y="4486971"/>
            <a:ext cx="2748697" cy="13175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4BD9F7AB-0C6A-9916-882A-040F199EC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291" y="4682589"/>
            <a:ext cx="2133345" cy="1025020"/>
          </a:xfrm>
          <a:prstGeom prst="rect">
            <a:avLst/>
          </a:prstGeom>
        </p:spPr>
      </p:pic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A831DCC-467D-15FB-C147-A0F0BF1898F4}"/>
              </a:ext>
            </a:extLst>
          </p:cNvPr>
          <p:cNvCxnSpPr>
            <a:cxnSpLocks/>
            <a:stCxn id="26" idx="1"/>
            <a:endCxn id="1034" idx="3"/>
          </p:cNvCxnSpPr>
          <p:nvPr/>
        </p:nvCxnSpPr>
        <p:spPr>
          <a:xfrm flipH="1">
            <a:off x="5869939" y="4679923"/>
            <a:ext cx="773498" cy="4693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37F63A7-7D89-49B8-7BBB-9FEAB3BDE956}"/>
              </a:ext>
            </a:extLst>
          </p:cNvPr>
          <p:cNvCxnSpPr>
            <a:cxnSpLocks/>
            <a:stCxn id="26" idx="3"/>
            <a:endCxn id="1034" idx="3"/>
          </p:cNvCxnSpPr>
          <p:nvPr/>
        </p:nvCxnSpPr>
        <p:spPr>
          <a:xfrm flipH="1" flipV="1">
            <a:off x="5869939" y="5149244"/>
            <a:ext cx="773498" cy="462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94517914-E135-5F5F-BA59-3C5B3F31B6FF}"/>
              </a:ext>
            </a:extLst>
          </p:cNvPr>
          <p:cNvSpPr/>
          <p:nvPr/>
        </p:nvSpPr>
        <p:spPr>
          <a:xfrm rot="10800000">
            <a:off x="2589218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24D0E669-153F-1531-8AEC-8E347D0B1C86}"/>
              </a:ext>
            </a:extLst>
          </p:cNvPr>
          <p:cNvSpPr/>
          <p:nvPr/>
        </p:nvSpPr>
        <p:spPr>
          <a:xfrm rot="10800000">
            <a:off x="2854401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4704270B-4FD8-2B5F-2D97-88E7C60C8FFC}"/>
              </a:ext>
            </a:extLst>
          </p:cNvPr>
          <p:cNvSpPr/>
          <p:nvPr/>
        </p:nvSpPr>
        <p:spPr>
          <a:xfrm rot="10800000">
            <a:off x="3119584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화살표: 갈매기형 수장 43">
            <a:extLst>
              <a:ext uri="{FF2B5EF4-FFF2-40B4-BE49-F238E27FC236}">
                <a16:creationId xmlns:a16="http://schemas.microsoft.com/office/drawing/2014/main" id="{F52EB9AA-4D9E-4866-BF03-439E3BA39A20}"/>
              </a:ext>
            </a:extLst>
          </p:cNvPr>
          <p:cNvSpPr/>
          <p:nvPr/>
        </p:nvSpPr>
        <p:spPr>
          <a:xfrm rot="10800000">
            <a:off x="3384768" y="5129251"/>
            <a:ext cx="332635" cy="253347"/>
          </a:xfrm>
          <a:prstGeom prst="chevr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31388D-6381-DBD9-2B64-2593E405E828}"/>
              </a:ext>
            </a:extLst>
          </p:cNvPr>
          <p:cNvSpPr txBox="1"/>
          <p:nvPr/>
        </p:nvSpPr>
        <p:spPr>
          <a:xfrm>
            <a:off x="395818" y="1572846"/>
            <a:ext cx="153493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3E3571-F65B-7A9F-A799-0F85D4303D6E}"/>
              </a:ext>
            </a:extLst>
          </p:cNvPr>
          <p:cNvSpPr txBox="1"/>
          <p:nvPr/>
        </p:nvSpPr>
        <p:spPr>
          <a:xfrm>
            <a:off x="395818" y="4251231"/>
            <a:ext cx="153493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offboarding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4" descr="초보자를 위한 ROS2 : ROS2란 무엇인가?">
            <a:extLst>
              <a:ext uri="{FF2B5EF4-FFF2-40B4-BE49-F238E27FC236}">
                <a16:creationId xmlns:a16="http://schemas.microsoft.com/office/drawing/2014/main" id="{B26577B2-27D6-F5E0-96B6-DD6AC0349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84" y="5717649"/>
            <a:ext cx="1122716" cy="325315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Software Overview - PX4 Autopilot">
            <a:extLst>
              <a:ext uri="{FF2B5EF4-FFF2-40B4-BE49-F238E27FC236}">
                <a16:creationId xmlns:a16="http://schemas.microsoft.com/office/drawing/2014/main" id="{390E6ABE-1703-407E-E283-93B8C1CCA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826" y="4663269"/>
            <a:ext cx="1086380" cy="1333399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01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5711-2CB3-D6B3-44CB-85B58175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E15CC21-75EA-B315-1B8A-A71CD2E794CE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Analyzing Latency in Autonomous Drone Navigation via Offboarding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18AF40C3-D6A6-6CE1-27DA-BF26619DA51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FC4C59E2-1A77-268E-DAA4-4AA24D8F513D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2A898368-1C8D-885D-BBB8-C0BF33DCB5D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ntro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8C243576-5CB6-2487-5E51-4D6FC3CEADD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026" name="Picture 2" descr="Software Overview - PX4 Autopilot">
            <a:extLst>
              <a:ext uri="{FF2B5EF4-FFF2-40B4-BE49-F238E27FC236}">
                <a16:creationId xmlns:a16="http://schemas.microsoft.com/office/drawing/2014/main" id="{C6ACECD2-A7A5-E156-01AE-F7C65337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698" y="1582609"/>
            <a:ext cx="2017863" cy="2476681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초보자를 위한 ROS2 : ROS2란 무엇인가?">
            <a:extLst>
              <a:ext uri="{FF2B5EF4-FFF2-40B4-BE49-F238E27FC236}">
                <a16:creationId xmlns:a16="http://schemas.microsoft.com/office/drawing/2014/main" id="{7A36C588-5991-8C05-39FC-5218FDAF1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73" y="2658289"/>
            <a:ext cx="1122716" cy="325315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C4D513-E931-9DC3-5652-56A0588D5725}"/>
              </a:ext>
            </a:extLst>
          </p:cNvPr>
          <p:cNvSpPr txBox="1"/>
          <p:nvPr/>
        </p:nvSpPr>
        <p:spPr>
          <a:xfrm>
            <a:off x="6840679" y="3707535"/>
            <a:ext cx="153493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non-ROS app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F28F5627-0E94-8856-8FB4-9908048F2891}"/>
              </a:ext>
            </a:extLst>
          </p:cNvPr>
          <p:cNvSpPr/>
          <p:nvPr/>
        </p:nvSpPr>
        <p:spPr>
          <a:xfrm>
            <a:off x="2159562" y="2555154"/>
            <a:ext cx="3529963" cy="497209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74E1786-D891-4653-6F34-4CCFD46DB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560" y="2464826"/>
            <a:ext cx="2601966" cy="6477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ACFFEB-98BC-EA4F-0C2B-9A1A3CEF5CDA}"/>
              </a:ext>
            </a:extLst>
          </p:cNvPr>
          <p:cNvSpPr txBox="1"/>
          <p:nvPr/>
        </p:nvSpPr>
        <p:spPr>
          <a:xfrm>
            <a:off x="1627618" y="2480592"/>
            <a:ext cx="229692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keep-alive message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(offboard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유지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B77DA1B0-F8DA-439B-22C5-98A087EE501E}"/>
              </a:ext>
            </a:extLst>
          </p:cNvPr>
          <p:cNvSpPr/>
          <p:nvPr/>
        </p:nvSpPr>
        <p:spPr>
          <a:xfrm>
            <a:off x="948240" y="3526851"/>
            <a:ext cx="2569512" cy="1376624"/>
          </a:xfrm>
          <a:prstGeom prst="wedgeRoundRectCallout">
            <a:avLst>
              <a:gd name="adj1" fmla="val -44688"/>
              <a:gd name="adj2" fmla="val -78376"/>
              <a:gd name="adj3" fmla="val 166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070C0"/>
                </a:solidFill>
              </a:rPr>
              <a:t>이륙 명령</a:t>
            </a:r>
          </a:p>
        </p:txBody>
      </p:sp>
    </p:spTree>
    <p:extLst>
      <p:ext uri="{BB962C8B-B14F-4D97-AF65-F5344CB8AC3E}">
        <p14:creationId xmlns:p14="http://schemas.microsoft.com/office/powerpoint/2010/main" val="144126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6 C -2.22222E-6 0.0331 0.02709 0.05995 0.06007 0.05995 C 0.09896 0.05995 0.11302 0.03009 0.11893 0.01203 L 0.125 -0.01204 C 0.13108 -0.0301 0.14601 -0.05996 0.18993 -0.05996 C 0.21806 -0.05996 0.25 -0.03311 0.25 3.7037E-6 C 0.25 0.0331 0.21806 0.05995 0.18993 0.05995 C 0.14601 0.05995 0.13108 0.03009 0.125 0.01203 L 0.11893 -0.01204 C 0.11302 -0.0301 0.09896 -0.05996 0.06007 -0.05996 C 0.02709 -0.05996 -2.22222E-6 -0.03311 -2.22222E-6 3.7037E-6 Z " pathEditMode="relative" rAng="0" ptsTypes="AAAAAAAAAAA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On-boarding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Off-boarding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  <a:r>
              <a:rPr lang="en-US" altLang="ko-KR" sz="3600" b="1" strike="noStrike" spc="-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ko-KR" sz="3600" b="1" strike="noStrike" spc="-1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9F4A699-B35A-5B6A-50BC-6245BE67F447}"/>
              </a:ext>
            </a:extLst>
          </p:cNvPr>
          <p:cNvSpPr/>
          <p:nvPr/>
        </p:nvSpPr>
        <p:spPr>
          <a:xfrm>
            <a:off x="519331" y="3347173"/>
            <a:ext cx="1714063" cy="10618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pub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1C6DE50-F58B-4C75-B688-93280EBCC05A}"/>
              </a:ext>
            </a:extLst>
          </p:cNvPr>
          <p:cNvSpPr/>
          <p:nvPr/>
        </p:nvSpPr>
        <p:spPr>
          <a:xfrm>
            <a:off x="2591750" y="3347173"/>
            <a:ext cx="1980247" cy="106188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DDS to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C83517B-71D7-17F8-965D-6A595041BD17}"/>
              </a:ext>
            </a:extLst>
          </p:cNvPr>
          <p:cNvSpPr/>
          <p:nvPr/>
        </p:nvSpPr>
        <p:spPr>
          <a:xfrm>
            <a:off x="4930353" y="3347173"/>
            <a:ext cx="2136079" cy="1061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993E46B6-84B4-BF25-94C1-04009347512F}"/>
              </a:ext>
            </a:extLst>
          </p:cNvPr>
          <p:cNvSpPr/>
          <p:nvPr/>
        </p:nvSpPr>
        <p:spPr>
          <a:xfrm>
            <a:off x="1961800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9D3B04-CACA-5C8E-0766-E6A6D670208B}"/>
              </a:ext>
            </a:extLst>
          </p:cNvPr>
          <p:cNvSpPr/>
          <p:nvPr/>
        </p:nvSpPr>
        <p:spPr>
          <a:xfrm>
            <a:off x="4300403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BF1286A-52A4-8834-0148-5048E7797093}"/>
              </a:ext>
            </a:extLst>
          </p:cNvPr>
          <p:cNvSpPr/>
          <p:nvPr/>
        </p:nvSpPr>
        <p:spPr>
          <a:xfrm>
            <a:off x="6794838" y="3526377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6EA12F-6A65-D4E3-7659-6B09CDAC956C}"/>
              </a:ext>
            </a:extLst>
          </p:cNvPr>
          <p:cNvSpPr/>
          <p:nvPr/>
        </p:nvSpPr>
        <p:spPr>
          <a:xfrm>
            <a:off x="515448" y="1516802"/>
            <a:ext cx="2136079" cy="106188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ko-KR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역할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A6A04B-225C-D7FA-5ECA-CEE9768B77A3}"/>
              </a:ext>
            </a:extLst>
          </p:cNvPr>
          <p:cNvSpPr/>
          <p:nvPr/>
        </p:nvSpPr>
        <p:spPr>
          <a:xfrm>
            <a:off x="3009883" y="1516802"/>
            <a:ext cx="1224115" cy="1061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6733F96-5949-56B2-94DD-D244B440D3A7}"/>
              </a:ext>
            </a:extLst>
          </p:cNvPr>
          <p:cNvSpPr/>
          <p:nvPr/>
        </p:nvSpPr>
        <p:spPr>
          <a:xfrm>
            <a:off x="2379933" y="169600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7839D7-43E7-61FB-2A7D-38F09CE11F4C}"/>
              </a:ext>
            </a:extLst>
          </p:cNvPr>
          <p:cNvSpPr txBox="1"/>
          <p:nvPr/>
        </p:nvSpPr>
        <p:spPr>
          <a:xfrm>
            <a:off x="4592354" y="15920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99C86CEC-DEBE-8F7B-61D3-81D4492B2C63}"/>
              </a:ext>
            </a:extLst>
          </p:cNvPr>
          <p:cNvSpPr/>
          <p:nvPr/>
        </p:nvSpPr>
        <p:spPr>
          <a:xfrm rot="16200000">
            <a:off x="2355387" y="2584479"/>
            <a:ext cx="385114" cy="4217917"/>
          </a:xfrm>
          <a:prstGeom prst="leftBrace">
            <a:avLst/>
          </a:prstGeom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9DE7F-0266-44B3-03F5-D23C5029C9ED}"/>
              </a:ext>
            </a:extLst>
          </p:cNvPr>
          <p:cNvSpPr txBox="1"/>
          <p:nvPr/>
        </p:nvSpPr>
        <p:spPr>
          <a:xfrm>
            <a:off x="2050626" y="4951731"/>
            <a:ext cx="170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발생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483112-8354-18F3-33A4-8C713B368330}"/>
              </a:ext>
            </a:extLst>
          </p:cNvPr>
          <p:cNvSpPr/>
          <p:nvPr/>
        </p:nvSpPr>
        <p:spPr>
          <a:xfrm>
            <a:off x="7424788" y="3347173"/>
            <a:ext cx="1224115" cy="106188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  <a:p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2E23-BF7E-C6FB-7B83-D2610757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08A8C8B-65B3-C310-93E4-19677FC41F4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vs Service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58206D70-57DE-6E11-B44B-E5D5E6FC7B3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016219-716F-7D1B-A1F4-ADFA74DDC2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2F8EA54-2046-E6F8-1681-56A9802D5DA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 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81F98FD-CF8A-A4A4-C05C-CA837D9FE8A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A4541B1-1AA0-1F13-C89A-0D0F9BF99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312366"/>
              </p:ext>
            </p:extLst>
          </p:nvPr>
        </p:nvGraphicFramePr>
        <p:xfrm>
          <a:off x="629698" y="1558180"/>
          <a:ext cx="632924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747">
                  <a:extLst>
                    <a:ext uri="{9D8B030D-6E8A-4147-A177-3AD203B41FA5}">
                      <a16:colId xmlns:a16="http://schemas.microsoft.com/office/drawing/2014/main" val="3697497788"/>
                    </a:ext>
                  </a:extLst>
                </a:gridCol>
                <a:gridCol w="2109747">
                  <a:extLst>
                    <a:ext uri="{9D8B030D-6E8A-4147-A177-3AD203B41FA5}">
                      <a16:colId xmlns:a16="http://schemas.microsoft.com/office/drawing/2014/main" val="3675343210"/>
                    </a:ext>
                  </a:extLst>
                </a:gridCol>
                <a:gridCol w="2109747">
                  <a:extLst>
                    <a:ext uri="{9D8B030D-6E8A-4147-A177-3AD203B41FA5}">
                      <a16:colId xmlns:a16="http://schemas.microsoft.com/office/drawing/2014/main" val="3107816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4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Publisher-Subscriber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Request-Response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65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지속적인 데이터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일회성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07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목적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 (by user)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1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활용 예시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센서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위치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작업 명령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91911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A8C7239-0C5C-543F-8275-2A261061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01" y="3570086"/>
            <a:ext cx="4886712" cy="274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9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E397-0274-5669-5FA9-FE6A2BA8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F509898-A04D-F9E7-900A-E2EE1CD17B2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DCC73EB-F230-E38D-2CA9-9820FF6D8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CEE338F-7546-C59D-5838-AEE12F88746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Background(Offboarding Mechanism)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BBBA97-F5F6-16A2-C5DA-300207657A0A}"/>
              </a:ext>
            </a:extLst>
          </p:cNvPr>
          <p:cNvSpPr/>
          <p:nvPr/>
        </p:nvSpPr>
        <p:spPr>
          <a:xfrm>
            <a:off x="45993" y="902427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96E70F2-9F24-D08C-31AB-787747167E5B}"/>
              </a:ext>
            </a:extLst>
          </p:cNvPr>
          <p:cNvGrpSpPr/>
          <p:nvPr/>
        </p:nvGrpSpPr>
        <p:grpSpPr>
          <a:xfrm>
            <a:off x="391886" y="1413172"/>
            <a:ext cx="8100604" cy="4968582"/>
            <a:chOff x="519301" y="1091492"/>
            <a:chExt cx="8355026" cy="522433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662D1C68-265A-356D-6398-AF109CB3679D}"/>
                </a:ext>
              </a:extLst>
            </p:cNvPr>
            <p:cNvSpPr/>
            <p:nvPr/>
          </p:nvSpPr>
          <p:spPr>
            <a:xfrm>
              <a:off x="702210" y="1800444"/>
              <a:ext cx="1739774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/arming</a:t>
              </a: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7D13C57-9F5A-5A85-592B-A6529DB92B87}"/>
                </a:ext>
              </a:extLst>
            </p:cNvPr>
            <p:cNvSpPr/>
            <p:nvPr/>
          </p:nvSpPr>
          <p:spPr>
            <a:xfrm>
              <a:off x="702210" y="2648597"/>
              <a:ext cx="1739774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/takeoff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F6F8863-9861-76AB-316B-6F1E9C92022A}"/>
                </a:ext>
              </a:extLst>
            </p:cNvPr>
            <p:cNvSpPr/>
            <p:nvPr/>
          </p:nvSpPr>
          <p:spPr>
            <a:xfrm>
              <a:off x="702209" y="3496750"/>
              <a:ext cx="1739775" cy="652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set_mode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0713389-AAEF-1C8A-0562-C93282D160BA}"/>
                </a:ext>
              </a:extLst>
            </p:cNvPr>
            <p:cNvSpPr/>
            <p:nvPr/>
          </p:nvSpPr>
          <p:spPr>
            <a:xfrm>
              <a:off x="702210" y="4722542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set_posi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FFB3E3D-203A-A94D-B483-36988D5A19E7}"/>
                </a:ext>
              </a:extLst>
            </p:cNvPr>
            <p:cNvSpPr/>
            <p:nvPr/>
          </p:nvSpPr>
          <p:spPr>
            <a:xfrm>
              <a:off x="702209" y="5570695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5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/battery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04E1A7C-13C3-DD37-620E-75B705DD4247}"/>
                </a:ext>
              </a:extLst>
            </p:cNvPr>
            <p:cNvSpPr/>
            <p:nvPr/>
          </p:nvSpPr>
          <p:spPr>
            <a:xfrm>
              <a:off x="519301" y="1468061"/>
              <a:ext cx="2073292" cy="27604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 call</a:t>
              </a: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102537E-CAE9-665F-B3E3-CC950BA6C3BB}"/>
                </a:ext>
              </a:extLst>
            </p:cNvPr>
            <p:cNvSpPr/>
            <p:nvPr/>
          </p:nvSpPr>
          <p:spPr>
            <a:xfrm>
              <a:off x="519301" y="4343143"/>
              <a:ext cx="2073292" cy="19726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pub</a:t>
              </a: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4758596-C53F-0D75-838B-48A71AE31112}"/>
                </a:ext>
              </a:extLst>
            </p:cNvPr>
            <p:cNvSpPr/>
            <p:nvPr/>
          </p:nvSpPr>
          <p:spPr>
            <a:xfrm>
              <a:off x="3683942" y="4284531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1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set_posi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연결선: 구부러짐 13">
              <a:extLst>
                <a:ext uri="{FF2B5EF4-FFF2-40B4-BE49-F238E27FC236}">
                  <a16:creationId xmlns:a16="http://schemas.microsoft.com/office/drawing/2014/main" id="{A0A498DE-DAE4-833C-707D-ABF648948450}"/>
                </a:ext>
              </a:extLst>
            </p:cNvPr>
            <p:cNvCxnSpPr>
              <a:cxnSpLocks/>
              <a:stCxn id="2" idx="3"/>
              <a:endCxn id="16" idx="1"/>
            </p:cNvCxnSpPr>
            <p:nvPr/>
          </p:nvCxnSpPr>
          <p:spPr>
            <a:xfrm flipV="1">
              <a:off x="2441984" y="1847666"/>
              <a:ext cx="3665393" cy="278878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DEB420D-49B0-97A9-1832-8A67732947A3}"/>
                </a:ext>
              </a:extLst>
            </p:cNvPr>
            <p:cNvSpPr/>
            <p:nvPr/>
          </p:nvSpPr>
          <p:spPr>
            <a:xfrm>
              <a:off x="6107377" y="1521566"/>
              <a:ext cx="1739775" cy="652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MAVROS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mavros_node</a:t>
              </a:r>
              <a:endPara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연결선: 구부러짐 18">
              <a:extLst>
                <a:ext uri="{FF2B5EF4-FFF2-40B4-BE49-F238E27FC236}">
                  <a16:creationId xmlns:a16="http://schemas.microsoft.com/office/drawing/2014/main" id="{D9B3871A-2C21-282E-8934-42A527C135A9}"/>
                </a:ext>
              </a:extLst>
            </p:cNvPr>
            <p:cNvCxnSpPr>
              <a:cxnSpLocks/>
              <a:stCxn id="3" idx="3"/>
              <a:endCxn id="16" idx="1"/>
            </p:cNvCxnSpPr>
            <p:nvPr/>
          </p:nvCxnSpPr>
          <p:spPr>
            <a:xfrm flipV="1">
              <a:off x="2441984" y="1847666"/>
              <a:ext cx="3665393" cy="1127031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연결선: 구부러짐 21">
              <a:extLst>
                <a:ext uri="{FF2B5EF4-FFF2-40B4-BE49-F238E27FC236}">
                  <a16:creationId xmlns:a16="http://schemas.microsoft.com/office/drawing/2014/main" id="{0EC299CE-8439-DFE6-17C7-C4B82804E03E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 flipV="1">
              <a:off x="2441984" y="1847666"/>
              <a:ext cx="3665393" cy="1975184"/>
            </a:xfrm>
            <a:prstGeom prst="curved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4BF24A9E-392B-D9CA-0316-3356528FDC4B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 flipV="1">
              <a:off x="5423717" y="1847666"/>
              <a:ext cx="683660" cy="276296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2208E99C-5C9A-C373-F943-91C6718813C1}"/>
                </a:ext>
              </a:extLst>
            </p:cNvPr>
            <p:cNvCxnSpPr>
              <a:cxnSpLocks/>
              <a:stCxn id="5" idx="3"/>
              <a:endCxn id="11" idx="1"/>
            </p:cNvCxnSpPr>
            <p:nvPr/>
          </p:nvCxnSpPr>
          <p:spPr>
            <a:xfrm flipV="1">
              <a:off x="2441985" y="4610631"/>
              <a:ext cx="1241957" cy="438011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D54F537-879B-4C22-D1E1-51732CEC8BD1}"/>
                </a:ext>
              </a:extLst>
            </p:cNvPr>
            <p:cNvSpPr/>
            <p:nvPr/>
          </p:nvSpPr>
          <p:spPr>
            <a:xfrm>
              <a:off x="6308807" y="4280444"/>
              <a:ext cx="1336915" cy="6522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PX4 SITL</a:t>
              </a:r>
            </a:p>
          </p:txBody>
        </p:sp>
        <p:cxnSp>
          <p:nvCxnSpPr>
            <p:cNvPr id="48" name="연결선: 구부러짐 47">
              <a:extLst>
                <a:ext uri="{FF2B5EF4-FFF2-40B4-BE49-F238E27FC236}">
                  <a16:creationId xmlns:a16="http://schemas.microsoft.com/office/drawing/2014/main" id="{9B4FD4C2-D300-20AC-8B4A-207AAF699671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 rot="5400000">
              <a:off x="5315916" y="3166658"/>
              <a:ext cx="2432778" cy="446995"/>
            </a:xfrm>
            <a:prstGeom prst="curvedConnector4">
              <a:avLst>
                <a:gd name="adj1" fmla="val 43298"/>
                <a:gd name="adj2" fmla="val 15114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연결선: 구부러짐 51">
              <a:extLst>
                <a:ext uri="{FF2B5EF4-FFF2-40B4-BE49-F238E27FC236}">
                  <a16:creationId xmlns:a16="http://schemas.microsoft.com/office/drawing/2014/main" id="{7821DAE7-E224-8DF1-C177-F2EAF5CF5190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H="1" flipV="1">
              <a:off x="7207624" y="2173766"/>
              <a:ext cx="438098" cy="2432778"/>
            </a:xfrm>
            <a:prstGeom prst="curvedConnector4">
              <a:avLst>
                <a:gd name="adj1" fmla="val -52180"/>
                <a:gd name="adj2" fmla="val 5670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구부러짐 57">
              <a:extLst>
                <a:ext uri="{FF2B5EF4-FFF2-40B4-BE49-F238E27FC236}">
                  <a16:creationId xmlns:a16="http://schemas.microsoft.com/office/drawing/2014/main" id="{DCD215C3-8E4F-BA31-406A-32CA607212E3}"/>
                </a:ext>
              </a:extLst>
            </p:cNvPr>
            <p:cNvCxnSpPr>
              <a:cxnSpLocks/>
              <a:stCxn id="16" idx="3"/>
              <a:endCxn id="63" idx="3"/>
            </p:cNvCxnSpPr>
            <p:nvPr/>
          </p:nvCxnSpPr>
          <p:spPr>
            <a:xfrm>
              <a:off x="7847152" y="1847666"/>
              <a:ext cx="334228" cy="4050733"/>
            </a:xfrm>
            <a:prstGeom prst="curvedConnector3">
              <a:avLst>
                <a:gd name="adj1" fmla="val 16839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4266EB1B-9EE9-43AF-8C1A-FD5BCF1F6E2C}"/>
                </a:ext>
              </a:extLst>
            </p:cNvPr>
            <p:cNvSpPr/>
            <p:nvPr/>
          </p:nvSpPr>
          <p:spPr>
            <a:xfrm>
              <a:off x="6441605" y="5572299"/>
              <a:ext cx="1739775" cy="6522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Topic 2</a:t>
              </a:r>
            </a:p>
            <a:p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ko-KR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cmd</a:t>
              </a:r>
              <a:r>
                <a:rPr lang="en-US" altLang="ko-KR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/state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6DA2941-B175-D170-95E3-28ADE915D02E}"/>
                </a:ext>
              </a:extLst>
            </p:cNvPr>
            <p:cNvSpPr txBox="1"/>
            <p:nvPr/>
          </p:nvSpPr>
          <p:spPr>
            <a:xfrm>
              <a:off x="7183144" y="3417613"/>
              <a:ext cx="1048583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현재 </a:t>
              </a:r>
              <a:r>
                <a:rPr lang="ko-KR" altLang="en-US" sz="14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드론</a:t>
              </a:r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상태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47173D1-2189-96A7-BD72-2824F6F40700}"/>
                </a:ext>
              </a:extLst>
            </p:cNvPr>
            <p:cNvSpPr txBox="1"/>
            <p:nvPr/>
          </p:nvSpPr>
          <p:spPr>
            <a:xfrm>
              <a:off x="5940262" y="3202233"/>
              <a:ext cx="668459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z: 5.0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DF28D5B-7680-5148-4782-5202AE9A2B2B}"/>
                </a:ext>
              </a:extLst>
            </p:cNvPr>
            <p:cNvSpPr txBox="1"/>
            <p:nvPr/>
          </p:nvSpPr>
          <p:spPr>
            <a:xfrm>
              <a:off x="2772615" y="4343143"/>
              <a:ext cx="668459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y: 1.0</a:t>
              </a:r>
            </a:p>
            <a:p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z: 5.0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B130651-D8AC-6BA6-619E-4FDF51BE04CE}"/>
                </a:ext>
              </a:extLst>
            </p:cNvPr>
            <p:cNvSpPr txBox="1"/>
            <p:nvPr/>
          </p:nvSpPr>
          <p:spPr>
            <a:xfrm>
              <a:off x="2772615" y="5201415"/>
              <a:ext cx="2369066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keep-alive message</a:t>
              </a:r>
            </a:p>
            <a:p>
              <a:pPr algn="ctr"/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(offboard</a:t>
              </a:r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</a:t>
              </a:r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유지</a:t>
              </a:r>
              <a:r>
                <a:rPr lang="en-US" altLang="ko-KR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852D786-E250-CDEC-A4E1-C0BCFC793394}"/>
                </a:ext>
              </a:extLst>
            </p:cNvPr>
            <p:cNvSpPr txBox="1"/>
            <p:nvPr/>
          </p:nvSpPr>
          <p:spPr>
            <a:xfrm>
              <a:off x="519301" y="1091492"/>
              <a:ext cx="105131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ROS 2</a:t>
              </a:r>
              <a:endParaRPr lang="ko-KR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43DC3D-12A0-92E9-865B-1538DC968F41}"/>
                </a:ext>
              </a:extLst>
            </p:cNvPr>
            <p:cNvSpPr txBox="1"/>
            <p:nvPr/>
          </p:nvSpPr>
          <p:spPr>
            <a:xfrm>
              <a:off x="7825744" y="4715406"/>
              <a:ext cx="1048583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현재 </a:t>
              </a:r>
              <a:r>
                <a:rPr lang="ko-KR" altLang="en-US" sz="14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드론</a:t>
              </a:r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ko-KR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상태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F3020D-71E0-50E3-BCE6-7314F34AE11E}"/>
                </a:ext>
              </a:extLst>
            </p:cNvPr>
            <p:cNvSpPr txBox="1"/>
            <p:nvPr/>
          </p:nvSpPr>
          <p:spPr>
            <a:xfrm>
              <a:off x="1857926" y="1305778"/>
              <a:ext cx="1583148" cy="3883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일회성 명령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CCAC6A-0D7A-B14B-6C92-FDCEC9FB8CC2}"/>
                </a:ext>
              </a:extLst>
            </p:cNvPr>
            <p:cNvSpPr txBox="1"/>
            <p:nvPr/>
          </p:nvSpPr>
          <p:spPr>
            <a:xfrm>
              <a:off x="1924032" y="4196583"/>
              <a:ext cx="1697166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지속적인 명령</a:t>
              </a:r>
            </a:p>
          </p:txBody>
        </p:sp>
      </p:grpSp>
      <p:sp>
        <p:nvSpPr>
          <p:cNvPr id="21" name="TextBox 46">
            <a:extLst>
              <a:ext uri="{FF2B5EF4-FFF2-40B4-BE49-F238E27FC236}">
                <a16:creationId xmlns:a16="http://schemas.microsoft.com/office/drawing/2014/main" id="{E93DCBB9-CC2F-4CE3-2E48-E2FC30F4A680}"/>
              </a:ext>
            </a:extLst>
          </p:cNvPr>
          <p:cNvSpPr/>
          <p:nvPr/>
        </p:nvSpPr>
        <p:spPr>
          <a:xfrm>
            <a:off x="203760" y="897798"/>
            <a:ext cx="8852760" cy="496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통신 구조</a:t>
            </a:r>
            <a:endParaRPr lang="en-US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61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D2A7-C96B-3144-F3EA-300B5971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9D03B5C-CABC-2A11-3EE2-3821BB20A515}"/>
              </a:ext>
            </a:extLst>
          </p:cNvPr>
          <p:cNvSpPr/>
          <p:nvPr/>
        </p:nvSpPr>
        <p:spPr>
          <a:xfrm>
            <a:off x="2682912" y="1616024"/>
            <a:ext cx="4672482" cy="4503427"/>
          </a:xfrm>
          <a:prstGeom prst="roundRect">
            <a:avLst>
              <a:gd name="adj" fmla="val 4175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Node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BB9C4D-DB82-DDCA-C310-51E2AFFAB923}"/>
              </a:ext>
            </a:extLst>
          </p:cNvPr>
          <p:cNvSpPr txBox="1"/>
          <p:nvPr/>
        </p:nvSpPr>
        <p:spPr>
          <a:xfrm>
            <a:off x="203699" y="998257"/>
            <a:ext cx="8686301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Node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1DAD42B-247B-2347-B886-432AA927E73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CE039-9F5D-1879-7243-B767CB1F54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A7C2494-BEFF-CA5D-00D5-360FE2CF82E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 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8C5ED0-8136-FB59-8769-EAC0CD9D6AC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E269428-9A64-9AC2-8C37-4986CD214047}"/>
              </a:ext>
            </a:extLst>
          </p:cNvPr>
          <p:cNvSpPr/>
          <p:nvPr/>
        </p:nvSpPr>
        <p:spPr>
          <a:xfrm>
            <a:off x="509135" y="1616025"/>
            <a:ext cx="1460077" cy="4503427"/>
          </a:xfrm>
          <a:prstGeom prst="roundRect">
            <a:avLst>
              <a:gd name="adj" fmla="val 634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1491DD-378F-203B-6E75-11A1616958AC}"/>
              </a:ext>
            </a:extLst>
          </p:cNvPr>
          <p:cNvSpPr/>
          <p:nvPr/>
        </p:nvSpPr>
        <p:spPr>
          <a:xfrm>
            <a:off x="7647637" y="2035552"/>
            <a:ext cx="1336915" cy="6522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75BE2CC-01D5-69F5-CB97-8E16AD03861E}"/>
              </a:ext>
            </a:extLst>
          </p:cNvPr>
          <p:cNvSpPr/>
          <p:nvPr/>
        </p:nvSpPr>
        <p:spPr>
          <a:xfrm>
            <a:off x="715619" y="2048660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56F2AB8-B38D-0708-F25C-7DF67476F813}"/>
              </a:ext>
            </a:extLst>
          </p:cNvPr>
          <p:cNvCxnSpPr>
            <a:cxnSpLocks/>
            <a:stCxn id="46" idx="3"/>
            <a:endCxn id="103" idx="1"/>
          </p:cNvCxnSpPr>
          <p:nvPr/>
        </p:nvCxnSpPr>
        <p:spPr>
          <a:xfrm>
            <a:off x="1743883" y="2235321"/>
            <a:ext cx="1054920" cy="3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D5663C8F-85ED-4A5A-787C-4C2919AF322D}"/>
              </a:ext>
            </a:extLst>
          </p:cNvPr>
          <p:cNvSpPr/>
          <p:nvPr/>
        </p:nvSpPr>
        <p:spPr>
          <a:xfrm>
            <a:off x="2798803" y="2052326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ECF8277-DD72-91DD-09D6-0274B69D50FD}"/>
              </a:ext>
            </a:extLst>
          </p:cNvPr>
          <p:cNvSpPr/>
          <p:nvPr/>
        </p:nvSpPr>
        <p:spPr>
          <a:xfrm>
            <a:off x="5483169" y="1708102"/>
            <a:ext cx="1571025" cy="4290770"/>
          </a:xfrm>
          <a:prstGeom prst="roundRect">
            <a:avLst>
              <a:gd name="adj" fmla="val 579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879C97A-BBE1-DB67-089A-9A380883C83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757937" y="2361652"/>
            <a:ext cx="889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65E9C09-28F8-B2B9-CFB7-119F0E13021A}"/>
              </a:ext>
            </a:extLst>
          </p:cNvPr>
          <p:cNvSpPr/>
          <p:nvPr/>
        </p:nvSpPr>
        <p:spPr>
          <a:xfrm>
            <a:off x="715619" y="5591685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AA885A3-6519-CA4A-F7C5-EFB3C6EBB586}"/>
              </a:ext>
            </a:extLst>
          </p:cNvPr>
          <p:cNvCxnSpPr>
            <a:cxnSpLocks/>
            <a:stCxn id="52" idx="3"/>
            <a:endCxn id="79" idx="1"/>
          </p:cNvCxnSpPr>
          <p:nvPr/>
        </p:nvCxnSpPr>
        <p:spPr>
          <a:xfrm>
            <a:off x="1743883" y="5778346"/>
            <a:ext cx="1054920" cy="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5DC9673-B6E7-7FC1-E9C4-A7F682396733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4258880" y="2238987"/>
            <a:ext cx="1609357" cy="144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A9E3D1A-3329-155F-D874-AF125E6907E6}"/>
              </a:ext>
            </a:extLst>
          </p:cNvPr>
          <p:cNvSpPr/>
          <p:nvPr/>
        </p:nvSpPr>
        <p:spPr>
          <a:xfrm>
            <a:off x="715619" y="2524381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9F86D97-670A-AD83-D291-F364097B0B82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1743883" y="2711042"/>
            <a:ext cx="1054920" cy="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C609A60-5B92-C94E-33F1-28565409FBC1}"/>
              </a:ext>
            </a:extLst>
          </p:cNvPr>
          <p:cNvSpPr/>
          <p:nvPr/>
        </p:nvSpPr>
        <p:spPr>
          <a:xfrm>
            <a:off x="2798803" y="2527617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E3706F8-95BA-08C2-14DE-BF1043D5D3CC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4258880" y="2714278"/>
            <a:ext cx="1609357" cy="73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DAA4B0AA-147B-9EA2-3676-3E2FC0A124AC}"/>
              </a:ext>
            </a:extLst>
          </p:cNvPr>
          <p:cNvSpPr/>
          <p:nvPr/>
        </p:nvSpPr>
        <p:spPr>
          <a:xfrm>
            <a:off x="715619" y="3000102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5D5E275-9E60-1C34-C66C-55B26C2A5807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1743883" y="3186763"/>
            <a:ext cx="1054920" cy="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7C154CD-350F-398E-C0C5-0800201FB4A1}"/>
              </a:ext>
            </a:extLst>
          </p:cNvPr>
          <p:cNvSpPr/>
          <p:nvPr/>
        </p:nvSpPr>
        <p:spPr>
          <a:xfrm>
            <a:off x="2798803" y="3002908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ED7C796-6538-6F3D-0FD6-0B182CBB4C1A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4258880" y="3186763"/>
            <a:ext cx="1609357" cy="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2D54707-CF2A-31FF-6B11-D9DF7858F80F}"/>
              </a:ext>
            </a:extLst>
          </p:cNvPr>
          <p:cNvSpPr/>
          <p:nvPr/>
        </p:nvSpPr>
        <p:spPr>
          <a:xfrm>
            <a:off x="715619" y="3475823"/>
            <a:ext cx="1028264" cy="3733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463A5690-72F3-19E1-2649-AA4DC92C471D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>
            <a:off x="1743883" y="3662484"/>
            <a:ext cx="1054920" cy="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5243939-F0ED-9E83-349A-E084B402A87B}"/>
              </a:ext>
            </a:extLst>
          </p:cNvPr>
          <p:cNvSpPr/>
          <p:nvPr/>
        </p:nvSpPr>
        <p:spPr>
          <a:xfrm>
            <a:off x="2798803" y="3478199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37426BB-2A74-9239-EADC-3590E6FB9BE9}"/>
              </a:ext>
            </a:extLst>
          </p:cNvPr>
          <p:cNvCxnSpPr>
            <a:cxnSpLocks/>
            <a:stCxn id="67" idx="3"/>
          </p:cNvCxnSpPr>
          <p:nvPr/>
        </p:nvCxnSpPr>
        <p:spPr>
          <a:xfrm flipV="1">
            <a:off x="4258880" y="3495334"/>
            <a:ext cx="1609357" cy="16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791CDBBE-828C-85A1-CD6A-44F1D69ABF20}"/>
              </a:ext>
            </a:extLst>
          </p:cNvPr>
          <p:cNvSpPr/>
          <p:nvPr/>
        </p:nvSpPr>
        <p:spPr>
          <a:xfrm>
            <a:off x="2798803" y="5592346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22A5C34-CF33-D5E6-4EFB-CBB0E56F168C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4258880" y="4963269"/>
            <a:ext cx="1609357" cy="81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BD7075C5-FC0E-B472-CCA2-46D3E70F50D5}"/>
              </a:ext>
            </a:extLst>
          </p:cNvPr>
          <p:cNvSpPr/>
          <p:nvPr/>
        </p:nvSpPr>
        <p:spPr>
          <a:xfrm>
            <a:off x="715619" y="4164524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E4F94D7-B7CD-1D96-214B-F1B48C47871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>
            <a:off x="1743883" y="4351185"/>
            <a:ext cx="1054920" cy="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BF062D0-B180-CC56-8902-5D570B131EB6}"/>
              </a:ext>
            </a:extLst>
          </p:cNvPr>
          <p:cNvSpPr/>
          <p:nvPr/>
        </p:nvSpPr>
        <p:spPr>
          <a:xfrm>
            <a:off x="2798803" y="4166470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C1146DC-1182-29B1-DF43-F196D4726C40}"/>
              </a:ext>
            </a:extLst>
          </p:cNvPr>
          <p:cNvCxnSpPr>
            <a:cxnSpLocks/>
            <a:stCxn id="98" idx="3"/>
          </p:cNvCxnSpPr>
          <p:nvPr/>
        </p:nvCxnSpPr>
        <p:spPr>
          <a:xfrm flipV="1">
            <a:off x="4258880" y="3849145"/>
            <a:ext cx="1609357" cy="50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3BA70EAB-72C5-C9E4-567F-14872297B471}"/>
              </a:ext>
            </a:extLst>
          </p:cNvPr>
          <p:cNvSpPr/>
          <p:nvPr/>
        </p:nvSpPr>
        <p:spPr>
          <a:xfrm>
            <a:off x="715619" y="4640245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37B3720-E78F-A3ED-4CD3-36077C942C8E}"/>
              </a:ext>
            </a:extLst>
          </p:cNvPr>
          <p:cNvCxnSpPr>
            <a:cxnSpLocks/>
            <a:stCxn id="100" idx="3"/>
            <a:endCxn id="117" idx="1"/>
          </p:cNvCxnSpPr>
          <p:nvPr/>
        </p:nvCxnSpPr>
        <p:spPr>
          <a:xfrm>
            <a:off x="1743883" y="4826906"/>
            <a:ext cx="1054920" cy="1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A19E642F-F796-DCD9-4393-31095AE831F0}"/>
              </a:ext>
            </a:extLst>
          </p:cNvPr>
          <p:cNvSpPr/>
          <p:nvPr/>
        </p:nvSpPr>
        <p:spPr>
          <a:xfrm>
            <a:off x="2798803" y="4641761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DE8828DC-0F79-973B-633F-65AF361D689C}"/>
              </a:ext>
            </a:extLst>
          </p:cNvPr>
          <p:cNvCxnSpPr>
            <a:cxnSpLocks/>
            <a:stCxn id="117" idx="3"/>
          </p:cNvCxnSpPr>
          <p:nvPr/>
        </p:nvCxnSpPr>
        <p:spPr>
          <a:xfrm flipV="1">
            <a:off x="4258880" y="4241034"/>
            <a:ext cx="1609357" cy="587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1B54E23B-F0B3-DA02-7BEE-943CC460008C}"/>
              </a:ext>
            </a:extLst>
          </p:cNvPr>
          <p:cNvSpPr/>
          <p:nvPr/>
        </p:nvSpPr>
        <p:spPr>
          <a:xfrm>
            <a:off x="715619" y="5115966"/>
            <a:ext cx="1028264" cy="37332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174EB8E2-9D65-5AA1-8F21-49BFB86DB3A1}"/>
              </a:ext>
            </a:extLst>
          </p:cNvPr>
          <p:cNvCxnSpPr>
            <a:cxnSpLocks/>
            <a:stCxn id="119" idx="3"/>
            <a:endCxn id="121" idx="1"/>
          </p:cNvCxnSpPr>
          <p:nvPr/>
        </p:nvCxnSpPr>
        <p:spPr>
          <a:xfrm>
            <a:off x="1743883" y="5302627"/>
            <a:ext cx="1054920" cy="1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FD217749-81BE-4CF6-3FE8-8C41BD265D57}"/>
              </a:ext>
            </a:extLst>
          </p:cNvPr>
          <p:cNvSpPr/>
          <p:nvPr/>
        </p:nvSpPr>
        <p:spPr>
          <a:xfrm>
            <a:off x="2798803" y="5117052"/>
            <a:ext cx="1460077" cy="37332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0B7132C4-49A9-B14C-33B9-5636A586DA0E}"/>
              </a:ext>
            </a:extLst>
          </p:cNvPr>
          <p:cNvCxnSpPr>
            <a:cxnSpLocks/>
            <a:stCxn id="121" idx="3"/>
          </p:cNvCxnSpPr>
          <p:nvPr/>
        </p:nvCxnSpPr>
        <p:spPr>
          <a:xfrm flipV="1">
            <a:off x="4258880" y="4590233"/>
            <a:ext cx="1609357" cy="713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4C347623-A329-B838-4926-A91A2CCF0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247070"/>
              </p:ext>
            </p:extLst>
          </p:nvPr>
        </p:nvGraphicFramePr>
        <p:xfrm>
          <a:off x="5745148" y="2199920"/>
          <a:ext cx="101278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789">
                  <a:extLst>
                    <a:ext uri="{9D8B030D-6E8A-4147-A177-3AD203B41FA5}">
                      <a16:colId xmlns:a16="http://schemas.microsoft.com/office/drawing/2014/main" val="1055588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982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87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55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23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2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507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4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13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136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98931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DCC8E702-0679-3D4F-3F25-A132A8313458}"/>
              </a:ext>
            </a:extLst>
          </p:cNvPr>
          <p:cNvSpPr txBox="1"/>
          <p:nvPr/>
        </p:nvSpPr>
        <p:spPr>
          <a:xfrm>
            <a:off x="392640" y="4905564"/>
            <a:ext cx="169716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지속적인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6DD053C-F189-9777-338A-A518E01F62A7}"/>
              </a:ext>
            </a:extLst>
          </p:cNvPr>
          <p:cNvSpPr txBox="1"/>
          <p:nvPr/>
        </p:nvSpPr>
        <p:spPr>
          <a:xfrm>
            <a:off x="438177" y="2753252"/>
            <a:ext cx="1583148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일회성 명령</a:t>
            </a:r>
          </a:p>
        </p:txBody>
      </p:sp>
    </p:spTree>
    <p:extLst>
      <p:ext uri="{BB962C8B-B14F-4D97-AF65-F5344CB8AC3E}">
        <p14:creationId xmlns:p14="http://schemas.microsoft.com/office/powerpoint/2010/main" val="61601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C3BC-3CA2-B600-15F1-AB6911DF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31AB5EA-11F3-13A3-AF93-6AB9B8FD17FB}"/>
              </a:ext>
            </a:extLst>
          </p:cNvPr>
          <p:cNvSpPr txBox="1"/>
          <p:nvPr/>
        </p:nvSpPr>
        <p:spPr>
          <a:xfrm>
            <a:off x="203699" y="998257"/>
            <a:ext cx="8686301" cy="511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일회성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 → … →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지속적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mavros_node.cpp → … →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구현하기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낮추기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구조로 바꾸기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package)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B6B66EF-9F1B-E975-1AF5-24B3C568B2E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0E0FA00-7865-26CA-BAA2-8E28ABDA3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FAC22EF8-5B7A-7F3E-2E5D-CD707B5308D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MAVROS Node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E97613F-C78F-2EFC-9275-B7C33C92F5D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F9489-86B6-FA7C-C042-4738B42FAC01}"/>
              </a:ext>
            </a:extLst>
          </p:cNvPr>
          <p:cNvSpPr txBox="1"/>
          <p:nvPr/>
        </p:nvSpPr>
        <p:spPr>
          <a:xfrm>
            <a:off x="4880009" y="2974247"/>
            <a:ext cx="390599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send_message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 호출 순서대로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B0232D-5703-661E-1829-D88EB110A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980062"/>
              </p:ext>
            </p:extLst>
          </p:nvPr>
        </p:nvGraphicFramePr>
        <p:xfrm>
          <a:off x="2066628" y="3876661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7283214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78368407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39528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20299849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147341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543577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7112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service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130610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7A4080F-CB08-640F-E042-3ED81C89E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9592" y="5154622"/>
            <a:ext cx="6343650" cy="5334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62EBD79B-693B-FB4F-E59A-786E4AAF2B1E}"/>
              </a:ext>
            </a:extLst>
          </p:cNvPr>
          <p:cNvSpPr/>
          <p:nvPr/>
        </p:nvSpPr>
        <p:spPr>
          <a:xfrm>
            <a:off x="6360607" y="5296963"/>
            <a:ext cx="1112635" cy="602901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6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CDCD-31AE-C1D7-E136-3E10BCE5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A82E27A-6E14-72F1-5FB1-CC8D50D529C7}"/>
              </a:ext>
            </a:extLst>
          </p:cNvPr>
          <p:cNvSpPr txBox="1"/>
          <p:nvPr/>
        </p:nvSpPr>
        <p:spPr>
          <a:xfrm>
            <a:off x="203699" y="998257"/>
            <a:ext cx="8686301" cy="3267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 실험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변경된 실험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E585CE2-9AD3-7DD8-19CE-91A2044A610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9D0EE8D-5922-5813-F2E1-550C1AA7D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FC4232A-B94D-2B0E-0B74-8D866BF97B7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Experiment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9B647F-D6B0-5C86-18B4-567E160B3E4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A7E229F-CCF4-E11A-75B3-F2AD2A9998D8}"/>
              </a:ext>
            </a:extLst>
          </p:cNvPr>
          <p:cNvCxnSpPr/>
          <p:nvPr/>
        </p:nvCxnSpPr>
        <p:spPr>
          <a:xfrm>
            <a:off x="713432" y="2873829"/>
            <a:ext cx="60792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A0A855EA-BF46-1CA4-3688-2CA4758B4049}"/>
              </a:ext>
            </a:extLst>
          </p:cNvPr>
          <p:cNvSpPr/>
          <p:nvPr/>
        </p:nvSpPr>
        <p:spPr>
          <a:xfrm>
            <a:off x="1657978" y="1688122"/>
            <a:ext cx="1185705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3311"/>
              <a:gd name="adj6" fmla="val -44125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명령 입력</a:t>
            </a:r>
            <a:endParaRPr lang="en-US" altLang="ko-KR" dirty="0">
              <a:solidFill>
                <a:srgbClr val="C00000"/>
              </a:solidFill>
            </a:endParaRP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C3BEEE31-6C30-B327-AA41-6294F95370D3}"/>
              </a:ext>
            </a:extLst>
          </p:cNvPr>
          <p:cNvSpPr/>
          <p:nvPr/>
        </p:nvSpPr>
        <p:spPr>
          <a:xfrm>
            <a:off x="6563249" y="1656013"/>
            <a:ext cx="1185705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3311"/>
              <a:gd name="adj6" fmla="val -44125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결과 반환</a:t>
            </a:r>
            <a:endParaRPr lang="en-US" altLang="ko-KR" dirty="0">
              <a:solidFill>
                <a:srgbClr val="C00000"/>
              </a:solidFill>
            </a:endParaRPr>
          </a:p>
        </p:txBody>
      </p:sp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59EE241C-42F3-A069-ACF0-F563DD5CB2E1}"/>
              </a:ext>
            </a:extLst>
          </p:cNvPr>
          <p:cNvSpPr/>
          <p:nvPr/>
        </p:nvSpPr>
        <p:spPr>
          <a:xfrm>
            <a:off x="2481939" y="3914976"/>
            <a:ext cx="2090058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9392"/>
              <a:gd name="adj6" fmla="val -37606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rgbClr val="0070C0"/>
                </a:solidFill>
              </a:rPr>
              <a:t>send_message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dirty="0">
                <a:solidFill>
                  <a:srgbClr val="0070C0"/>
                </a:solidFill>
              </a:rPr>
              <a:t>호출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16" name="설명선: 굽은 선 15">
            <a:extLst>
              <a:ext uri="{FF2B5EF4-FFF2-40B4-BE49-F238E27FC236}">
                <a16:creationId xmlns:a16="http://schemas.microsoft.com/office/drawing/2014/main" id="{23E896D6-4B7C-7B0F-96C4-B1D9B825F9F7}"/>
              </a:ext>
            </a:extLst>
          </p:cNvPr>
          <p:cNvSpPr/>
          <p:nvPr/>
        </p:nvSpPr>
        <p:spPr>
          <a:xfrm>
            <a:off x="5417732" y="3914976"/>
            <a:ext cx="2178822" cy="37178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9392"/>
              <a:gd name="adj6" fmla="val -37606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최종 </a:t>
            </a:r>
            <a:r>
              <a:rPr lang="en-US" altLang="ko-KR" dirty="0">
                <a:solidFill>
                  <a:srgbClr val="0070C0"/>
                </a:solidFill>
              </a:rPr>
              <a:t>queue</a:t>
            </a:r>
            <a:r>
              <a:rPr lang="ko-KR" altLang="en-US" dirty="0">
                <a:solidFill>
                  <a:srgbClr val="0070C0"/>
                </a:solidFill>
              </a:rPr>
              <a:t>에서 </a:t>
            </a:r>
            <a:r>
              <a:rPr lang="en-US" altLang="ko-KR" dirty="0">
                <a:solidFill>
                  <a:srgbClr val="0070C0"/>
                </a:solidFill>
              </a:rPr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19619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74778</TotalTime>
  <Words>455</Words>
  <Application>Microsoft Office PowerPoint</Application>
  <PresentationFormat>화면 슬라이드 쇼(4:3)</PresentationFormat>
  <Paragraphs>221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1443</cp:revision>
  <cp:lastPrinted>2021-08-19T05:10:09Z</cp:lastPrinted>
  <dcterms:created xsi:type="dcterms:W3CDTF">2020-05-28T10:10:30Z</dcterms:created>
  <dcterms:modified xsi:type="dcterms:W3CDTF">2025-07-10T04:16:07Z</dcterms:modified>
</cp:coreProperties>
</file>