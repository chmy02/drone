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56" r:id="rId3"/>
    <p:sldId id="257" r:id="rId4"/>
    <p:sldId id="273" r:id="rId5"/>
    <p:sldId id="276" r:id="rId6"/>
    <p:sldId id="275" r:id="rId7"/>
    <p:sldId id="265" r:id="rId8"/>
  </p:sldIdLst>
  <p:sldSz cx="9144000" cy="6858000" type="screen4x3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39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A7B160D6-F245-489A-9451-B5C7428688BA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4350" cy="2290762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992880" y="3271320"/>
            <a:ext cx="7939440" cy="267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latin typeface="Arial"/>
              </a:rPr>
              <a:t>Weekly meeting </a:t>
            </a:r>
            <a:r>
              <a:rPr lang="ko-KR" sz="1100" b="0" strike="noStrike" spc="-1">
                <a:latin typeface="Arial"/>
              </a:rPr>
              <a:t>표지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0"/>
          </p:nvPr>
        </p:nvSpPr>
        <p:spPr>
          <a:xfrm>
            <a:off x="5623560" y="6456600"/>
            <a:ext cx="4299120" cy="33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8D26BE-142F-432C-B1C3-9B6C92E993F4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4350" cy="2290762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992880" y="3271320"/>
            <a:ext cx="7939440" cy="267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1"/>
          </p:nvPr>
        </p:nvSpPr>
        <p:spPr>
          <a:xfrm>
            <a:off x="5623560" y="6456600"/>
            <a:ext cx="4299120" cy="33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38828E-5846-4A20-8863-9CBC78F4312B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F39277-E6E0-4147-8710-0B6F115E830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A21F660-397C-4601-9D50-0783EAB02F10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059E174-A7E6-4200-8984-705213D1D03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567E076-FF62-4E42-9BFE-D58F82DA9D2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66B7E31-BD9C-4C82-A261-87ED52969E5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4804AB-3CDA-4794-9687-C6562F4E508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45CC3B-1F0F-4491-BE37-7ACEEE4B3F1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EC7D61B-2620-4E4C-AD83-0BC22FFD63B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578CE67-F29B-412F-A83C-2B2020E9DD5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2A80478-89B5-4ADE-B83E-45DB4FC7D83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B032329-3A53-4019-8B79-A823FD8370C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B47C0D4-FD16-4DE7-8CA0-EE9ED0630ED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1875567-0244-478A-A5EA-CBA59DCB569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4E7A957-4BDE-4C39-8D7E-C7F937F45DC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1756632-A3D5-416F-B0CC-0B68B6C32D9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4503DB3-1061-4E01-B7C4-50C59C86E98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38BF1E-AF1D-4147-BFCB-0C5E99EBBFB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A98040E-814A-4B18-840B-0D70EEBF79E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B8BC0B2-BEC8-4E9B-8395-37B40165705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B3E3606-8E8A-4C41-BB48-39AF43BC7A5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3E7FA5-6294-4526-8C77-82328E79BA0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020B662-2E2F-4E91-85D9-7BC7215B66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CE48D18-E05E-496D-9B33-6EF17397269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7A82CF9-DD28-46CE-B819-3EE4E520E12D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304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A74D07-2FD9-4D9F-9090-857C21FD58E5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304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D33CAD-5CFA-4CC7-A7BD-C1279FC5649E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그림 12"/>
          <p:cNvPicPr/>
          <p:nvPr/>
        </p:nvPicPr>
        <p:blipFill>
          <a:blip r:embed="rId3"/>
          <a:srcRect r="48421"/>
          <a:stretch/>
        </p:blipFill>
        <p:spPr>
          <a:xfrm>
            <a:off x="3922920" y="5087520"/>
            <a:ext cx="1295280" cy="425880"/>
          </a:xfrm>
          <a:prstGeom prst="rect">
            <a:avLst/>
          </a:prstGeom>
          <a:ln w="0">
            <a:noFill/>
          </a:ln>
        </p:spPr>
      </p:pic>
      <p:grpSp>
        <p:nvGrpSpPr>
          <p:cNvPr id="89" name="그룹 1"/>
          <p:cNvGrpSpPr/>
          <p:nvPr/>
        </p:nvGrpSpPr>
        <p:grpSpPr>
          <a:xfrm>
            <a:off x="0" y="1744200"/>
            <a:ext cx="9140760" cy="2828160"/>
            <a:chOff x="0" y="1744200"/>
            <a:chExt cx="9140760" cy="2828160"/>
          </a:xfrm>
        </p:grpSpPr>
        <p:sp>
          <p:nvSpPr>
            <p:cNvPr id="90" name="직사각형 8"/>
            <p:cNvSpPr/>
            <p:nvPr/>
          </p:nvSpPr>
          <p:spPr>
            <a:xfrm>
              <a:off x="0" y="4431240"/>
              <a:ext cx="9140760" cy="141120"/>
            </a:xfrm>
            <a:prstGeom prst="rect">
              <a:avLst/>
            </a:prstGeom>
            <a:gradFill rotWithShape="0">
              <a:gsLst>
                <a:gs pos="61000">
                  <a:srgbClr val="002060"/>
                </a:gs>
                <a:gs pos="100000">
                  <a:srgbClr val="C7D5ED"/>
                </a:gs>
              </a:gsLst>
              <a:lin ang="0"/>
            </a:gra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91" name="직사각형 6"/>
            <p:cNvSpPr/>
            <p:nvPr/>
          </p:nvSpPr>
          <p:spPr>
            <a:xfrm>
              <a:off x="0" y="1744200"/>
              <a:ext cx="9140760" cy="141120"/>
            </a:xfrm>
            <a:prstGeom prst="rect">
              <a:avLst/>
            </a:prstGeom>
            <a:gradFill rotWithShape="0">
              <a:gsLst>
                <a:gs pos="61000">
                  <a:srgbClr val="002060"/>
                </a:gs>
                <a:gs pos="100000">
                  <a:srgbClr val="C7D5ED"/>
                </a:gs>
              </a:gsLst>
              <a:lin ang="0"/>
            </a:gra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2" name="직사각형 11"/>
          <p:cNvSpPr/>
          <p:nvPr/>
        </p:nvSpPr>
        <p:spPr>
          <a:xfrm>
            <a:off x="1113840" y="2202120"/>
            <a:ext cx="6975720" cy="159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6600" b="0" strike="noStrike" spc="-1">
                <a:solidFill>
                  <a:srgbClr val="002060"/>
                </a:solidFill>
                <a:latin typeface="Times New Roman"/>
                <a:ea typeface="DejaVu Sans"/>
              </a:rPr>
              <a:t>Weekly Meeting</a:t>
            </a:r>
            <a:endParaRPr lang="en-US" sz="6600" b="0" strike="noStrike" spc="-1">
              <a:latin typeface="Arial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2286000" y="3628800"/>
            <a:ext cx="4568760" cy="496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000" b="0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25.03.21.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94" name="그림 14"/>
          <p:cNvPicPr/>
          <p:nvPr/>
        </p:nvPicPr>
        <p:blipFill>
          <a:blip r:embed="rId4"/>
          <a:stretch/>
        </p:blipFill>
        <p:spPr>
          <a:xfrm>
            <a:off x="126720" y="143640"/>
            <a:ext cx="1225080" cy="251280"/>
          </a:xfrm>
          <a:prstGeom prst="rect">
            <a:avLst/>
          </a:prstGeom>
          <a:ln w="0">
            <a:noFill/>
          </a:ln>
        </p:spPr>
      </p:pic>
      <p:sp>
        <p:nvSpPr>
          <p:cNvPr id="95" name="TextBox 15"/>
          <p:cNvSpPr/>
          <p:nvPr/>
        </p:nvSpPr>
        <p:spPr>
          <a:xfrm>
            <a:off x="4508640" y="68040"/>
            <a:ext cx="45687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Advisor : Hoon Sung Chwa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1691280" y="5711400"/>
            <a:ext cx="5758560" cy="89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Dept of Electronic Engineering &amp; Computer Science, DGIST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Real-Time Computing Lab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465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Analyzing Latency at Each Stage of the Process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1402-2CB5-562E-62A7-596E4253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4F1D27FC-AB26-6F74-8012-9204AED2476E}"/>
              </a:ext>
            </a:extLst>
          </p:cNvPr>
          <p:cNvSpPr/>
          <p:nvPr/>
        </p:nvSpPr>
        <p:spPr>
          <a:xfrm>
            <a:off x="203760" y="998280"/>
            <a:ext cx="8852760" cy="4652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Onboarding: PX4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내부에서 직접 실행</a:t>
            </a:r>
            <a:endParaRPr lang="en-US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Offboarding: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외부 터미널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75A9139-3CE1-53E7-D21F-44A2151E68E7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04EF92C4-6AEE-EE1F-63D2-8AB18E6F0C2B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57ACDF4-31B5-F2D0-29A2-803D272A816B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3711EAA-6D59-2265-91FD-4781AD1E579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5F5D5A0-052C-AF8C-378C-70A15C91E7C0}"/>
              </a:ext>
            </a:extLst>
          </p:cNvPr>
          <p:cNvSpPr/>
          <p:nvPr/>
        </p:nvSpPr>
        <p:spPr>
          <a:xfrm>
            <a:off x="363633" y="4928156"/>
            <a:ext cx="1714063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DDS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8F36508-05BB-E7AE-670B-EEF1F9EB37A4}"/>
              </a:ext>
            </a:extLst>
          </p:cNvPr>
          <p:cNvSpPr/>
          <p:nvPr/>
        </p:nvSpPr>
        <p:spPr>
          <a:xfrm>
            <a:off x="4499068" y="4928156"/>
            <a:ext cx="2136079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3320B55-FD3B-A815-DE3A-9FBE3978C12C}"/>
              </a:ext>
            </a:extLst>
          </p:cNvPr>
          <p:cNvSpPr/>
          <p:nvPr/>
        </p:nvSpPr>
        <p:spPr>
          <a:xfrm>
            <a:off x="7483600" y="4901772"/>
            <a:ext cx="1224115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9B5144-9361-983D-09C6-7320BB2B63F5}"/>
              </a:ext>
            </a:extLst>
          </p:cNvPr>
          <p:cNvSpPr/>
          <p:nvPr/>
        </p:nvSpPr>
        <p:spPr>
          <a:xfrm>
            <a:off x="2619798" y="4999440"/>
            <a:ext cx="1224115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49D291-7C68-ECE6-F106-8C8487E00115}"/>
              </a:ext>
            </a:extLst>
          </p:cNvPr>
          <p:cNvSpPr/>
          <p:nvPr/>
        </p:nvSpPr>
        <p:spPr>
          <a:xfrm>
            <a:off x="363634" y="2215317"/>
            <a:ext cx="2136079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CDCDC9-A6CF-764B-0FD7-4FA7E0BD4540}"/>
              </a:ext>
            </a:extLst>
          </p:cNvPr>
          <p:cNvSpPr/>
          <p:nvPr/>
        </p:nvSpPr>
        <p:spPr>
          <a:xfrm>
            <a:off x="3625745" y="2215317"/>
            <a:ext cx="1224115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0926AED-9A0C-D0C6-9B97-A7CA5033DAFD}"/>
              </a:ext>
            </a:extLst>
          </p:cNvPr>
          <p:cNvSpPr/>
          <p:nvPr/>
        </p:nvSpPr>
        <p:spPr>
          <a:xfrm>
            <a:off x="2802174" y="2710491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F38C5D7-DD87-47B6-0CC1-2CD3A698FF0D}"/>
              </a:ext>
            </a:extLst>
          </p:cNvPr>
          <p:cNvSpPr/>
          <p:nvPr/>
        </p:nvSpPr>
        <p:spPr>
          <a:xfrm>
            <a:off x="6807198" y="5370688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08B7FD40-C70B-61A7-7855-59FBB53FAD8C}"/>
              </a:ext>
            </a:extLst>
          </p:cNvPr>
          <p:cNvSpPr/>
          <p:nvPr/>
        </p:nvSpPr>
        <p:spPr>
          <a:xfrm>
            <a:off x="2234338" y="5169258"/>
            <a:ext cx="2136079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6659B9-D927-A96C-FBC6-7C90E334FEA4}"/>
              </a:ext>
            </a:extLst>
          </p:cNvPr>
          <p:cNvSpPr txBox="1"/>
          <p:nvPr/>
        </p:nvSpPr>
        <p:spPr>
          <a:xfrm>
            <a:off x="363635" y="1557487"/>
            <a:ext cx="1504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&lt;PX4 shell&gt;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EBE84C-BD50-49D1-3703-1BF520C735F7}"/>
              </a:ext>
            </a:extLst>
          </p:cNvPr>
          <p:cNvSpPr txBox="1"/>
          <p:nvPr/>
        </p:nvSpPr>
        <p:spPr>
          <a:xfrm>
            <a:off x="363633" y="4211113"/>
            <a:ext cx="158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&lt;Terminal&gt;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run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C6B2D-4190-AADE-5642-035871C07A1F}"/>
              </a:ext>
            </a:extLst>
          </p:cNvPr>
          <p:cNvSpPr txBox="1"/>
          <p:nvPr/>
        </p:nvSpPr>
        <p:spPr>
          <a:xfrm>
            <a:off x="5421128" y="22113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</p:spTree>
    <p:extLst>
      <p:ext uri="{BB962C8B-B14F-4D97-AF65-F5344CB8AC3E}">
        <p14:creationId xmlns:p14="http://schemas.microsoft.com/office/powerpoint/2010/main" val="2499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9AC1-5300-ECE1-1CCB-0B8406A1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6DE6E13-C9AF-3C91-FF34-D62CCAA76758}"/>
              </a:ext>
            </a:extLst>
          </p:cNvPr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Onboarding: 4ms~8ms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Offboarding: 100ms~2000ms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ROS2→MAVROS→PX4→MAVROS→ROS2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A997037F-8D34-6185-A9E9-670B195F4F88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EB68D2FA-B16B-BA60-1BC5-B4434770D57E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3328AEC8-B8B8-31D2-F06C-DCEBBFCE11E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Latency: Onboarding vs Offboarding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135C708-E403-7BF4-A95C-4F7C48B1AB0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9D35CA9-D2C3-A128-568F-FF033452A9A6}"/>
              </a:ext>
            </a:extLst>
          </p:cNvPr>
          <p:cNvSpPr/>
          <p:nvPr/>
        </p:nvSpPr>
        <p:spPr>
          <a:xfrm>
            <a:off x="1951622" y="3573540"/>
            <a:ext cx="917651" cy="17827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2223D5-69E1-6D37-7871-6F5A27264872}"/>
              </a:ext>
            </a:extLst>
          </p:cNvPr>
          <p:cNvSpPr/>
          <p:nvPr/>
        </p:nvSpPr>
        <p:spPr>
          <a:xfrm>
            <a:off x="5056621" y="4030671"/>
            <a:ext cx="1224115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953B8A-EBA8-8E7D-5E5B-5A9F78A187E3}"/>
              </a:ext>
            </a:extLst>
          </p:cNvPr>
          <p:cNvSpPr/>
          <p:nvPr/>
        </p:nvSpPr>
        <p:spPr>
          <a:xfrm>
            <a:off x="2231725" y="1501686"/>
            <a:ext cx="831004" cy="7579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6AECBAF-3C9A-8570-D469-2C676D4B4414}"/>
              </a:ext>
            </a:extLst>
          </p:cNvPr>
          <p:cNvSpPr/>
          <p:nvPr/>
        </p:nvSpPr>
        <p:spPr>
          <a:xfrm>
            <a:off x="1633195" y="181862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53AAC-EB73-3A9E-CF1D-BA7461953021}"/>
              </a:ext>
            </a:extLst>
          </p:cNvPr>
          <p:cNvSpPr txBox="1"/>
          <p:nvPr/>
        </p:nvSpPr>
        <p:spPr>
          <a:xfrm>
            <a:off x="363635" y="1557487"/>
            <a:ext cx="1504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&lt;PX4 shell&gt;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70915-D2B2-33B9-C377-C53E15618812}"/>
              </a:ext>
            </a:extLst>
          </p:cNvPr>
          <p:cNvSpPr txBox="1"/>
          <p:nvPr/>
        </p:nvSpPr>
        <p:spPr>
          <a:xfrm>
            <a:off x="363635" y="3573540"/>
            <a:ext cx="158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&lt;Terminal&gt;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run node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42662AB-9BC7-BAED-DA9D-1249E23B0E52}"/>
              </a:ext>
            </a:extLst>
          </p:cNvPr>
          <p:cNvSpPr/>
          <p:nvPr/>
        </p:nvSpPr>
        <p:spPr>
          <a:xfrm>
            <a:off x="7316359" y="4107186"/>
            <a:ext cx="831004" cy="7579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0C4E448-55F4-8F08-3867-33AA9072F702}"/>
              </a:ext>
            </a:extLst>
          </p:cNvPr>
          <p:cNvSpPr/>
          <p:nvPr/>
        </p:nvSpPr>
        <p:spPr>
          <a:xfrm>
            <a:off x="3095403" y="4285945"/>
            <a:ext cx="180000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B42215F-1C3D-4E03-4A39-E5D1BB1F5994}"/>
              </a:ext>
            </a:extLst>
          </p:cNvPr>
          <p:cNvSpPr/>
          <p:nvPr/>
        </p:nvSpPr>
        <p:spPr>
          <a:xfrm>
            <a:off x="6577102" y="424612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250454B0-74C1-BD7D-CB7F-FDF40D31F5F4}"/>
              </a:ext>
            </a:extLst>
          </p:cNvPr>
          <p:cNvSpPr/>
          <p:nvPr/>
        </p:nvSpPr>
        <p:spPr>
          <a:xfrm rot="10800000">
            <a:off x="6577102" y="468526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95659CF-6BEF-8434-6202-45ACA3392ED9}"/>
              </a:ext>
            </a:extLst>
          </p:cNvPr>
          <p:cNvSpPr/>
          <p:nvPr/>
        </p:nvSpPr>
        <p:spPr>
          <a:xfrm rot="10800000">
            <a:off x="3085662" y="4696858"/>
            <a:ext cx="180000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10C9A-2EBD-08FE-FE02-425C4CBB1B38}"/>
              </a:ext>
            </a:extLst>
          </p:cNvPr>
          <p:cNvSpPr txBox="1"/>
          <p:nvPr/>
        </p:nvSpPr>
        <p:spPr>
          <a:xfrm>
            <a:off x="2951959" y="4778879"/>
            <a:ext cx="150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486EF-807D-3FEF-862B-82E3CB39B4F8}"/>
              </a:ext>
            </a:extLst>
          </p:cNvPr>
          <p:cNvSpPr txBox="1"/>
          <p:nvPr/>
        </p:nvSpPr>
        <p:spPr>
          <a:xfrm>
            <a:off x="2913880" y="3923395"/>
            <a:ext cx="213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35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F826-627E-6F0A-5134-F951C57C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5E7EA08-B5CE-4361-353C-C32F9904F518}"/>
              </a:ext>
            </a:extLst>
          </p:cNvPr>
          <p:cNvSpPr/>
          <p:nvPr/>
        </p:nvSpPr>
        <p:spPr>
          <a:xfrm>
            <a:off x="203760" y="998280"/>
            <a:ext cx="8852760" cy="74205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MAVROS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Single node(/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mavros_node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기반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/setpoint,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localposition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/velocity…)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중앙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 </a:t>
            </a:r>
          </a:p>
          <a:p>
            <a:pPr lvl="2">
              <a:lnSpc>
                <a:spcPct val="150000"/>
              </a:lnSpc>
              <a:buClr>
                <a:srgbClr val="000000"/>
              </a:buClr>
            </a:pPr>
            <a:endParaRPr lang="en-US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원인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중앙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명령이 밀림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최적화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사용하지 않는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종료</a:t>
            </a: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QoS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조정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reliable →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besteffort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(reliable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경우 손실 시 명령 재전송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주기 조정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0.01s → 0.1s(PX4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처리 시간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11488A4-BB69-D744-BEB6-41187210C15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9370FEC5-BCEA-184B-C8F2-4B6A9A249874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0DA3A5A-EFCF-5D1F-1A2B-59B48BC568A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MAVROS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1BCBF2D8-5F64-7EA9-D757-45E266B5516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FB4575-2D98-EEDB-4AAB-A81EF9023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810662"/>
              </p:ext>
            </p:extLst>
          </p:nvPr>
        </p:nvGraphicFramePr>
        <p:xfrm>
          <a:off x="1150374" y="2901335"/>
          <a:ext cx="757207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7207">
                  <a:extLst>
                    <a:ext uri="{9D8B030D-6E8A-4147-A177-3AD203B41FA5}">
                      <a16:colId xmlns:a16="http://schemas.microsoft.com/office/drawing/2014/main" val="2899373491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5191015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383583039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5552834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44102700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9650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10477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19018365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2586900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668262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63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14034A-AAE7-08B7-11CB-285FB09DFE62}"/>
              </a:ext>
            </a:extLst>
          </p:cNvPr>
          <p:cNvSpPr txBox="1"/>
          <p:nvPr/>
        </p:nvSpPr>
        <p:spPr>
          <a:xfrm>
            <a:off x="1150374" y="3354508"/>
            <a:ext cx="371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Offboard mode: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takeoff(0.01s)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/state(0.1s)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/position (0.1s)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226A3-ED99-0455-9D88-461AF49303DC}"/>
              </a:ext>
            </a:extLst>
          </p:cNvPr>
          <p:cNvSpPr txBox="1"/>
          <p:nvPr/>
        </p:nvSpPr>
        <p:spPr>
          <a:xfrm>
            <a:off x="6318663" y="3317602"/>
            <a:ext cx="2403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기본으로 실행되는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</p:spTree>
    <p:extLst>
      <p:ext uri="{BB962C8B-B14F-4D97-AF65-F5344CB8AC3E}">
        <p14:creationId xmlns:p14="http://schemas.microsoft.com/office/powerpoint/2010/main" val="147851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그림 4"/>
          <p:cNvPicPr/>
          <p:nvPr/>
        </p:nvPicPr>
        <p:blipFill>
          <a:blip r:embed="rId3"/>
          <a:stretch/>
        </p:blipFill>
        <p:spPr>
          <a:xfrm>
            <a:off x="4005000" y="2738520"/>
            <a:ext cx="1131120" cy="1131120"/>
          </a:xfrm>
          <a:prstGeom prst="rect">
            <a:avLst/>
          </a:prstGeom>
          <a:ln w="0">
            <a:noFill/>
          </a:ln>
        </p:spPr>
      </p:pic>
      <p:sp>
        <p:nvSpPr>
          <p:cNvPr id="151" name="직사각형 9"/>
          <p:cNvSpPr/>
          <p:nvPr/>
        </p:nvSpPr>
        <p:spPr>
          <a:xfrm>
            <a:off x="0" y="4390560"/>
            <a:ext cx="9140760" cy="14112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52" name="직사각형 10"/>
          <p:cNvSpPr/>
          <p:nvPr/>
        </p:nvSpPr>
        <p:spPr>
          <a:xfrm>
            <a:off x="3265920" y="1940760"/>
            <a:ext cx="260856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153" name="그림 7"/>
          <p:cNvPicPr/>
          <p:nvPr/>
        </p:nvPicPr>
        <p:blipFill>
          <a:blip r:embed="rId4"/>
          <a:srcRect r="48421"/>
          <a:stretch/>
        </p:blipFill>
        <p:spPr>
          <a:xfrm>
            <a:off x="3922920" y="5087520"/>
            <a:ext cx="1295280" cy="425880"/>
          </a:xfrm>
          <a:prstGeom prst="rect">
            <a:avLst/>
          </a:prstGeom>
          <a:ln w="0">
            <a:noFill/>
          </a:ln>
        </p:spPr>
      </p:pic>
      <p:pic>
        <p:nvPicPr>
          <p:cNvPr id="154" name="그림 12"/>
          <p:cNvPicPr/>
          <p:nvPr/>
        </p:nvPicPr>
        <p:blipFill>
          <a:blip r:embed="rId5"/>
          <a:stretch/>
        </p:blipFill>
        <p:spPr>
          <a:xfrm>
            <a:off x="126720" y="143640"/>
            <a:ext cx="1225080" cy="251280"/>
          </a:xfrm>
          <a:prstGeom prst="rect">
            <a:avLst/>
          </a:prstGeom>
          <a:ln w="0">
            <a:noFill/>
          </a:ln>
        </p:spPr>
      </p:pic>
      <p:sp>
        <p:nvSpPr>
          <p:cNvPr id="155" name="TextBox 13"/>
          <p:cNvSpPr/>
          <p:nvPr/>
        </p:nvSpPr>
        <p:spPr>
          <a:xfrm>
            <a:off x="4508640" y="68040"/>
            <a:ext cx="45687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Advisor : Hoon Sung Chwa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1691280" y="5711400"/>
            <a:ext cx="5758560" cy="89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Dept of Electronic Engineering &amp; Computer Science, DGIST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Real-Time Computing Lab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75026</TotalTime>
  <Words>330</Words>
  <Application>Microsoft Office PowerPoint</Application>
  <PresentationFormat>화면 슬라이드 쇼(4:3)</PresentationFormat>
  <Paragraphs>104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RTCL403</dc:creator>
  <dc:description/>
  <cp:lastModifiedBy>문영 최</cp:lastModifiedBy>
  <cp:revision>1473</cp:revision>
  <cp:lastPrinted>2021-08-19T05:10:09Z</cp:lastPrinted>
  <dcterms:created xsi:type="dcterms:W3CDTF">2020-05-28T10:10:30Z</dcterms:created>
  <dcterms:modified xsi:type="dcterms:W3CDTF">2025-03-21T04:42:30Z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화면 슬라이드 쇼(4:3)</vt:lpwstr>
  </property>
  <property fmtid="{D5CDD505-2E9C-101B-9397-08002B2CF9AE}" pid="4" name="Slides">
    <vt:i4>12</vt:i4>
  </property>
</Properties>
</file>