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699" r:id="rId2"/>
    <p:sldId id="257" r:id="rId3"/>
    <p:sldId id="963" r:id="rId4"/>
    <p:sldId id="962" r:id="rId5"/>
    <p:sldId id="960" r:id="rId6"/>
    <p:sldId id="971" r:id="rId7"/>
    <p:sldId id="961" r:id="rId8"/>
    <p:sldId id="975" r:id="rId9"/>
    <p:sldId id="976" r:id="rId10"/>
    <p:sldId id="977" r:id="rId11"/>
    <p:sldId id="978" r:id="rId12"/>
    <p:sldId id="731" r:id="rId13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ED7D31"/>
    <a:srgbClr val="D6DCE5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1C1EE-55B9-4A24-8882-D30261EA0C76}" v="1011" dt="2026-02-27T02:17:53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76878" autoAdjust="0"/>
  </p:normalViewPr>
  <p:slideViewPr>
    <p:cSldViewPr snapToGrid="0">
      <p:cViewPr>
        <p:scale>
          <a:sx n="66" d="100"/>
          <a:sy n="66" d="100"/>
        </p:scale>
        <p:origin x="38" y="38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-7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custSel addSld delSld modSld sldOrd">
      <pc:chgData name="최문영" userId="c9c2ca5b-20f2-48c9-9e1f-a03229bf2768" providerId="ADAL" clId="{1AFE30CA-0473-46B3-B73A-3803F8D94D85}" dt="2026-02-27T02:11:53.166" v="1836" actId="478"/>
      <pc:docMkLst>
        <pc:docMk/>
      </pc:docMkLst>
      <pc:sldChg chg="del">
        <pc:chgData name="최문영" userId="c9c2ca5b-20f2-48c9-9e1f-a03229bf2768" providerId="ADAL" clId="{1AFE30CA-0473-46B3-B73A-3803F8D94D85}" dt="2026-02-27T02:05:06.328" v="1827" actId="47"/>
        <pc:sldMkLst>
          <pc:docMk/>
          <pc:sldMk cId="1047534280" sldId="941"/>
        </pc:sldMkLst>
      </pc:sldChg>
      <pc:sldChg chg="del">
        <pc:chgData name="최문영" userId="c9c2ca5b-20f2-48c9-9e1f-a03229bf2768" providerId="ADAL" clId="{1AFE30CA-0473-46B3-B73A-3803F8D94D85}" dt="2026-02-27T00:58:40.157" v="431" actId="47"/>
        <pc:sldMkLst>
          <pc:docMk/>
          <pc:sldMk cId="445711750" sldId="953"/>
        </pc:sldMkLst>
      </pc:sldChg>
      <pc:sldChg chg="addSp delSp modSp mod delAnim modAnim">
        <pc:chgData name="최문영" userId="c9c2ca5b-20f2-48c9-9e1f-a03229bf2768" providerId="ADAL" clId="{1AFE30CA-0473-46B3-B73A-3803F8D94D85}" dt="2026-02-27T00:58:37.705" v="430" actId="20577"/>
        <pc:sldMkLst>
          <pc:docMk/>
          <pc:sldMk cId="875225142" sldId="960"/>
        </pc:sldMkLst>
        <pc:spChg chg="del">
          <ac:chgData name="최문영" userId="c9c2ca5b-20f2-48c9-9e1f-a03229bf2768" providerId="ADAL" clId="{1AFE30CA-0473-46B3-B73A-3803F8D94D85}" dt="2026-02-27T00:55:04.388" v="10" actId="478"/>
          <ac:spMkLst>
            <pc:docMk/>
            <pc:sldMk cId="875225142" sldId="960"/>
            <ac:spMk id="9" creationId="{5E694FEC-54CD-CAEB-C440-7C3F35123A69}"/>
          </ac:spMkLst>
        </pc:spChg>
        <pc:spChg chg="del">
          <ac:chgData name="최문영" userId="c9c2ca5b-20f2-48c9-9e1f-a03229bf2768" providerId="ADAL" clId="{1AFE30CA-0473-46B3-B73A-3803F8D94D85}" dt="2026-02-27T00:55:04.388" v="10" actId="478"/>
          <ac:spMkLst>
            <pc:docMk/>
            <pc:sldMk cId="875225142" sldId="960"/>
            <ac:spMk id="10" creationId="{BEF44ECC-919E-FD85-F0C6-F705D895C4A3}"/>
          </ac:spMkLst>
        </pc:spChg>
        <pc:spChg chg="del">
          <ac:chgData name="최문영" userId="c9c2ca5b-20f2-48c9-9e1f-a03229bf2768" providerId="ADAL" clId="{1AFE30CA-0473-46B3-B73A-3803F8D94D85}" dt="2026-02-27T00:55:04.388" v="10" actId="478"/>
          <ac:spMkLst>
            <pc:docMk/>
            <pc:sldMk cId="875225142" sldId="960"/>
            <ac:spMk id="11" creationId="{21CDEA19-2582-124E-7514-34A3A475E7CA}"/>
          </ac:spMkLst>
        </pc:spChg>
        <pc:spChg chg="del">
          <ac:chgData name="최문영" userId="c9c2ca5b-20f2-48c9-9e1f-a03229bf2768" providerId="ADAL" clId="{1AFE30CA-0473-46B3-B73A-3803F8D94D85}" dt="2026-02-27T00:55:04.388" v="10" actId="478"/>
          <ac:spMkLst>
            <pc:docMk/>
            <pc:sldMk cId="875225142" sldId="960"/>
            <ac:spMk id="12" creationId="{7CE85549-6C81-88CA-F6E4-AF612CE85479}"/>
          </ac:spMkLst>
        </pc:spChg>
        <pc:spChg chg="mod ord">
          <ac:chgData name="최문영" userId="c9c2ca5b-20f2-48c9-9e1f-a03229bf2768" providerId="ADAL" clId="{1AFE30CA-0473-46B3-B73A-3803F8D94D85}" dt="2026-02-27T00:58:37.705" v="430" actId="20577"/>
          <ac:spMkLst>
            <pc:docMk/>
            <pc:sldMk cId="875225142" sldId="960"/>
            <ac:spMk id="13" creationId="{3E8380B0-41F8-57B9-3CD0-F74B8A6B7752}"/>
          </ac:spMkLst>
        </pc:spChg>
        <pc:spChg chg="add del mod">
          <ac:chgData name="최문영" userId="c9c2ca5b-20f2-48c9-9e1f-a03229bf2768" providerId="ADAL" clId="{1AFE30CA-0473-46B3-B73A-3803F8D94D85}" dt="2026-02-27T00:57:17.157" v="258" actId="478"/>
          <ac:spMkLst>
            <pc:docMk/>
            <pc:sldMk cId="875225142" sldId="960"/>
            <ac:spMk id="24" creationId="{4EE458BF-CAAC-91BD-F5CA-7953D5A8791B}"/>
          </ac:spMkLst>
        </pc:spChg>
        <pc:spChg chg="mod">
          <ac:chgData name="최문영" userId="c9c2ca5b-20f2-48c9-9e1f-a03229bf2768" providerId="ADAL" clId="{1AFE30CA-0473-46B3-B73A-3803F8D94D85}" dt="2026-02-27T00:57:42.438" v="306" actId="20577"/>
          <ac:spMkLst>
            <pc:docMk/>
            <pc:sldMk cId="875225142" sldId="960"/>
            <ac:spMk id="97" creationId="{6CEA6122-10AF-F59A-DDED-AAEF30ECB069}"/>
          </ac:spMkLst>
        </pc:sp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2" creationId="{15A74C19-F23F-19F0-539A-274F3C74E7AE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3" creationId="{8536C50D-D899-A0D7-52F8-62B403FD6C21}"/>
          </ac:graphicFrameMkLst>
        </pc:graphicFrameChg>
        <pc:graphicFrameChg chg="del">
          <ac:chgData name="최문영" userId="c9c2ca5b-20f2-48c9-9e1f-a03229bf2768" providerId="ADAL" clId="{1AFE30CA-0473-46B3-B73A-3803F8D94D85}" dt="2026-02-27T00:55:04.388" v="10" actId="478"/>
          <ac:graphicFrameMkLst>
            <pc:docMk/>
            <pc:sldMk cId="875225142" sldId="960"/>
            <ac:graphicFrameMk id="5" creationId="{A70FD3CD-E6BA-78AA-4E72-A5443EE1D169}"/>
          </ac:graphicFrameMkLst>
        </pc:graphicFrameChg>
        <pc:graphicFrameChg chg="del">
          <ac:chgData name="최문영" userId="c9c2ca5b-20f2-48c9-9e1f-a03229bf2768" providerId="ADAL" clId="{1AFE30CA-0473-46B3-B73A-3803F8D94D85}" dt="2026-02-27T00:55:04.388" v="10" actId="478"/>
          <ac:graphicFrameMkLst>
            <pc:docMk/>
            <pc:sldMk cId="875225142" sldId="960"/>
            <ac:graphicFrameMk id="6" creationId="{A009EB92-2BF7-5AD6-BE02-E506C20FA3BB}"/>
          </ac:graphicFrameMkLst>
        </pc:graphicFrameChg>
        <pc:graphicFrameChg chg="del">
          <ac:chgData name="최문영" userId="c9c2ca5b-20f2-48c9-9e1f-a03229bf2768" providerId="ADAL" clId="{1AFE30CA-0473-46B3-B73A-3803F8D94D85}" dt="2026-02-27T00:55:04.388" v="10" actId="478"/>
          <ac:graphicFrameMkLst>
            <pc:docMk/>
            <pc:sldMk cId="875225142" sldId="960"/>
            <ac:graphicFrameMk id="7" creationId="{4FDD8DFD-FEE4-8E7B-002F-D343BD528237}"/>
          </ac:graphicFrameMkLst>
        </pc:graphicFrameChg>
        <pc:graphicFrameChg chg="del">
          <ac:chgData name="최문영" userId="c9c2ca5b-20f2-48c9-9e1f-a03229bf2768" providerId="ADAL" clId="{1AFE30CA-0473-46B3-B73A-3803F8D94D85}" dt="2026-02-27T00:55:04.388" v="10" actId="478"/>
          <ac:graphicFrameMkLst>
            <pc:docMk/>
            <pc:sldMk cId="875225142" sldId="960"/>
            <ac:graphicFrameMk id="8" creationId="{419A0557-C709-E8A4-B75A-AC03AD40920A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14" creationId="{A1008E49-D583-B847-7F99-867CECEB15E5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15" creationId="{A8E19B02-BB71-0409-1DE4-0B09D9A1CE0E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16" creationId="{C6864BC6-5AED-5B44-2A9F-6B45734F846E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17" creationId="{44FA7154-C73D-614A-EA86-3D7F6395AAE2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18" creationId="{DEF66E3D-41BF-5247-5298-FABC5B0CB235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19" creationId="{9F6B62A5-7A0C-8AA5-DF18-A37756527574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21" creationId="{9362E192-2180-EEB0-FA68-D8C89F23002B}"/>
          </ac:graphicFrameMkLst>
        </pc:graphicFrameChg>
        <pc:graphicFrameChg chg="add mod">
          <ac:chgData name="최문영" userId="c9c2ca5b-20f2-48c9-9e1f-a03229bf2768" providerId="ADAL" clId="{1AFE30CA-0473-46B3-B73A-3803F8D94D85}" dt="2026-02-27T00:55:18.206" v="11"/>
          <ac:graphicFrameMkLst>
            <pc:docMk/>
            <pc:sldMk cId="875225142" sldId="960"/>
            <ac:graphicFrameMk id="22" creationId="{91ACE89D-681A-A11F-E114-F3DC591E8B80}"/>
          </ac:graphicFrameMkLst>
        </pc:graphicFrameChg>
        <pc:picChg chg="add mod">
          <ac:chgData name="최문영" userId="c9c2ca5b-20f2-48c9-9e1f-a03229bf2768" providerId="ADAL" clId="{1AFE30CA-0473-46B3-B73A-3803F8D94D85}" dt="2026-02-27T00:57:48.059" v="308" actId="1076"/>
          <ac:picMkLst>
            <pc:docMk/>
            <pc:sldMk cId="875225142" sldId="960"/>
            <ac:picMk id="23" creationId="{3B1460A4-7204-F5B7-644B-5EA6B49A7012}"/>
          </ac:picMkLst>
        </pc:picChg>
      </pc:sldChg>
      <pc:sldChg chg="addSp delSp modSp mod modAnim">
        <pc:chgData name="최문영" userId="c9c2ca5b-20f2-48c9-9e1f-a03229bf2768" providerId="ADAL" clId="{1AFE30CA-0473-46B3-B73A-3803F8D94D85}" dt="2026-02-27T01:20:18.542" v="913"/>
        <pc:sldMkLst>
          <pc:docMk/>
          <pc:sldMk cId="3812014490" sldId="961"/>
        </pc:sldMkLst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3" creationId="{644A4923-D942-DAAA-6A2A-6B7A12B44B3E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5" creationId="{6717D827-F99D-E44F-F179-E3FBB2429CEF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7" creationId="{9BB2A20E-48B4-41F4-7C65-56DB1AE9787F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9" creationId="{4F4EF149-9F59-5096-7C30-55E82F114863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10" creationId="{C45C09E4-F400-C4EF-3D41-575D13E59492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11" creationId="{90D51983-CE35-6C75-34BD-F7208F1C7E92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12" creationId="{6983E672-D310-87D0-5298-CC47E020F12D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15" creationId="{D787717B-C1DE-F807-9880-340026DEB2C6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16" creationId="{7E30C472-A3C7-3D17-6FCA-A77E7DA131D3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18" creationId="{A9AA2101-90EE-2834-04D6-112C2D53B6ED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20" creationId="{F5AD9AB7-69BC-2C42-1DE1-0EA3FCD2F8BE}"/>
          </ac:spMkLst>
        </pc:spChg>
        <pc:spChg chg="del">
          <ac:chgData name="최문영" userId="c9c2ca5b-20f2-48c9-9e1f-a03229bf2768" providerId="ADAL" clId="{1AFE30CA-0473-46B3-B73A-3803F8D94D85}" dt="2026-02-27T01:16:22.485" v="739" actId="478"/>
          <ac:spMkLst>
            <pc:docMk/>
            <pc:sldMk cId="3812014490" sldId="961"/>
            <ac:spMk id="21" creationId="{B744A13F-89FC-3567-4702-E19270B7620F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22" creationId="{880C577E-B087-303E-5B4C-CB0BD315E54F}"/>
          </ac:spMkLst>
        </pc:spChg>
        <pc:spChg chg="add mod">
          <ac:chgData name="최문영" userId="c9c2ca5b-20f2-48c9-9e1f-a03229bf2768" providerId="ADAL" clId="{1AFE30CA-0473-46B3-B73A-3803F8D94D85}" dt="2026-02-27T01:16:53.670" v="743" actId="14100"/>
          <ac:spMkLst>
            <pc:docMk/>
            <pc:sldMk cId="3812014490" sldId="961"/>
            <ac:spMk id="23" creationId="{C44A5D71-AAEC-2B5F-6C23-6621B9D2EE00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24" creationId="{355B0676-8349-23BE-6E2D-6BD514DF2250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25" creationId="{AD157DF7-47C6-E204-F18E-B0D10E43E4E1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26" creationId="{8ABED98C-7384-3E44-3DC2-E36841DB64AA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27" creationId="{BBE9C8D7-8536-39B6-B6A1-B07B31274F73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28" creationId="{4C63D6AA-D6E0-9103-72E9-9F03A98AF8F7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29" creationId="{68B1AE57-8EF6-88A2-1BB9-30ABF1DCDB50}"/>
          </ac:spMkLst>
        </pc:spChg>
        <pc:spChg chg="add mod">
          <ac:chgData name="최문영" userId="c9c2ca5b-20f2-48c9-9e1f-a03229bf2768" providerId="ADAL" clId="{1AFE30CA-0473-46B3-B73A-3803F8D94D85}" dt="2026-02-27T01:18:51.613" v="767" actId="1035"/>
          <ac:spMkLst>
            <pc:docMk/>
            <pc:sldMk cId="3812014490" sldId="961"/>
            <ac:spMk id="30" creationId="{22320ED8-789B-C674-ADC4-830B4E33842C}"/>
          </ac:spMkLst>
        </pc:spChg>
        <pc:spChg chg="add mod">
          <ac:chgData name="최문영" userId="c9c2ca5b-20f2-48c9-9e1f-a03229bf2768" providerId="ADAL" clId="{1AFE30CA-0473-46B3-B73A-3803F8D94D85}" dt="2026-02-27T01:20:07.415" v="911" actId="1076"/>
          <ac:spMkLst>
            <pc:docMk/>
            <pc:sldMk cId="3812014490" sldId="961"/>
            <ac:spMk id="31" creationId="{460B6819-FD69-9DF1-4F34-F8C6DA3FDE2D}"/>
          </ac:spMkLst>
        </pc:spChg>
        <pc:spChg chg="mod">
          <ac:chgData name="최문영" userId="c9c2ca5b-20f2-48c9-9e1f-a03229bf2768" providerId="ADAL" clId="{1AFE30CA-0473-46B3-B73A-3803F8D94D85}" dt="2026-02-27T01:16:25.934" v="740" actId="20577"/>
          <ac:spMkLst>
            <pc:docMk/>
            <pc:sldMk cId="3812014490" sldId="961"/>
            <ac:spMk id="97" creationId="{12652BF0-7332-4104-CDCE-6A54EF9FC406}"/>
          </ac:spMkLst>
        </pc:spChg>
        <pc:spChg chg="mod">
          <ac:chgData name="최문영" userId="c9c2ca5b-20f2-48c9-9e1f-a03229bf2768" providerId="ADAL" clId="{1AFE30CA-0473-46B3-B73A-3803F8D94D85}" dt="2026-02-27T01:16:13.393" v="737" actId="20577"/>
          <ac:spMkLst>
            <pc:docMk/>
            <pc:sldMk cId="3812014490" sldId="961"/>
            <ac:spMk id="100" creationId="{DDDF16A7-CDB3-6E98-A7A9-04833B72BBAE}"/>
          </ac:spMkLst>
        </pc:spChg>
      </pc:sldChg>
      <pc:sldChg chg="addSp delSp modSp mod addAnim delAnim modAnim modNotesTx">
        <pc:chgData name="최문영" userId="c9c2ca5b-20f2-48c9-9e1f-a03229bf2768" providerId="ADAL" clId="{1AFE30CA-0473-46B3-B73A-3803F8D94D85}" dt="2026-02-27T02:06:06.229" v="1834" actId="20577"/>
        <pc:sldMkLst>
          <pc:docMk/>
          <pc:sldMk cId="933221934" sldId="962"/>
        </pc:sldMkLst>
        <pc:spChg chg="mod">
          <ac:chgData name="최문영" userId="c9c2ca5b-20f2-48c9-9e1f-a03229bf2768" providerId="ADAL" clId="{1AFE30CA-0473-46B3-B73A-3803F8D94D85}" dt="2026-02-27T02:06:03.708" v="1833" actId="20577"/>
          <ac:spMkLst>
            <pc:docMk/>
            <pc:sldMk cId="933221934" sldId="962"/>
            <ac:spMk id="3" creationId="{BD874778-D44D-CC23-F82F-9FA8FF992EAF}"/>
          </ac:spMkLst>
        </pc:spChg>
        <pc:spChg chg="add mod">
          <ac:chgData name="최문영" userId="c9c2ca5b-20f2-48c9-9e1f-a03229bf2768" providerId="ADAL" clId="{1AFE30CA-0473-46B3-B73A-3803F8D94D85}" dt="2026-02-27T00:54:06.628" v="4" actId="1076"/>
          <ac:spMkLst>
            <pc:docMk/>
            <pc:sldMk cId="933221934" sldId="962"/>
            <ac:spMk id="4" creationId="{15B5FBB0-D702-DCF0-DEA7-C2945C3E2FCA}"/>
          </ac:spMkLst>
        </pc:spChg>
        <pc:spChg chg="add mod">
          <ac:chgData name="최문영" userId="c9c2ca5b-20f2-48c9-9e1f-a03229bf2768" providerId="ADAL" clId="{1AFE30CA-0473-46B3-B73A-3803F8D94D85}" dt="2026-02-27T00:54:09.768" v="5" actId="1076"/>
          <ac:spMkLst>
            <pc:docMk/>
            <pc:sldMk cId="933221934" sldId="962"/>
            <ac:spMk id="5" creationId="{BAB30EDA-5845-E9EE-A454-C3D98AF1B78A}"/>
          </ac:spMkLst>
        </pc:spChg>
        <pc:spChg chg="del">
          <ac:chgData name="최문영" userId="c9c2ca5b-20f2-48c9-9e1f-a03229bf2768" providerId="ADAL" clId="{1AFE30CA-0473-46B3-B73A-3803F8D94D85}" dt="2026-02-27T00:54:00.609" v="3" actId="478"/>
          <ac:spMkLst>
            <pc:docMk/>
            <pc:sldMk cId="933221934" sldId="962"/>
            <ac:spMk id="27" creationId="{FBE8DF70-9840-743E-5372-93A5BA93DE65}"/>
          </ac:spMkLst>
        </pc:spChg>
        <pc:spChg chg="del">
          <ac:chgData name="최문영" userId="c9c2ca5b-20f2-48c9-9e1f-a03229bf2768" providerId="ADAL" clId="{1AFE30CA-0473-46B3-B73A-3803F8D94D85}" dt="2026-02-27T00:54:00.609" v="3" actId="478"/>
          <ac:spMkLst>
            <pc:docMk/>
            <pc:sldMk cId="933221934" sldId="962"/>
            <ac:spMk id="28" creationId="{A8E19B57-B539-7BBC-F5F1-88541DD5C324}"/>
          </ac:spMkLst>
        </pc:spChg>
        <pc:spChg chg="del">
          <ac:chgData name="최문영" userId="c9c2ca5b-20f2-48c9-9e1f-a03229bf2768" providerId="ADAL" clId="{1AFE30CA-0473-46B3-B73A-3803F8D94D85}" dt="2026-02-27T00:54:00.609" v="3" actId="478"/>
          <ac:spMkLst>
            <pc:docMk/>
            <pc:sldMk cId="933221934" sldId="962"/>
            <ac:spMk id="29" creationId="{3358DD1E-DAE6-E79F-7783-78B3680C075D}"/>
          </ac:spMkLst>
        </pc:spChg>
        <pc:grpChg chg="add del">
          <ac:chgData name="최문영" userId="c9c2ca5b-20f2-48c9-9e1f-a03229bf2768" providerId="ADAL" clId="{1AFE30CA-0473-46B3-B73A-3803F8D94D85}" dt="2026-02-27T00:54:00.609" v="3" actId="478"/>
          <ac:grpSpMkLst>
            <pc:docMk/>
            <pc:sldMk cId="933221934" sldId="962"/>
            <ac:grpSpMk id="26" creationId="{16C7B789-70DB-0276-F5E5-AE80A0A3C341}"/>
          </ac:grpSpMkLst>
        </pc:grpChg>
      </pc:sldChg>
      <pc:sldChg chg="del">
        <pc:chgData name="최문영" userId="c9c2ca5b-20f2-48c9-9e1f-a03229bf2768" providerId="ADAL" clId="{1AFE30CA-0473-46B3-B73A-3803F8D94D85}" dt="2026-02-27T00:58:40.581" v="432" actId="47"/>
        <pc:sldMkLst>
          <pc:docMk/>
          <pc:sldMk cId="2394801263" sldId="964"/>
        </pc:sldMkLst>
      </pc:sldChg>
      <pc:sldChg chg="del">
        <pc:chgData name="최문영" userId="c9c2ca5b-20f2-48c9-9e1f-a03229bf2768" providerId="ADAL" clId="{1AFE30CA-0473-46B3-B73A-3803F8D94D85}" dt="2026-02-27T00:58:41.349" v="433" actId="47"/>
        <pc:sldMkLst>
          <pc:docMk/>
          <pc:sldMk cId="3575379953" sldId="965"/>
        </pc:sldMkLst>
      </pc:sldChg>
      <pc:sldChg chg="del">
        <pc:chgData name="최문영" userId="c9c2ca5b-20f2-48c9-9e1f-a03229bf2768" providerId="ADAL" clId="{1AFE30CA-0473-46B3-B73A-3803F8D94D85}" dt="2026-02-27T00:58:53.515" v="434" actId="47"/>
        <pc:sldMkLst>
          <pc:docMk/>
          <pc:sldMk cId="756082347" sldId="966"/>
        </pc:sldMkLst>
      </pc:sldChg>
      <pc:sldChg chg="del">
        <pc:chgData name="최문영" userId="c9c2ca5b-20f2-48c9-9e1f-a03229bf2768" providerId="ADAL" clId="{1AFE30CA-0473-46B3-B73A-3803F8D94D85}" dt="2026-02-27T00:58:59.342" v="435" actId="47"/>
        <pc:sldMkLst>
          <pc:docMk/>
          <pc:sldMk cId="1057215201" sldId="967"/>
        </pc:sldMkLst>
      </pc:sldChg>
      <pc:sldChg chg="del">
        <pc:chgData name="최문영" userId="c9c2ca5b-20f2-48c9-9e1f-a03229bf2768" providerId="ADAL" clId="{1AFE30CA-0473-46B3-B73A-3803F8D94D85}" dt="2026-02-27T00:59:00.546" v="436" actId="47"/>
        <pc:sldMkLst>
          <pc:docMk/>
          <pc:sldMk cId="1893139994" sldId="968"/>
        </pc:sldMkLst>
      </pc:sldChg>
      <pc:sldChg chg="del">
        <pc:chgData name="최문영" userId="c9c2ca5b-20f2-48c9-9e1f-a03229bf2768" providerId="ADAL" clId="{1AFE30CA-0473-46B3-B73A-3803F8D94D85}" dt="2026-02-27T01:09:22.450" v="437" actId="47"/>
        <pc:sldMkLst>
          <pc:docMk/>
          <pc:sldMk cId="2028616303" sldId="969"/>
        </pc:sldMkLst>
      </pc:sldChg>
      <pc:sldChg chg="del">
        <pc:chgData name="최문영" userId="c9c2ca5b-20f2-48c9-9e1f-a03229bf2768" providerId="ADAL" clId="{1AFE30CA-0473-46B3-B73A-3803F8D94D85}" dt="2026-02-27T01:09:22.948" v="438" actId="47"/>
        <pc:sldMkLst>
          <pc:docMk/>
          <pc:sldMk cId="1120496452" sldId="970"/>
        </pc:sldMkLst>
      </pc:sldChg>
      <pc:sldChg chg="addSp delSp modSp mod delAnim modAnim">
        <pc:chgData name="최문영" userId="c9c2ca5b-20f2-48c9-9e1f-a03229bf2768" providerId="ADAL" clId="{1AFE30CA-0473-46B3-B73A-3803F8D94D85}" dt="2026-02-27T01:17:23.243" v="747"/>
        <pc:sldMkLst>
          <pc:docMk/>
          <pc:sldMk cId="627313183" sldId="971"/>
        </pc:sldMkLst>
        <pc:spChg chg="del">
          <ac:chgData name="최문영" userId="c9c2ca5b-20f2-48c9-9e1f-a03229bf2768" providerId="ADAL" clId="{1AFE30CA-0473-46B3-B73A-3803F8D94D85}" dt="2026-02-27T01:09:31.963" v="440" actId="478"/>
          <ac:spMkLst>
            <pc:docMk/>
            <pc:sldMk cId="627313183" sldId="971"/>
            <ac:spMk id="2" creationId="{368AEF52-8B9D-9D24-3872-8C7D847B8991}"/>
          </ac:spMkLst>
        </pc:spChg>
        <pc:spChg chg="del">
          <ac:chgData name="최문영" userId="c9c2ca5b-20f2-48c9-9e1f-a03229bf2768" providerId="ADAL" clId="{1AFE30CA-0473-46B3-B73A-3803F8D94D85}" dt="2026-02-27T01:09:31.963" v="440" actId="478"/>
          <ac:spMkLst>
            <pc:docMk/>
            <pc:sldMk cId="627313183" sldId="971"/>
            <ac:spMk id="3" creationId="{F391DED6-389E-BB0F-CBDA-0FAC2065F02A}"/>
          </ac:spMkLst>
        </pc:spChg>
        <pc:spChg chg="del">
          <ac:chgData name="최문영" userId="c9c2ca5b-20f2-48c9-9e1f-a03229bf2768" providerId="ADAL" clId="{1AFE30CA-0473-46B3-B73A-3803F8D94D85}" dt="2026-02-27T01:09:31.963" v="440" actId="478"/>
          <ac:spMkLst>
            <pc:docMk/>
            <pc:sldMk cId="627313183" sldId="971"/>
            <ac:spMk id="4" creationId="{8ADF6CC4-C195-E25C-A244-C65613BEE992}"/>
          </ac:spMkLst>
        </pc:spChg>
        <pc:spChg chg="del">
          <ac:chgData name="최문영" userId="c9c2ca5b-20f2-48c9-9e1f-a03229bf2768" providerId="ADAL" clId="{1AFE30CA-0473-46B3-B73A-3803F8D94D85}" dt="2026-02-27T01:09:31.963" v="440" actId="478"/>
          <ac:spMkLst>
            <pc:docMk/>
            <pc:sldMk cId="627313183" sldId="971"/>
            <ac:spMk id="5" creationId="{45CBD4F8-9080-5552-7D44-747B363E714A}"/>
          </ac:spMkLst>
        </pc:spChg>
        <pc:spChg chg="del">
          <ac:chgData name="최문영" userId="c9c2ca5b-20f2-48c9-9e1f-a03229bf2768" providerId="ADAL" clId="{1AFE30CA-0473-46B3-B73A-3803F8D94D85}" dt="2026-02-27T01:09:24.986" v="439" actId="478"/>
          <ac:spMkLst>
            <pc:docMk/>
            <pc:sldMk cId="627313183" sldId="971"/>
            <ac:spMk id="14" creationId="{DA7C130C-DE5B-C411-196F-6111D5C67E71}"/>
          </ac:spMkLst>
        </pc:spChg>
        <pc:spChg chg="add">
          <ac:chgData name="최문영" userId="c9c2ca5b-20f2-48c9-9e1f-a03229bf2768" providerId="ADAL" clId="{1AFE30CA-0473-46B3-B73A-3803F8D94D85}" dt="2026-02-27T01:09:40.332" v="441"/>
          <ac:spMkLst>
            <pc:docMk/>
            <pc:sldMk cId="627313183" sldId="971"/>
            <ac:spMk id="15" creationId="{4E60447E-B085-3F0E-7E05-2EB35D92B8CC}"/>
          </ac:spMkLst>
        </pc:spChg>
        <pc:spChg chg="add">
          <ac:chgData name="최문영" userId="c9c2ca5b-20f2-48c9-9e1f-a03229bf2768" providerId="ADAL" clId="{1AFE30CA-0473-46B3-B73A-3803F8D94D85}" dt="2026-02-27T01:09:54.405" v="443"/>
          <ac:spMkLst>
            <pc:docMk/>
            <pc:sldMk cId="627313183" sldId="971"/>
            <ac:spMk id="17" creationId="{E6AAD3D5-57A2-8E0C-494E-B1DBD97DC9A7}"/>
          </ac:spMkLst>
        </pc:spChg>
        <pc:spChg chg="add">
          <ac:chgData name="최문영" userId="c9c2ca5b-20f2-48c9-9e1f-a03229bf2768" providerId="ADAL" clId="{1AFE30CA-0473-46B3-B73A-3803F8D94D85}" dt="2026-02-27T01:10:03.115" v="446"/>
          <ac:spMkLst>
            <pc:docMk/>
            <pc:sldMk cId="627313183" sldId="971"/>
            <ac:spMk id="19" creationId="{6B46D3D4-8996-92DE-B1D8-432AD985758C}"/>
          </ac:spMkLst>
        </pc:spChg>
        <pc:spChg chg="add">
          <ac:chgData name="최문영" userId="c9c2ca5b-20f2-48c9-9e1f-a03229bf2768" providerId="ADAL" clId="{1AFE30CA-0473-46B3-B73A-3803F8D94D85}" dt="2026-02-27T01:10:12.103" v="448"/>
          <ac:spMkLst>
            <pc:docMk/>
            <pc:sldMk cId="627313183" sldId="971"/>
            <ac:spMk id="21" creationId="{577CB6BB-E864-BDB5-D7A9-E1BCD02569E8}"/>
          </ac:spMkLst>
        </pc:spChg>
        <pc:spChg chg="add">
          <ac:chgData name="최문영" userId="c9c2ca5b-20f2-48c9-9e1f-a03229bf2768" providerId="ADAL" clId="{1AFE30CA-0473-46B3-B73A-3803F8D94D85}" dt="2026-02-27T01:10:19.898" v="450"/>
          <ac:spMkLst>
            <pc:docMk/>
            <pc:sldMk cId="627313183" sldId="971"/>
            <ac:spMk id="23" creationId="{571C8A4D-8E41-8744-A3A0-97379C9B6E42}"/>
          </ac:spMkLst>
        </pc:spChg>
        <pc:spChg chg="add mod">
          <ac:chgData name="최문영" userId="c9c2ca5b-20f2-48c9-9e1f-a03229bf2768" providerId="ADAL" clId="{1AFE30CA-0473-46B3-B73A-3803F8D94D85}" dt="2026-02-27T01:14:02.251" v="553" actId="1037"/>
          <ac:spMkLst>
            <pc:docMk/>
            <pc:sldMk cId="627313183" sldId="971"/>
            <ac:spMk id="25" creationId="{C556E559-10D1-55DD-DA70-C454AAB191D6}"/>
          </ac:spMkLst>
        </pc:spChg>
        <pc:spChg chg="add mod">
          <ac:chgData name="최문영" userId="c9c2ca5b-20f2-48c9-9e1f-a03229bf2768" providerId="ADAL" clId="{1AFE30CA-0473-46B3-B73A-3803F8D94D85}" dt="2026-02-27T01:14:06.269" v="555" actId="1076"/>
          <ac:spMkLst>
            <pc:docMk/>
            <pc:sldMk cId="627313183" sldId="971"/>
            <ac:spMk id="26" creationId="{A6AA3D49-435D-570A-F849-2D5AF01D82E4}"/>
          </ac:spMkLst>
        </pc:spChg>
        <pc:spChg chg="add mod">
          <ac:chgData name="최문영" userId="c9c2ca5b-20f2-48c9-9e1f-a03229bf2768" providerId="ADAL" clId="{1AFE30CA-0473-46B3-B73A-3803F8D94D85}" dt="2026-02-27T01:14:09.028" v="557" actId="1076"/>
          <ac:spMkLst>
            <pc:docMk/>
            <pc:sldMk cId="627313183" sldId="971"/>
            <ac:spMk id="27" creationId="{FB1F1031-6197-A6E8-32F5-1F577BAC1541}"/>
          </ac:spMkLst>
        </pc:spChg>
        <pc:spChg chg="add mod">
          <ac:chgData name="최문영" userId="c9c2ca5b-20f2-48c9-9e1f-a03229bf2768" providerId="ADAL" clId="{1AFE30CA-0473-46B3-B73A-3803F8D94D85}" dt="2026-02-27T01:14:12.095" v="559" actId="1076"/>
          <ac:spMkLst>
            <pc:docMk/>
            <pc:sldMk cId="627313183" sldId="971"/>
            <ac:spMk id="28" creationId="{8BDB6AD5-3FB5-26B8-00B1-C1D850D11942}"/>
          </ac:spMkLst>
        </pc:spChg>
        <pc:spChg chg="add mod">
          <ac:chgData name="최문영" userId="c9c2ca5b-20f2-48c9-9e1f-a03229bf2768" providerId="ADAL" clId="{1AFE30CA-0473-46B3-B73A-3803F8D94D85}" dt="2026-02-27T01:14:15.427" v="561" actId="1076"/>
          <ac:spMkLst>
            <pc:docMk/>
            <pc:sldMk cId="627313183" sldId="971"/>
            <ac:spMk id="29" creationId="{5A17C93B-85DB-36D1-D214-0A0EE97DF3FA}"/>
          </ac:spMkLst>
        </pc:spChg>
        <pc:spChg chg="add mod">
          <ac:chgData name="최문영" userId="c9c2ca5b-20f2-48c9-9e1f-a03229bf2768" providerId="ADAL" clId="{1AFE30CA-0473-46B3-B73A-3803F8D94D85}" dt="2026-02-27T01:14:18.800" v="563" actId="1076"/>
          <ac:spMkLst>
            <pc:docMk/>
            <pc:sldMk cId="627313183" sldId="971"/>
            <ac:spMk id="30" creationId="{F9734DC1-71A0-0DC9-F79B-8256E4AC985F}"/>
          </ac:spMkLst>
        </pc:spChg>
        <pc:spChg chg="add mod">
          <ac:chgData name="최문영" userId="c9c2ca5b-20f2-48c9-9e1f-a03229bf2768" providerId="ADAL" clId="{1AFE30CA-0473-46B3-B73A-3803F8D94D85}" dt="2026-02-27T01:14:22.138" v="565" actId="1076"/>
          <ac:spMkLst>
            <pc:docMk/>
            <pc:sldMk cId="627313183" sldId="971"/>
            <ac:spMk id="31" creationId="{45294DA4-AF62-E71A-C8F9-54F142E8EF43}"/>
          </ac:spMkLst>
        </pc:spChg>
        <pc:spChg chg="add mod">
          <ac:chgData name="최문영" userId="c9c2ca5b-20f2-48c9-9e1f-a03229bf2768" providerId="ADAL" clId="{1AFE30CA-0473-46B3-B73A-3803F8D94D85}" dt="2026-02-27T01:14:27.408" v="568" actId="1076"/>
          <ac:spMkLst>
            <pc:docMk/>
            <pc:sldMk cId="627313183" sldId="971"/>
            <ac:spMk id="32" creationId="{C45A4804-28CC-6D9A-8C0A-E4F850D61AD1}"/>
          </ac:spMkLst>
        </pc:spChg>
        <pc:spChg chg="add mod">
          <ac:chgData name="최문영" userId="c9c2ca5b-20f2-48c9-9e1f-a03229bf2768" providerId="ADAL" clId="{1AFE30CA-0473-46B3-B73A-3803F8D94D85}" dt="2026-02-27T01:14:31.102" v="570" actId="1076"/>
          <ac:spMkLst>
            <pc:docMk/>
            <pc:sldMk cId="627313183" sldId="971"/>
            <ac:spMk id="33" creationId="{F098664D-BE2B-F97E-120F-5A5D87B36FA4}"/>
          </ac:spMkLst>
        </pc:spChg>
        <pc:spChg chg="add mod">
          <ac:chgData name="최문영" userId="c9c2ca5b-20f2-48c9-9e1f-a03229bf2768" providerId="ADAL" clId="{1AFE30CA-0473-46B3-B73A-3803F8D94D85}" dt="2026-02-27T01:14:34.773" v="572" actId="1076"/>
          <ac:spMkLst>
            <pc:docMk/>
            <pc:sldMk cId="627313183" sldId="971"/>
            <ac:spMk id="34" creationId="{BEE48D37-5B93-2194-F516-44DCDC7A729C}"/>
          </ac:spMkLst>
        </pc:spChg>
        <pc:spChg chg="add mod">
          <ac:chgData name="최문영" userId="c9c2ca5b-20f2-48c9-9e1f-a03229bf2768" providerId="ADAL" clId="{1AFE30CA-0473-46B3-B73A-3803F8D94D85}" dt="2026-02-27T01:15:20.048" v="651" actId="1076"/>
          <ac:spMkLst>
            <pc:docMk/>
            <pc:sldMk cId="627313183" sldId="971"/>
            <ac:spMk id="35" creationId="{6B725CC2-227F-7FA2-997B-F539F6AF79C6}"/>
          </ac:spMkLst>
        </pc:spChg>
        <pc:spChg chg="mod">
          <ac:chgData name="최문영" userId="c9c2ca5b-20f2-48c9-9e1f-a03229bf2768" providerId="ADAL" clId="{1AFE30CA-0473-46B3-B73A-3803F8D94D85}" dt="2026-02-27T01:10:24.931" v="453" actId="1076"/>
          <ac:spMkLst>
            <pc:docMk/>
            <pc:sldMk cId="627313183" sldId="971"/>
            <ac:spMk id="97" creationId="{32DF129D-DD6E-0084-64DB-FAD3B5112727}"/>
          </ac:spMkLst>
        </pc:spChg>
        <pc:graphicFrameChg chg="del">
          <ac:chgData name="최문영" userId="c9c2ca5b-20f2-48c9-9e1f-a03229bf2768" providerId="ADAL" clId="{1AFE30CA-0473-46B3-B73A-3803F8D94D85}" dt="2026-02-27T01:09:31.963" v="440" actId="478"/>
          <ac:graphicFrameMkLst>
            <pc:docMk/>
            <pc:sldMk cId="627313183" sldId="971"/>
            <ac:graphicFrameMk id="7" creationId="{B2D18A6A-CB2E-682F-16E9-E0758DCC9E92}"/>
          </ac:graphicFrameMkLst>
        </pc:graphicFrameChg>
        <pc:graphicFrameChg chg="del">
          <ac:chgData name="최문영" userId="c9c2ca5b-20f2-48c9-9e1f-a03229bf2768" providerId="ADAL" clId="{1AFE30CA-0473-46B3-B73A-3803F8D94D85}" dt="2026-02-27T01:09:31.963" v="440" actId="478"/>
          <ac:graphicFrameMkLst>
            <pc:docMk/>
            <pc:sldMk cId="627313183" sldId="971"/>
            <ac:graphicFrameMk id="8" creationId="{2440A61E-F856-9A6D-4AFB-9881ADD251A9}"/>
          </ac:graphicFrameMkLst>
        </pc:graphicFrameChg>
        <pc:graphicFrameChg chg="del">
          <ac:chgData name="최문영" userId="c9c2ca5b-20f2-48c9-9e1f-a03229bf2768" providerId="ADAL" clId="{1AFE30CA-0473-46B3-B73A-3803F8D94D85}" dt="2026-02-27T01:09:31.963" v="440" actId="478"/>
          <ac:graphicFrameMkLst>
            <pc:docMk/>
            <pc:sldMk cId="627313183" sldId="971"/>
            <ac:graphicFrameMk id="10" creationId="{EB6B656E-EF79-C309-3C8A-B1EAB6DEFD79}"/>
          </ac:graphicFrameMkLst>
        </pc:graphicFrameChg>
        <pc:graphicFrameChg chg="del">
          <ac:chgData name="최문영" userId="c9c2ca5b-20f2-48c9-9e1f-a03229bf2768" providerId="ADAL" clId="{1AFE30CA-0473-46B3-B73A-3803F8D94D85}" dt="2026-02-27T01:09:31.963" v="440" actId="478"/>
          <ac:graphicFrameMkLst>
            <pc:docMk/>
            <pc:sldMk cId="627313183" sldId="971"/>
            <ac:graphicFrameMk id="11" creationId="{7F353FD6-0B9C-163C-F0A7-677C9DE0ED93}"/>
          </ac:graphicFrameMkLst>
        </pc:graphicFrameChg>
        <pc:graphicFrameChg chg="del">
          <ac:chgData name="최문영" userId="c9c2ca5b-20f2-48c9-9e1f-a03229bf2768" providerId="ADAL" clId="{1AFE30CA-0473-46B3-B73A-3803F8D94D85}" dt="2026-02-27T01:09:31.963" v="440" actId="478"/>
          <ac:graphicFrameMkLst>
            <pc:docMk/>
            <pc:sldMk cId="627313183" sldId="971"/>
            <ac:graphicFrameMk id="12" creationId="{6DA7CA3D-F371-0B38-2782-594FD70BECBB}"/>
          </ac:graphicFrameMkLst>
        </pc:graphicFrameChg>
        <pc:graphicFrameChg chg="del">
          <ac:chgData name="최문영" userId="c9c2ca5b-20f2-48c9-9e1f-a03229bf2768" providerId="ADAL" clId="{1AFE30CA-0473-46B3-B73A-3803F8D94D85}" dt="2026-02-27T01:09:31.963" v="440" actId="478"/>
          <ac:graphicFrameMkLst>
            <pc:docMk/>
            <pc:sldMk cId="627313183" sldId="971"/>
            <ac:graphicFrameMk id="13" creationId="{3B94B3C6-15D6-1AD7-6D4D-B10228D36A7F}"/>
          </ac:graphicFrameMkLst>
        </pc:graphicFrameChg>
        <pc:picChg chg="add del">
          <ac:chgData name="최문영" userId="c9c2ca5b-20f2-48c9-9e1f-a03229bf2768" providerId="ADAL" clId="{1AFE30CA-0473-46B3-B73A-3803F8D94D85}" dt="2026-02-27T01:09:57.848" v="445" actId="478"/>
          <ac:picMkLst>
            <pc:docMk/>
            <pc:sldMk cId="627313183" sldId="971"/>
            <ac:picMk id="16" creationId="{45E563B5-7FBF-2CBE-3323-5B4016AF8989}"/>
          </ac:picMkLst>
        </pc:picChg>
        <pc:picChg chg="add del mod">
          <ac:chgData name="최문영" userId="c9c2ca5b-20f2-48c9-9e1f-a03229bf2768" providerId="ADAL" clId="{1AFE30CA-0473-46B3-B73A-3803F8D94D85}" dt="2026-02-27T01:12:00.002" v="483" actId="478"/>
          <ac:picMkLst>
            <pc:docMk/>
            <pc:sldMk cId="627313183" sldId="971"/>
            <ac:picMk id="18" creationId="{3BE29D7F-C154-2FCA-3C3F-1D4073E8CAD7}"/>
          </ac:picMkLst>
        </pc:picChg>
        <pc:picChg chg="add del mod">
          <ac:chgData name="최문영" userId="c9c2ca5b-20f2-48c9-9e1f-a03229bf2768" providerId="ADAL" clId="{1AFE30CA-0473-46B3-B73A-3803F8D94D85}" dt="2026-02-27T01:11:59.427" v="482" actId="478"/>
          <ac:picMkLst>
            <pc:docMk/>
            <pc:sldMk cId="627313183" sldId="971"/>
            <ac:picMk id="20" creationId="{6038AD31-7CE5-310B-D725-C8DBD1F743A2}"/>
          </ac:picMkLst>
        </pc:picChg>
        <pc:picChg chg="add mod">
          <ac:chgData name="최문영" userId="c9c2ca5b-20f2-48c9-9e1f-a03229bf2768" providerId="ADAL" clId="{1AFE30CA-0473-46B3-B73A-3803F8D94D85}" dt="2026-02-27T01:12:07.789" v="487" actId="1076"/>
          <ac:picMkLst>
            <pc:docMk/>
            <pc:sldMk cId="627313183" sldId="971"/>
            <ac:picMk id="22" creationId="{19DCE261-BCF1-15AE-4CED-073F7F2C933E}"/>
          </ac:picMkLst>
        </pc:picChg>
        <pc:picChg chg="add del mod">
          <ac:chgData name="최문영" userId="c9c2ca5b-20f2-48c9-9e1f-a03229bf2768" providerId="ADAL" clId="{1AFE30CA-0473-46B3-B73A-3803F8D94D85}" dt="2026-02-27T01:12:00.371" v="484" actId="478"/>
          <ac:picMkLst>
            <pc:docMk/>
            <pc:sldMk cId="627313183" sldId="971"/>
            <ac:picMk id="24" creationId="{A9616762-9C78-1E90-6F18-A85D3706C119}"/>
          </ac:picMkLst>
        </pc:picChg>
      </pc:sldChg>
      <pc:sldChg chg="del">
        <pc:chgData name="최문영" userId="c9c2ca5b-20f2-48c9-9e1f-a03229bf2768" providerId="ADAL" clId="{1AFE30CA-0473-46B3-B73A-3803F8D94D85}" dt="2026-02-27T02:02:50.044" v="1826" actId="47"/>
        <pc:sldMkLst>
          <pc:docMk/>
          <pc:sldMk cId="1994043819" sldId="972"/>
        </pc:sldMkLst>
      </pc:sldChg>
      <pc:sldChg chg="add del">
        <pc:chgData name="최문영" userId="c9c2ca5b-20f2-48c9-9e1f-a03229bf2768" providerId="ADAL" clId="{1AFE30CA-0473-46B3-B73A-3803F8D94D85}" dt="2026-02-27T01:11:57.271" v="481" actId="47"/>
        <pc:sldMkLst>
          <pc:docMk/>
          <pc:sldMk cId="3834788797" sldId="973"/>
        </pc:sldMkLst>
      </pc:sldChg>
      <pc:sldChg chg="addSp delSp modSp add del mod ord delAnim modAnim">
        <pc:chgData name="최문영" userId="c9c2ca5b-20f2-48c9-9e1f-a03229bf2768" providerId="ADAL" clId="{1AFE30CA-0473-46B3-B73A-3803F8D94D85}" dt="2026-02-27T02:08:06.366" v="1835" actId="47"/>
        <pc:sldMkLst>
          <pc:docMk/>
          <pc:sldMk cId="2828577443" sldId="974"/>
        </pc:sldMkLst>
        <pc:spChg chg="add del mod">
          <ac:chgData name="최문영" userId="c9c2ca5b-20f2-48c9-9e1f-a03229bf2768" providerId="ADAL" clId="{1AFE30CA-0473-46B3-B73A-3803F8D94D85}" dt="2026-02-27T01:12:29.878" v="489" actId="478"/>
          <ac:spMkLst>
            <pc:docMk/>
            <pc:sldMk cId="2828577443" sldId="974"/>
            <ac:spMk id="2" creationId="{004B1A1B-C6CA-0A90-009B-4C6994ADA620}"/>
          </ac:spMkLst>
        </pc:spChg>
        <pc:picChg chg="del">
          <ac:chgData name="최문영" userId="c9c2ca5b-20f2-48c9-9e1f-a03229bf2768" providerId="ADAL" clId="{1AFE30CA-0473-46B3-B73A-3803F8D94D85}" dt="2026-02-27T01:11:11.951" v="468" actId="478"/>
          <ac:picMkLst>
            <pc:docMk/>
            <pc:sldMk cId="2828577443" sldId="974"/>
            <ac:picMk id="18" creationId="{6FED8C14-BAA1-FE73-AA45-4D5FE50BA249}"/>
          </ac:picMkLst>
        </pc:picChg>
        <pc:picChg chg="mod">
          <ac:chgData name="최문영" userId="c9c2ca5b-20f2-48c9-9e1f-a03229bf2768" providerId="ADAL" clId="{1AFE30CA-0473-46B3-B73A-3803F8D94D85}" dt="2026-02-27T01:11:38.654" v="478" actId="1076"/>
          <ac:picMkLst>
            <pc:docMk/>
            <pc:sldMk cId="2828577443" sldId="974"/>
            <ac:picMk id="20" creationId="{9B49BA4A-6ADD-06C2-1EFF-B185F1057AC9}"/>
          </ac:picMkLst>
        </pc:picChg>
        <pc:picChg chg="del">
          <ac:chgData name="최문영" userId="c9c2ca5b-20f2-48c9-9e1f-a03229bf2768" providerId="ADAL" clId="{1AFE30CA-0473-46B3-B73A-3803F8D94D85}" dt="2026-02-27T01:11:12.792" v="470" actId="478"/>
          <ac:picMkLst>
            <pc:docMk/>
            <pc:sldMk cId="2828577443" sldId="974"/>
            <ac:picMk id="22" creationId="{CA386EE2-762D-F267-E2FA-85A7EEBC1B84}"/>
          </ac:picMkLst>
        </pc:picChg>
        <pc:picChg chg="del">
          <ac:chgData name="최문영" userId="c9c2ca5b-20f2-48c9-9e1f-a03229bf2768" providerId="ADAL" clId="{1AFE30CA-0473-46B3-B73A-3803F8D94D85}" dt="2026-02-27T01:11:12.426" v="469" actId="478"/>
          <ac:picMkLst>
            <pc:docMk/>
            <pc:sldMk cId="2828577443" sldId="974"/>
            <ac:picMk id="24" creationId="{D0843251-5864-993F-FA5E-DDCD8712E302}"/>
          </ac:picMkLst>
        </pc:picChg>
      </pc:sldChg>
      <pc:sldChg chg="addSp delSp modSp add mod delAnim modAnim">
        <pc:chgData name="최문영" userId="c9c2ca5b-20f2-48c9-9e1f-a03229bf2768" providerId="ADAL" clId="{1AFE30CA-0473-46B3-B73A-3803F8D94D85}" dt="2026-02-27T02:11:53.166" v="1836" actId="478"/>
        <pc:sldMkLst>
          <pc:docMk/>
          <pc:sldMk cId="2231730414" sldId="975"/>
        </pc:sldMkLst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3" creationId="{565A6BEC-E6D0-6299-2DE9-8C962E146315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5" creationId="{2CF15EA5-74FA-CEF4-8BAA-0CF051770F86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6" creationId="{565A6BEC-E6D0-6299-2DE9-8C962E146315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8" creationId="{5F860166-D016-BFC7-23C1-4A73735C9127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9" creationId="{04BB49F0-31D7-F9BA-E3DF-91DA1D0A84AD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10" creationId="{ED734491-81B0-4546-58F0-D6D54CE02F7C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11" creationId="{006137B2-5C6C-9CE4-9F47-71944DE2E0D3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12" creationId="{7B5ECEAD-2403-067B-24A8-FC990898DEEC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13" creationId="{2A667B19-EA51-05D9-B4C1-2BC1AE80EE39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14" creationId="{A99C21A0-0234-3990-A5D4-CDA3C11B951F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15" creationId="{1235B853-6297-E754-BB38-5E27CDE38F45}"/>
          </ac:spMkLst>
        </pc:spChg>
        <pc:spChg chg="add mod">
          <ac:chgData name="최문영" userId="c9c2ca5b-20f2-48c9-9e1f-a03229bf2768" providerId="ADAL" clId="{1AFE30CA-0473-46B3-B73A-3803F8D94D85}" dt="2026-02-27T01:20:48.630" v="944"/>
          <ac:spMkLst>
            <pc:docMk/>
            <pc:sldMk cId="2231730414" sldId="975"/>
            <ac:spMk id="16" creationId="{DB8961CE-CD92-0FCF-7005-80BC45B62533}"/>
          </ac:spMkLst>
        </pc:spChg>
        <pc:spChg chg="add del mod">
          <ac:chgData name="최문영" userId="c9c2ca5b-20f2-48c9-9e1f-a03229bf2768" providerId="ADAL" clId="{1AFE30CA-0473-46B3-B73A-3803F8D94D85}" dt="2026-02-27T01:23:41.406" v="1139" actId="478"/>
          <ac:spMkLst>
            <pc:docMk/>
            <pc:sldMk cId="2231730414" sldId="975"/>
            <ac:spMk id="18" creationId="{E06231C1-FFB7-6611-E157-C8E6009F4937}"/>
          </ac:spMkLst>
        </pc:spChg>
        <pc:spChg chg="add mod">
          <ac:chgData name="최문영" userId="c9c2ca5b-20f2-48c9-9e1f-a03229bf2768" providerId="ADAL" clId="{1AFE30CA-0473-46B3-B73A-3803F8D94D85}" dt="2026-02-27T01:43:31.052" v="1304" actId="1076"/>
          <ac:spMkLst>
            <pc:docMk/>
            <pc:sldMk cId="2231730414" sldId="975"/>
            <ac:spMk id="21" creationId="{43E6D975-BCB0-2A42-D477-59B701596766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22" creationId="{5F860166-D016-BFC7-23C1-4A73735C9127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24" creationId="{ED734491-81B0-4546-58F0-D6D54CE02F7C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25" creationId="{006137B2-5C6C-9CE4-9F47-71944DE2E0D3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26" creationId="{7B5ECEAD-2403-067B-24A8-FC990898DEEC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27" creationId="{2A667B19-EA51-05D9-B4C1-2BC1AE80EE39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28" creationId="{A99C21A0-0234-3990-A5D4-CDA3C11B951F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29" creationId="{1235B853-6297-E754-BB38-5E27CDE38F45}"/>
          </ac:spMkLst>
        </pc:spChg>
        <pc:spChg chg="del">
          <ac:chgData name="최문영" userId="c9c2ca5b-20f2-48c9-9e1f-a03229bf2768" providerId="ADAL" clId="{1AFE30CA-0473-46B3-B73A-3803F8D94D85}" dt="2026-02-27T01:20:48.153" v="943" actId="21"/>
          <ac:spMkLst>
            <pc:docMk/>
            <pc:sldMk cId="2231730414" sldId="975"/>
            <ac:spMk id="30" creationId="{DB8961CE-CD92-0FCF-7005-80BC45B62533}"/>
          </ac:spMkLst>
        </pc:spChg>
        <pc:spChg chg="del">
          <ac:chgData name="최문영" userId="c9c2ca5b-20f2-48c9-9e1f-a03229bf2768" providerId="ADAL" clId="{1AFE30CA-0473-46B3-B73A-3803F8D94D85}" dt="2026-02-27T01:20:43.906" v="942" actId="478"/>
          <ac:spMkLst>
            <pc:docMk/>
            <pc:sldMk cId="2231730414" sldId="975"/>
            <ac:spMk id="31" creationId="{520FDEB1-4366-9977-E391-733010D801C6}"/>
          </ac:spMkLst>
        </pc:spChg>
        <pc:spChg chg="add mod">
          <ac:chgData name="최문영" userId="c9c2ca5b-20f2-48c9-9e1f-a03229bf2768" providerId="ADAL" clId="{1AFE30CA-0473-46B3-B73A-3803F8D94D85}" dt="2026-02-27T01:45:12.474" v="1305"/>
          <ac:spMkLst>
            <pc:docMk/>
            <pc:sldMk cId="2231730414" sldId="975"/>
            <ac:spMk id="32" creationId="{1FE73620-333B-62BD-E161-083E3BD50444}"/>
          </ac:spMkLst>
        </pc:spChg>
        <pc:spChg chg="mod">
          <ac:chgData name="최문영" userId="c9c2ca5b-20f2-48c9-9e1f-a03229bf2768" providerId="ADAL" clId="{1AFE30CA-0473-46B3-B73A-3803F8D94D85}" dt="2026-02-27T01:24:18.979" v="1184" actId="20577"/>
          <ac:spMkLst>
            <pc:docMk/>
            <pc:sldMk cId="2231730414" sldId="975"/>
            <ac:spMk id="97" creationId="{3C7E28B8-3DD4-F886-3CF8-C02AA7B4BF6C}"/>
          </ac:spMkLst>
        </pc:spChg>
        <pc:spChg chg="mod">
          <ac:chgData name="최문영" userId="c9c2ca5b-20f2-48c9-9e1f-a03229bf2768" providerId="ADAL" clId="{1AFE30CA-0473-46B3-B73A-3803F8D94D85}" dt="2026-02-27T01:20:42.019" v="941" actId="20577"/>
          <ac:spMkLst>
            <pc:docMk/>
            <pc:sldMk cId="2231730414" sldId="975"/>
            <ac:spMk id="100" creationId="{BBCD85C9-9D4C-D008-B1E8-1A912AAA0575}"/>
          </ac:spMkLst>
        </pc:spChg>
        <pc:graphicFrameChg chg="add del mod">
          <ac:chgData name="최문영" userId="c9c2ca5b-20f2-48c9-9e1f-a03229bf2768" providerId="ADAL" clId="{1AFE30CA-0473-46B3-B73A-3803F8D94D85}" dt="2026-02-27T01:41:48.467" v="1192" actId="478"/>
          <ac:graphicFrameMkLst>
            <pc:docMk/>
            <pc:sldMk cId="2231730414" sldId="975"/>
            <ac:graphicFrameMk id="19" creationId="{237F4777-F4F0-3CFE-3650-075DDF6DE696}"/>
          </ac:graphicFrameMkLst>
        </pc:graphicFrameChg>
        <pc:graphicFrameChg chg="add mod">
          <ac:chgData name="최문영" userId="c9c2ca5b-20f2-48c9-9e1f-a03229bf2768" providerId="ADAL" clId="{1AFE30CA-0473-46B3-B73A-3803F8D94D85}" dt="2026-02-27T01:43:28.707" v="1303" actId="1076"/>
          <ac:graphicFrameMkLst>
            <pc:docMk/>
            <pc:sldMk cId="2231730414" sldId="975"/>
            <ac:graphicFrameMk id="20" creationId="{237F4777-F4F0-3CFE-3650-075DDF6DE696}"/>
          </ac:graphicFrameMkLst>
        </pc:graphicFrameChg>
        <pc:picChg chg="add del mod">
          <ac:chgData name="최문영" userId="c9c2ca5b-20f2-48c9-9e1f-a03229bf2768" providerId="ADAL" clId="{1AFE30CA-0473-46B3-B73A-3803F8D94D85}" dt="2026-02-27T02:11:53.166" v="1836" actId="478"/>
          <ac:picMkLst>
            <pc:docMk/>
            <pc:sldMk cId="2231730414" sldId="975"/>
            <ac:picMk id="17" creationId="{54F2F6D0-B077-7F99-1BFB-559E80B8D8E3}"/>
          </ac:picMkLst>
        </pc:picChg>
        <pc:picChg chg="add mod">
          <ac:chgData name="최문영" userId="c9c2ca5b-20f2-48c9-9e1f-a03229bf2768" providerId="ADAL" clId="{1AFE30CA-0473-46B3-B73A-3803F8D94D85}" dt="2026-02-27T01:49:38.443" v="1530"/>
          <ac:picMkLst>
            <pc:docMk/>
            <pc:sldMk cId="2231730414" sldId="975"/>
            <ac:picMk id="33" creationId="{A9F4DD8B-C4C1-1A38-B9E2-D6B2BFB50F81}"/>
          </ac:picMkLst>
        </pc:picChg>
      </pc:sldChg>
      <pc:sldChg chg="addSp delSp modSp add mod addAnim delAnim modAnim">
        <pc:chgData name="최문영" userId="c9c2ca5b-20f2-48c9-9e1f-a03229bf2768" providerId="ADAL" clId="{1AFE30CA-0473-46B3-B73A-3803F8D94D85}" dt="2026-02-27T01:57:18.459" v="1613"/>
        <pc:sldMkLst>
          <pc:docMk/>
          <pc:sldMk cId="1584414723" sldId="976"/>
        </pc:sldMkLst>
        <pc:spChg chg="add mod">
          <ac:chgData name="최문영" userId="c9c2ca5b-20f2-48c9-9e1f-a03229bf2768" providerId="ADAL" clId="{1AFE30CA-0473-46B3-B73A-3803F8D94D85}" dt="2026-02-27T01:50:43.818" v="1557" actId="1037"/>
          <ac:spMkLst>
            <pc:docMk/>
            <pc:sldMk cId="1584414723" sldId="976"/>
            <ac:spMk id="7" creationId="{3386582D-BEB6-B78C-B778-F86BD7C973B6}"/>
          </ac:spMkLst>
        </pc:spChg>
        <pc:spChg chg="add mod">
          <ac:chgData name="최문영" userId="c9c2ca5b-20f2-48c9-9e1f-a03229bf2768" providerId="ADAL" clId="{1AFE30CA-0473-46B3-B73A-3803F8D94D85}" dt="2026-02-27T01:57:17.280" v="1612"/>
          <ac:spMkLst>
            <pc:docMk/>
            <pc:sldMk cId="1584414723" sldId="976"/>
            <ac:spMk id="8" creationId="{606DC84D-00A2-9C05-7DE4-C278342DC922}"/>
          </ac:spMkLst>
        </pc:spChg>
        <pc:spChg chg="del">
          <ac:chgData name="최문영" userId="c9c2ca5b-20f2-48c9-9e1f-a03229bf2768" providerId="ADAL" clId="{1AFE30CA-0473-46B3-B73A-3803F8D94D85}" dt="2026-02-27T01:46:11.305" v="1508" actId="478"/>
          <ac:spMkLst>
            <pc:docMk/>
            <pc:sldMk cId="1584414723" sldId="976"/>
            <ac:spMk id="21" creationId="{703D8562-31E9-9F84-20DE-FBA2D5F4DC53}"/>
          </ac:spMkLst>
        </pc:spChg>
        <pc:spChg chg="mod">
          <ac:chgData name="최문영" userId="c9c2ca5b-20f2-48c9-9e1f-a03229bf2768" providerId="ADAL" clId="{1AFE30CA-0473-46B3-B73A-3803F8D94D85}" dt="2026-02-27T01:46:09.588" v="1507" actId="20577"/>
          <ac:spMkLst>
            <pc:docMk/>
            <pc:sldMk cId="1584414723" sldId="976"/>
            <ac:spMk id="97" creationId="{E13E0FA7-C5D4-A693-0BEC-8CFFB27AFE6B}"/>
          </ac:spMkLst>
        </pc:spChg>
        <pc:spChg chg="mod">
          <ac:chgData name="최문영" userId="c9c2ca5b-20f2-48c9-9e1f-a03229bf2768" providerId="ADAL" clId="{1AFE30CA-0473-46B3-B73A-3803F8D94D85}" dt="2026-02-27T01:45:25.867" v="1340" actId="20577"/>
          <ac:spMkLst>
            <pc:docMk/>
            <pc:sldMk cId="1584414723" sldId="976"/>
            <ac:spMk id="100" creationId="{25A09A29-AAF4-E71C-D478-FFBA460B9788}"/>
          </ac:spMkLst>
        </pc:spChg>
        <pc:graphicFrameChg chg="del">
          <ac:chgData name="최문영" userId="c9c2ca5b-20f2-48c9-9e1f-a03229bf2768" providerId="ADAL" clId="{1AFE30CA-0473-46B3-B73A-3803F8D94D85}" dt="2026-02-27T01:46:11.305" v="1508" actId="478"/>
          <ac:graphicFrameMkLst>
            <pc:docMk/>
            <pc:sldMk cId="1584414723" sldId="976"/>
            <ac:graphicFrameMk id="20" creationId="{C638D4A2-F0CE-8090-B5B6-40C2FB0B8CFB}"/>
          </ac:graphicFrameMkLst>
        </pc:graphicFrameChg>
        <pc:picChg chg="add mod">
          <ac:chgData name="최문영" userId="c9c2ca5b-20f2-48c9-9e1f-a03229bf2768" providerId="ADAL" clId="{1AFE30CA-0473-46B3-B73A-3803F8D94D85}" dt="2026-02-27T01:49:16.243" v="1526" actId="1076"/>
          <ac:picMkLst>
            <pc:docMk/>
            <pc:sldMk cId="1584414723" sldId="976"/>
            <ac:picMk id="3" creationId="{0974AA5A-D65C-3227-1772-9AC082F05DC2}"/>
          </ac:picMkLst>
        </pc:picChg>
        <pc:picChg chg="add del mod modCrop">
          <ac:chgData name="최문영" userId="c9c2ca5b-20f2-48c9-9e1f-a03229bf2768" providerId="ADAL" clId="{1AFE30CA-0473-46B3-B73A-3803F8D94D85}" dt="2026-02-27T01:51:50.509" v="1566" actId="478"/>
          <ac:picMkLst>
            <pc:docMk/>
            <pc:sldMk cId="1584414723" sldId="976"/>
            <ac:picMk id="5" creationId="{DF3F0318-E7CD-22A9-32C8-C4F28F830591}"/>
          </ac:picMkLst>
        </pc:picChg>
        <pc:picChg chg="add mod">
          <ac:chgData name="최문영" userId="c9c2ca5b-20f2-48c9-9e1f-a03229bf2768" providerId="ADAL" clId="{1AFE30CA-0473-46B3-B73A-3803F8D94D85}" dt="2026-02-27T01:51:55.712" v="1568" actId="1076"/>
          <ac:picMkLst>
            <pc:docMk/>
            <pc:sldMk cId="1584414723" sldId="976"/>
            <ac:picMk id="6" creationId="{A5133923-4112-4DAF-ED63-844D14F7CC16}"/>
          </ac:picMkLst>
        </pc:picChg>
        <pc:picChg chg="del mod">
          <ac:chgData name="최문영" userId="c9c2ca5b-20f2-48c9-9e1f-a03229bf2768" providerId="ADAL" clId="{1AFE30CA-0473-46B3-B73A-3803F8D94D85}" dt="2026-02-27T01:46:29.625" v="1512" actId="478"/>
          <ac:picMkLst>
            <pc:docMk/>
            <pc:sldMk cId="1584414723" sldId="976"/>
            <ac:picMk id="17" creationId="{418B5E68-9D5A-EEEF-4721-FE7703640BA7}"/>
          </ac:picMkLst>
        </pc:picChg>
      </pc:sldChg>
      <pc:sldChg chg="addSp delSp modSp add mod delAnim modAnim">
        <pc:chgData name="최문영" userId="c9c2ca5b-20f2-48c9-9e1f-a03229bf2768" providerId="ADAL" clId="{1AFE30CA-0473-46B3-B73A-3803F8D94D85}" dt="2026-02-27T01:59:16.589" v="1647" actId="478"/>
        <pc:sldMkLst>
          <pc:docMk/>
          <pc:sldMk cId="327915947" sldId="977"/>
        </pc:sldMkLst>
        <pc:spChg chg="del">
          <ac:chgData name="최문영" userId="c9c2ca5b-20f2-48c9-9e1f-a03229bf2768" providerId="ADAL" clId="{1AFE30CA-0473-46B3-B73A-3803F8D94D85}" dt="2026-02-27T01:51:31.617" v="1559" actId="478"/>
          <ac:spMkLst>
            <pc:docMk/>
            <pc:sldMk cId="327915947" sldId="977"/>
            <ac:spMk id="7" creationId="{26D831C5-C3BB-CAB4-1940-5126A71BE162}"/>
          </ac:spMkLst>
        </pc:spChg>
        <pc:spChg chg="add mod">
          <ac:chgData name="최문영" userId="c9c2ca5b-20f2-48c9-9e1f-a03229bf2768" providerId="ADAL" clId="{1AFE30CA-0473-46B3-B73A-3803F8D94D85}" dt="2026-02-27T01:57:29.393" v="1643" actId="1076"/>
          <ac:spMkLst>
            <pc:docMk/>
            <pc:sldMk cId="327915947" sldId="977"/>
            <ac:spMk id="11" creationId="{B8F36972-4BE1-16C7-3FF5-49568FEA3561}"/>
          </ac:spMkLst>
        </pc:spChg>
        <pc:graphicFrameChg chg="add mod">
          <ac:chgData name="최문영" userId="c9c2ca5b-20f2-48c9-9e1f-a03229bf2768" providerId="ADAL" clId="{1AFE30CA-0473-46B3-B73A-3803F8D94D85}" dt="2026-02-27T01:55:37.239" v="1582"/>
          <ac:graphicFrameMkLst>
            <pc:docMk/>
            <pc:sldMk cId="327915947" sldId="977"/>
            <ac:graphicFrameMk id="2" creationId="{9E3D50BD-E6EC-4F82-43A4-815CC325B63B}"/>
          </ac:graphicFrameMkLst>
        </pc:graphicFrameChg>
        <pc:graphicFrameChg chg="add del mod">
          <ac:chgData name="최문영" userId="c9c2ca5b-20f2-48c9-9e1f-a03229bf2768" providerId="ADAL" clId="{1AFE30CA-0473-46B3-B73A-3803F8D94D85}" dt="2026-02-27T01:59:16.589" v="1647" actId="478"/>
          <ac:graphicFrameMkLst>
            <pc:docMk/>
            <pc:sldMk cId="327915947" sldId="977"/>
            <ac:graphicFrameMk id="3" creationId="{512ABFBF-A535-D1FA-BB16-C4E26C7F7A00}"/>
          </ac:graphicFrameMkLst>
        </pc:graphicFrameChg>
        <pc:graphicFrameChg chg="add del mod">
          <ac:chgData name="최문영" userId="c9c2ca5b-20f2-48c9-9e1f-a03229bf2768" providerId="ADAL" clId="{1AFE30CA-0473-46B3-B73A-3803F8D94D85}" dt="2026-02-27T01:54:31.667" v="1576" actId="478"/>
          <ac:graphicFrameMkLst>
            <pc:docMk/>
            <pc:sldMk cId="327915947" sldId="977"/>
            <ac:graphicFrameMk id="4" creationId="{2663D5AB-EF9B-BFB3-67DC-145B43D48D3A}"/>
          </ac:graphicFrameMkLst>
        </pc:graphicFrameChg>
        <pc:graphicFrameChg chg="add mod">
          <ac:chgData name="최문영" userId="c9c2ca5b-20f2-48c9-9e1f-a03229bf2768" providerId="ADAL" clId="{1AFE30CA-0473-46B3-B73A-3803F8D94D85}" dt="2026-02-27T01:54:26.368" v="1574"/>
          <ac:graphicFrameMkLst>
            <pc:docMk/>
            <pc:sldMk cId="327915947" sldId="977"/>
            <ac:graphicFrameMk id="8" creationId="{77BFFE48-64F0-3574-E2CE-5DF7C68ED66E}"/>
          </ac:graphicFrameMkLst>
        </pc:graphicFrameChg>
        <pc:graphicFrameChg chg="add del mod">
          <ac:chgData name="최문영" userId="c9c2ca5b-20f2-48c9-9e1f-a03229bf2768" providerId="ADAL" clId="{1AFE30CA-0473-46B3-B73A-3803F8D94D85}" dt="2026-02-27T01:56:29.421" v="1586" actId="478"/>
          <ac:graphicFrameMkLst>
            <pc:docMk/>
            <pc:sldMk cId="327915947" sldId="977"/>
            <ac:graphicFrameMk id="9" creationId="{9E3D50BD-E6EC-4F82-43A4-815CC325B63B}"/>
          </ac:graphicFrameMkLst>
        </pc:graphicFrameChg>
        <pc:graphicFrameChg chg="add mod">
          <ac:chgData name="최문영" userId="c9c2ca5b-20f2-48c9-9e1f-a03229bf2768" providerId="ADAL" clId="{1AFE30CA-0473-46B3-B73A-3803F8D94D85}" dt="2026-02-27T01:56:53.588" v="1609" actId="1035"/>
          <ac:graphicFrameMkLst>
            <pc:docMk/>
            <pc:sldMk cId="327915947" sldId="977"/>
            <ac:graphicFrameMk id="10" creationId="{9E3D50BD-E6EC-4F82-43A4-815CC325B63B}"/>
          </ac:graphicFrameMkLst>
        </pc:graphicFrameChg>
        <pc:picChg chg="del">
          <ac:chgData name="최문영" userId="c9c2ca5b-20f2-48c9-9e1f-a03229bf2768" providerId="ADAL" clId="{1AFE30CA-0473-46B3-B73A-3803F8D94D85}" dt="2026-02-27T01:51:31.617" v="1559" actId="478"/>
          <ac:picMkLst>
            <pc:docMk/>
            <pc:sldMk cId="327915947" sldId="977"/>
            <ac:picMk id="3" creationId="{95CCBEED-22C7-4825-88F6-C577151377E5}"/>
          </ac:picMkLst>
        </pc:picChg>
        <pc:picChg chg="mod">
          <ac:chgData name="최문영" userId="c9c2ca5b-20f2-48c9-9e1f-a03229bf2768" providerId="ADAL" clId="{1AFE30CA-0473-46B3-B73A-3803F8D94D85}" dt="2026-02-27T01:57:06.995" v="1611" actId="1076"/>
          <ac:picMkLst>
            <pc:docMk/>
            <pc:sldMk cId="327915947" sldId="977"/>
            <ac:picMk id="5" creationId="{FE9DAE09-2A12-528D-BA25-ED2F525AD907}"/>
          </ac:picMkLst>
        </pc:picChg>
        <pc:picChg chg="del">
          <ac:chgData name="최문영" userId="c9c2ca5b-20f2-48c9-9e1f-a03229bf2768" providerId="ADAL" clId="{1AFE30CA-0473-46B3-B73A-3803F8D94D85}" dt="2026-02-27T01:51:31.617" v="1559" actId="478"/>
          <ac:picMkLst>
            <pc:docMk/>
            <pc:sldMk cId="327915947" sldId="977"/>
            <ac:picMk id="6" creationId="{40CEF99D-662B-D053-6C8E-979F5582D889}"/>
          </ac:picMkLst>
        </pc:picChg>
      </pc:sldChg>
      <pc:sldChg chg="addSp delSp modSp add mod delAnim">
        <pc:chgData name="최문영" userId="c9c2ca5b-20f2-48c9-9e1f-a03229bf2768" providerId="ADAL" clId="{1AFE30CA-0473-46B3-B73A-3803F8D94D85}" dt="2026-02-27T02:02:47.997" v="1825" actId="20577"/>
        <pc:sldMkLst>
          <pc:docMk/>
          <pc:sldMk cId="3848896795" sldId="978"/>
        </pc:sldMkLst>
        <pc:spChg chg="add mod">
          <ac:chgData name="최문영" userId="c9c2ca5b-20f2-48c9-9e1f-a03229bf2768" providerId="ADAL" clId="{1AFE30CA-0473-46B3-B73A-3803F8D94D85}" dt="2026-02-27T02:02:09.598" v="1760" actId="14100"/>
          <ac:spMkLst>
            <pc:docMk/>
            <pc:sldMk cId="3848896795" sldId="978"/>
            <ac:spMk id="7" creationId="{7CA0EAF2-419C-4A5B-7117-BEB7489A6C42}"/>
          </ac:spMkLst>
        </pc:spChg>
        <pc:spChg chg="add mod">
          <ac:chgData name="최문영" userId="c9c2ca5b-20f2-48c9-9e1f-a03229bf2768" providerId="ADAL" clId="{1AFE30CA-0473-46B3-B73A-3803F8D94D85}" dt="2026-02-27T02:02:19.122" v="1762" actId="1076"/>
          <ac:spMkLst>
            <pc:docMk/>
            <pc:sldMk cId="3848896795" sldId="978"/>
            <ac:spMk id="8" creationId="{78FC80AC-3D6B-F189-DCB7-7B1B81B7B8C6}"/>
          </ac:spMkLst>
        </pc:spChg>
        <pc:spChg chg="add mod">
          <ac:chgData name="최문영" userId="c9c2ca5b-20f2-48c9-9e1f-a03229bf2768" providerId="ADAL" clId="{1AFE30CA-0473-46B3-B73A-3803F8D94D85}" dt="2026-02-27T02:02:24.351" v="1764" actId="1076"/>
          <ac:spMkLst>
            <pc:docMk/>
            <pc:sldMk cId="3848896795" sldId="978"/>
            <ac:spMk id="9" creationId="{F9BBA1A1-E40B-2FA0-63B9-DA164DD7172D}"/>
          </ac:spMkLst>
        </pc:spChg>
        <pc:spChg chg="del">
          <ac:chgData name="최문영" userId="c9c2ca5b-20f2-48c9-9e1f-a03229bf2768" providerId="ADAL" clId="{1AFE30CA-0473-46B3-B73A-3803F8D94D85}" dt="2026-02-27T02:01:30.363" v="1742" actId="478"/>
          <ac:spMkLst>
            <pc:docMk/>
            <pc:sldMk cId="3848896795" sldId="978"/>
            <ac:spMk id="11" creationId="{388E50BB-5215-F32A-D962-F180034BC000}"/>
          </ac:spMkLst>
        </pc:spChg>
        <pc:spChg chg="mod">
          <ac:chgData name="최문영" userId="c9c2ca5b-20f2-48c9-9e1f-a03229bf2768" providerId="ADAL" clId="{1AFE30CA-0473-46B3-B73A-3803F8D94D85}" dt="2026-02-27T02:02:47.997" v="1825" actId="20577"/>
          <ac:spMkLst>
            <pc:docMk/>
            <pc:sldMk cId="3848896795" sldId="978"/>
            <ac:spMk id="97" creationId="{A2FD7D9B-EE61-B7F0-00AE-CD7E2F94EFEA}"/>
          </ac:spMkLst>
        </pc:spChg>
        <pc:spChg chg="mod">
          <ac:chgData name="최문영" userId="c9c2ca5b-20f2-48c9-9e1f-a03229bf2768" providerId="ADAL" clId="{1AFE30CA-0473-46B3-B73A-3803F8D94D85}" dt="2026-02-27T01:59:37.312" v="1656" actId="20577"/>
          <ac:spMkLst>
            <pc:docMk/>
            <pc:sldMk cId="3848896795" sldId="978"/>
            <ac:spMk id="100" creationId="{9F0C4071-79AE-70A4-72CF-C1A8E6F6C22C}"/>
          </ac:spMkLst>
        </pc:spChg>
        <pc:graphicFrameChg chg="del">
          <ac:chgData name="최문영" userId="c9c2ca5b-20f2-48c9-9e1f-a03229bf2768" providerId="ADAL" clId="{1AFE30CA-0473-46B3-B73A-3803F8D94D85}" dt="2026-02-27T01:59:24.818" v="1648" actId="478"/>
          <ac:graphicFrameMkLst>
            <pc:docMk/>
            <pc:sldMk cId="3848896795" sldId="978"/>
            <ac:graphicFrameMk id="2" creationId="{FB52FF2C-36AC-5358-EACE-1C9CD4726BE4}"/>
          </ac:graphicFrameMkLst>
        </pc:graphicFrameChg>
        <pc:graphicFrameChg chg="mod">
          <ac:chgData name="최문영" userId="c9c2ca5b-20f2-48c9-9e1f-a03229bf2768" providerId="ADAL" clId="{1AFE30CA-0473-46B3-B73A-3803F8D94D85}" dt="2026-02-27T02:01:33.836" v="1743" actId="1076"/>
          <ac:graphicFrameMkLst>
            <pc:docMk/>
            <pc:sldMk cId="3848896795" sldId="978"/>
            <ac:graphicFrameMk id="3" creationId="{4C4C5CA9-F953-E53D-C222-754690CC0DEE}"/>
          </ac:graphicFrameMkLst>
        </pc:graphicFrameChg>
        <pc:graphicFrameChg chg="del">
          <ac:chgData name="최문영" userId="c9c2ca5b-20f2-48c9-9e1f-a03229bf2768" providerId="ADAL" clId="{1AFE30CA-0473-46B3-B73A-3803F8D94D85}" dt="2026-02-27T01:59:24.818" v="1648" actId="478"/>
          <ac:graphicFrameMkLst>
            <pc:docMk/>
            <pc:sldMk cId="3848896795" sldId="978"/>
            <ac:graphicFrameMk id="10" creationId="{99D148EE-815A-F7FD-F5BB-B543862DFD52}"/>
          </ac:graphicFrameMkLst>
        </pc:graphicFrameChg>
        <pc:picChg chg="del">
          <ac:chgData name="최문영" userId="c9c2ca5b-20f2-48c9-9e1f-a03229bf2768" providerId="ADAL" clId="{1AFE30CA-0473-46B3-B73A-3803F8D94D85}" dt="2026-02-27T01:59:26.496" v="1649" actId="478"/>
          <ac:picMkLst>
            <pc:docMk/>
            <pc:sldMk cId="3848896795" sldId="978"/>
            <ac:picMk id="5" creationId="{DAA489CF-5A8C-CC39-7E0A-73F8FFF4EB5E}"/>
          </ac:picMkLst>
        </pc:picChg>
        <pc:picChg chg="add mod">
          <ac:chgData name="최문영" userId="c9c2ca5b-20f2-48c9-9e1f-a03229bf2768" providerId="ADAL" clId="{1AFE30CA-0473-46B3-B73A-3803F8D94D85}" dt="2026-02-27T02:01:37.570" v="1745" actId="1076"/>
          <ac:picMkLst>
            <pc:docMk/>
            <pc:sldMk cId="3848896795" sldId="978"/>
            <ac:picMk id="6" creationId="{F190A408-FBEF-1C25-2A6D-4B379B75CCF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my02\Downloads\20260227_103417_latency_13topic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my02\Downloads\20260227_090528_latency_13top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my02\Downloads\20260227_090528_latency_13topic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my02\Downloads\20260227_092518_latency_13top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실행 중인 </a:t>
            </a:r>
            <a:r>
              <a:rPr lang="en-US" altLang="ko-KR" dirty="0"/>
              <a:t>topic</a:t>
            </a:r>
            <a:r>
              <a:rPr lang="en-US" altLang="ko-KR" baseline="0" dirty="0"/>
              <a:t> </a:t>
            </a:r>
            <a:r>
              <a:rPr lang="ko-KR" altLang="en-US" baseline="0" dirty="0"/>
              <a:t>수에 따른 </a:t>
            </a:r>
            <a:r>
              <a:rPr lang="en-US" altLang="ko-KR" baseline="0" dirty="0"/>
              <a:t>service call</a:t>
            </a:r>
            <a:r>
              <a:rPr lang="ko-KR" altLang="en-US" baseline="0" dirty="0"/>
              <a:t> </a:t>
            </a:r>
            <a:r>
              <a:rPr lang="en-US" altLang="ko-KR" baseline="0" dirty="0"/>
              <a:t>latency</a:t>
            </a:r>
            <a:r>
              <a:rPr lang="el-GR" altLang="ko-KR" baseline="0" dirty="0"/>
              <a:t> (μ</a:t>
            </a:r>
            <a:r>
              <a:rPr lang="en-US" altLang="ko-KR" baseline="0" dirty="0"/>
              <a:t>s)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0개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Sheet1!$B$2:$B$212</c:f>
              <c:numCache>
                <c:formatCode>General</c:formatCode>
                <c:ptCount val="211"/>
                <c:pt idx="0">
                  <c:v>743.66399999999999</c:v>
                </c:pt>
                <c:pt idx="1">
                  <c:v>724.98400000000004</c:v>
                </c:pt>
                <c:pt idx="2">
                  <c:v>705.62800000000004</c:v>
                </c:pt>
                <c:pt idx="3">
                  <c:v>759.37800000000004</c:v>
                </c:pt>
                <c:pt idx="4">
                  <c:v>917.76199999999994</c:v>
                </c:pt>
                <c:pt idx="5">
                  <c:v>899.51</c:v>
                </c:pt>
                <c:pt idx="6">
                  <c:v>947.94899999999996</c:v>
                </c:pt>
                <c:pt idx="7">
                  <c:v>791.68600000000004</c:v>
                </c:pt>
                <c:pt idx="8">
                  <c:v>786.06899999999996</c:v>
                </c:pt>
                <c:pt idx="9">
                  <c:v>899.24199999999996</c:v>
                </c:pt>
                <c:pt idx="10">
                  <c:v>666.34500000000003</c:v>
                </c:pt>
                <c:pt idx="11">
                  <c:v>657.25</c:v>
                </c:pt>
                <c:pt idx="12">
                  <c:v>805.58399999999995</c:v>
                </c:pt>
                <c:pt idx="13">
                  <c:v>1017.64</c:v>
                </c:pt>
                <c:pt idx="14">
                  <c:v>1011.33</c:v>
                </c:pt>
                <c:pt idx="15">
                  <c:v>1330.52</c:v>
                </c:pt>
                <c:pt idx="16">
                  <c:v>685.09799999999996</c:v>
                </c:pt>
                <c:pt idx="17">
                  <c:v>685.46299999999997</c:v>
                </c:pt>
                <c:pt idx="18">
                  <c:v>740.03899999999999</c:v>
                </c:pt>
                <c:pt idx="19">
                  <c:v>664.58799999999997</c:v>
                </c:pt>
                <c:pt idx="20">
                  <c:v>746.14599999999996</c:v>
                </c:pt>
                <c:pt idx="21">
                  <c:v>664.83100000000002</c:v>
                </c:pt>
                <c:pt idx="22">
                  <c:v>807.83199999999999</c:v>
                </c:pt>
                <c:pt idx="23">
                  <c:v>867.27200000000005</c:v>
                </c:pt>
                <c:pt idx="24">
                  <c:v>802.04499999999996</c:v>
                </c:pt>
                <c:pt idx="25">
                  <c:v>685.64400000000001</c:v>
                </c:pt>
                <c:pt idx="26">
                  <c:v>674.47500000000002</c:v>
                </c:pt>
                <c:pt idx="27">
                  <c:v>681.14700000000005</c:v>
                </c:pt>
                <c:pt idx="28">
                  <c:v>808.95</c:v>
                </c:pt>
                <c:pt idx="29">
                  <c:v>790.48800000000006</c:v>
                </c:pt>
                <c:pt idx="30">
                  <c:v>859.327</c:v>
                </c:pt>
                <c:pt idx="31">
                  <c:v>735.26</c:v>
                </c:pt>
                <c:pt idx="32">
                  <c:v>878.99599999999998</c:v>
                </c:pt>
                <c:pt idx="33">
                  <c:v>921.47799999999995</c:v>
                </c:pt>
                <c:pt idx="34">
                  <c:v>767.89800000000002</c:v>
                </c:pt>
                <c:pt idx="35">
                  <c:v>642.97900000000004</c:v>
                </c:pt>
                <c:pt idx="36">
                  <c:v>743.01599999999996</c:v>
                </c:pt>
                <c:pt idx="37">
                  <c:v>686.78</c:v>
                </c:pt>
                <c:pt idx="38">
                  <c:v>791.149</c:v>
                </c:pt>
                <c:pt idx="39">
                  <c:v>832.61800000000005</c:v>
                </c:pt>
                <c:pt idx="40">
                  <c:v>1043.99</c:v>
                </c:pt>
                <c:pt idx="41">
                  <c:v>752.16200000000003</c:v>
                </c:pt>
                <c:pt idx="42">
                  <c:v>1415.71</c:v>
                </c:pt>
                <c:pt idx="43">
                  <c:v>683.11099999999999</c:v>
                </c:pt>
                <c:pt idx="44">
                  <c:v>675.38300000000004</c:v>
                </c:pt>
                <c:pt idx="45">
                  <c:v>704.59299999999996</c:v>
                </c:pt>
                <c:pt idx="46">
                  <c:v>736.42399999999998</c:v>
                </c:pt>
                <c:pt idx="47">
                  <c:v>706.64200000000005</c:v>
                </c:pt>
                <c:pt idx="48">
                  <c:v>692.471</c:v>
                </c:pt>
                <c:pt idx="49">
                  <c:v>706.48</c:v>
                </c:pt>
                <c:pt idx="50">
                  <c:v>703.51400000000001</c:v>
                </c:pt>
                <c:pt idx="51">
                  <c:v>1020.41</c:v>
                </c:pt>
                <c:pt idx="52">
                  <c:v>1116.55</c:v>
                </c:pt>
                <c:pt idx="53">
                  <c:v>686.43600000000004</c:v>
                </c:pt>
                <c:pt idx="54">
                  <c:v>563.67100000000005</c:v>
                </c:pt>
                <c:pt idx="55">
                  <c:v>602.79100000000005</c:v>
                </c:pt>
                <c:pt idx="56">
                  <c:v>617.56600000000003</c:v>
                </c:pt>
                <c:pt idx="57">
                  <c:v>576.31700000000001</c:v>
                </c:pt>
                <c:pt idx="58">
                  <c:v>579.70699999999999</c:v>
                </c:pt>
                <c:pt idx="59">
                  <c:v>1229.68</c:v>
                </c:pt>
                <c:pt idx="60">
                  <c:v>1198.4000000000001</c:v>
                </c:pt>
                <c:pt idx="61">
                  <c:v>959.95899999999995</c:v>
                </c:pt>
                <c:pt idx="62">
                  <c:v>819.33699999999999</c:v>
                </c:pt>
                <c:pt idx="63">
                  <c:v>2172.69</c:v>
                </c:pt>
                <c:pt idx="64">
                  <c:v>1737</c:v>
                </c:pt>
                <c:pt idx="65">
                  <c:v>2372.1799999999998</c:v>
                </c:pt>
                <c:pt idx="66">
                  <c:v>2460.58</c:v>
                </c:pt>
                <c:pt idx="67">
                  <c:v>2247.5500000000002</c:v>
                </c:pt>
                <c:pt idx="68">
                  <c:v>1928.12</c:v>
                </c:pt>
                <c:pt idx="69">
                  <c:v>2996.52</c:v>
                </c:pt>
                <c:pt idx="70">
                  <c:v>2172.9299999999998</c:v>
                </c:pt>
                <c:pt idx="71">
                  <c:v>1475.36</c:v>
                </c:pt>
                <c:pt idx="72">
                  <c:v>1542.65</c:v>
                </c:pt>
                <c:pt idx="73">
                  <c:v>1537.7</c:v>
                </c:pt>
                <c:pt idx="74">
                  <c:v>1431.19</c:v>
                </c:pt>
                <c:pt idx="75">
                  <c:v>2799</c:v>
                </c:pt>
                <c:pt idx="76">
                  <c:v>715.10400000000004</c:v>
                </c:pt>
                <c:pt idx="77">
                  <c:v>640.14599999999996</c:v>
                </c:pt>
                <c:pt idx="78">
                  <c:v>689.78300000000002</c:v>
                </c:pt>
                <c:pt idx="79">
                  <c:v>632.45500000000004</c:v>
                </c:pt>
                <c:pt idx="80">
                  <c:v>720.72900000000004</c:v>
                </c:pt>
                <c:pt idx="81">
                  <c:v>724.76499999999999</c:v>
                </c:pt>
                <c:pt idx="82">
                  <c:v>689.28300000000002</c:v>
                </c:pt>
                <c:pt idx="83">
                  <c:v>729.47199999999998</c:v>
                </c:pt>
                <c:pt idx="84">
                  <c:v>653.09900000000005</c:v>
                </c:pt>
                <c:pt idx="85">
                  <c:v>597.04300000000001</c:v>
                </c:pt>
                <c:pt idx="86">
                  <c:v>622.6</c:v>
                </c:pt>
                <c:pt idx="87">
                  <c:v>619.09900000000005</c:v>
                </c:pt>
                <c:pt idx="88">
                  <c:v>614.78700000000003</c:v>
                </c:pt>
                <c:pt idx="89">
                  <c:v>833.16</c:v>
                </c:pt>
                <c:pt idx="90">
                  <c:v>851.36</c:v>
                </c:pt>
                <c:pt idx="91">
                  <c:v>760.84799999999996</c:v>
                </c:pt>
                <c:pt idx="92">
                  <c:v>1029.3599999999999</c:v>
                </c:pt>
                <c:pt idx="93">
                  <c:v>736.38499999999999</c:v>
                </c:pt>
                <c:pt idx="94">
                  <c:v>685.00300000000004</c:v>
                </c:pt>
                <c:pt idx="95">
                  <c:v>654.04600000000005</c:v>
                </c:pt>
                <c:pt idx="96">
                  <c:v>670.495</c:v>
                </c:pt>
                <c:pt idx="97">
                  <c:v>581.91399999999999</c:v>
                </c:pt>
                <c:pt idx="98">
                  <c:v>590.43799999999999</c:v>
                </c:pt>
                <c:pt idx="99">
                  <c:v>639.649</c:v>
                </c:pt>
                <c:pt idx="100">
                  <c:v>1024.06</c:v>
                </c:pt>
                <c:pt idx="101">
                  <c:v>806.95799999999997</c:v>
                </c:pt>
                <c:pt idx="102">
                  <c:v>791.601</c:v>
                </c:pt>
                <c:pt idx="103">
                  <c:v>659.76599999999996</c:v>
                </c:pt>
                <c:pt idx="104">
                  <c:v>611.33799999999997</c:v>
                </c:pt>
                <c:pt idx="105">
                  <c:v>611.01300000000003</c:v>
                </c:pt>
                <c:pt idx="106">
                  <c:v>712.13199999999995</c:v>
                </c:pt>
                <c:pt idx="107">
                  <c:v>562.16499999999996</c:v>
                </c:pt>
                <c:pt idx="108">
                  <c:v>692.79</c:v>
                </c:pt>
                <c:pt idx="109">
                  <c:v>612.03499999999997</c:v>
                </c:pt>
                <c:pt idx="110">
                  <c:v>804.10599999999999</c:v>
                </c:pt>
                <c:pt idx="111">
                  <c:v>907.21400000000006</c:v>
                </c:pt>
                <c:pt idx="112">
                  <c:v>874.03099999999995</c:v>
                </c:pt>
                <c:pt idx="113">
                  <c:v>652.76300000000003</c:v>
                </c:pt>
                <c:pt idx="114">
                  <c:v>731.50400000000002</c:v>
                </c:pt>
                <c:pt idx="115">
                  <c:v>747.43399999999997</c:v>
                </c:pt>
                <c:pt idx="116">
                  <c:v>647.17600000000004</c:v>
                </c:pt>
                <c:pt idx="117">
                  <c:v>589.95299999999997</c:v>
                </c:pt>
                <c:pt idx="118">
                  <c:v>675.91099999999994</c:v>
                </c:pt>
                <c:pt idx="119">
                  <c:v>799.37900000000002</c:v>
                </c:pt>
                <c:pt idx="120">
                  <c:v>995.88699999999994</c:v>
                </c:pt>
                <c:pt idx="121">
                  <c:v>800.68299999999999</c:v>
                </c:pt>
                <c:pt idx="122">
                  <c:v>790.74199999999996</c:v>
                </c:pt>
                <c:pt idx="123">
                  <c:v>780.71699999999998</c:v>
                </c:pt>
                <c:pt idx="124">
                  <c:v>829.27300000000002</c:v>
                </c:pt>
                <c:pt idx="125">
                  <c:v>736.73500000000001</c:v>
                </c:pt>
                <c:pt idx="126">
                  <c:v>881.49</c:v>
                </c:pt>
                <c:pt idx="127">
                  <c:v>876.63199999999995</c:v>
                </c:pt>
                <c:pt idx="128">
                  <c:v>952.51499999999999</c:v>
                </c:pt>
                <c:pt idx="129">
                  <c:v>787.072</c:v>
                </c:pt>
                <c:pt idx="130">
                  <c:v>1019.68</c:v>
                </c:pt>
                <c:pt idx="131">
                  <c:v>764.03800000000001</c:v>
                </c:pt>
                <c:pt idx="132">
                  <c:v>718.16800000000001</c:v>
                </c:pt>
                <c:pt idx="133">
                  <c:v>695.20899999999995</c:v>
                </c:pt>
                <c:pt idx="134">
                  <c:v>681.41700000000003</c:v>
                </c:pt>
                <c:pt idx="135">
                  <c:v>657.80399999999997</c:v>
                </c:pt>
                <c:pt idx="136">
                  <c:v>606.28899999999999</c:v>
                </c:pt>
                <c:pt idx="137">
                  <c:v>587.26499999999999</c:v>
                </c:pt>
                <c:pt idx="138">
                  <c:v>867.48099999999999</c:v>
                </c:pt>
                <c:pt idx="139">
                  <c:v>616.23699999999997</c:v>
                </c:pt>
                <c:pt idx="140">
                  <c:v>711.40899999999999</c:v>
                </c:pt>
                <c:pt idx="141">
                  <c:v>596.18499999999995</c:v>
                </c:pt>
                <c:pt idx="142">
                  <c:v>601.58799999999997</c:v>
                </c:pt>
                <c:pt idx="143">
                  <c:v>588.59</c:v>
                </c:pt>
                <c:pt idx="144">
                  <c:v>603.49099999999999</c:v>
                </c:pt>
                <c:pt idx="145">
                  <c:v>559.36199999999997</c:v>
                </c:pt>
                <c:pt idx="146">
                  <c:v>563.60199999999998</c:v>
                </c:pt>
                <c:pt idx="147">
                  <c:v>590.93799999999999</c:v>
                </c:pt>
                <c:pt idx="148">
                  <c:v>562.02200000000005</c:v>
                </c:pt>
                <c:pt idx="149">
                  <c:v>825.11800000000005</c:v>
                </c:pt>
                <c:pt idx="150">
                  <c:v>885.30899999999997</c:v>
                </c:pt>
                <c:pt idx="151">
                  <c:v>768.23699999999997</c:v>
                </c:pt>
                <c:pt idx="152">
                  <c:v>805.03499999999997</c:v>
                </c:pt>
                <c:pt idx="153">
                  <c:v>618.04899999999998</c:v>
                </c:pt>
                <c:pt idx="154">
                  <c:v>897.72900000000004</c:v>
                </c:pt>
                <c:pt idx="155">
                  <c:v>559.05200000000002</c:v>
                </c:pt>
                <c:pt idx="156">
                  <c:v>724.05899999999997</c:v>
                </c:pt>
                <c:pt idx="157">
                  <c:v>661.60900000000004</c:v>
                </c:pt>
                <c:pt idx="158">
                  <c:v>735.73400000000004</c:v>
                </c:pt>
                <c:pt idx="159">
                  <c:v>665.79600000000005</c:v>
                </c:pt>
                <c:pt idx="160">
                  <c:v>677.61599999999999</c:v>
                </c:pt>
                <c:pt idx="161">
                  <c:v>673.92100000000005</c:v>
                </c:pt>
                <c:pt idx="162">
                  <c:v>620.51400000000001</c:v>
                </c:pt>
                <c:pt idx="163">
                  <c:v>806.83399999999995</c:v>
                </c:pt>
                <c:pt idx="164">
                  <c:v>601.18700000000001</c:v>
                </c:pt>
                <c:pt idx="165">
                  <c:v>658.12699999999995</c:v>
                </c:pt>
                <c:pt idx="166">
                  <c:v>625.50400000000002</c:v>
                </c:pt>
                <c:pt idx="167">
                  <c:v>711.94600000000003</c:v>
                </c:pt>
                <c:pt idx="168">
                  <c:v>940.75199999999995</c:v>
                </c:pt>
                <c:pt idx="169">
                  <c:v>681.06500000000005</c:v>
                </c:pt>
                <c:pt idx="170">
                  <c:v>848.76599999999996</c:v>
                </c:pt>
                <c:pt idx="171">
                  <c:v>796.29300000000001</c:v>
                </c:pt>
                <c:pt idx="172">
                  <c:v>866.07799999999997</c:v>
                </c:pt>
                <c:pt idx="173">
                  <c:v>734.755</c:v>
                </c:pt>
                <c:pt idx="174">
                  <c:v>772.78</c:v>
                </c:pt>
                <c:pt idx="175">
                  <c:v>761.27</c:v>
                </c:pt>
                <c:pt idx="176">
                  <c:v>716.23099999999999</c:v>
                </c:pt>
                <c:pt idx="177">
                  <c:v>830.64400000000001</c:v>
                </c:pt>
                <c:pt idx="178">
                  <c:v>625.86500000000001</c:v>
                </c:pt>
                <c:pt idx="179">
                  <c:v>973.96400000000006</c:v>
                </c:pt>
                <c:pt idx="180">
                  <c:v>795.76</c:v>
                </c:pt>
                <c:pt idx="181">
                  <c:v>912.98500000000001</c:v>
                </c:pt>
                <c:pt idx="182">
                  <c:v>622.702</c:v>
                </c:pt>
                <c:pt idx="183">
                  <c:v>671.98599999999999</c:v>
                </c:pt>
                <c:pt idx="184">
                  <c:v>704.33299999999997</c:v>
                </c:pt>
                <c:pt idx="185">
                  <c:v>933.60400000000004</c:v>
                </c:pt>
                <c:pt idx="186">
                  <c:v>1033.99</c:v>
                </c:pt>
                <c:pt idx="187">
                  <c:v>848.08900000000006</c:v>
                </c:pt>
                <c:pt idx="188">
                  <c:v>663.61699999999996</c:v>
                </c:pt>
                <c:pt idx="189">
                  <c:v>652.63400000000001</c:v>
                </c:pt>
                <c:pt idx="190">
                  <c:v>829.30499999999995</c:v>
                </c:pt>
                <c:pt idx="191">
                  <c:v>638.38800000000003</c:v>
                </c:pt>
                <c:pt idx="192">
                  <c:v>624.36400000000003</c:v>
                </c:pt>
                <c:pt idx="193">
                  <c:v>585.226</c:v>
                </c:pt>
                <c:pt idx="194">
                  <c:v>771.81799999999998</c:v>
                </c:pt>
                <c:pt idx="195">
                  <c:v>956.76199999999994</c:v>
                </c:pt>
                <c:pt idx="196">
                  <c:v>805.947</c:v>
                </c:pt>
                <c:pt idx="197">
                  <c:v>749.35299999999995</c:v>
                </c:pt>
                <c:pt idx="198">
                  <c:v>671.09699999999998</c:v>
                </c:pt>
                <c:pt idx="199">
                  <c:v>675.73099999999999</c:v>
                </c:pt>
                <c:pt idx="200">
                  <c:v>567.90599999999995</c:v>
                </c:pt>
                <c:pt idx="201">
                  <c:v>597.94100000000003</c:v>
                </c:pt>
                <c:pt idx="202">
                  <c:v>585.09699999999998</c:v>
                </c:pt>
                <c:pt idx="203">
                  <c:v>652.04999999999995</c:v>
                </c:pt>
                <c:pt idx="204">
                  <c:v>1130.21</c:v>
                </c:pt>
                <c:pt idx="205">
                  <c:v>1085.6600000000001</c:v>
                </c:pt>
                <c:pt idx="206">
                  <c:v>932.51599999999996</c:v>
                </c:pt>
                <c:pt idx="207">
                  <c:v>565.09100000000001</c:v>
                </c:pt>
                <c:pt idx="208">
                  <c:v>754.25099999999998</c:v>
                </c:pt>
                <c:pt idx="209">
                  <c:v>639.173</c:v>
                </c:pt>
                <c:pt idx="210">
                  <c:v>633.68700000000001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0-40BF-A685-9502F34B36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1개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Sheet1!$C$2:$C$212</c:f>
              <c:numCache>
                <c:formatCode>General</c:formatCode>
                <c:ptCount val="211"/>
                <c:pt idx="0">
                  <c:v>2111.08</c:v>
                </c:pt>
                <c:pt idx="1">
                  <c:v>1103.7</c:v>
                </c:pt>
                <c:pt idx="2">
                  <c:v>1107.8399999999999</c:v>
                </c:pt>
                <c:pt idx="3">
                  <c:v>897.84500000000003</c:v>
                </c:pt>
                <c:pt idx="4">
                  <c:v>857.07799999999997</c:v>
                </c:pt>
                <c:pt idx="5">
                  <c:v>741.60400000000004</c:v>
                </c:pt>
                <c:pt idx="6">
                  <c:v>540.97199999999998</c:v>
                </c:pt>
                <c:pt idx="7">
                  <c:v>527.44299999999998</c:v>
                </c:pt>
                <c:pt idx="8">
                  <c:v>506.28</c:v>
                </c:pt>
                <c:pt idx="9">
                  <c:v>956.52</c:v>
                </c:pt>
                <c:pt idx="10">
                  <c:v>557.07100000000003</c:v>
                </c:pt>
                <c:pt idx="11">
                  <c:v>604.029</c:v>
                </c:pt>
                <c:pt idx="12">
                  <c:v>589.34500000000003</c:v>
                </c:pt>
                <c:pt idx="13">
                  <c:v>505.66</c:v>
                </c:pt>
                <c:pt idx="14">
                  <c:v>514.29600000000005</c:v>
                </c:pt>
                <c:pt idx="15">
                  <c:v>512.16200000000003</c:v>
                </c:pt>
                <c:pt idx="16">
                  <c:v>525.05999999999995</c:v>
                </c:pt>
                <c:pt idx="17">
                  <c:v>515.41899999999998</c:v>
                </c:pt>
                <c:pt idx="18">
                  <c:v>620.98199999999997</c:v>
                </c:pt>
                <c:pt idx="19">
                  <c:v>511.77199999999999</c:v>
                </c:pt>
                <c:pt idx="20">
                  <c:v>550.11099999999999</c:v>
                </c:pt>
                <c:pt idx="21">
                  <c:v>572.42399999999998</c:v>
                </c:pt>
                <c:pt idx="22">
                  <c:v>603.55999999999995</c:v>
                </c:pt>
                <c:pt idx="23">
                  <c:v>521.60599999999999</c:v>
                </c:pt>
                <c:pt idx="24">
                  <c:v>531.40800000000002</c:v>
                </c:pt>
                <c:pt idx="25">
                  <c:v>635.74800000000005</c:v>
                </c:pt>
                <c:pt idx="26">
                  <c:v>535.38900000000001</c:v>
                </c:pt>
                <c:pt idx="27">
                  <c:v>518.505</c:v>
                </c:pt>
                <c:pt idx="28">
                  <c:v>650.94299999999998</c:v>
                </c:pt>
                <c:pt idx="29">
                  <c:v>550.80799999999999</c:v>
                </c:pt>
                <c:pt idx="30">
                  <c:v>610.32600000000002</c:v>
                </c:pt>
                <c:pt idx="31">
                  <c:v>633.53899999999999</c:v>
                </c:pt>
                <c:pt idx="32">
                  <c:v>731.952</c:v>
                </c:pt>
                <c:pt idx="33">
                  <c:v>507.53899999999999</c:v>
                </c:pt>
                <c:pt idx="34">
                  <c:v>526.28700000000003</c:v>
                </c:pt>
                <c:pt idx="35">
                  <c:v>504.37900000000002</c:v>
                </c:pt>
                <c:pt idx="36">
                  <c:v>596.904</c:v>
                </c:pt>
                <c:pt idx="37">
                  <c:v>579.97900000000004</c:v>
                </c:pt>
                <c:pt idx="38">
                  <c:v>543.41899999999998</c:v>
                </c:pt>
                <c:pt idx="39">
                  <c:v>587.54499999999996</c:v>
                </c:pt>
                <c:pt idx="40">
                  <c:v>630.82500000000005</c:v>
                </c:pt>
                <c:pt idx="41">
                  <c:v>621.84</c:v>
                </c:pt>
                <c:pt idx="42">
                  <c:v>526.64499999999998</c:v>
                </c:pt>
                <c:pt idx="43">
                  <c:v>496.053</c:v>
                </c:pt>
                <c:pt idx="44">
                  <c:v>492.83100000000002</c:v>
                </c:pt>
                <c:pt idx="45">
                  <c:v>514.64599999999996</c:v>
                </c:pt>
                <c:pt idx="46">
                  <c:v>494.94799999999998</c:v>
                </c:pt>
                <c:pt idx="47">
                  <c:v>528.10299999999995</c:v>
                </c:pt>
                <c:pt idx="48">
                  <c:v>709.05100000000004</c:v>
                </c:pt>
                <c:pt idx="49">
                  <c:v>569.71100000000001</c:v>
                </c:pt>
                <c:pt idx="50">
                  <c:v>571.45000000000005</c:v>
                </c:pt>
                <c:pt idx="51">
                  <c:v>492.18599999999998</c:v>
                </c:pt>
                <c:pt idx="52">
                  <c:v>613.56299999999999</c:v>
                </c:pt>
                <c:pt idx="53">
                  <c:v>485.99700000000001</c:v>
                </c:pt>
                <c:pt idx="54">
                  <c:v>587.25199999999995</c:v>
                </c:pt>
                <c:pt idx="55">
                  <c:v>707.68799999999999</c:v>
                </c:pt>
                <c:pt idx="56">
                  <c:v>777.01700000000005</c:v>
                </c:pt>
                <c:pt idx="57">
                  <c:v>901.88900000000001</c:v>
                </c:pt>
                <c:pt idx="58">
                  <c:v>806.68299999999999</c:v>
                </c:pt>
                <c:pt idx="59">
                  <c:v>586.27599999999995</c:v>
                </c:pt>
                <c:pt idx="60">
                  <c:v>776.57399999999996</c:v>
                </c:pt>
                <c:pt idx="61">
                  <c:v>502.327</c:v>
                </c:pt>
                <c:pt idx="62">
                  <c:v>553.99599999999998</c:v>
                </c:pt>
                <c:pt idx="63">
                  <c:v>518.03200000000004</c:v>
                </c:pt>
                <c:pt idx="64">
                  <c:v>792.86599999999999</c:v>
                </c:pt>
                <c:pt idx="65">
                  <c:v>1981.62</c:v>
                </c:pt>
                <c:pt idx="66">
                  <c:v>2123.42</c:v>
                </c:pt>
                <c:pt idx="67">
                  <c:v>1516.6</c:v>
                </c:pt>
                <c:pt idx="68">
                  <c:v>1907.9</c:v>
                </c:pt>
                <c:pt idx="69">
                  <c:v>2115.38</c:v>
                </c:pt>
                <c:pt idx="70">
                  <c:v>1160.29</c:v>
                </c:pt>
                <c:pt idx="71">
                  <c:v>1816.79</c:v>
                </c:pt>
                <c:pt idx="72">
                  <c:v>1848.91</c:v>
                </c:pt>
                <c:pt idx="73">
                  <c:v>2368.4499999999998</c:v>
                </c:pt>
                <c:pt idx="74">
                  <c:v>2246.4699999999998</c:v>
                </c:pt>
                <c:pt idx="75">
                  <c:v>2470.06</c:v>
                </c:pt>
                <c:pt idx="76">
                  <c:v>1725.97</c:v>
                </c:pt>
                <c:pt idx="77">
                  <c:v>1370.38</c:v>
                </c:pt>
                <c:pt idx="78">
                  <c:v>936.51700000000005</c:v>
                </c:pt>
                <c:pt idx="79">
                  <c:v>751.28599999999994</c:v>
                </c:pt>
                <c:pt idx="80">
                  <c:v>618.32299999999998</c:v>
                </c:pt>
                <c:pt idx="81">
                  <c:v>1151.24</c:v>
                </c:pt>
                <c:pt idx="82">
                  <c:v>4229.5600000000004</c:v>
                </c:pt>
                <c:pt idx="83">
                  <c:v>1242.96</c:v>
                </c:pt>
                <c:pt idx="84">
                  <c:v>675.73800000000006</c:v>
                </c:pt>
                <c:pt idx="85">
                  <c:v>563.65</c:v>
                </c:pt>
                <c:pt idx="86">
                  <c:v>678.56799999999998</c:v>
                </c:pt>
                <c:pt idx="87">
                  <c:v>619.01800000000003</c:v>
                </c:pt>
                <c:pt idx="88">
                  <c:v>531.59900000000005</c:v>
                </c:pt>
                <c:pt idx="89">
                  <c:v>518.45500000000004</c:v>
                </c:pt>
                <c:pt idx="90">
                  <c:v>2533.71</c:v>
                </c:pt>
                <c:pt idx="91">
                  <c:v>817.05799999999999</c:v>
                </c:pt>
                <c:pt idx="92">
                  <c:v>1145.99</c:v>
                </c:pt>
                <c:pt idx="93">
                  <c:v>534.05100000000004</c:v>
                </c:pt>
                <c:pt idx="94">
                  <c:v>1114.24</c:v>
                </c:pt>
                <c:pt idx="95">
                  <c:v>959.14300000000003</c:v>
                </c:pt>
                <c:pt idx="96">
                  <c:v>1081.43</c:v>
                </c:pt>
                <c:pt idx="97">
                  <c:v>1882.11</c:v>
                </c:pt>
                <c:pt idx="98">
                  <c:v>1530.07</c:v>
                </c:pt>
                <c:pt idx="99">
                  <c:v>807.37699999999995</c:v>
                </c:pt>
                <c:pt idx="100">
                  <c:v>910.46900000000005</c:v>
                </c:pt>
                <c:pt idx="101">
                  <c:v>731.58100000000002</c:v>
                </c:pt>
                <c:pt idx="102">
                  <c:v>570.95500000000004</c:v>
                </c:pt>
                <c:pt idx="103">
                  <c:v>773.779</c:v>
                </c:pt>
                <c:pt idx="104">
                  <c:v>723.077</c:v>
                </c:pt>
                <c:pt idx="105">
                  <c:v>500.322</c:v>
                </c:pt>
                <c:pt idx="106">
                  <c:v>710.24800000000005</c:v>
                </c:pt>
                <c:pt idx="107">
                  <c:v>534.40200000000004</c:v>
                </c:pt>
                <c:pt idx="108">
                  <c:v>788.93899999999996</c:v>
                </c:pt>
                <c:pt idx="109">
                  <c:v>1185.02</c:v>
                </c:pt>
                <c:pt idx="110">
                  <c:v>840.22299999999996</c:v>
                </c:pt>
                <c:pt idx="111">
                  <c:v>520.83100000000002</c:v>
                </c:pt>
                <c:pt idx="112">
                  <c:v>585.32899999999995</c:v>
                </c:pt>
                <c:pt idx="113">
                  <c:v>525.73699999999997</c:v>
                </c:pt>
                <c:pt idx="114">
                  <c:v>1143.6600000000001</c:v>
                </c:pt>
                <c:pt idx="115">
                  <c:v>528.43499999999995</c:v>
                </c:pt>
                <c:pt idx="116">
                  <c:v>735.81600000000003</c:v>
                </c:pt>
                <c:pt idx="117">
                  <c:v>492.73700000000002</c:v>
                </c:pt>
                <c:pt idx="118">
                  <c:v>960.49800000000005</c:v>
                </c:pt>
                <c:pt idx="119">
                  <c:v>517.77300000000002</c:v>
                </c:pt>
                <c:pt idx="120">
                  <c:v>652.11099999999999</c:v>
                </c:pt>
                <c:pt idx="121">
                  <c:v>517.94799999999998</c:v>
                </c:pt>
                <c:pt idx="122">
                  <c:v>604.56200000000001</c:v>
                </c:pt>
                <c:pt idx="123">
                  <c:v>510.54700000000003</c:v>
                </c:pt>
                <c:pt idx="124">
                  <c:v>646.46199999999999</c:v>
                </c:pt>
                <c:pt idx="125">
                  <c:v>482.74400000000003</c:v>
                </c:pt>
                <c:pt idx="126">
                  <c:v>662.67600000000004</c:v>
                </c:pt>
                <c:pt idx="127">
                  <c:v>801.1</c:v>
                </c:pt>
                <c:pt idx="128">
                  <c:v>611.16899999999998</c:v>
                </c:pt>
                <c:pt idx="129">
                  <c:v>514.34699999999998</c:v>
                </c:pt>
                <c:pt idx="130">
                  <c:v>570.01400000000001</c:v>
                </c:pt>
                <c:pt idx="131">
                  <c:v>647.31399999999996</c:v>
                </c:pt>
                <c:pt idx="132">
                  <c:v>893.01599999999996</c:v>
                </c:pt>
                <c:pt idx="133">
                  <c:v>997.66600000000005</c:v>
                </c:pt>
                <c:pt idx="134">
                  <c:v>602.72400000000005</c:v>
                </c:pt>
                <c:pt idx="135">
                  <c:v>1009.45</c:v>
                </c:pt>
                <c:pt idx="136">
                  <c:v>669.48299999999995</c:v>
                </c:pt>
                <c:pt idx="137">
                  <c:v>508.57799999999997</c:v>
                </c:pt>
                <c:pt idx="138">
                  <c:v>833.76700000000005</c:v>
                </c:pt>
                <c:pt idx="139">
                  <c:v>677.69200000000001</c:v>
                </c:pt>
                <c:pt idx="140">
                  <c:v>878.49900000000002</c:v>
                </c:pt>
                <c:pt idx="141">
                  <c:v>596.745</c:v>
                </c:pt>
                <c:pt idx="142">
                  <c:v>678.072</c:v>
                </c:pt>
                <c:pt idx="143">
                  <c:v>732.29700000000003</c:v>
                </c:pt>
                <c:pt idx="144">
                  <c:v>600.30200000000002</c:v>
                </c:pt>
                <c:pt idx="145">
                  <c:v>680.41200000000003</c:v>
                </c:pt>
                <c:pt idx="146">
                  <c:v>889.71199999999999</c:v>
                </c:pt>
                <c:pt idx="147">
                  <c:v>517.04600000000005</c:v>
                </c:pt>
                <c:pt idx="148">
                  <c:v>651.13400000000001</c:v>
                </c:pt>
                <c:pt idx="149">
                  <c:v>624.86900000000003</c:v>
                </c:pt>
                <c:pt idx="150">
                  <c:v>682.69399999999996</c:v>
                </c:pt>
                <c:pt idx="151">
                  <c:v>579.32399999999996</c:v>
                </c:pt>
                <c:pt idx="152">
                  <c:v>602.53499999999997</c:v>
                </c:pt>
                <c:pt idx="153">
                  <c:v>604.21199999999999</c:v>
                </c:pt>
                <c:pt idx="154">
                  <c:v>778.78599999999994</c:v>
                </c:pt>
                <c:pt idx="155">
                  <c:v>498.09100000000001</c:v>
                </c:pt>
                <c:pt idx="156">
                  <c:v>726.06299999999999</c:v>
                </c:pt>
                <c:pt idx="157">
                  <c:v>580.18200000000002</c:v>
                </c:pt>
                <c:pt idx="158">
                  <c:v>558.41099999999994</c:v>
                </c:pt>
                <c:pt idx="159">
                  <c:v>549.91499999999996</c:v>
                </c:pt>
                <c:pt idx="160">
                  <c:v>626.71100000000001</c:v>
                </c:pt>
                <c:pt idx="161">
                  <c:v>489.20699999999999</c:v>
                </c:pt>
                <c:pt idx="162">
                  <c:v>550.48099999999999</c:v>
                </c:pt>
                <c:pt idx="163">
                  <c:v>480.05500000000001</c:v>
                </c:pt>
                <c:pt idx="164">
                  <c:v>675.34</c:v>
                </c:pt>
                <c:pt idx="165">
                  <c:v>894.40200000000004</c:v>
                </c:pt>
                <c:pt idx="166">
                  <c:v>778.25599999999997</c:v>
                </c:pt>
                <c:pt idx="167">
                  <c:v>500.24700000000001</c:v>
                </c:pt>
                <c:pt idx="168">
                  <c:v>603.06399999999996</c:v>
                </c:pt>
                <c:pt idx="169">
                  <c:v>532.65800000000002</c:v>
                </c:pt>
                <c:pt idx="170">
                  <c:v>768.83600000000001</c:v>
                </c:pt>
                <c:pt idx="171">
                  <c:v>959.03099999999995</c:v>
                </c:pt>
                <c:pt idx="172">
                  <c:v>806.31500000000005</c:v>
                </c:pt>
                <c:pt idx="173">
                  <c:v>572.12599999999998</c:v>
                </c:pt>
                <c:pt idx="174">
                  <c:v>619.83600000000001</c:v>
                </c:pt>
                <c:pt idx="175">
                  <c:v>641.83500000000004</c:v>
                </c:pt>
                <c:pt idx="176">
                  <c:v>496.40300000000002</c:v>
                </c:pt>
                <c:pt idx="177">
                  <c:v>611.55999999999995</c:v>
                </c:pt>
                <c:pt idx="178">
                  <c:v>1201.5</c:v>
                </c:pt>
                <c:pt idx="179">
                  <c:v>1274.19</c:v>
                </c:pt>
                <c:pt idx="180">
                  <c:v>890.67200000000003</c:v>
                </c:pt>
                <c:pt idx="181">
                  <c:v>970.25800000000004</c:v>
                </c:pt>
                <c:pt idx="182">
                  <c:v>843.33399999999995</c:v>
                </c:pt>
                <c:pt idx="183">
                  <c:v>741.06</c:v>
                </c:pt>
                <c:pt idx="184">
                  <c:v>940.93</c:v>
                </c:pt>
                <c:pt idx="185">
                  <c:v>704.40200000000004</c:v>
                </c:pt>
                <c:pt idx="186">
                  <c:v>708.85500000000002</c:v>
                </c:pt>
                <c:pt idx="187">
                  <c:v>519.702</c:v>
                </c:pt>
                <c:pt idx="188">
                  <c:v>713.81600000000003</c:v>
                </c:pt>
                <c:pt idx="189">
                  <c:v>842.27499999999998</c:v>
                </c:pt>
                <c:pt idx="190">
                  <c:v>745.221</c:v>
                </c:pt>
                <c:pt idx="191">
                  <c:v>957.88900000000001</c:v>
                </c:pt>
                <c:pt idx="192">
                  <c:v>893.09100000000001</c:v>
                </c:pt>
                <c:pt idx="193">
                  <c:v>877.43100000000004</c:v>
                </c:pt>
                <c:pt idx="194">
                  <c:v>2026.07</c:v>
                </c:pt>
                <c:pt idx="195">
                  <c:v>1201.23</c:v>
                </c:pt>
                <c:pt idx="196">
                  <c:v>887.64400000000001</c:v>
                </c:pt>
                <c:pt idx="197">
                  <c:v>512.33299999999997</c:v>
                </c:pt>
                <c:pt idx="198">
                  <c:v>786.29</c:v>
                </c:pt>
                <c:pt idx="199">
                  <c:v>602.41600000000005</c:v>
                </c:pt>
                <c:pt idx="200">
                  <c:v>883.88099999999997</c:v>
                </c:pt>
                <c:pt idx="201">
                  <c:v>497.53199999999998</c:v>
                </c:pt>
                <c:pt idx="202">
                  <c:v>559.74699999999996</c:v>
                </c:pt>
                <c:pt idx="203">
                  <c:v>826.19500000000005</c:v>
                </c:pt>
                <c:pt idx="204">
                  <c:v>748.69500000000005</c:v>
                </c:pt>
                <c:pt idx="205">
                  <c:v>565.54600000000005</c:v>
                </c:pt>
                <c:pt idx="206">
                  <c:v>497.75</c:v>
                </c:pt>
                <c:pt idx="207">
                  <c:v>594.66700000000003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A0-40BF-A685-9502F34B36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6개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Sheet1!$D$2:$D$212</c:f>
              <c:numCache>
                <c:formatCode>General</c:formatCode>
                <c:ptCount val="211"/>
                <c:pt idx="0">
                  <c:v>835.31200000000001</c:v>
                </c:pt>
                <c:pt idx="1">
                  <c:v>931.57</c:v>
                </c:pt>
                <c:pt idx="2">
                  <c:v>1939.78</c:v>
                </c:pt>
                <c:pt idx="3">
                  <c:v>895.46199999999999</c:v>
                </c:pt>
                <c:pt idx="4">
                  <c:v>958.95</c:v>
                </c:pt>
                <c:pt idx="5">
                  <c:v>683.27099999999996</c:v>
                </c:pt>
                <c:pt idx="6">
                  <c:v>915.90800000000002</c:v>
                </c:pt>
                <c:pt idx="7">
                  <c:v>3657.35</c:v>
                </c:pt>
                <c:pt idx="8">
                  <c:v>624.64300000000003</c:v>
                </c:pt>
                <c:pt idx="9">
                  <c:v>653.76900000000001</c:v>
                </c:pt>
                <c:pt idx="10">
                  <c:v>627.08299999999997</c:v>
                </c:pt>
                <c:pt idx="11">
                  <c:v>667.86099999999999</c:v>
                </c:pt>
                <c:pt idx="12">
                  <c:v>813.84199999999998</c:v>
                </c:pt>
                <c:pt idx="13">
                  <c:v>681.72199999999998</c:v>
                </c:pt>
                <c:pt idx="14">
                  <c:v>978.76800000000003</c:v>
                </c:pt>
                <c:pt idx="15">
                  <c:v>830.46699999999998</c:v>
                </c:pt>
                <c:pt idx="16">
                  <c:v>715.87400000000002</c:v>
                </c:pt>
                <c:pt idx="17">
                  <c:v>1619.84</c:v>
                </c:pt>
                <c:pt idx="18">
                  <c:v>734.16399999999999</c:v>
                </c:pt>
                <c:pt idx="19">
                  <c:v>778.32399999999996</c:v>
                </c:pt>
                <c:pt idx="20">
                  <c:v>738.79499999999996</c:v>
                </c:pt>
                <c:pt idx="21">
                  <c:v>697.34699999999998</c:v>
                </c:pt>
                <c:pt idx="22">
                  <c:v>4756.74</c:v>
                </c:pt>
                <c:pt idx="23">
                  <c:v>1721.91</c:v>
                </c:pt>
                <c:pt idx="24">
                  <c:v>1172.33</c:v>
                </c:pt>
                <c:pt idx="25">
                  <c:v>860.92100000000005</c:v>
                </c:pt>
                <c:pt idx="26">
                  <c:v>766.79700000000003</c:v>
                </c:pt>
                <c:pt idx="27">
                  <c:v>921.16</c:v>
                </c:pt>
                <c:pt idx="28">
                  <c:v>930.06500000000005</c:v>
                </c:pt>
                <c:pt idx="29">
                  <c:v>763.92200000000003</c:v>
                </c:pt>
                <c:pt idx="30">
                  <c:v>696.798</c:v>
                </c:pt>
                <c:pt idx="31">
                  <c:v>728.08100000000002</c:v>
                </c:pt>
                <c:pt idx="32">
                  <c:v>994.59699999999998</c:v>
                </c:pt>
                <c:pt idx="33">
                  <c:v>659.57</c:v>
                </c:pt>
                <c:pt idx="34">
                  <c:v>650.86</c:v>
                </c:pt>
                <c:pt idx="35">
                  <c:v>943.55100000000004</c:v>
                </c:pt>
                <c:pt idx="36">
                  <c:v>710.41499999999996</c:v>
                </c:pt>
                <c:pt idx="37">
                  <c:v>690.81200000000001</c:v>
                </c:pt>
                <c:pt idx="38">
                  <c:v>708.26</c:v>
                </c:pt>
                <c:pt idx="39">
                  <c:v>874.66499999999996</c:v>
                </c:pt>
                <c:pt idx="40">
                  <c:v>617.21199999999999</c:v>
                </c:pt>
                <c:pt idx="41">
                  <c:v>643.66600000000005</c:v>
                </c:pt>
                <c:pt idx="42">
                  <c:v>675.33900000000006</c:v>
                </c:pt>
                <c:pt idx="43">
                  <c:v>657.11599999999999</c:v>
                </c:pt>
                <c:pt idx="44">
                  <c:v>527.35500000000002</c:v>
                </c:pt>
                <c:pt idx="45">
                  <c:v>600.85299999999995</c:v>
                </c:pt>
                <c:pt idx="46">
                  <c:v>509.54399999999998</c:v>
                </c:pt>
                <c:pt idx="47">
                  <c:v>534.10400000000004</c:v>
                </c:pt>
                <c:pt idx="48">
                  <c:v>662.38900000000001</c:v>
                </c:pt>
                <c:pt idx="49">
                  <c:v>569.36900000000003</c:v>
                </c:pt>
                <c:pt idx="50">
                  <c:v>587.56100000000004</c:v>
                </c:pt>
                <c:pt idx="51">
                  <c:v>597.75699999999995</c:v>
                </c:pt>
                <c:pt idx="52">
                  <c:v>592.65499999999997</c:v>
                </c:pt>
                <c:pt idx="53">
                  <c:v>583.90700000000004</c:v>
                </c:pt>
                <c:pt idx="54">
                  <c:v>679.322</c:v>
                </c:pt>
                <c:pt idx="55">
                  <c:v>571.92200000000003</c:v>
                </c:pt>
                <c:pt idx="56">
                  <c:v>609.46199999999999</c:v>
                </c:pt>
                <c:pt idx="57">
                  <c:v>578.60799999999995</c:v>
                </c:pt>
                <c:pt idx="58">
                  <c:v>601.43100000000004</c:v>
                </c:pt>
                <c:pt idx="59">
                  <c:v>585.875</c:v>
                </c:pt>
                <c:pt idx="60">
                  <c:v>631.15599999999995</c:v>
                </c:pt>
                <c:pt idx="61">
                  <c:v>2219.48</c:v>
                </c:pt>
                <c:pt idx="62">
                  <c:v>1599.88</c:v>
                </c:pt>
                <c:pt idx="63">
                  <c:v>1260.3800000000001</c:v>
                </c:pt>
                <c:pt idx="64">
                  <c:v>1931.05</c:v>
                </c:pt>
                <c:pt idx="65">
                  <c:v>1502.16</c:v>
                </c:pt>
                <c:pt idx="66">
                  <c:v>2725.35</c:v>
                </c:pt>
                <c:pt idx="67">
                  <c:v>3710.08</c:v>
                </c:pt>
                <c:pt idx="68">
                  <c:v>1875.99</c:v>
                </c:pt>
                <c:pt idx="69">
                  <c:v>1626.72</c:v>
                </c:pt>
                <c:pt idx="70">
                  <c:v>2249.15</c:v>
                </c:pt>
                <c:pt idx="71">
                  <c:v>1244.8</c:v>
                </c:pt>
                <c:pt idx="72">
                  <c:v>1169.8599999999999</c:v>
                </c:pt>
                <c:pt idx="73">
                  <c:v>1261.18</c:v>
                </c:pt>
                <c:pt idx="74">
                  <c:v>1260.96</c:v>
                </c:pt>
                <c:pt idx="75">
                  <c:v>680.28599999999994</c:v>
                </c:pt>
                <c:pt idx="76">
                  <c:v>586.92899999999997</c:v>
                </c:pt>
                <c:pt idx="77">
                  <c:v>643.88300000000004</c:v>
                </c:pt>
                <c:pt idx="78">
                  <c:v>579.84</c:v>
                </c:pt>
                <c:pt idx="79">
                  <c:v>625.38300000000004</c:v>
                </c:pt>
                <c:pt idx="80">
                  <c:v>512.577</c:v>
                </c:pt>
                <c:pt idx="81">
                  <c:v>521.76800000000003</c:v>
                </c:pt>
                <c:pt idx="82">
                  <c:v>544.22400000000005</c:v>
                </c:pt>
                <c:pt idx="83">
                  <c:v>528.73500000000001</c:v>
                </c:pt>
                <c:pt idx="84">
                  <c:v>530.95299999999997</c:v>
                </c:pt>
                <c:pt idx="85">
                  <c:v>539.26900000000001</c:v>
                </c:pt>
                <c:pt idx="86">
                  <c:v>607.96100000000001</c:v>
                </c:pt>
                <c:pt idx="87">
                  <c:v>672.37699999999995</c:v>
                </c:pt>
                <c:pt idx="88">
                  <c:v>643.45399999999995</c:v>
                </c:pt>
                <c:pt idx="89">
                  <c:v>575.87800000000004</c:v>
                </c:pt>
                <c:pt idx="90">
                  <c:v>550.05399999999997</c:v>
                </c:pt>
                <c:pt idx="91">
                  <c:v>575.21900000000005</c:v>
                </c:pt>
                <c:pt idx="92">
                  <c:v>591.59100000000001</c:v>
                </c:pt>
                <c:pt idx="93">
                  <c:v>573.05999999999995</c:v>
                </c:pt>
                <c:pt idx="94">
                  <c:v>626.803</c:v>
                </c:pt>
                <c:pt idx="95">
                  <c:v>595.61800000000005</c:v>
                </c:pt>
                <c:pt idx="96">
                  <c:v>586.48099999999999</c:v>
                </c:pt>
                <c:pt idx="97">
                  <c:v>672.03700000000003</c:v>
                </c:pt>
                <c:pt idx="98">
                  <c:v>603.202</c:v>
                </c:pt>
                <c:pt idx="99">
                  <c:v>607.91700000000003</c:v>
                </c:pt>
                <c:pt idx="100">
                  <c:v>591.73500000000001</c:v>
                </c:pt>
                <c:pt idx="101">
                  <c:v>650.08500000000004</c:v>
                </c:pt>
                <c:pt idx="102">
                  <c:v>672.00800000000004</c:v>
                </c:pt>
                <c:pt idx="103">
                  <c:v>676.11500000000001</c:v>
                </c:pt>
                <c:pt idx="104">
                  <c:v>717.53800000000001</c:v>
                </c:pt>
                <c:pt idx="105">
                  <c:v>705.94500000000005</c:v>
                </c:pt>
                <c:pt idx="106">
                  <c:v>716.548</c:v>
                </c:pt>
                <c:pt idx="107">
                  <c:v>701.1</c:v>
                </c:pt>
                <c:pt idx="108">
                  <c:v>591.31200000000001</c:v>
                </c:pt>
                <c:pt idx="109">
                  <c:v>613.41300000000001</c:v>
                </c:pt>
                <c:pt idx="110">
                  <c:v>654.40099999999995</c:v>
                </c:pt>
                <c:pt idx="111">
                  <c:v>600.62099999999998</c:v>
                </c:pt>
                <c:pt idx="112">
                  <c:v>569.06299999999999</c:v>
                </c:pt>
                <c:pt idx="113">
                  <c:v>1043.49</c:v>
                </c:pt>
                <c:pt idx="114">
                  <c:v>1120.54</c:v>
                </c:pt>
                <c:pt idx="115">
                  <c:v>551.83100000000002</c:v>
                </c:pt>
                <c:pt idx="116">
                  <c:v>582.02</c:v>
                </c:pt>
                <c:pt idx="117">
                  <c:v>669.53899999999999</c:v>
                </c:pt>
                <c:pt idx="118">
                  <c:v>585.50099999999998</c:v>
                </c:pt>
                <c:pt idx="119">
                  <c:v>577.697</c:v>
                </c:pt>
                <c:pt idx="120">
                  <c:v>599.15599999999995</c:v>
                </c:pt>
                <c:pt idx="121">
                  <c:v>575.94500000000005</c:v>
                </c:pt>
                <c:pt idx="122">
                  <c:v>597.85699999999997</c:v>
                </c:pt>
                <c:pt idx="123">
                  <c:v>732.05399999999997</c:v>
                </c:pt>
                <c:pt idx="124">
                  <c:v>554.23800000000006</c:v>
                </c:pt>
                <c:pt idx="125">
                  <c:v>522.04700000000003</c:v>
                </c:pt>
                <c:pt idx="126">
                  <c:v>533.61800000000005</c:v>
                </c:pt>
                <c:pt idx="127">
                  <c:v>536.58900000000006</c:v>
                </c:pt>
                <c:pt idx="128">
                  <c:v>561.91999999999996</c:v>
                </c:pt>
                <c:pt idx="129">
                  <c:v>653.16999999999996</c:v>
                </c:pt>
                <c:pt idx="130">
                  <c:v>612.43399999999997</c:v>
                </c:pt>
                <c:pt idx="131">
                  <c:v>705.32399999999996</c:v>
                </c:pt>
                <c:pt idx="132">
                  <c:v>668.65099999999995</c:v>
                </c:pt>
                <c:pt idx="133">
                  <c:v>601.06899999999996</c:v>
                </c:pt>
                <c:pt idx="134">
                  <c:v>582.20600000000002</c:v>
                </c:pt>
                <c:pt idx="135">
                  <c:v>535.02800000000002</c:v>
                </c:pt>
                <c:pt idx="136">
                  <c:v>573.74599999999998</c:v>
                </c:pt>
                <c:pt idx="137">
                  <c:v>605.41600000000005</c:v>
                </c:pt>
                <c:pt idx="138">
                  <c:v>552.49</c:v>
                </c:pt>
                <c:pt idx="139">
                  <c:v>591.88400000000001</c:v>
                </c:pt>
                <c:pt idx="140">
                  <c:v>591.79200000000003</c:v>
                </c:pt>
                <c:pt idx="141">
                  <c:v>621.59699999999998</c:v>
                </c:pt>
                <c:pt idx="142">
                  <c:v>610.70500000000004</c:v>
                </c:pt>
                <c:pt idx="143">
                  <c:v>606.98199999999997</c:v>
                </c:pt>
                <c:pt idx="144">
                  <c:v>615.03899999999999</c:v>
                </c:pt>
                <c:pt idx="145">
                  <c:v>629.46500000000003</c:v>
                </c:pt>
                <c:pt idx="146">
                  <c:v>678.98</c:v>
                </c:pt>
                <c:pt idx="147">
                  <c:v>685.32799999999997</c:v>
                </c:pt>
                <c:pt idx="148">
                  <c:v>741.34500000000003</c:v>
                </c:pt>
                <c:pt idx="149">
                  <c:v>726.79</c:v>
                </c:pt>
                <c:pt idx="150">
                  <c:v>794.16499999999996</c:v>
                </c:pt>
                <c:pt idx="151">
                  <c:v>781.02099999999996</c:v>
                </c:pt>
                <c:pt idx="152">
                  <c:v>758.20699999999999</c:v>
                </c:pt>
                <c:pt idx="153">
                  <c:v>655.71299999999997</c:v>
                </c:pt>
                <c:pt idx="154">
                  <c:v>763.51599999999996</c:v>
                </c:pt>
                <c:pt idx="155">
                  <c:v>799.22</c:v>
                </c:pt>
                <c:pt idx="156">
                  <c:v>609.39</c:v>
                </c:pt>
                <c:pt idx="157">
                  <c:v>651.21100000000001</c:v>
                </c:pt>
                <c:pt idx="158">
                  <c:v>635.9</c:v>
                </c:pt>
                <c:pt idx="159">
                  <c:v>668.024</c:v>
                </c:pt>
                <c:pt idx="160">
                  <c:v>666.48800000000006</c:v>
                </c:pt>
                <c:pt idx="161">
                  <c:v>603.13699999999994</c:v>
                </c:pt>
                <c:pt idx="162">
                  <c:v>598.154</c:v>
                </c:pt>
                <c:pt idx="163">
                  <c:v>594.52599999999995</c:v>
                </c:pt>
                <c:pt idx="164">
                  <c:v>649.77800000000002</c:v>
                </c:pt>
                <c:pt idx="165">
                  <c:v>597.803</c:v>
                </c:pt>
                <c:pt idx="166">
                  <c:v>609.18700000000001</c:v>
                </c:pt>
                <c:pt idx="167">
                  <c:v>620.45799999999997</c:v>
                </c:pt>
                <c:pt idx="168">
                  <c:v>643.53800000000001</c:v>
                </c:pt>
                <c:pt idx="169">
                  <c:v>560.08699999999999</c:v>
                </c:pt>
                <c:pt idx="170">
                  <c:v>525.57500000000005</c:v>
                </c:pt>
                <c:pt idx="171">
                  <c:v>528.97</c:v>
                </c:pt>
                <c:pt idx="172">
                  <c:v>544.47799999999995</c:v>
                </c:pt>
                <c:pt idx="173">
                  <c:v>525.64</c:v>
                </c:pt>
                <c:pt idx="174">
                  <c:v>556.053</c:v>
                </c:pt>
                <c:pt idx="175">
                  <c:v>612.64</c:v>
                </c:pt>
                <c:pt idx="176">
                  <c:v>814.59900000000005</c:v>
                </c:pt>
                <c:pt idx="177">
                  <c:v>664.33600000000001</c:v>
                </c:pt>
                <c:pt idx="178">
                  <c:v>589.16499999999996</c:v>
                </c:pt>
                <c:pt idx="179">
                  <c:v>516.56899999999996</c:v>
                </c:pt>
                <c:pt idx="180">
                  <c:v>539.53899999999999</c:v>
                </c:pt>
                <c:pt idx="181">
                  <c:v>558.17499999999995</c:v>
                </c:pt>
                <c:pt idx="182">
                  <c:v>539.94200000000001</c:v>
                </c:pt>
                <c:pt idx="183">
                  <c:v>538.54999999999995</c:v>
                </c:pt>
                <c:pt idx="184">
                  <c:v>558.05200000000002</c:v>
                </c:pt>
                <c:pt idx="185">
                  <c:v>553.70299999999997</c:v>
                </c:pt>
                <c:pt idx="186">
                  <c:v>1095.8599999999999</c:v>
                </c:pt>
                <c:pt idx="187">
                  <c:v>689.82899999999995</c:v>
                </c:pt>
                <c:pt idx="188">
                  <c:v>609.35799999999995</c:v>
                </c:pt>
                <c:pt idx="189">
                  <c:v>646.56200000000001</c:v>
                </c:pt>
                <c:pt idx="190">
                  <c:v>666.80200000000002</c:v>
                </c:pt>
                <c:pt idx="191">
                  <c:v>641.16700000000003</c:v>
                </c:pt>
                <c:pt idx="192">
                  <c:v>780.86</c:v>
                </c:pt>
                <c:pt idx="193">
                  <c:v>674.09299999999996</c:v>
                </c:pt>
                <c:pt idx="194">
                  <c:v>809.42700000000002</c:v>
                </c:pt>
                <c:pt idx="195">
                  <c:v>788.35400000000004</c:v>
                </c:pt>
                <c:pt idx="196">
                  <c:v>773.04</c:v>
                </c:pt>
                <c:pt idx="197">
                  <c:v>693.49400000000003</c:v>
                </c:pt>
                <c:pt idx="198">
                  <c:v>684.17899999999997</c:v>
                </c:pt>
                <c:pt idx="199">
                  <c:v>737.58100000000002</c:v>
                </c:pt>
                <c:pt idx="200">
                  <c:v>749.30200000000002</c:v>
                </c:pt>
                <c:pt idx="201">
                  <c:v>614.07799999999997</c:v>
                </c:pt>
                <c:pt idx="202">
                  <c:v>648.06200000000001</c:v>
                </c:pt>
                <c:pt idx="203">
                  <c:v>632.63699999999994</c:v>
                </c:pt>
                <c:pt idx="204">
                  <c:v>634.32600000000002</c:v>
                </c:pt>
                <c:pt idx="205">
                  <c:v>582.90700000000004</c:v>
                </c:pt>
                <c:pt idx="206">
                  <c:v>629.30600000000004</c:v>
                </c:pt>
                <c:pt idx="207">
                  <c:v>623.78</c:v>
                </c:pt>
                <c:pt idx="208">
                  <c:v>615.92700000000002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A0-40BF-A685-9502F34B36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12개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Sheet1!$E$2:$E$212</c:f>
              <c:numCache>
                <c:formatCode>General</c:formatCode>
                <c:ptCount val="211"/>
                <c:pt idx="0">
                  <c:v>806.60599999999999</c:v>
                </c:pt>
                <c:pt idx="1">
                  <c:v>724.16700000000003</c:v>
                </c:pt>
                <c:pt idx="2">
                  <c:v>3021.69</c:v>
                </c:pt>
                <c:pt idx="3">
                  <c:v>827.65599999999995</c:v>
                </c:pt>
                <c:pt idx="4">
                  <c:v>799.80499999999995</c:v>
                </c:pt>
                <c:pt idx="5">
                  <c:v>962.27499999999998</c:v>
                </c:pt>
                <c:pt idx="6">
                  <c:v>951.55</c:v>
                </c:pt>
                <c:pt idx="7">
                  <c:v>1149.6400000000001</c:v>
                </c:pt>
                <c:pt idx="8">
                  <c:v>986.50199999999995</c:v>
                </c:pt>
                <c:pt idx="9">
                  <c:v>1026.51</c:v>
                </c:pt>
                <c:pt idx="10">
                  <c:v>1679.59</c:v>
                </c:pt>
                <c:pt idx="11">
                  <c:v>1447.32</c:v>
                </c:pt>
                <c:pt idx="12">
                  <c:v>1134.46</c:v>
                </c:pt>
                <c:pt idx="13">
                  <c:v>1073.5899999999999</c:v>
                </c:pt>
                <c:pt idx="14">
                  <c:v>1224.6500000000001</c:v>
                </c:pt>
                <c:pt idx="15">
                  <c:v>2721.07</c:v>
                </c:pt>
                <c:pt idx="16">
                  <c:v>1838.76</c:v>
                </c:pt>
                <c:pt idx="17">
                  <c:v>1357.15</c:v>
                </c:pt>
                <c:pt idx="18">
                  <c:v>1288.56</c:v>
                </c:pt>
                <c:pt idx="19">
                  <c:v>2107.37</c:v>
                </c:pt>
                <c:pt idx="20">
                  <c:v>4619.4399999999996</c:v>
                </c:pt>
                <c:pt idx="21">
                  <c:v>1681.86</c:v>
                </c:pt>
                <c:pt idx="22">
                  <c:v>1668.95</c:v>
                </c:pt>
                <c:pt idx="23">
                  <c:v>1062.74</c:v>
                </c:pt>
                <c:pt idx="24">
                  <c:v>1318.51</c:v>
                </c:pt>
                <c:pt idx="25">
                  <c:v>1835.67</c:v>
                </c:pt>
                <c:pt idx="26">
                  <c:v>1553.72</c:v>
                </c:pt>
                <c:pt idx="27">
                  <c:v>2367.09</c:v>
                </c:pt>
                <c:pt idx="28">
                  <c:v>1516.62</c:v>
                </c:pt>
                <c:pt idx="29">
                  <c:v>2089.96</c:v>
                </c:pt>
                <c:pt idx="30">
                  <c:v>2171.0300000000002</c:v>
                </c:pt>
                <c:pt idx="31">
                  <c:v>4394.38</c:v>
                </c:pt>
                <c:pt idx="32">
                  <c:v>1197.28</c:v>
                </c:pt>
                <c:pt idx="33">
                  <c:v>827.48299999999995</c:v>
                </c:pt>
                <c:pt idx="34">
                  <c:v>1157.95</c:v>
                </c:pt>
                <c:pt idx="35">
                  <c:v>859.42100000000005</c:v>
                </c:pt>
                <c:pt idx="36">
                  <c:v>939.976</c:v>
                </c:pt>
                <c:pt idx="37">
                  <c:v>679.55</c:v>
                </c:pt>
                <c:pt idx="38">
                  <c:v>2363.15</c:v>
                </c:pt>
                <c:pt idx="39">
                  <c:v>755.25199999999995</c:v>
                </c:pt>
                <c:pt idx="40">
                  <c:v>820.09</c:v>
                </c:pt>
                <c:pt idx="41">
                  <c:v>757.73099999999999</c:v>
                </c:pt>
                <c:pt idx="42">
                  <c:v>1066.02</c:v>
                </c:pt>
                <c:pt idx="43">
                  <c:v>2444.11</c:v>
                </c:pt>
                <c:pt idx="44">
                  <c:v>1222.69</c:v>
                </c:pt>
                <c:pt idx="45">
                  <c:v>1363.23</c:v>
                </c:pt>
                <c:pt idx="46">
                  <c:v>766.84400000000005</c:v>
                </c:pt>
                <c:pt idx="47">
                  <c:v>709.39300000000003</c:v>
                </c:pt>
                <c:pt idx="48">
                  <c:v>8046.02</c:v>
                </c:pt>
                <c:pt idx="49">
                  <c:v>986.53800000000001</c:v>
                </c:pt>
                <c:pt idx="50">
                  <c:v>1486.08</c:v>
                </c:pt>
                <c:pt idx="51">
                  <c:v>1065.82</c:v>
                </c:pt>
                <c:pt idx="52">
                  <c:v>744.79200000000003</c:v>
                </c:pt>
                <c:pt idx="53">
                  <c:v>816.58500000000004</c:v>
                </c:pt>
                <c:pt idx="54">
                  <c:v>646.48900000000003</c:v>
                </c:pt>
                <c:pt idx="55">
                  <c:v>1082.33</c:v>
                </c:pt>
                <c:pt idx="56">
                  <c:v>640.83199999999999</c:v>
                </c:pt>
                <c:pt idx="57">
                  <c:v>619.43600000000004</c:v>
                </c:pt>
                <c:pt idx="58">
                  <c:v>1390.22</c:v>
                </c:pt>
                <c:pt idx="59">
                  <c:v>1903.06</c:v>
                </c:pt>
                <c:pt idx="60">
                  <c:v>809.27599999999995</c:v>
                </c:pt>
                <c:pt idx="61">
                  <c:v>2771.99</c:v>
                </c:pt>
                <c:pt idx="62">
                  <c:v>2545.36</c:v>
                </c:pt>
                <c:pt idx="63">
                  <c:v>2770.78</c:v>
                </c:pt>
                <c:pt idx="64">
                  <c:v>1669.95</c:v>
                </c:pt>
                <c:pt idx="65">
                  <c:v>2124.46</c:v>
                </c:pt>
                <c:pt idx="66">
                  <c:v>2576.39</c:v>
                </c:pt>
                <c:pt idx="67">
                  <c:v>1561.77</c:v>
                </c:pt>
                <c:pt idx="68">
                  <c:v>1353.71</c:v>
                </c:pt>
                <c:pt idx="69">
                  <c:v>1660.62</c:v>
                </c:pt>
                <c:pt idx="70">
                  <c:v>2046.23</c:v>
                </c:pt>
                <c:pt idx="71">
                  <c:v>1701.28</c:v>
                </c:pt>
                <c:pt idx="72">
                  <c:v>2089.62</c:v>
                </c:pt>
                <c:pt idx="73">
                  <c:v>1845.88</c:v>
                </c:pt>
                <c:pt idx="74">
                  <c:v>1713.92</c:v>
                </c:pt>
                <c:pt idx="75">
                  <c:v>1820.26</c:v>
                </c:pt>
                <c:pt idx="76">
                  <c:v>1023.28</c:v>
                </c:pt>
                <c:pt idx="77">
                  <c:v>996.47699999999998</c:v>
                </c:pt>
                <c:pt idx="78">
                  <c:v>557.14599999999996</c:v>
                </c:pt>
                <c:pt idx="79">
                  <c:v>955.71100000000001</c:v>
                </c:pt>
                <c:pt idx="80">
                  <c:v>954.30200000000002</c:v>
                </c:pt>
                <c:pt idx="81">
                  <c:v>628.21500000000003</c:v>
                </c:pt>
                <c:pt idx="82">
                  <c:v>821</c:v>
                </c:pt>
                <c:pt idx="83">
                  <c:v>534.14599999999996</c:v>
                </c:pt>
                <c:pt idx="84">
                  <c:v>773.38</c:v>
                </c:pt>
                <c:pt idx="85">
                  <c:v>526.67399999999998</c:v>
                </c:pt>
                <c:pt idx="86">
                  <c:v>643.88300000000004</c:v>
                </c:pt>
                <c:pt idx="87">
                  <c:v>550.10400000000004</c:v>
                </c:pt>
                <c:pt idx="88">
                  <c:v>624.67899999999997</c:v>
                </c:pt>
                <c:pt idx="89">
                  <c:v>587.93499999999995</c:v>
                </c:pt>
                <c:pt idx="90">
                  <c:v>523.37800000000004</c:v>
                </c:pt>
                <c:pt idx="91">
                  <c:v>535.90200000000004</c:v>
                </c:pt>
                <c:pt idx="92">
                  <c:v>491.68</c:v>
                </c:pt>
                <c:pt idx="93">
                  <c:v>699.125</c:v>
                </c:pt>
                <c:pt idx="94">
                  <c:v>502.05099999999999</c:v>
                </c:pt>
                <c:pt idx="95">
                  <c:v>620.38</c:v>
                </c:pt>
                <c:pt idx="96">
                  <c:v>933.41</c:v>
                </c:pt>
                <c:pt idx="97">
                  <c:v>541.23699999999997</c:v>
                </c:pt>
                <c:pt idx="98">
                  <c:v>672.34299999999996</c:v>
                </c:pt>
                <c:pt idx="99">
                  <c:v>533.91200000000003</c:v>
                </c:pt>
                <c:pt idx="100">
                  <c:v>484.42700000000002</c:v>
                </c:pt>
                <c:pt idx="101">
                  <c:v>545.28</c:v>
                </c:pt>
                <c:pt idx="102">
                  <c:v>573.5</c:v>
                </c:pt>
                <c:pt idx="103">
                  <c:v>715.02599999999995</c:v>
                </c:pt>
                <c:pt idx="104">
                  <c:v>985.07799999999997</c:v>
                </c:pt>
                <c:pt idx="105">
                  <c:v>940.06299999999999</c:v>
                </c:pt>
                <c:pt idx="106">
                  <c:v>967.005</c:v>
                </c:pt>
                <c:pt idx="107">
                  <c:v>895.05399999999997</c:v>
                </c:pt>
                <c:pt idx="108">
                  <c:v>849.31299999999999</c:v>
                </c:pt>
                <c:pt idx="109">
                  <c:v>793.07100000000003</c:v>
                </c:pt>
                <c:pt idx="110">
                  <c:v>775.04200000000003</c:v>
                </c:pt>
                <c:pt idx="111">
                  <c:v>928.16899999999998</c:v>
                </c:pt>
                <c:pt idx="112">
                  <c:v>517.774</c:v>
                </c:pt>
                <c:pt idx="113">
                  <c:v>553.44500000000005</c:v>
                </c:pt>
                <c:pt idx="114">
                  <c:v>997.779</c:v>
                </c:pt>
                <c:pt idx="115">
                  <c:v>691.10900000000004</c:v>
                </c:pt>
                <c:pt idx="116">
                  <c:v>829.02700000000004</c:v>
                </c:pt>
                <c:pt idx="117">
                  <c:v>923.69600000000003</c:v>
                </c:pt>
                <c:pt idx="118">
                  <c:v>884.07</c:v>
                </c:pt>
                <c:pt idx="119">
                  <c:v>888.45899999999995</c:v>
                </c:pt>
                <c:pt idx="120">
                  <c:v>952.95399999999995</c:v>
                </c:pt>
                <c:pt idx="121">
                  <c:v>875.07100000000003</c:v>
                </c:pt>
                <c:pt idx="122">
                  <c:v>1054.44</c:v>
                </c:pt>
                <c:pt idx="123">
                  <c:v>1058.8499999999999</c:v>
                </c:pt>
                <c:pt idx="124">
                  <c:v>516.71</c:v>
                </c:pt>
                <c:pt idx="125">
                  <c:v>1011.54</c:v>
                </c:pt>
                <c:pt idx="126">
                  <c:v>774.38400000000001</c:v>
                </c:pt>
                <c:pt idx="127">
                  <c:v>771.26</c:v>
                </c:pt>
                <c:pt idx="128">
                  <c:v>944.327</c:v>
                </c:pt>
                <c:pt idx="129">
                  <c:v>529.61599999999999</c:v>
                </c:pt>
                <c:pt idx="130">
                  <c:v>590.62900000000002</c:v>
                </c:pt>
                <c:pt idx="131">
                  <c:v>644.15899999999999</c:v>
                </c:pt>
                <c:pt idx="132">
                  <c:v>513.245</c:v>
                </c:pt>
                <c:pt idx="133">
                  <c:v>503.81299999999999</c:v>
                </c:pt>
                <c:pt idx="134">
                  <c:v>695.61599999999999</c:v>
                </c:pt>
                <c:pt idx="135">
                  <c:v>956.81100000000004</c:v>
                </c:pt>
                <c:pt idx="136">
                  <c:v>625.16</c:v>
                </c:pt>
                <c:pt idx="137">
                  <c:v>1019.98</c:v>
                </c:pt>
                <c:pt idx="138">
                  <c:v>833.13</c:v>
                </c:pt>
                <c:pt idx="139">
                  <c:v>730.65800000000002</c:v>
                </c:pt>
                <c:pt idx="140">
                  <c:v>937.87599999999998</c:v>
                </c:pt>
                <c:pt idx="141">
                  <c:v>917.01499999999999</c:v>
                </c:pt>
                <c:pt idx="142">
                  <c:v>881.95799999999997</c:v>
                </c:pt>
                <c:pt idx="143">
                  <c:v>556.721</c:v>
                </c:pt>
                <c:pt idx="144">
                  <c:v>705.28399999999999</c:v>
                </c:pt>
                <c:pt idx="145">
                  <c:v>744.91600000000005</c:v>
                </c:pt>
                <c:pt idx="146">
                  <c:v>766.68399999999997</c:v>
                </c:pt>
                <c:pt idx="147">
                  <c:v>899.98400000000004</c:v>
                </c:pt>
                <c:pt idx="148">
                  <c:v>489.30200000000002</c:v>
                </c:pt>
                <c:pt idx="149">
                  <c:v>886.33699999999999</c:v>
                </c:pt>
                <c:pt idx="150">
                  <c:v>661.96699999999998</c:v>
                </c:pt>
                <c:pt idx="151">
                  <c:v>653.255</c:v>
                </c:pt>
                <c:pt idx="152">
                  <c:v>913.42399999999998</c:v>
                </c:pt>
                <c:pt idx="153">
                  <c:v>700.36900000000003</c:v>
                </c:pt>
                <c:pt idx="154">
                  <c:v>730.91200000000003</c:v>
                </c:pt>
                <c:pt idx="155">
                  <c:v>938.41499999999996</c:v>
                </c:pt>
                <c:pt idx="156">
                  <c:v>991.08</c:v>
                </c:pt>
                <c:pt idx="157">
                  <c:v>571.32600000000002</c:v>
                </c:pt>
                <c:pt idx="158">
                  <c:v>870.55799999999999</c:v>
                </c:pt>
                <c:pt idx="159">
                  <c:v>786.84199999999998</c:v>
                </c:pt>
                <c:pt idx="160">
                  <c:v>1092.1199999999999</c:v>
                </c:pt>
                <c:pt idx="161">
                  <c:v>851.67</c:v>
                </c:pt>
                <c:pt idx="162">
                  <c:v>1021.04</c:v>
                </c:pt>
                <c:pt idx="163">
                  <c:v>855.279</c:v>
                </c:pt>
                <c:pt idx="164">
                  <c:v>732.75199999999995</c:v>
                </c:pt>
                <c:pt idx="165">
                  <c:v>610.91300000000001</c:v>
                </c:pt>
                <c:pt idx="166">
                  <c:v>574.90800000000002</c:v>
                </c:pt>
                <c:pt idx="167">
                  <c:v>663.10900000000004</c:v>
                </c:pt>
                <c:pt idx="168">
                  <c:v>598.226</c:v>
                </c:pt>
                <c:pt idx="169">
                  <c:v>1175.3800000000001</c:v>
                </c:pt>
                <c:pt idx="170">
                  <c:v>1042.9000000000001</c:v>
                </c:pt>
                <c:pt idx="171">
                  <c:v>670.12599999999998</c:v>
                </c:pt>
                <c:pt idx="172">
                  <c:v>1706.74</c:v>
                </c:pt>
                <c:pt idx="173">
                  <c:v>1778.62</c:v>
                </c:pt>
                <c:pt idx="174">
                  <c:v>676.52800000000002</c:v>
                </c:pt>
                <c:pt idx="175">
                  <c:v>1111.42</c:v>
                </c:pt>
                <c:pt idx="176">
                  <c:v>793.25900000000001</c:v>
                </c:pt>
                <c:pt idx="177">
                  <c:v>1137.8800000000001</c:v>
                </c:pt>
                <c:pt idx="178">
                  <c:v>928.721</c:v>
                </c:pt>
                <c:pt idx="179">
                  <c:v>786.86300000000006</c:v>
                </c:pt>
                <c:pt idx="180">
                  <c:v>692.41399999999999</c:v>
                </c:pt>
                <c:pt idx="181">
                  <c:v>770.38499999999999</c:v>
                </c:pt>
                <c:pt idx="182">
                  <c:v>700.74699999999996</c:v>
                </c:pt>
                <c:pt idx="183">
                  <c:v>893.64599999999996</c:v>
                </c:pt>
                <c:pt idx="184">
                  <c:v>866.81200000000001</c:v>
                </c:pt>
                <c:pt idx="185">
                  <c:v>676.11300000000006</c:v>
                </c:pt>
                <c:pt idx="186">
                  <c:v>787.33100000000002</c:v>
                </c:pt>
                <c:pt idx="187">
                  <c:v>785.28499999999997</c:v>
                </c:pt>
                <c:pt idx="188">
                  <c:v>885.20899999999995</c:v>
                </c:pt>
                <c:pt idx="189">
                  <c:v>575.35400000000004</c:v>
                </c:pt>
                <c:pt idx="190">
                  <c:v>810.12599999999998</c:v>
                </c:pt>
                <c:pt idx="191">
                  <c:v>761.38</c:v>
                </c:pt>
                <c:pt idx="192">
                  <c:v>845.59199999999998</c:v>
                </c:pt>
                <c:pt idx="193">
                  <c:v>894.01199999999994</c:v>
                </c:pt>
                <c:pt idx="194">
                  <c:v>565.62</c:v>
                </c:pt>
                <c:pt idx="195">
                  <c:v>879.51300000000003</c:v>
                </c:pt>
                <c:pt idx="196">
                  <c:v>700.15499999999997</c:v>
                </c:pt>
                <c:pt idx="197">
                  <c:v>506.40100000000001</c:v>
                </c:pt>
                <c:pt idx="198">
                  <c:v>886.63400000000001</c:v>
                </c:pt>
                <c:pt idx="199">
                  <c:v>574.39</c:v>
                </c:pt>
                <c:pt idx="200">
                  <c:v>928.40200000000004</c:v>
                </c:pt>
                <c:pt idx="201">
                  <c:v>715.95100000000002</c:v>
                </c:pt>
                <c:pt idx="202">
                  <c:v>1159.8699999999999</c:v>
                </c:pt>
                <c:pt idx="203">
                  <c:v>975.16</c:v>
                </c:pt>
                <c:pt idx="204">
                  <c:v>876.65800000000002</c:v>
                </c:pt>
                <c:pt idx="205">
                  <c:v>651.13499999999999</c:v>
                </c:pt>
                <c:pt idx="206">
                  <c:v>1994.55</c:v>
                </c:pt>
                <c:pt idx="207">
                  <c:v>1517.99</c:v>
                </c:pt>
                <c:pt idx="208">
                  <c:v>1465.61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CA0-40BF-A685-9502F34B3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65377567"/>
        <c:axId val="1665388607"/>
      </c:lineChart>
      <c:catAx>
        <c:axId val="16653775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65388607"/>
        <c:crosses val="autoZero"/>
        <c:auto val="1"/>
        <c:lblAlgn val="ctr"/>
        <c:lblOffset val="100"/>
        <c:noMultiLvlLbl val="0"/>
      </c:catAx>
      <c:valAx>
        <c:axId val="16653886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65377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CPU</a:t>
            </a:r>
            <a:r>
              <a:rPr lang="en-US" altLang="ko-KR" baseline="0" dirty="0"/>
              <a:t> Usage (%)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9247594050743664E-2"/>
          <c:y val="0.20467592592592593"/>
          <c:w val="0.88123797025371819"/>
          <c:h val="0.67544801691455236"/>
        </c:manualLayout>
      </c:layout>
      <c:lineChart>
        <c:grouping val="standard"/>
        <c:varyColors val="0"/>
        <c:ser>
          <c:idx val="1"/>
          <c:order val="0"/>
          <c:tx>
            <c:strRef>
              <c:f>Topic1_raw_local!$F$1</c:f>
              <c:strCache>
                <c:ptCount val="1"/>
                <c:pt idx="0">
                  <c:v>CPU Total (%)</c:v>
                </c:pt>
              </c:strCache>
            </c:strRef>
          </c:tx>
          <c:marker>
            <c:symbol val="none"/>
          </c:marker>
          <c:val>
            <c:numRef>
              <c:f>Topic1_raw_local!$F$2:$F$604</c:f>
              <c:numCache>
                <c:formatCode>General</c:formatCode>
                <c:ptCount val="603"/>
                <c:pt idx="0">
                  <c:v>23.7</c:v>
                </c:pt>
                <c:pt idx="1">
                  <c:v>24.2</c:v>
                </c:pt>
                <c:pt idx="2">
                  <c:v>72.7</c:v>
                </c:pt>
                <c:pt idx="3">
                  <c:v>33.299999999999997</c:v>
                </c:pt>
                <c:pt idx="4">
                  <c:v>28.4</c:v>
                </c:pt>
                <c:pt idx="5">
                  <c:v>18.399999999999999</c:v>
                </c:pt>
                <c:pt idx="6">
                  <c:v>20.9</c:v>
                </c:pt>
                <c:pt idx="7">
                  <c:v>72.099999999999994</c:v>
                </c:pt>
                <c:pt idx="8">
                  <c:v>33.299999999999997</c:v>
                </c:pt>
                <c:pt idx="9">
                  <c:v>33.5</c:v>
                </c:pt>
                <c:pt idx="10">
                  <c:v>19.899999999999999</c:v>
                </c:pt>
                <c:pt idx="11">
                  <c:v>24.1</c:v>
                </c:pt>
                <c:pt idx="12">
                  <c:v>73.2</c:v>
                </c:pt>
                <c:pt idx="13">
                  <c:v>38.5</c:v>
                </c:pt>
                <c:pt idx="14">
                  <c:v>32</c:v>
                </c:pt>
                <c:pt idx="15">
                  <c:v>28</c:v>
                </c:pt>
                <c:pt idx="16">
                  <c:v>19.7</c:v>
                </c:pt>
                <c:pt idx="17">
                  <c:v>69.400000000000006</c:v>
                </c:pt>
                <c:pt idx="18">
                  <c:v>35.5</c:v>
                </c:pt>
                <c:pt idx="19">
                  <c:v>17.7</c:v>
                </c:pt>
                <c:pt idx="20">
                  <c:v>16.2</c:v>
                </c:pt>
                <c:pt idx="21">
                  <c:v>25.2</c:v>
                </c:pt>
                <c:pt idx="22">
                  <c:v>79.8</c:v>
                </c:pt>
                <c:pt idx="23">
                  <c:v>42.1</c:v>
                </c:pt>
                <c:pt idx="24">
                  <c:v>50.3</c:v>
                </c:pt>
                <c:pt idx="25">
                  <c:v>34.200000000000003</c:v>
                </c:pt>
                <c:pt idx="26">
                  <c:v>25.2</c:v>
                </c:pt>
                <c:pt idx="27">
                  <c:v>47.2</c:v>
                </c:pt>
                <c:pt idx="28">
                  <c:v>55.7</c:v>
                </c:pt>
                <c:pt idx="29">
                  <c:v>25.5</c:v>
                </c:pt>
                <c:pt idx="30">
                  <c:v>17.899999999999999</c:v>
                </c:pt>
                <c:pt idx="31">
                  <c:v>22.4</c:v>
                </c:pt>
                <c:pt idx="32">
                  <c:v>70.8</c:v>
                </c:pt>
                <c:pt idx="33">
                  <c:v>34</c:v>
                </c:pt>
                <c:pt idx="34">
                  <c:v>14.6</c:v>
                </c:pt>
                <c:pt idx="35">
                  <c:v>22.9</c:v>
                </c:pt>
                <c:pt idx="36">
                  <c:v>70.8</c:v>
                </c:pt>
                <c:pt idx="37">
                  <c:v>63.4</c:v>
                </c:pt>
                <c:pt idx="38">
                  <c:v>87.4</c:v>
                </c:pt>
                <c:pt idx="39">
                  <c:v>32</c:v>
                </c:pt>
                <c:pt idx="40">
                  <c:v>24.8</c:v>
                </c:pt>
                <c:pt idx="41">
                  <c:v>21.8</c:v>
                </c:pt>
                <c:pt idx="42">
                  <c:v>64.2</c:v>
                </c:pt>
                <c:pt idx="43">
                  <c:v>40.799999999999997</c:v>
                </c:pt>
                <c:pt idx="44">
                  <c:v>17.5</c:v>
                </c:pt>
                <c:pt idx="45">
                  <c:v>18.7</c:v>
                </c:pt>
                <c:pt idx="46">
                  <c:v>53.4</c:v>
                </c:pt>
                <c:pt idx="47">
                  <c:v>77.400000000000006</c:v>
                </c:pt>
                <c:pt idx="48">
                  <c:v>77.400000000000006</c:v>
                </c:pt>
                <c:pt idx="49">
                  <c:v>28.7</c:v>
                </c:pt>
                <c:pt idx="50">
                  <c:v>15.9</c:v>
                </c:pt>
                <c:pt idx="51">
                  <c:v>23.3</c:v>
                </c:pt>
                <c:pt idx="52">
                  <c:v>60.3</c:v>
                </c:pt>
                <c:pt idx="53">
                  <c:v>44.9</c:v>
                </c:pt>
                <c:pt idx="54">
                  <c:v>15.6</c:v>
                </c:pt>
                <c:pt idx="55">
                  <c:v>12.3</c:v>
                </c:pt>
                <c:pt idx="56">
                  <c:v>40.299999999999997</c:v>
                </c:pt>
                <c:pt idx="57">
                  <c:v>17.2</c:v>
                </c:pt>
                <c:pt idx="58">
                  <c:v>14.9</c:v>
                </c:pt>
                <c:pt idx="59">
                  <c:v>28.7</c:v>
                </c:pt>
                <c:pt idx="60">
                  <c:v>56.6</c:v>
                </c:pt>
                <c:pt idx="61">
                  <c:v>31</c:v>
                </c:pt>
                <c:pt idx="62">
                  <c:v>44.4</c:v>
                </c:pt>
                <c:pt idx="63">
                  <c:v>59.5</c:v>
                </c:pt>
                <c:pt idx="64">
                  <c:v>75</c:v>
                </c:pt>
                <c:pt idx="65">
                  <c:v>72.3</c:v>
                </c:pt>
                <c:pt idx="66">
                  <c:v>30.7</c:v>
                </c:pt>
                <c:pt idx="67">
                  <c:v>29.9</c:v>
                </c:pt>
                <c:pt idx="68">
                  <c:v>29.3</c:v>
                </c:pt>
                <c:pt idx="69">
                  <c:v>26.7</c:v>
                </c:pt>
                <c:pt idx="70">
                  <c:v>28.9</c:v>
                </c:pt>
                <c:pt idx="71">
                  <c:v>24.1</c:v>
                </c:pt>
                <c:pt idx="72">
                  <c:v>23.6</c:v>
                </c:pt>
                <c:pt idx="73">
                  <c:v>20.399999999999999</c:v>
                </c:pt>
                <c:pt idx="74">
                  <c:v>20.9</c:v>
                </c:pt>
                <c:pt idx="75">
                  <c:v>21.5</c:v>
                </c:pt>
                <c:pt idx="76">
                  <c:v>22.2</c:v>
                </c:pt>
                <c:pt idx="77">
                  <c:v>20.9</c:v>
                </c:pt>
                <c:pt idx="78">
                  <c:v>14</c:v>
                </c:pt>
                <c:pt idx="79">
                  <c:v>12.8</c:v>
                </c:pt>
                <c:pt idx="80">
                  <c:v>13.2</c:v>
                </c:pt>
                <c:pt idx="81">
                  <c:v>11.3</c:v>
                </c:pt>
                <c:pt idx="82">
                  <c:v>15.2</c:v>
                </c:pt>
                <c:pt idx="83">
                  <c:v>11.6</c:v>
                </c:pt>
                <c:pt idx="84">
                  <c:v>8.6</c:v>
                </c:pt>
                <c:pt idx="85">
                  <c:v>13.3</c:v>
                </c:pt>
                <c:pt idx="86">
                  <c:v>12.3</c:v>
                </c:pt>
                <c:pt idx="87">
                  <c:v>13.8</c:v>
                </c:pt>
                <c:pt idx="88">
                  <c:v>12.3</c:v>
                </c:pt>
                <c:pt idx="89">
                  <c:v>12.7</c:v>
                </c:pt>
                <c:pt idx="90">
                  <c:v>11.8</c:v>
                </c:pt>
                <c:pt idx="91">
                  <c:v>13</c:v>
                </c:pt>
                <c:pt idx="92">
                  <c:v>15</c:v>
                </c:pt>
                <c:pt idx="93">
                  <c:v>13.9</c:v>
                </c:pt>
                <c:pt idx="94">
                  <c:v>9.9</c:v>
                </c:pt>
                <c:pt idx="95">
                  <c:v>12.5</c:v>
                </c:pt>
                <c:pt idx="96">
                  <c:v>17.100000000000001</c:v>
                </c:pt>
                <c:pt idx="97">
                  <c:v>13.5</c:v>
                </c:pt>
                <c:pt idx="98">
                  <c:v>11</c:v>
                </c:pt>
                <c:pt idx="99">
                  <c:v>11.8</c:v>
                </c:pt>
                <c:pt idx="100">
                  <c:v>13.5</c:v>
                </c:pt>
                <c:pt idx="101">
                  <c:v>17</c:v>
                </c:pt>
                <c:pt idx="102">
                  <c:v>9.9</c:v>
                </c:pt>
                <c:pt idx="103">
                  <c:v>13.9</c:v>
                </c:pt>
                <c:pt idx="104">
                  <c:v>14.1</c:v>
                </c:pt>
                <c:pt idx="105">
                  <c:v>18</c:v>
                </c:pt>
                <c:pt idx="106">
                  <c:v>15</c:v>
                </c:pt>
                <c:pt idx="107">
                  <c:v>12.3</c:v>
                </c:pt>
                <c:pt idx="108">
                  <c:v>12.3</c:v>
                </c:pt>
                <c:pt idx="109">
                  <c:v>11.8</c:v>
                </c:pt>
                <c:pt idx="110">
                  <c:v>11</c:v>
                </c:pt>
                <c:pt idx="111">
                  <c:v>13.5</c:v>
                </c:pt>
                <c:pt idx="112">
                  <c:v>13.5</c:v>
                </c:pt>
                <c:pt idx="113">
                  <c:v>12.3</c:v>
                </c:pt>
                <c:pt idx="114">
                  <c:v>8.1</c:v>
                </c:pt>
                <c:pt idx="115">
                  <c:v>13.9</c:v>
                </c:pt>
                <c:pt idx="116">
                  <c:v>11.2</c:v>
                </c:pt>
                <c:pt idx="117">
                  <c:v>14.1</c:v>
                </c:pt>
                <c:pt idx="118">
                  <c:v>11.5</c:v>
                </c:pt>
                <c:pt idx="119">
                  <c:v>13.4</c:v>
                </c:pt>
                <c:pt idx="120">
                  <c:v>12.2</c:v>
                </c:pt>
                <c:pt idx="121">
                  <c:v>15.8</c:v>
                </c:pt>
                <c:pt idx="122">
                  <c:v>8.1</c:v>
                </c:pt>
                <c:pt idx="123">
                  <c:v>12.7</c:v>
                </c:pt>
                <c:pt idx="124">
                  <c:v>12.2</c:v>
                </c:pt>
                <c:pt idx="125">
                  <c:v>11.1</c:v>
                </c:pt>
                <c:pt idx="126">
                  <c:v>14.9</c:v>
                </c:pt>
                <c:pt idx="127">
                  <c:v>12.8</c:v>
                </c:pt>
                <c:pt idx="128">
                  <c:v>12.7</c:v>
                </c:pt>
                <c:pt idx="129">
                  <c:v>12.2</c:v>
                </c:pt>
                <c:pt idx="130">
                  <c:v>10.5</c:v>
                </c:pt>
                <c:pt idx="131">
                  <c:v>16.5</c:v>
                </c:pt>
                <c:pt idx="132">
                  <c:v>14.3</c:v>
                </c:pt>
                <c:pt idx="133">
                  <c:v>12.8</c:v>
                </c:pt>
                <c:pt idx="134">
                  <c:v>10.5</c:v>
                </c:pt>
                <c:pt idx="135">
                  <c:v>13.8</c:v>
                </c:pt>
                <c:pt idx="136">
                  <c:v>14.5</c:v>
                </c:pt>
                <c:pt idx="137">
                  <c:v>14.1</c:v>
                </c:pt>
                <c:pt idx="138">
                  <c:v>14.3</c:v>
                </c:pt>
                <c:pt idx="139">
                  <c:v>8.1</c:v>
                </c:pt>
                <c:pt idx="140">
                  <c:v>9.9</c:v>
                </c:pt>
                <c:pt idx="141">
                  <c:v>9.5</c:v>
                </c:pt>
                <c:pt idx="142">
                  <c:v>11.6</c:v>
                </c:pt>
                <c:pt idx="143">
                  <c:v>13.8</c:v>
                </c:pt>
                <c:pt idx="144">
                  <c:v>13.7</c:v>
                </c:pt>
                <c:pt idx="145">
                  <c:v>13.9</c:v>
                </c:pt>
                <c:pt idx="146">
                  <c:v>12.9</c:v>
                </c:pt>
                <c:pt idx="147">
                  <c:v>10.5</c:v>
                </c:pt>
                <c:pt idx="148">
                  <c:v>12.2</c:v>
                </c:pt>
                <c:pt idx="149">
                  <c:v>14.9</c:v>
                </c:pt>
                <c:pt idx="150">
                  <c:v>10.5</c:v>
                </c:pt>
                <c:pt idx="151">
                  <c:v>14.1</c:v>
                </c:pt>
                <c:pt idx="152">
                  <c:v>8.6999999999999993</c:v>
                </c:pt>
                <c:pt idx="153">
                  <c:v>12.3</c:v>
                </c:pt>
                <c:pt idx="154">
                  <c:v>22.2</c:v>
                </c:pt>
                <c:pt idx="155">
                  <c:v>28.2</c:v>
                </c:pt>
                <c:pt idx="156">
                  <c:v>16</c:v>
                </c:pt>
                <c:pt idx="157">
                  <c:v>11.8</c:v>
                </c:pt>
                <c:pt idx="158">
                  <c:v>13.3</c:v>
                </c:pt>
                <c:pt idx="159">
                  <c:v>8.1</c:v>
                </c:pt>
                <c:pt idx="160">
                  <c:v>14.9</c:v>
                </c:pt>
                <c:pt idx="161">
                  <c:v>13</c:v>
                </c:pt>
                <c:pt idx="162">
                  <c:v>14.9</c:v>
                </c:pt>
                <c:pt idx="163">
                  <c:v>15</c:v>
                </c:pt>
                <c:pt idx="164">
                  <c:v>13.3</c:v>
                </c:pt>
                <c:pt idx="165">
                  <c:v>12.2</c:v>
                </c:pt>
                <c:pt idx="166">
                  <c:v>11.1</c:v>
                </c:pt>
                <c:pt idx="167">
                  <c:v>17</c:v>
                </c:pt>
                <c:pt idx="168">
                  <c:v>12.7</c:v>
                </c:pt>
                <c:pt idx="169">
                  <c:v>12.7</c:v>
                </c:pt>
                <c:pt idx="170">
                  <c:v>9.3000000000000007</c:v>
                </c:pt>
                <c:pt idx="171">
                  <c:v>12</c:v>
                </c:pt>
                <c:pt idx="172">
                  <c:v>12.8</c:v>
                </c:pt>
                <c:pt idx="173">
                  <c:v>13.8</c:v>
                </c:pt>
                <c:pt idx="174">
                  <c:v>12.2</c:v>
                </c:pt>
                <c:pt idx="175">
                  <c:v>15.9</c:v>
                </c:pt>
                <c:pt idx="176">
                  <c:v>11.1</c:v>
                </c:pt>
                <c:pt idx="177">
                  <c:v>16.100000000000001</c:v>
                </c:pt>
                <c:pt idx="178">
                  <c:v>11.6</c:v>
                </c:pt>
                <c:pt idx="179">
                  <c:v>8.8000000000000007</c:v>
                </c:pt>
                <c:pt idx="180">
                  <c:v>12.7</c:v>
                </c:pt>
                <c:pt idx="181">
                  <c:v>13</c:v>
                </c:pt>
                <c:pt idx="182">
                  <c:v>13.3</c:v>
                </c:pt>
                <c:pt idx="183">
                  <c:v>12.3</c:v>
                </c:pt>
                <c:pt idx="184">
                  <c:v>10.9</c:v>
                </c:pt>
                <c:pt idx="185">
                  <c:v>13.9</c:v>
                </c:pt>
                <c:pt idx="186">
                  <c:v>12.7</c:v>
                </c:pt>
                <c:pt idx="187">
                  <c:v>12.2</c:v>
                </c:pt>
                <c:pt idx="188">
                  <c:v>8</c:v>
                </c:pt>
                <c:pt idx="189">
                  <c:v>10.5</c:v>
                </c:pt>
                <c:pt idx="190">
                  <c:v>11</c:v>
                </c:pt>
                <c:pt idx="191">
                  <c:v>13.5</c:v>
                </c:pt>
                <c:pt idx="192">
                  <c:v>11</c:v>
                </c:pt>
                <c:pt idx="193">
                  <c:v>12.8</c:v>
                </c:pt>
                <c:pt idx="194">
                  <c:v>12.7</c:v>
                </c:pt>
                <c:pt idx="195">
                  <c:v>12.3</c:v>
                </c:pt>
                <c:pt idx="196">
                  <c:v>14.8</c:v>
                </c:pt>
                <c:pt idx="197">
                  <c:v>9.8000000000000007</c:v>
                </c:pt>
                <c:pt idx="198">
                  <c:v>14.9</c:v>
                </c:pt>
                <c:pt idx="199">
                  <c:v>9.9</c:v>
                </c:pt>
                <c:pt idx="200">
                  <c:v>12.7</c:v>
                </c:pt>
                <c:pt idx="201">
                  <c:v>12.3</c:v>
                </c:pt>
                <c:pt idx="202">
                  <c:v>12.5</c:v>
                </c:pt>
                <c:pt idx="203">
                  <c:v>10.5</c:v>
                </c:pt>
                <c:pt idx="204">
                  <c:v>9.1</c:v>
                </c:pt>
                <c:pt idx="205">
                  <c:v>12.6</c:v>
                </c:pt>
                <c:pt idx="206">
                  <c:v>10.4</c:v>
                </c:pt>
                <c:pt idx="207">
                  <c:v>11.9</c:v>
                </c:pt>
                <c:pt idx="208">
                  <c:v>9.1999999999999993</c:v>
                </c:pt>
                <c:pt idx="209">
                  <c:v>11.9</c:v>
                </c:pt>
                <c:pt idx="210">
                  <c:v>9.6999999999999993</c:v>
                </c:pt>
                <c:pt idx="211">
                  <c:v>15</c:v>
                </c:pt>
                <c:pt idx="212">
                  <c:v>9.6999999999999993</c:v>
                </c:pt>
                <c:pt idx="213">
                  <c:v>10.8</c:v>
                </c:pt>
                <c:pt idx="214">
                  <c:v>9.1</c:v>
                </c:pt>
                <c:pt idx="215">
                  <c:v>13.2</c:v>
                </c:pt>
                <c:pt idx="216">
                  <c:v>11.4</c:v>
                </c:pt>
                <c:pt idx="217">
                  <c:v>9.6999999999999993</c:v>
                </c:pt>
                <c:pt idx="218">
                  <c:v>12.6</c:v>
                </c:pt>
                <c:pt idx="219">
                  <c:v>10.8</c:v>
                </c:pt>
                <c:pt idx="220">
                  <c:v>12.6</c:v>
                </c:pt>
                <c:pt idx="221">
                  <c:v>9.9</c:v>
                </c:pt>
                <c:pt idx="222">
                  <c:v>12</c:v>
                </c:pt>
                <c:pt idx="223">
                  <c:v>8.5</c:v>
                </c:pt>
                <c:pt idx="224">
                  <c:v>10.3</c:v>
                </c:pt>
                <c:pt idx="225">
                  <c:v>11.5</c:v>
                </c:pt>
                <c:pt idx="226">
                  <c:v>8.6</c:v>
                </c:pt>
                <c:pt idx="227">
                  <c:v>12</c:v>
                </c:pt>
                <c:pt idx="228">
                  <c:v>11.5</c:v>
                </c:pt>
                <c:pt idx="229">
                  <c:v>13.2</c:v>
                </c:pt>
                <c:pt idx="230">
                  <c:v>10.3</c:v>
                </c:pt>
                <c:pt idx="231">
                  <c:v>12.4</c:v>
                </c:pt>
                <c:pt idx="232">
                  <c:v>23.2</c:v>
                </c:pt>
                <c:pt idx="233">
                  <c:v>25.8</c:v>
                </c:pt>
                <c:pt idx="234">
                  <c:v>11.5</c:v>
                </c:pt>
                <c:pt idx="235">
                  <c:v>9.6999999999999993</c:v>
                </c:pt>
                <c:pt idx="236">
                  <c:v>8.5</c:v>
                </c:pt>
                <c:pt idx="237">
                  <c:v>8.5</c:v>
                </c:pt>
                <c:pt idx="238">
                  <c:v>9.1</c:v>
                </c:pt>
                <c:pt idx="239">
                  <c:v>9.6999999999999993</c:v>
                </c:pt>
                <c:pt idx="240">
                  <c:v>12.6</c:v>
                </c:pt>
                <c:pt idx="241">
                  <c:v>11.6</c:v>
                </c:pt>
                <c:pt idx="242">
                  <c:v>7.9</c:v>
                </c:pt>
                <c:pt idx="243">
                  <c:v>10.9</c:v>
                </c:pt>
                <c:pt idx="244">
                  <c:v>11.4</c:v>
                </c:pt>
                <c:pt idx="245">
                  <c:v>7.9</c:v>
                </c:pt>
                <c:pt idx="246">
                  <c:v>14.4</c:v>
                </c:pt>
                <c:pt idx="247">
                  <c:v>9.6999999999999993</c:v>
                </c:pt>
                <c:pt idx="248">
                  <c:v>11.4</c:v>
                </c:pt>
                <c:pt idx="249">
                  <c:v>8.5</c:v>
                </c:pt>
                <c:pt idx="250">
                  <c:v>11.5</c:v>
                </c:pt>
                <c:pt idx="251">
                  <c:v>14.4</c:v>
                </c:pt>
                <c:pt idx="252">
                  <c:v>14.9</c:v>
                </c:pt>
                <c:pt idx="253">
                  <c:v>8</c:v>
                </c:pt>
                <c:pt idx="254">
                  <c:v>12.1</c:v>
                </c:pt>
                <c:pt idx="255">
                  <c:v>8.5</c:v>
                </c:pt>
                <c:pt idx="256">
                  <c:v>11.3</c:v>
                </c:pt>
                <c:pt idx="257">
                  <c:v>9.1</c:v>
                </c:pt>
                <c:pt idx="258">
                  <c:v>11.5</c:v>
                </c:pt>
                <c:pt idx="259">
                  <c:v>9.6999999999999993</c:v>
                </c:pt>
                <c:pt idx="260">
                  <c:v>12.5</c:v>
                </c:pt>
                <c:pt idx="261">
                  <c:v>10.5</c:v>
                </c:pt>
                <c:pt idx="262">
                  <c:v>12.7</c:v>
                </c:pt>
                <c:pt idx="263">
                  <c:v>9.6999999999999993</c:v>
                </c:pt>
                <c:pt idx="264">
                  <c:v>12.6</c:v>
                </c:pt>
                <c:pt idx="265">
                  <c:v>10.8</c:v>
                </c:pt>
                <c:pt idx="266">
                  <c:v>9.3000000000000007</c:v>
                </c:pt>
                <c:pt idx="267">
                  <c:v>14.7</c:v>
                </c:pt>
                <c:pt idx="268">
                  <c:v>8.5</c:v>
                </c:pt>
                <c:pt idx="269">
                  <c:v>9.1999999999999993</c:v>
                </c:pt>
                <c:pt idx="270">
                  <c:v>11.9</c:v>
                </c:pt>
                <c:pt idx="271">
                  <c:v>8.6999999999999993</c:v>
                </c:pt>
                <c:pt idx="272">
                  <c:v>12.7</c:v>
                </c:pt>
                <c:pt idx="273">
                  <c:v>11.5</c:v>
                </c:pt>
                <c:pt idx="274">
                  <c:v>11</c:v>
                </c:pt>
                <c:pt idx="275">
                  <c:v>11.5</c:v>
                </c:pt>
                <c:pt idx="276">
                  <c:v>15.3</c:v>
                </c:pt>
                <c:pt idx="277">
                  <c:v>10.3</c:v>
                </c:pt>
                <c:pt idx="278">
                  <c:v>14.9</c:v>
                </c:pt>
                <c:pt idx="279">
                  <c:v>8.6</c:v>
                </c:pt>
                <c:pt idx="280">
                  <c:v>13.1</c:v>
                </c:pt>
                <c:pt idx="281">
                  <c:v>10.5</c:v>
                </c:pt>
                <c:pt idx="282">
                  <c:v>11.5</c:v>
                </c:pt>
                <c:pt idx="283">
                  <c:v>10.3</c:v>
                </c:pt>
                <c:pt idx="284">
                  <c:v>8.5</c:v>
                </c:pt>
                <c:pt idx="285">
                  <c:v>12</c:v>
                </c:pt>
                <c:pt idx="286">
                  <c:v>9.6999999999999993</c:v>
                </c:pt>
                <c:pt idx="287">
                  <c:v>9.6999999999999993</c:v>
                </c:pt>
                <c:pt idx="288">
                  <c:v>8.5</c:v>
                </c:pt>
                <c:pt idx="289">
                  <c:v>11.9</c:v>
                </c:pt>
                <c:pt idx="290">
                  <c:v>8.6</c:v>
                </c:pt>
                <c:pt idx="291">
                  <c:v>15.3</c:v>
                </c:pt>
                <c:pt idx="292">
                  <c:v>18.5</c:v>
                </c:pt>
                <c:pt idx="293">
                  <c:v>19.2</c:v>
                </c:pt>
                <c:pt idx="294">
                  <c:v>11.6</c:v>
                </c:pt>
                <c:pt idx="295">
                  <c:v>8</c:v>
                </c:pt>
                <c:pt idx="296">
                  <c:v>13.1</c:v>
                </c:pt>
                <c:pt idx="297">
                  <c:v>10.3</c:v>
                </c:pt>
                <c:pt idx="298">
                  <c:v>9.6999999999999993</c:v>
                </c:pt>
                <c:pt idx="299">
                  <c:v>11.4</c:v>
                </c:pt>
                <c:pt idx="300">
                  <c:v>10.3</c:v>
                </c:pt>
                <c:pt idx="301">
                  <c:v>14.4</c:v>
                </c:pt>
                <c:pt idx="302">
                  <c:v>8.6</c:v>
                </c:pt>
                <c:pt idx="303">
                  <c:v>14.6</c:v>
                </c:pt>
                <c:pt idx="304">
                  <c:v>10.3</c:v>
                </c:pt>
                <c:pt idx="305">
                  <c:v>15.2</c:v>
                </c:pt>
                <c:pt idx="306">
                  <c:v>9.8000000000000007</c:v>
                </c:pt>
                <c:pt idx="307">
                  <c:v>9.1</c:v>
                </c:pt>
                <c:pt idx="308">
                  <c:v>9.1999999999999993</c:v>
                </c:pt>
                <c:pt idx="309">
                  <c:v>11.9</c:v>
                </c:pt>
                <c:pt idx="310">
                  <c:v>12.6</c:v>
                </c:pt>
                <c:pt idx="311">
                  <c:v>11.7</c:v>
                </c:pt>
                <c:pt idx="312">
                  <c:v>14.6</c:v>
                </c:pt>
                <c:pt idx="313">
                  <c:v>12.5</c:v>
                </c:pt>
                <c:pt idx="314">
                  <c:v>11</c:v>
                </c:pt>
                <c:pt idx="315">
                  <c:v>14.8</c:v>
                </c:pt>
                <c:pt idx="316">
                  <c:v>9.1999999999999993</c:v>
                </c:pt>
                <c:pt idx="317">
                  <c:v>11</c:v>
                </c:pt>
                <c:pt idx="318">
                  <c:v>14.8</c:v>
                </c:pt>
                <c:pt idx="319">
                  <c:v>9.8000000000000007</c:v>
                </c:pt>
                <c:pt idx="320">
                  <c:v>13.1</c:v>
                </c:pt>
                <c:pt idx="321">
                  <c:v>9.9</c:v>
                </c:pt>
                <c:pt idx="322">
                  <c:v>12.5</c:v>
                </c:pt>
                <c:pt idx="323">
                  <c:v>10.4</c:v>
                </c:pt>
                <c:pt idx="324">
                  <c:v>9.6</c:v>
                </c:pt>
                <c:pt idx="325">
                  <c:v>9.1999999999999993</c:v>
                </c:pt>
                <c:pt idx="326">
                  <c:v>9.8000000000000007</c:v>
                </c:pt>
                <c:pt idx="327">
                  <c:v>9.1</c:v>
                </c:pt>
                <c:pt idx="328">
                  <c:v>24.2</c:v>
                </c:pt>
                <c:pt idx="329">
                  <c:v>24.8</c:v>
                </c:pt>
                <c:pt idx="330">
                  <c:v>6.7</c:v>
                </c:pt>
                <c:pt idx="331">
                  <c:v>9.9</c:v>
                </c:pt>
                <c:pt idx="332">
                  <c:v>6.7</c:v>
                </c:pt>
                <c:pt idx="333">
                  <c:v>7.9</c:v>
                </c:pt>
                <c:pt idx="334">
                  <c:v>12.5</c:v>
                </c:pt>
                <c:pt idx="335">
                  <c:v>9.6999999999999993</c:v>
                </c:pt>
                <c:pt idx="336">
                  <c:v>13.7</c:v>
                </c:pt>
                <c:pt idx="337">
                  <c:v>11</c:v>
                </c:pt>
                <c:pt idx="338">
                  <c:v>12.1</c:v>
                </c:pt>
                <c:pt idx="339">
                  <c:v>10.4</c:v>
                </c:pt>
                <c:pt idx="340">
                  <c:v>13.8</c:v>
                </c:pt>
                <c:pt idx="341">
                  <c:v>9.9</c:v>
                </c:pt>
                <c:pt idx="342">
                  <c:v>7.3</c:v>
                </c:pt>
                <c:pt idx="343">
                  <c:v>7.9</c:v>
                </c:pt>
                <c:pt idx="344">
                  <c:v>14.7</c:v>
                </c:pt>
                <c:pt idx="345">
                  <c:v>8.5</c:v>
                </c:pt>
                <c:pt idx="346">
                  <c:v>12.7</c:v>
                </c:pt>
                <c:pt idx="347">
                  <c:v>7.9</c:v>
                </c:pt>
                <c:pt idx="348">
                  <c:v>13.7</c:v>
                </c:pt>
                <c:pt idx="349">
                  <c:v>10.3</c:v>
                </c:pt>
                <c:pt idx="350">
                  <c:v>11.4</c:v>
                </c:pt>
                <c:pt idx="351">
                  <c:v>9.3000000000000007</c:v>
                </c:pt>
                <c:pt idx="352">
                  <c:v>9.3000000000000007</c:v>
                </c:pt>
                <c:pt idx="353">
                  <c:v>16.600000000000001</c:v>
                </c:pt>
                <c:pt idx="354">
                  <c:v>10.8</c:v>
                </c:pt>
                <c:pt idx="355">
                  <c:v>11.5</c:v>
                </c:pt>
                <c:pt idx="356">
                  <c:v>10.199999999999999</c:v>
                </c:pt>
                <c:pt idx="357">
                  <c:v>11.4</c:v>
                </c:pt>
                <c:pt idx="358">
                  <c:v>10.9</c:v>
                </c:pt>
                <c:pt idx="359">
                  <c:v>9.3000000000000007</c:v>
                </c:pt>
                <c:pt idx="360">
                  <c:v>10.3</c:v>
                </c:pt>
                <c:pt idx="361">
                  <c:v>14.6</c:v>
                </c:pt>
                <c:pt idx="362">
                  <c:v>9.6999999999999993</c:v>
                </c:pt>
                <c:pt idx="363">
                  <c:v>13.1</c:v>
                </c:pt>
                <c:pt idx="364">
                  <c:v>9.6999999999999993</c:v>
                </c:pt>
                <c:pt idx="365">
                  <c:v>12.5</c:v>
                </c:pt>
                <c:pt idx="366">
                  <c:v>8.6</c:v>
                </c:pt>
                <c:pt idx="367">
                  <c:v>14.1</c:v>
                </c:pt>
                <c:pt idx="368">
                  <c:v>9.1999999999999993</c:v>
                </c:pt>
                <c:pt idx="369">
                  <c:v>12.5</c:v>
                </c:pt>
                <c:pt idx="370">
                  <c:v>9.6999999999999993</c:v>
                </c:pt>
                <c:pt idx="371">
                  <c:v>12.7</c:v>
                </c:pt>
                <c:pt idx="372">
                  <c:v>10.8</c:v>
                </c:pt>
                <c:pt idx="373">
                  <c:v>8.5</c:v>
                </c:pt>
                <c:pt idx="374">
                  <c:v>14.2</c:v>
                </c:pt>
                <c:pt idx="375">
                  <c:v>8.5</c:v>
                </c:pt>
                <c:pt idx="376">
                  <c:v>12.6</c:v>
                </c:pt>
                <c:pt idx="377">
                  <c:v>10.8</c:v>
                </c:pt>
                <c:pt idx="378">
                  <c:v>8.6</c:v>
                </c:pt>
                <c:pt idx="379">
                  <c:v>14.5</c:v>
                </c:pt>
                <c:pt idx="380">
                  <c:v>13.2</c:v>
                </c:pt>
                <c:pt idx="381">
                  <c:v>10.7</c:v>
                </c:pt>
                <c:pt idx="382">
                  <c:v>13.8</c:v>
                </c:pt>
                <c:pt idx="383">
                  <c:v>10.3</c:v>
                </c:pt>
                <c:pt idx="384">
                  <c:v>9.1999999999999993</c:v>
                </c:pt>
                <c:pt idx="385">
                  <c:v>13.2</c:v>
                </c:pt>
                <c:pt idx="386">
                  <c:v>10.5</c:v>
                </c:pt>
                <c:pt idx="387">
                  <c:v>13</c:v>
                </c:pt>
                <c:pt idx="388">
                  <c:v>9.1999999999999993</c:v>
                </c:pt>
                <c:pt idx="389">
                  <c:v>10.8</c:v>
                </c:pt>
                <c:pt idx="390">
                  <c:v>11</c:v>
                </c:pt>
                <c:pt idx="391">
                  <c:v>14.4</c:v>
                </c:pt>
                <c:pt idx="392">
                  <c:v>10.3</c:v>
                </c:pt>
                <c:pt idx="393">
                  <c:v>12.7</c:v>
                </c:pt>
                <c:pt idx="394">
                  <c:v>9.6999999999999993</c:v>
                </c:pt>
                <c:pt idx="395">
                  <c:v>13.1</c:v>
                </c:pt>
                <c:pt idx="396">
                  <c:v>7.9</c:v>
                </c:pt>
                <c:pt idx="397">
                  <c:v>12</c:v>
                </c:pt>
                <c:pt idx="398">
                  <c:v>12</c:v>
                </c:pt>
                <c:pt idx="399">
                  <c:v>14.1</c:v>
                </c:pt>
                <c:pt idx="400">
                  <c:v>10.4</c:v>
                </c:pt>
                <c:pt idx="401">
                  <c:v>14.6</c:v>
                </c:pt>
                <c:pt idx="402">
                  <c:v>12.2</c:v>
                </c:pt>
                <c:pt idx="403">
                  <c:v>9.1999999999999993</c:v>
                </c:pt>
                <c:pt idx="404">
                  <c:v>7.9</c:v>
                </c:pt>
                <c:pt idx="405">
                  <c:v>11.5</c:v>
                </c:pt>
                <c:pt idx="406">
                  <c:v>12.7</c:v>
                </c:pt>
                <c:pt idx="407">
                  <c:v>10.3</c:v>
                </c:pt>
                <c:pt idx="408">
                  <c:v>13.7</c:v>
                </c:pt>
                <c:pt idx="409">
                  <c:v>9.6999999999999993</c:v>
                </c:pt>
                <c:pt idx="410">
                  <c:v>13.2</c:v>
                </c:pt>
                <c:pt idx="411">
                  <c:v>12.2</c:v>
                </c:pt>
                <c:pt idx="412">
                  <c:v>8.6</c:v>
                </c:pt>
                <c:pt idx="413">
                  <c:v>11.4</c:v>
                </c:pt>
                <c:pt idx="414">
                  <c:v>9.1999999999999993</c:v>
                </c:pt>
                <c:pt idx="415">
                  <c:v>24.2</c:v>
                </c:pt>
                <c:pt idx="416">
                  <c:v>25.5</c:v>
                </c:pt>
                <c:pt idx="417">
                  <c:v>9.6999999999999993</c:v>
                </c:pt>
                <c:pt idx="418">
                  <c:v>13.1</c:v>
                </c:pt>
                <c:pt idx="419">
                  <c:v>8.6</c:v>
                </c:pt>
                <c:pt idx="420">
                  <c:v>7.3</c:v>
                </c:pt>
                <c:pt idx="421">
                  <c:v>14.6</c:v>
                </c:pt>
                <c:pt idx="422">
                  <c:v>11.5</c:v>
                </c:pt>
                <c:pt idx="423">
                  <c:v>9.8000000000000007</c:v>
                </c:pt>
                <c:pt idx="424">
                  <c:v>13.1</c:v>
                </c:pt>
                <c:pt idx="425">
                  <c:v>9.6999999999999993</c:v>
                </c:pt>
                <c:pt idx="426">
                  <c:v>13.3</c:v>
                </c:pt>
                <c:pt idx="427">
                  <c:v>12.1</c:v>
                </c:pt>
                <c:pt idx="428">
                  <c:v>11.4</c:v>
                </c:pt>
                <c:pt idx="429">
                  <c:v>11.5</c:v>
                </c:pt>
                <c:pt idx="430">
                  <c:v>9.6999999999999993</c:v>
                </c:pt>
                <c:pt idx="431">
                  <c:v>11.7</c:v>
                </c:pt>
                <c:pt idx="432">
                  <c:v>11.5</c:v>
                </c:pt>
                <c:pt idx="433">
                  <c:v>10.9</c:v>
                </c:pt>
                <c:pt idx="434">
                  <c:v>10.3</c:v>
                </c:pt>
                <c:pt idx="435">
                  <c:v>10.9</c:v>
                </c:pt>
                <c:pt idx="436">
                  <c:v>9.6</c:v>
                </c:pt>
                <c:pt idx="437">
                  <c:v>10.3</c:v>
                </c:pt>
                <c:pt idx="438">
                  <c:v>11.9</c:v>
                </c:pt>
                <c:pt idx="439">
                  <c:v>11.5</c:v>
                </c:pt>
                <c:pt idx="440">
                  <c:v>11.5</c:v>
                </c:pt>
                <c:pt idx="441">
                  <c:v>14.6</c:v>
                </c:pt>
                <c:pt idx="442">
                  <c:v>10.3</c:v>
                </c:pt>
                <c:pt idx="443">
                  <c:v>9.8000000000000007</c:v>
                </c:pt>
                <c:pt idx="444">
                  <c:v>12.2</c:v>
                </c:pt>
                <c:pt idx="445">
                  <c:v>8</c:v>
                </c:pt>
                <c:pt idx="446">
                  <c:v>13.8</c:v>
                </c:pt>
                <c:pt idx="447">
                  <c:v>9.8000000000000007</c:v>
                </c:pt>
                <c:pt idx="448">
                  <c:v>12.5</c:v>
                </c:pt>
                <c:pt idx="449">
                  <c:v>9.6999999999999993</c:v>
                </c:pt>
                <c:pt idx="450">
                  <c:v>12.6</c:v>
                </c:pt>
                <c:pt idx="451">
                  <c:v>13.3</c:v>
                </c:pt>
                <c:pt idx="452">
                  <c:v>6.1</c:v>
                </c:pt>
                <c:pt idx="453">
                  <c:v>12.6</c:v>
                </c:pt>
                <c:pt idx="454">
                  <c:v>7.9</c:v>
                </c:pt>
                <c:pt idx="455">
                  <c:v>13.7</c:v>
                </c:pt>
                <c:pt idx="456">
                  <c:v>9.1999999999999993</c:v>
                </c:pt>
                <c:pt idx="457">
                  <c:v>11.6</c:v>
                </c:pt>
                <c:pt idx="458">
                  <c:v>9.9</c:v>
                </c:pt>
                <c:pt idx="459">
                  <c:v>8.6</c:v>
                </c:pt>
                <c:pt idx="460">
                  <c:v>13.1</c:v>
                </c:pt>
                <c:pt idx="461">
                  <c:v>11.7</c:v>
                </c:pt>
                <c:pt idx="462">
                  <c:v>8.5</c:v>
                </c:pt>
                <c:pt idx="463">
                  <c:v>13.3</c:v>
                </c:pt>
                <c:pt idx="464">
                  <c:v>9.1999999999999993</c:v>
                </c:pt>
                <c:pt idx="465">
                  <c:v>12.6</c:v>
                </c:pt>
                <c:pt idx="466">
                  <c:v>12.7</c:v>
                </c:pt>
                <c:pt idx="467">
                  <c:v>11.4</c:v>
                </c:pt>
                <c:pt idx="468">
                  <c:v>12</c:v>
                </c:pt>
                <c:pt idx="469">
                  <c:v>9.1</c:v>
                </c:pt>
                <c:pt idx="470">
                  <c:v>10.9</c:v>
                </c:pt>
                <c:pt idx="471">
                  <c:v>11.8</c:v>
                </c:pt>
                <c:pt idx="472">
                  <c:v>10.8</c:v>
                </c:pt>
                <c:pt idx="473">
                  <c:v>7.9</c:v>
                </c:pt>
                <c:pt idx="474">
                  <c:v>8.5</c:v>
                </c:pt>
                <c:pt idx="475">
                  <c:v>10.3</c:v>
                </c:pt>
                <c:pt idx="476">
                  <c:v>9.6999999999999993</c:v>
                </c:pt>
                <c:pt idx="477">
                  <c:v>11.9</c:v>
                </c:pt>
                <c:pt idx="478">
                  <c:v>11.5</c:v>
                </c:pt>
                <c:pt idx="479">
                  <c:v>13</c:v>
                </c:pt>
                <c:pt idx="480">
                  <c:v>10.8</c:v>
                </c:pt>
                <c:pt idx="481">
                  <c:v>15</c:v>
                </c:pt>
                <c:pt idx="482">
                  <c:v>7.9</c:v>
                </c:pt>
                <c:pt idx="483">
                  <c:v>9.6999999999999993</c:v>
                </c:pt>
                <c:pt idx="484">
                  <c:v>13.7</c:v>
                </c:pt>
                <c:pt idx="485">
                  <c:v>12.6</c:v>
                </c:pt>
                <c:pt idx="486">
                  <c:v>9.9</c:v>
                </c:pt>
                <c:pt idx="487">
                  <c:v>12.6</c:v>
                </c:pt>
                <c:pt idx="488">
                  <c:v>9.1</c:v>
                </c:pt>
                <c:pt idx="489">
                  <c:v>9.1</c:v>
                </c:pt>
                <c:pt idx="490">
                  <c:v>11.5</c:v>
                </c:pt>
                <c:pt idx="491">
                  <c:v>12.3</c:v>
                </c:pt>
                <c:pt idx="492">
                  <c:v>13.1</c:v>
                </c:pt>
                <c:pt idx="493">
                  <c:v>11</c:v>
                </c:pt>
                <c:pt idx="494">
                  <c:v>12</c:v>
                </c:pt>
                <c:pt idx="495">
                  <c:v>9.6999999999999993</c:v>
                </c:pt>
                <c:pt idx="496">
                  <c:v>9.1999999999999993</c:v>
                </c:pt>
                <c:pt idx="497">
                  <c:v>8.5</c:v>
                </c:pt>
                <c:pt idx="498">
                  <c:v>12.6</c:v>
                </c:pt>
                <c:pt idx="499">
                  <c:v>10.3</c:v>
                </c:pt>
                <c:pt idx="500">
                  <c:v>13.6</c:v>
                </c:pt>
                <c:pt idx="501">
                  <c:v>11.1</c:v>
                </c:pt>
                <c:pt idx="502">
                  <c:v>12.6</c:v>
                </c:pt>
                <c:pt idx="503">
                  <c:v>11.4</c:v>
                </c:pt>
                <c:pt idx="504">
                  <c:v>11.4</c:v>
                </c:pt>
                <c:pt idx="505">
                  <c:v>9.6999999999999993</c:v>
                </c:pt>
                <c:pt idx="506">
                  <c:v>14.4</c:v>
                </c:pt>
                <c:pt idx="507">
                  <c:v>9.8000000000000007</c:v>
                </c:pt>
                <c:pt idx="508">
                  <c:v>11.5</c:v>
                </c:pt>
                <c:pt idx="509">
                  <c:v>8.5</c:v>
                </c:pt>
                <c:pt idx="510">
                  <c:v>11.4</c:v>
                </c:pt>
                <c:pt idx="511">
                  <c:v>13.5</c:v>
                </c:pt>
                <c:pt idx="512">
                  <c:v>26.5</c:v>
                </c:pt>
                <c:pt idx="513">
                  <c:v>23.9</c:v>
                </c:pt>
                <c:pt idx="514">
                  <c:v>10.3</c:v>
                </c:pt>
                <c:pt idx="515">
                  <c:v>9.1999999999999993</c:v>
                </c:pt>
                <c:pt idx="516">
                  <c:v>9.6999999999999993</c:v>
                </c:pt>
                <c:pt idx="517">
                  <c:v>11.9</c:v>
                </c:pt>
                <c:pt idx="518">
                  <c:v>11.4</c:v>
                </c:pt>
                <c:pt idx="519">
                  <c:v>9.6999999999999993</c:v>
                </c:pt>
                <c:pt idx="520">
                  <c:v>10.9</c:v>
                </c:pt>
                <c:pt idx="521">
                  <c:v>15.3</c:v>
                </c:pt>
                <c:pt idx="522">
                  <c:v>19.5</c:v>
                </c:pt>
                <c:pt idx="523">
                  <c:v>21</c:v>
                </c:pt>
                <c:pt idx="524">
                  <c:v>11</c:v>
                </c:pt>
                <c:pt idx="525">
                  <c:v>10.3</c:v>
                </c:pt>
                <c:pt idx="526">
                  <c:v>11</c:v>
                </c:pt>
                <c:pt idx="527">
                  <c:v>13.7</c:v>
                </c:pt>
                <c:pt idx="528">
                  <c:v>11</c:v>
                </c:pt>
                <c:pt idx="529">
                  <c:v>13.8</c:v>
                </c:pt>
                <c:pt idx="530">
                  <c:v>10.3</c:v>
                </c:pt>
                <c:pt idx="531">
                  <c:v>10.5</c:v>
                </c:pt>
                <c:pt idx="532">
                  <c:v>12</c:v>
                </c:pt>
                <c:pt idx="533">
                  <c:v>11.5</c:v>
                </c:pt>
                <c:pt idx="534">
                  <c:v>13.6</c:v>
                </c:pt>
                <c:pt idx="535">
                  <c:v>8.5</c:v>
                </c:pt>
                <c:pt idx="536">
                  <c:v>13.7</c:v>
                </c:pt>
                <c:pt idx="537">
                  <c:v>9.6999999999999993</c:v>
                </c:pt>
                <c:pt idx="538">
                  <c:v>7.9</c:v>
                </c:pt>
                <c:pt idx="539">
                  <c:v>13.6</c:v>
                </c:pt>
                <c:pt idx="540">
                  <c:v>8.6</c:v>
                </c:pt>
                <c:pt idx="541">
                  <c:v>11.6</c:v>
                </c:pt>
                <c:pt idx="542">
                  <c:v>9.6999999999999993</c:v>
                </c:pt>
                <c:pt idx="543">
                  <c:v>11.5</c:v>
                </c:pt>
                <c:pt idx="544">
                  <c:v>8.5</c:v>
                </c:pt>
                <c:pt idx="545">
                  <c:v>14.1</c:v>
                </c:pt>
                <c:pt idx="546">
                  <c:v>8.6</c:v>
                </c:pt>
                <c:pt idx="547">
                  <c:v>9.1</c:v>
                </c:pt>
                <c:pt idx="548">
                  <c:v>13.1</c:v>
                </c:pt>
                <c:pt idx="549">
                  <c:v>10.4</c:v>
                </c:pt>
                <c:pt idx="550">
                  <c:v>10.4</c:v>
                </c:pt>
                <c:pt idx="551">
                  <c:v>14.1</c:v>
                </c:pt>
                <c:pt idx="552">
                  <c:v>9.1999999999999993</c:v>
                </c:pt>
                <c:pt idx="553">
                  <c:v>11.4</c:v>
                </c:pt>
                <c:pt idx="554">
                  <c:v>11.5</c:v>
                </c:pt>
                <c:pt idx="555">
                  <c:v>9.1</c:v>
                </c:pt>
                <c:pt idx="556">
                  <c:v>12.5</c:v>
                </c:pt>
                <c:pt idx="557">
                  <c:v>8.5</c:v>
                </c:pt>
                <c:pt idx="558">
                  <c:v>11.5</c:v>
                </c:pt>
                <c:pt idx="559">
                  <c:v>9.1</c:v>
                </c:pt>
                <c:pt idx="560">
                  <c:v>8.6</c:v>
                </c:pt>
                <c:pt idx="561">
                  <c:v>13.3</c:v>
                </c:pt>
                <c:pt idx="562">
                  <c:v>9</c:v>
                </c:pt>
                <c:pt idx="563">
                  <c:v>13.1</c:v>
                </c:pt>
                <c:pt idx="564">
                  <c:v>7.9</c:v>
                </c:pt>
                <c:pt idx="565">
                  <c:v>13.7</c:v>
                </c:pt>
                <c:pt idx="566">
                  <c:v>9.6999999999999993</c:v>
                </c:pt>
                <c:pt idx="567">
                  <c:v>9.1</c:v>
                </c:pt>
                <c:pt idx="568">
                  <c:v>10.9</c:v>
                </c:pt>
                <c:pt idx="569">
                  <c:v>9.1</c:v>
                </c:pt>
                <c:pt idx="570">
                  <c:v>14.2</c:v>
                </c:pt>
                <c:pt idx="571">
                  <c:v>14.4</c:v>
                </c:pt>
                <c:pt idx="572">
                  <c:v>9.1</c:v>
                </c:pt>
                <c:pt idx="573">
                  <c:v>9.6999999999999993</c:v>
                </c:pt>
                <c:pt idx="574">
                  <c:v>12.5</c:v>
                </c:pt>
                <c:pt idx="575">
                  <c:v>12.5</c:v>
                </c:pt>
                <c:pt idx="576">
                  <c:v>9.6999999999999993</c:v>
                </c:pt>
                <c:pt idx="577">
                  <c:v>8.5</c:v>
                </c:pt>
                <c:pt idx="578">
                  <c:v>12.7</c:v>
                </c:pt>
                <c:pt idx="579">
                  <c:v>11</c:v>
                </c:pt>
                <c:pt idx="580">
                  <c:v>9.1999999999999993</c:v>
                </c:pt>
                <c:pt idx="581">
                  <c:v>15.6</c:v>
                </c:pt>
                <c:pt idx="582">
                  <c:v>11</c:v>
                </c:pt>
                <c:pt idx="583">
                  <c:v>10.3</c:v>
                </c:pt>
                <c:pt idx="584">
                  <c:v>9.1</c:v>
                </c:pt>
                <c:pt idx="585">
                  <c:v>12.5</c:v>
                </c:pt>
                <c:pt idx="586">
                  <c:v>11.5</c:v>
                </c:pt>
                <c:pt idx="587">
                  <c:v>10.9</c:v>
                </c:pt>
                <c:pt idx="588">
                  <c:v>9.6999999999999993</c:v>
                </c:pt>
                <c:pt idx="589">
                  <c:v>12.6</c:v>
                </c:pt>
                <c:pt idx="590">
                  <c:v>8.5</c:v>
                </c:pt>
                <c:pt idx="591">
                  <c:v>15</c:v>
                </c:pt>
                <c:pt idx="592">
                  <c:v>11</c:v>
                </c:pt>
                <c:pt idx="593">
                  <c:v>13.7</c:v>
                </c:pt>
                <c:pt idx="594">
                  <c:v>9.6999999999999993</c:v>
                </c:pt>
                <c:pt idx="595">
                  <c:v>12.6</c:v>
                </c:pt>
                <c:pt idx="596">
                  <c:v>9.6999999999999993</c:v>
                </c:pt>
                <c:pt idx="597">
                  <c:v>9.6999999999999993</c:v>
                </c:pt>
                <c:pt idx="598">
                  <c:v>14.1</c:v>
                </c:pt>
                <c:pt idx="599">
                  <c:v>8.6</c:v>
                </c:pt>
                <c:pt idx="600">
                  <c:v>13.1</c:v>
                </c:pt>
                <c:pt idx="601">
                  <c:v>13.5</c:v>
                </c:pt>
                <c:pt idx="602">
                  <c:v>11.5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7D-4812-B266-E52F8EBE30A7}"/>
            </c:ext>
          </c:extLst>
        </c:ser>
        <c:ser>
          <c:idx val="0"/>
          <c:order val="1"/>
          <c:tx>
            <c:strRef>
              <c:f>[20260213_040837_latency_13topics.xlsx]Topic1_raw_local!$F$1</c:f>
              <c:strCache>
                <c:ptCount val="1"/>
                <c:pt idx="0">
                  <c:v>CPU Total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[1]Topic1_raw_local!$F$2:$F$598</c:f>
              <c:numCache>
                <c:formatCode>General</c:formatCode>
                <c:ptCount val="597"/>
                <c:pt idx="0">
                  <c:v>25.2</c:v>
                </c:pt>
                <c:pt idx="1">
                  <c:v>19.2</c:v>
                </c:pt>
                <c:pt idx="2">
                  <c:v>69.8</c:v>
                </c:pt>
                <c:pt idx="3">
                  <c:v>53.2</c:v>
                </c:pt>
                <c:pt idx="4">
                  <c:v>51.7</c:v>
                </c:pt>
                <c:pt idx="5">
                  <c:v>90.3</c:v>
                </c:pt>
                <c:pt idx="6">
                  <c:v>74.5</c:v>
                </c:pt>
                <c:pt idx="7">
                  <c:v>46.8</c:v>
                </c:pt>
                <c:pt idx="8">
                  <c:v>71.099999999999994</c:v>
                </c:pt>
                <c:pt idx="9">
                  <c:v>53.2</c:v>
                </c:pt>
                <c:pt idx="10">
                  <c:v>86.5</c:v>
                </c:pt>
                <c:pt idx="11">
                  <c:v>93.7</c:v>
                </c:pt>
                <c:pt idx="12">
                  <c:v>60.4</c:v>
                </c:pt>
                <c:pt idx="13">
                  <c:v>62.4</c:v>
                </c:pt>
                <c:pt idx="14">
                  <c:v>67.7</c:v>
                </c:pt>
                <c:pt idx="15">
                  <c:v>75.900000000000006</c:v>
                </c:pt>
                <c:pt idx="16">
                  <c:v>86.7</c:v>
                </c:pt>
                <c:pt idx="17">
                  <c:v>52.9</c:v>
                </c:pt>
                <c:pt idx="18">
                  <c:v>61.1</c:v>
                </c:pt>
                <c:pt idx="19">
                  <c:v>66.7</c:v>
                </c:pt>
                <c:pt idx="20">
                  <c:v>81.5</c:v>
                </c:pt>
                <c:pt idx="21">
                  <c:v>73.2</c:v>
                </c:pt>
                <c:pt idx="22">
                  <c:v>89</c:v>
                </c:pt>
                <c:pt idx="23">
                  <c:v>83.3</c:v>
                </c:pt>
                <c:pt idx="24">
                  <c:v>98.1</c:v>
                </c:pt>
                <c:pt idx="25">
                  <c:v>94.3</c:v>
                </c:pt>
                <c:pt idx="26">
                  <c:v>82.2</c:v>
                </c:pt>
                <c:pt idx="27">
                  <c:v>53.2</c:v>
                </c:pt>
                <c:pt idx="28">
                  <c:v>42.1</c:v>
                </c:pt>
                <c:pt idx="29">
                  <c:v>65.599999999999994</c:v>
                </c:pt>
                <c:pt idx="30">
                  <c:v>43.8</c:v>
                </c:pt>
                <c:pt idx="31">
                  <c:v>35.200000000000003</c:v>
                </c:pt>
                <c:pt idx="32">
                  <c:v>29.5</c:v>
                </c:pt>
                <c:pt idx="33">
                  <c:v>72.8</c:v>
                </c:pt>
                <c:pt idx="34">
                  <c:v>17.3</c:v>
                </c:pt>
                <c:pt idx="35">
                  <c:v>29.9</c:v>
                </c:pt>
                <c:pt idx="36">
                  <c:v>22.9</c:v>
                </c:pt>
                <c:pt idx="37">
                  <c:v>73.5</c:v>
                </c:pt>
                <c:pt idx="38">
                  <c:v>88</c:v>
                </c:pt>
                <c:pt idx="39">
                  <c:v>61.2</c:v>
                </c:pt>
                <c:pt idx="40">
                  <c:v>56.6</c:v>
                </c:pt>
                <c:pt idx="41">
                  <c:v>25.2</c:v>
                </c:pt>
                <c:pt idx="42">
                  <c:v>27.5</c:v>
                </c:pt>
                <c:pt idx="43">
                  <c:v>72.599999999999994</c:v>
                </c:pt>
                <c:pt idx="44">
                  <c:v>18.5</c:v>
                </c:pt>
                <c:pt idx="45">
                  <c:v>31.2</c:v>
                </c:pt>
                <c:pt idx="46">
                  <c:v>24.5</c:v>
                </c:pt>
                <c:pt idx="47">
                  <c:v>49.4</c:v>
                </c:pt>
                <c:pt idx="48">
                  <c:v>80.8</c:v>
                </c:pt>
                <c:pt idx="49">
                  <c:v>51.7</c:v>
                </c:pt>
                <c:pt idx="50">
                  <c:v>23.9</c:v>
                </c:pt>
                <c:pt idx="51">
                  <c:v>20.399999999999999</c:v>
                </c:pt>
                <c:pt idx="52">
                  <c:v>55</c:v>
                </c:pt>
                <c:pt idx="53">
                  <c:v>53.7</c:v>
                </c:pt>
                <c:pt idx="54">
                  <c:v>64.400000000000006</c:v>
                </c:pt>
                <c:pt idx="55">
                  <c:v>65.7</c:v>
                </c:pt>
                <c:pt idx="56">
                  <c:v>35.299999999999997</c:v>
                </c:pt>
                <c:pt idx="57">
                  <c:v>26.1</c:v>
                </c:pt>
                <c:pt idx="58">
                  <c:v>27.2</c:v>
                </c:pt>
                <c:pt idx="59">
                  <c:v>29.2</c:v>
                </c:pt>
                <c:pt idx="60">
                  <c:v>30.4</c:v>
                </c:pt>
                <c:pt idx="61">
                  <c:v>28</c:v>
                </c:pt>
                <c:pt idx="62">
                  <c:v>29.8</c:v>
                </c:pt>
                <c:pt idx="63">
                  <c:v>24.7</c:v>
                </c:pt>
                <c:pt idx="64">
                  <c:v>20.100000000000001</c:v>
                </c:pt>
                <c:pt idx="65">
                  <c:v>37.799999999999997</c:v>
                </c:pt>
                <c:pt idx="66">
                  <c:v>40.5</c:v>
                </c:pt>
                <c:pt idx="67">
                  <c:v>18.7</c:v>
                </c:pt>
                <c:pt idx="68">
                  <c:v>21.5</c:v>
                </c:pt>
                <c:pt idx="69">
                  <c:v>19.2</c:v>
                </c:pt>
                <c:pt idx="70">
                  <c:v>19.899999999999999</c:v>
                </c:pt>
                <c:pt idx="71">
                  <c:v>9.3000000000000007</c:v>
                </c:pt>
                <c:pt idx="72">
                  <c:v>16</c:v>
                </c:pt>
                <c:pt idx="73">
                  <c:v>9.8000000000000007</c:v>
                </c:pt>
                <c:pt idx="74">
                  <c:v>13.8</c:v>
                </c:pt>
                <c:pt idx="75">
                  <c:v>14.2</c:v>
                </c:pt>
                <c:pt idx="76">
                  <c:v>12.6</c:v>
                </c:pt>
                <c:pt idx="77">
                  <c:v>14.3</c:v>
                </c:pt>
                <c:pt idx="78">
                  <c:v>13.9</c:v>
                </c:pt>
                <c:pt idx="79">
                  <c:v>13.3</c:v>
                </c:pt>
                <c:pt idx="80">
                  <c:v>9.1999999999999993</c:v>
                </c:pt>
                <c:pt idx="81">
                  <c:v>14.3</c:v>
                </c:pt>
                <c:pt idx="82">
                  <c:v>13.3</c:v>
                </c:pt>
                <c:pt idx="83">
                  <c:v>14.4</c:v>
                </c:pt>
                <c:pt idx="84">
                  <c:v>11.6</c:v>
                </c:pt>
                <c:pt idx="85">
                  <c:v>14.3</c:v>
                </c:pt>
                <c:pt idx="86">
                  <c:v>13.1</c:v>
                </c:pt>
                <c:pt idx="87">
                  <c:v>13.3</c:v>
                </c:pt>
                <c:pt idx="88">
                  <c:v>12.3</c:v>
                </c:pt>
                <c:pt idx="89">
                  <c:v>16</c:v>
                </c:pt>
                <c:pt idx="90">
                  <c:v>11</c:v>
                </c:pt>
                <c:pt idx="91">
                  <c:v>14.4</c:v>
                </c:pt>
                <c:pt idx="92">
                  <c:v>13.8</c:v>
                </c:pt>
                <c:pt idx="93">
                  <c:v>11.7</c:v>
                </c:pt>
                <c:pt idx="94">
                  <c:v>13.8</c:v>
                </c:pt>
                <c:pt idx="95">
                  <c:v>9.9</c:v>
                </c:pt>
                <c:pt idx="96">
                  <c:v>18.7</c:v>
                </c:pt>
                <c:pt idx="97">
                  <c:v>11.6</c:v>
                </c:pt>
                <c:pt idx="98">
                  <c:v>12.7</c:v>
                </c:pt>
                <c:pt idx="99">
                  <c:v>9.8000000000000007</c:v>
                </c:pt>
                <c:pt idx="100">
                  <c:v>11.5</c:v>
                </c:pt>
                <c:pt idx="101">
                  <c:v>10.9</c:v>
                </c:pt>
                <c:pt idx="102">
                  <c:v>10.4</c:v>
                </c:pt>
                <c:pt idx="103">
                  <c:v>11.5</c:v>
                </c:pt>
                <c:pt idx="104">
                  <c:v>16.5</c:v>
                </c:pt>
                <c:pt idx="105">
                  <c:v>11.5</c:v>
                </c:pt>
                <c:pt idx="106">
                  <c:v>14.2</c:v>
                </c:pt>
                <c:pt idx="107">
                  <c:v>11.7</c:v>
                </c:pt>
                <c:pt idx="108">
                  <c:v>15</c:v>
                </c:pt>
                <c:pt idx="109">
                  <c:v>13.8</c:v>
                </c:pt>
                <c:pt idx="110">
                  <c:v>8.8000000000000007</c:v>
                </c:pt>
                <c:pt idx="111">
                  <c:v>12.7</c:v>
                </c:pt>
                <c:pt idx="112">
                  <c:v>11</c:v>
                </c:pt>
                <c:pt idx="113">
                  <c:v>15.4</c:v>
                </c:pt>
                <c:pt idx="114">
                  <c:v>11.6</c:v>
                </c:pt>
                <c:pt idx="115">
                  <c:v>12.8</c:v>
                </c:pt>
                <c:pt idx="116">
                  <c:v>11.9</c:v>
                </c:pt>
                <c:pt idx="117">
                  <c:v>22</c:v>
                </c:pt>
                <c:pt idx="118">
                  <c:v>14.7</c:v>
                </c:pt>
                <c:pt idx="119">
                  <c:v>15.7</c:v>
                </c:pt>
                <c:pt idx="120">
                  <c:v>13.2</c:v>
                </c:pt>
                <c:pt idx="121">
                  <c:v>16.8</c:v>
                </c:pt>
                <c:pt idx="122">
                  <c:v>11.2</c:v>
                </c:pt>
                <c:pt idx="123">
                  <c:v>16.399999999999999</c:v>
                </c:pt>
                <c:pt idx="124">
                  <c:v>13.3</c:v>
                </c:pt>
                <c:pt idx="125">
                  <c:v>13.5</c:v>
                </c:pt>
                <c:pt idx="126">
                  <c:v>17</c:v>
                </c:pt>
                <c:pt idx="127">
                  <c:v>10.1</c:v>
                </c:pt>
                <c:pt idx="128">
                  <c:v>17.3</c:v>
                </c:pt>
                <c:pt idx="129">
                  <c:v>13.6</c:v>
                </c:pt>
                <c:pt idx="130">
                  <c:v>11.5</c:v>
                </c:pt>
                <c:pt idx="131">
                  <c:v>12.9</c:v>
                </c:pt>
                <c:pt idx="132">
                  <c:v>14.6</c:v>
                </c:pt>
                <c:pt idx="133">
                  <c:v>12.9</c:v>
                </c:pt>
                <c:pt idx="134">
                  <c:v>12.9</c:v>
                </c:pt>
                <c:pt idx="135">
                  <c:v>16.2</c:v>
                </c:pt>
                <c:pt idx="136">
                  <c:v>16.8</c:v>
                </c:pt>
                <c:pt idx="137">
                  <c:v>18.3</c:v>
                </c:pt>
                <c:pt idx="138">
                  <c:v>16.8</c:v>
                </c:pt>
                <c:pt idx="139">
                  <c:v>12.7</c:v>
                </c:pt>
                <c:pt idx="140">
                  <c:v>16.100000000000001</c:v>
                </c:pt>
                <c:pt idx="141">
                  <c:v>12.7</c:v>
                </c:pt>
                <c:pt idx="142">
                  <c:v>16</c:v>
                </c:pt>
                <c:pt idx="143">
                  <c:v>11</c:v>
                </c:pt>
                <c:pt idx="144">
                  <c:v>15.7</c:v>
                </c:pt>
                <c:pt idx="145">
                  <c:v>14</c:v>
                </c:pt>
                <c:pt idx="146">
                  <c:v>18.399999999999999</c:v>
                </c:pt>
                <c:pt idx="147">
                  <c:v>11.2</c:v>
                </c:pt>
                <c:pt idx="148">
                  <c:v>17.5</c:v>
                </c:pt>
                <c:pt idx="149">
                  <c:v>11.7</c:v>
                </c:pt>
                <c:pt idx="150">
                  <c:v>15.4</c:v>
                </c:pt>
                <c:pt idx="151">
                  <c:v>12.9</c:v>
                </c:pt>
                <c:pt idx="152">
                  <c:v>12.9</c:v>
                </c:pt>
                <c:pt idx="153">
                  <c:v>13.9</c:v>
                </c:pt>
                <c:pt idx="154">
                  <c:v>12.7</c:v>
                </c:pt>
                <c:pt idx="155">
                  <c:v>26.2</c:v>
                </c:pt>
                <c:pt idx="156">
                  <c:v>27.6</c:v>
                </c:pt>
                <c:pt idx="157">
                  <c:v>17.3</c:v>
                </c:pt>
                <c:pt idx="158">
                  <c:v>16.8</c:v>
                </c:pt>
                <c:pt idx="159">
                  <c:v>18</c:v>
                </c:pt>
                <c:pt idx="160">
                  <c:v>13.5</c:v>
                </c:pt>
                <c:pt idx="161">
                  <c:v>14.6</c:v>
                </c:pt>
                <c:pt idx="162">
                  <c:v>23.1</c:v>
                </c:pt>
                <c:pt idx="163">
                  <c:v>23</c:v>
                </c:pt>
                <c:pt idx="164">
                  <c:v>21.3</c:v>
                </c:pt>
                <c:pt idx="165">
                  <c:v>18.100000000000001</c:v>
                </c:pt>
                <c:pt idx="166">
                  <c:v>14.7</c:v>
                </c:pt>
                <c:pt idx="167">
                  <c:v>68.2</c:v>
                </c:pt>
                <c:pt idx="168">
                  <c:v>56.4</c:v>
                </c:pt>
                <c:pt idx="169">
                  <c:v>30.6</c:v>
                </c:pt>
                <c:pt idx="170">
                  <c:v>22.7</c:v>
                </c:pt>
                <c:pt idx="171">
                  <c:v>18.100000000000001</c:v>
                </c:pt>
                <c:pt idx="172">
                  <c:v>22.2</c:v>
                </c:pt>
                <c:pt idx="173">
                  <c:v>21.2</c:v>
                </c:pt>
                <c:pt idx="174">
                  <c:v>25.5</c:v>
                </c:pt>
                <c:pt idx="175">
                  <c:v>19.100000000000001</c:v>
                </c:pt>
                <c:pt idx="176">
                  <c:v>19.899999999999999</c:v>
                </c:pt>
                <c:pt idx="177">
                  <c:v>20.8</c:v>
                </c:pt>
                <c:pt idx="178">
                  <c:v>18.7</c:v>
                </c:pt>
                <c:pt idx="179">
                  <c:v>20.3</c:v>
                </c:pt>
                <c:pt idx="180">
                  <c:v>20.5</c:v>
                </c:pt>
                <c:pt idx="181">
                  <c:v>15.2</c:v>
                </c:pt>
                <c:pt idx="182">
                  <c:v>21.6</c:v>
                </c:pt>
                <c:pt idx="183">
                  <c:v>16.899999999999999</c:v>
                </c:pt>
                <c:pt idx="184">
                  <c:v>19.399999999999999</c:v>
                </c:pt>
                <c:pt idx="185">
                  <c:v>18.399999999999999</c:v>
                </c:pt>
                <c:pt idx="186">
                  <c:v>19.7</c:v>
                </c:pt>
                <c:pt idx="187">
                  <c:v>29.6</c:v>
                </c:pt>
                <c:pt idx="188">
                  <c:v>26.4</c:v>
                </c:pt>
                <c:pt idx="189">
                  <c:v>16.899999999999999</c:v>
                </c:pt>
                <c:pt idx="190">
                  <c:v>18.399999999999999</c:v>
                </c:pt>
                <c:pt idx="191">
                  <c:v>17.399999999999999</c:v>
                </c:pt>
                <c:pt idx="192">
                  <c:v>17.8</c:v>
                </c:pt>
                <c:pt idx="193">
                  <c:v>19.100000000000001</c:v>
                </c:pt>
                <c:pt idx="194">
                  <c:v>35</c:v>
                </c:pt>
                <c:pt idx="195">
                  <c:v>16.2</c:v>
                </c:pt>
                <c:pt idx="196">
                  <c:v>18.600000000000001</c:v>
                </c:pt>
                <c:pt idx="197">
                  <c:v>17.2</c:v>
                </c:pt>
                <c:pt idx="198">
                  <c:v>14.3</c:v>
                </c:pt>
                <c:pt idx="199">
                  <c:v>13.5</c:v>
                </c:pt>
                <c:pt idx="200">
                  <c:v>24.5</c:v>
                </c:pt>
                <c:pt idx="201">
                  <c:v>73.900000000000006</c:v>
                </c:pt>
                <c:pt idx="202">
                  <c:v>46.2</c:v>
                </c:pt>
                <c:pt idx="203">
                  <c:v>43.7</c:v>
                </c:pt>
                <c:pt idx="204">
                  <c:v>19.3</c:v>
                </c:pt>
                <c:pt idx="205">
                  <c:v>15.9</c:v>
                </c:pt>
                <c:pt idx="206">
                  <c:v>20.100000000000001</c:v>
                </c:pt>
                <c:pt idx="207">
                  <c:v>14.9</c:v>
                </c:pt>
                <c:pt idx="208">
                  <c:v>16.5</c:v>
                </c:pt>
                <c:pt idx="209">
                  <c:v>13.6</c:v>
                </c:pt>
                <c:pt idx="210">
                  <c:v>15.9</c:v>
                </c:pt>
                <c:pt idx="211">
                  <c:v>15.2</c:v>
                </c:pt>
                <c:pt idx="212">
                  <c:v>14.3</c:v>
                </c:pt>
                <c:pt idx="213">
                  <c:v>16.2</c:v>
                </c:pt>
                <c:pt idx="214">
                  <c:v>23.5</c:v>
                </c:pt>
                <c:pt idx="215">
                  <c:v>20.8</c:v>
                </c:pt>
                <c:pt idx="216">
                  <c:v>19.600000000000001</c:v>
                </c:pt>
                <c:pt idx="217">
                  <c:v>14.3</c:v>
                </c:pt>
                <c:pt idx="218">
                  <c:v>16.399999999999999</c:v>
                </c:pt>
                <c:pt idx="219">
                  <c:v>13.7</c:v>
                </c:pt>
                <c:pt idx="220">
                  <c:v>15.7</c:v>
                </c:pt>
                <c:pt idx="221">
                  <c:v>20.3</c:v>
                </c:pt>
                <c:pt idx="222">
                  <c:v>16.5</c:v>
                </c:pt>
                <c:pt idx="223">
                  <c:v>14.1</c:v>
                </c:pt>
                <c:pt idx="224">
                  <c:v>14.6</c:v>
                </c:pt>
                <c:pt idx="225">
                  <c:v>11.9</c:v>
                </c:pt>
                <c:pt idx="226">
                  <c:v>17</c:v>
                </c:pt>
                <c:pt idx="227">
                  <c:v>12.8</c:v>
                </c:pt>
                <c:pt idx="228">
                  <c:v>14.6</c:v>
                </c:pt>
                <c:pt idx="229">
                  <c:v>12.2</c:v>
                </c:pt>
                <c:pt idx="230">
                  <c:v>17.100000000000001</c:v>
                </c:pt>
                <c:pt idx="231">
                  <c:v>12.9</c:v>
                </c:pt>
                <c:pt idx="232">
                  <c:v>13.7</c:v>
                </c:pt>
                <c:pt idx="233">
                  <c:v>11.6</c:v>
                </c:pt>
                <c:pt idx="234">
                  <c:v>16.399999999999999</c:v>
                </c:pt>
                <c:pt idx="235">
                  <c:v>9.3000000000000007</c:v>
                </c:pt>
                <c:pt idx="236">
                  <c:v>18.2</c:v>
                </c:pt>
                <c:pt idx="237">
                  <c:v>12.3</c:v>
                </c:pt>
                <c:pt idx="238">
                  <c:v>14.6</c:v>
                </c:pt>
                <c:pt idx="239">
                  <c:v>12.7</c:v>
                </c:pt>
                <c:pt idx="240">
                  <c:v>19.5</c:v>
                </c:pt>
                <c:pt idx="241">
                  <c:v>25.2</c:v>
                </c:pt>
                <c:pt idx="242">
                  <c:v>16.600000000000001</c:v>
                </c:pt>
                <c:pt idx="243">
                  <c:v>14.6</c:v>
                </c:pt>
                <c:pt idx="244">
                  <c:v>13.2</c:v>
                </c:pt>
                <c:pt idx="245">
                  <c:v>15.8</c:v>
                </c:pt>
                <c:pt idx="246">
                  <c:v>20.3</c:v>
                </c:pt>
                <c:pt idx="247">
                  <c:v>14.1</c:v>
                </c:pt>
                <c:pt idx="248">
                  <c:v>14.6</c:v>
                </c:pt>
                <c:pt idx="249">
                  <c:v>27.4</c:v>
                </c:pt>
                <c:pt idx="250">
                  <c:v>13.9</c:v>
                </c:pt>
                <c:pt idx="251">
                  <c:v>14.9</c:v>
                </c:pt>
                <c:pt idx="252">
                  <c:v>13.8</c:v>
                </c:pt>
                <c:pt idx="253">
                  <c:v>10.8</c:v>
                </c:pt>
                <c:pt idx="254">
                  <c:v>14.6</c:v>
                </c:pt>
                <c:pt idx="255">
                  <c:v>19.399999999999999</c:v>
                </c:pt>
                <c:pt idx="256">
                  <c:v>20.3</c:v>
                </c:pt>
                <c:pt idx="257">
                  <c:v>17.100000000000001</c:v>
                </c:pt>
                <c:pt idx="258">
                  <c:v>8.6</c:v>
                </c:pt>
                <c:pt idx="259">
                  <c:v>12.3</c:v>
                </c:pt>
                <c:pt idx="260">
                  <c:v>12.4</c:v>
                </c:pt>
                <c:pt idx="261">
                  <c:v>15.3</c:v>
                </c:pt>
                <c:pt idx="262">
                  <c:v>11</c:v>
                </c:pt>
                <c:pt idx="263">
                  <c:v>13.9</c:v>
                </c:pt>
                <c:pt idx="264">
                  <c:v>15.2</c:v>
                </c:pt>
                <c:pt idx="265">
                  <c:v>22.2</c:v>
                </c:pt>
                <c:pt idx="266">
                  <c:v>60.5</c:v>
                </c:pt>
                <c:pt idx="267">
                  <c:v>59.2</c:v>
                </c:pt>
                <c:pt idx="268">
                  <c:v>23.4</c:v>
                </c:pt>
                <c:pt idx="269">
                  <c:v>9.9</c:v>
                </c:pt>
                <c:pt idx="270">
                  <c:v>11.1</c:v>
                </c:pt>
                <c:pt idx="271">
                  <c:v>21.9</c:v>
                </c:pt>
                <c:pt idx="272">
                  <c:v>18.7</c:v>
                </c:pt>
                <c:pt idx="273">
                  <c:v>15.7</c:v>
                </c:pt>
                <c:pt idx="274">
                  <c:v>13.5</c:v>
                </c:pt>
                <c:pt idx="275">
                  <c:v>14.9</c:v>
                </c:pt>
                <c:pt idx="276">
                  <c:v>14.4</c:v>
                </c:pt>
                <c:pt idx="277">
                  <c:v>20.6</c:v>
                </c:pt>
                <c:pt idx="278">
                  <c:v>17</c:v>
                </c:pt>
                <c:pt idx="279">
                  <c:v>14</c:v>
                </c:pt>
                <c:pt idx="280">
                  <c:v>14</c:v>
                </c:pt>
                <c:pt idx="281">
                  <c:v>12.9</c:v>
                </c:pt>
                <c:pt idx="282">
                  <c:v>15.2</c:v>
                </c:pt>
                <c:pt idx="283">
                  <c:v>22.8</c:v>
                </c:pt>
                <c:pt idx="284">
                  <c:v>20.6</c:v>
                </c:pt>
                <c:pt idx="285">
                  <c:v>17.7</c:v>
                </c:pt>
                <c:pt idx="286">
                  <c:v>16.3</c:v>
                </c:pt>
                <c:pt idx="287">
                  <c:v>18.7</c:v>
                </c:pt>
                <c:pt idx="288">
                  <c:v>12.6</c:v>
                </c:pt>
                <c:pt idx="289">
                  <c:v>17.899999999999999</c:v>
                </c:pt>
                <c:pt idx="290">
                  <c:v>13.6</c:v>
                </c:pt>
                <c:pt idx="291">
                  <c:v>18.8</c:v>
                </c:pt>
                <c:pt idx="292">
                  <c:v>16.899999999999999</c:v>
                </c:pt>
                <c:pt idx="293">
                  <c:v>18.8</c:v>
                </c:pt>
                <c:pt idx="294">
                  <c:v>19</c:v>
                </c:pt>
                <c:pt idx="295">
                  <c:v>14.1</c:v>
                </c:pt>
                <c:pt idx="296">
                  <c:v>18.100000000000001</c:v>
                </c:pt>
                <c:pt idx="297">
                  <c:v>14.8</c:v>
                </c:pt>
                <c:pt idx="298">
                  <c:v>14.9</c:v>
                </c:pt>
                <c:pt idx="299">
                  <c:v>11.7</c:v>
                </c:pt>
                <c:pt idx="300">
                  <c:v>11.5</c:v>
                </c:pt>
                <c:pt idx="301">
                  <c:v>12.7</c:v>
                </c:pt>
                <c:pt idx="302">
                  <c:v>14</c:v>
                </c:pt>
                <c:pt idx="303">
                  <c:v>21.4</c:v>
                </c:pt>
                <c:pt idx="304">
                  <c:v>21.6</c:v>
                </c:pt>
                <c:pt idx="305">
                  <c:v>15.5</c:v>
                </c:pt>
                <c:pt idx="306">
                  <c:v>19.5</c:v>
                </c:pt>
                <c:pt idx="307">
                  <c:v>15.1</c:v>
                </c:pt>
                <c:pt idx="308">
                  <c:v>20.100000000000001</c:v>
                </c:pt>
                <c:pt idx="309">
                  <c:v>23.8</c:v>
                </c:pt>
                <c:pt idx="310">
                  <c:v>15.7</c:v>
                </c:pt>
                <c:pt idx="311">
                  <c:v>11.8</c:v>
                </c:pt>
                <c:pt idx="312">
                  <c:v>15.2</c:v>
                </c:pt>
                <c:pt idx="313">
                  <c:v>12.1</c:v>
                </c:pt>
                <c:pt idx="314">
                  <c:v>13.9</c:v>
                </c:pt>
                <c:pt idx="315">
                  <c:v>11.8</c:v>
                </c:pt>
                <c:pt idx="316">
                  <c:v>15.8</c:v>
                </c:pt>
                <c:pt idx="317">
                  <c:v>11.2</c:v>
                </c:pt>
                <c:pt idx="318">
                  <c:v>14.9</c:v>
                </c:pt>
                <c:pt idx="319">
                  <c:v>14.6</c:v>
                </c:pt>
                <c:pt idx="320">
                  <c:v>24.7</c:v>
                </c:pt>
                <c:pt idx="321">
                  <c:v>18.100000000000001</c:v>
                </c:pt>
                <c:pt idx="322">
                  <c:v>21.7</c:v>
                </c:pt>
                <c:pt idx="323">
                  <c:v>71.400000000000006</c:v>
                </c:pt>
                <c:pt idx="324">
                  <c:v>41.4</c:v>
                </c:pt>
                <c:pt idx="325">
                  <c:v>20.2</c:v>
                </c:pt>
                <c:pt idx="326">
                  <c:v>17.8</c:v>
                </c:pt>
                <c:pt idx="327">
                  <c:v>18.600000000000001</c:v>
                </c:pt>
                <c:pt idx="328">
                  <c:v>16.5</c:v>
                </c:pt>
                <c:pt idx="329">
                  <c:v>9.9</c:v>
                </c:pt>
                <c:pt idx="330">
                  <c:v>18.399999999999999</c:v>
                </c:pt>
                <c:pt idx="331">
                  <c:v>12.8</c:v>
                </c:pt>
                <c:pt idx="332">
                  <c:v>14.6</c:v>
                </c:pt>
                <c:pt idx="333">
                  <c:v>12.8</c:v>
                </c:pt>
                <c:pt idx="334">
                  <c:v>16.100000000000001</c:v>
                </c:pt>
                <c:pt idx="335">
                  <c:v>12.3</c:v>
                </c:pt>
                <c:pt idx="336">
                  <c:v>19.399999999999999</c:v>
                </c:pt>
                <c:pt idx="337">
                  <c:v>11.1</c:v>
                </c:pt>
                <c:pt idx="338">
                  <c:v>15.1</c:v>
                </c:pt>
                <c:pt idx="339">
                  <c:v>14.6</c:v>
                </c:pt>
                <c:pt idx="340">
                  <c:v>16.399999999999999</c:v>
                </c:pt>
                <c:pt idx="341">
                  <c:v>11.2</c:v>
                </c:pt>
                <c:pt idx="342">
                  <c:v>15.6</c:v>
                </c:pt>
                <c:pt idx="343">
                  <c:v>13.9</c:v>
                </c:pt>
                <c:pt idx="344">
                  <c:v>14.6</c:v>
                </c:pt>
                <c:pt idx="345">
                  <c:v>12.9</c:v>
                </c:pt>
                <c:pt idx="346">
                  <c:v>42.4</c:v>
                </c:pt>
                <c:pt idx="347">
                  <c:v>42.7</c:v>
                </c:pt>
                <c:pt idx="348">
                  <c:v>25.3</c:v>
                </c:pt>
                <c:pt idx="349">
                  <c:v>22.5</c:v>
                </c:pt>
                <c:pt idx="350">
                  <c:v>82.2</c:v>
                </c:pt>
                <c:pt idx="351">
                  <c:v>60.8</c:v>
                </c:pt>
                <c:pt idx="352">
                  <c:v>23.9</c:v>
                </c:pt>
                <c:pt idx="353">
                  <c:v>57.1</c:v>
                </c:pt>
                <c:pt idx="354">
                  <c:v>70.3</c:v>
                </c:pt>
                <c:pt idx="355">
                  <c:v>44.4</c:v>
                </c:pt>
                <c:pt idx="356">
                  <c:v>33.1</c:v>
                </c:pt>
                <c:pt idx="357">
                  <c:v>22.2</c:v>
                </c:pt>
                <c:pt idx="358">
                  <c:v>18.7</c:v>
                </c:pt>
                <c:pt idx="359">
                  <c:v>29.6</c:v>
                </c:pt>
                <c:pt idx="360">
                  <c:v>20.100000000000001</c:v>
                </c:pt>
                <c:pt idx="361">
                  <c:v>24.2</c:v>
                </c:pt>
                <c:pt idx="362">
                  <c:v>23.3</c:v>
                </c:pt>
                <c:pt idx="363">
                  <c:v>15.1</c:v>
                </c:pt>
                <c:pt idx="364">
                  <c:v>13</c:v>
                </c:pt>
                <c:pt idx="365">
                  <c:v>16.2</c:v>
                </c:pt>
                <c:pt idx="366">
                  <c:v>14.9</c:v>
                </c:pt>
                <c:pt idx="367">
                  <c:v>14.9</c:v>
                </c:pt>
                <c:pt idx="368">
                  <c:v>16.2</c:v>
                </c:pt>
                <c:pt idx="369">
                  <c:v>20.8</c:v>
                </c:pt>
                <c:pt idx="370">
                  <c:v>22.4</c:v>
                </c:pt>
                <c:pt idx="371">
                  <c:v>18</c:v>
                </c:pt>
                <c:pt idx="372">
                  <c:v>20.399999999999999</c:v>
                </c:pt>
                <c:pt idx="373">
                  <c:v>23.4</c:v>
                </c:pt>
                <c:pt idx="374">
                  <c:v>14.7</c:v>
                </c:pt>
                <c:pt idx="375">
                  <c:v>13.6</c:v>
                </c:pt>
                <c:pt idx="376">
                  <c:v>17</c:v>
                </c:pt>
                <c:pt idx="377">
                  <c:v>16.600000000000001</c:v>
                </c:pt>
                <c:pt idx="378">
                  <c:v>75.900000000000006</c:v>
                </c:pt>
                <c:pt idx="379">
                  <c:v>47.2</c:v>
                </c:pt>
                <c:pt idx="380">
                  <c:v>24.7</c:v>
                </c:pt>
                <c:pt idx="381">
                  <c:v>24.5</c:v>
                </c:pt>
                <c:pt idx="382">
                  <c:v>15</c:v>
                </c:pt>
                <c:pt idx="383">
                  <c:v>16.600000000000001</c:v>
                </c:pt>
                <c:pt idx="384">
                  <c:v>12.8</c:v>
                </c:pt>
                <c:pt idx="385">
                  <c:v>15.3</c:v>
                </c:pt>
                <c:pt idx="386">
                  <c:v>21.7</c:v>
                </c:pt>
                <c:pt idx="387">
                  <c:v>18.399999999999999</c:v>
                </c:pt>
                <c:pt idx="388">
                  <c:v>17.5</c:v>
                </c:pt>
                <c:pt idx="389">
                  <c:v>16.600000000000001</c:v>
                </c:pt>
                <c:pt idx="390">
                  <c:v>16.8</c:v>
                </c:pt>
                <c:pt idx="391">
                  <c:v>23.1</c:v>
                </c:pt>
                <c:pt idx="392">
                  <c:v>43</c:v>
                </c:pt>
                <c:pt idx="393">
                  <c:v>29</c:v>
                </c:pt>
                <c:pt idx="394">
                  <c:v>17.3</c:v>
                </c:pt>
                <c:pt idx="395">
                  <c:v>13.3</c:v>
                </c:pt>
                <c:pt idx="396">
                  <c:v>17.100000000000001</c:v>
                </c:pt>
                <c:pt idx="397">
                  <c:v>11.9</c:v>
                </c:pt>
                <c:pt idx="398">
                  <c:v>13.8</c:v>
                </c:pt>
                <c:pt idx="399">
                  <c:v>13.5</c:v>
                </c:pt>
                <c:pt idx="400">
                  <c:v>15.5</c:v>
                </c:pt>
                <c:pt idx="401">
                  <c:v>13.9</c:v>
                </c:pt>
                <c:pt idx="402">
                  <c:v>15</c:v>
                </c:pt>
                <c:pt idx="403">
                  <c:v>14.4</c:v>
                </c:pt>
                <c:pt idx="404">
                  <c:v>14.5</c:v>
                </c:pt>
                <c:pt idx="405">
                  <c:v>12.3</c:v>
                </c:pt>
                <c:pt idx="406">
                  <c:v>14.8</c:v>
                </c:pt>
                <c:pt idx="407">
                  <c:v>15.3</c:v>
                </c:pt>
                <c:pt idx="408">
                  <c:v>14.6</c:v>
                </c:pt>
                <c:pt idx="409">
                  <c:v>15.8</c:v>
                </c:pt>
                <c:pt idx="410">
                  <c:v>30</c:v>
                </c:pt>
                <c:pt idx="411">
                  <c:v>72.599999999999994</c:v>
                </c:pt>
                <c:pt idx="412">
                  <c:v>40.9</c:v>
                </c:pt>
                <c:pt idx="413">
                  <c:v>14.6</c:v>
                </c:pt>
                <c:pt idx="414">
                  <c:v>14</c:v>
                </c:pt>
                <c:pt idx="415">
                  <c:v>14.1</c:v>
                </c:pt>
                <c:pt idx="416">
                  <c:v>15.5</c:v>
                </c:pt>
                <c:pt idx="417">
                  <c:v>15.2</c:v>
                </c:pt>
                <c:pt idx="418">
                  <c:v>11.8</c:v>
                </c:pt>
                <c:pt idx="419">
                  <c:v>13.9</c:v>
                </c:pt>
                <c:pt idx="420">
                  <c:v>13.1</c:v>
                </c:pt>
                <c:pt idx="421">
                  <c:v>12.8</c:v>
                </c:pt>
                <c:pt idx="422">
                  <c:v>12.4</c:v>
                </c:pt>
                <c:pt idx="423">
                  <c:v>15.1</c:v>
                </c:pt>
                <c:pt idx="424">
                  <c:v>30.5</c:v>
                </c:pt>
                <c:pt idx="425">
                  <c:v>31.6</c:v>
                </c:pt>
                <c:pt idx="426">
                  <c:v>17.8</c:v>
                </c:pt>
                <c:pt idx="427">
                  <c:v>17.5</c:v>
                </c:pt>
                <c:pt idx="428">
                  <c:v>16.899999999999999</c:v>
                </c:pt>
                <c:pt idx="429">
                  <c:v>16</c:v>
                </c:pt>
                <c:pt idx="430">
                  <c:v>18.100000000000001</c:v>
                </c:pt>
                <c:pt idx="431">
                  <c:v>14.1</c:v>
                </c:pt>
                <c:pt idx="432">
                  <c:v>17.899999999999999</c:v>
                </c:pt>
                <c:pt idx="433">
                  <c:v>10.5</c:v>
                </c:pt>
                <c:pt idx="434">
                  <c:v>16.100000000000001</c:v>
                </c:pt>
                <c:pt idx="435">
                  <c:v>10.6</c:v>
                </c:pt>
                <c:pt idx="436">
                  <c:v>19.3</c:v>
                </c:pt>
                <c:pt idx="437">
                  <c:v>21.8</c:v>
                </c:pt>
                <c:pt idx="438">
                  <c:v>57</c:v>
                </c:pt>
                <c:pt idx="439">
                  <c:v>59.9</c:v>
                </c:pt>
                <c:pt idx="440">
                  <c:v>24.7</c:v>
                </c:pt>
                <c:pt idx="441">
                  <c:v>11</c:v>
                </c:pt>
                <c:pt idx="442">
                  <c:v>12.1</c:v>
                </c:pt>
                <c:pt idx="443">
                  <c:v>11.5</c:v>
                </c:pt>
                <c:pt idx="444">
                  <c:v>9.1</c:v>
                </c:pt>
                <c:pt idx="445">
                  <c:v>14.6</c:v>
                </c:pt>
                <c:pt idx="446">
                  <c:v>16.399999999999999</c:v>
                </c:pt>
                <c:pt idx="447">
                  <c:v>12.7</c:v>
                </c:pt>
                <c:pt idx="448">
                  <c:v>10.6</c:v>
                </c:pt>
                <c:pt idx="449">
                  <c:v>13</c:v>
                </c:pt>
                <c:pt idx="450">
                  <c:v>14.6</c:v>
                </c:pt>
                <c:pt idx="451">
                  <c:v>15.6</c:v>
                </c:pt>
                <c:pt idx="452">
                  <c:v>9.3000000000000007</c:v>
                </c:pt>
                <c:pt idx="453">
                  <c:v>14.9</c:v>
                </c:pt>
                <c:pt idx="454">
                  <c:v>9.9</c:v>
                </c:pt>
                <c:pt idx="455">
                  <c:v>12.7</c:v>
                </c:pt>
                <c:pt idx="456">
                  <c:v>15.3</c:v>
                </c:pt>
                <c:pt idx="457">
                  <c:v>11.9</c:v>
                </c:pt>
                <c:pt idx="458">
                  <c:v>9.9</c:v>
                </c:pt>
                <c:pt idx="459">
                  <c:v>13.2</c:v>
                </c:pt>
                <c:pt idx="460">
                  <c:v>10.9</c:v>
                </c:pt>
                <c:pt idx="461">
                  <c:v>12.6</c:v>
                </c:pt>
                <c:pt idx="462">
                  <c:v>6.7</c:v>
                </c:pt>
                <c:pt idx="463">
                  <c:v>11.4</c:v>
                </c:pt>
                <c:pt idx="464">
                  <c:v>18.899999999999999</c:v>
                </c:pt>
                <c:pt idx="465">
                  <c:v>14</c:v>
                </c:pt>
                <c:pt idx="466">
                  <c:v>21.8</c:v>
                </c:pt>
                <c:pt idx="467">
                  <c:v>15.6</c:v>
                </c:pt>
                <c:pt idx="468">
                  <c:v>15</c:v>
                </c:pt>
                <c:pt idx="469">
                  <c:v>10.4</c:v>
                </c:pt>
                <c:pt idx="470">
                  <c:v>10.4</c:v>
                </c:pt>
                <c:pt idx="471">
                  <c:v>13.1</c:v>
                </c:pt>
                <c:pt idx="472">
                  <c:v>11.9</c:v>
                </c:pt>
                <c:pt idx="473">
                  <c:v>10.9</c:v>
                </c:pt>
                <c:pt idx="474">
                  <c:v>12.7</c:v>
                </c:pt>
                <c:pt idx="475">
                  <c:v>10.8</c:v>
                </c:pt>
                <c:pt idx="476">
                  <c:v>10.6</c:v>
                </c:pt>
                <c:pt idx="477">
                  <c:v>12.4</c:v>
                </c:pt>
                <c:pt idx="478">
                  <c:v>12.6</c:v>
                </c:pt>
                <c:pt idx="479">
                  <c:v>10.3</c:v>
                </c:pt>
                <c:pt idx="480">
                  <c:v>10.3</c:v>
                </c:pt>
                <c:pt idx="481">
                  <c:v>10.3</c:v>
                </c:pt>
                <c:pt idx="482">
                  <c:v>13.8</c:v>
                </c:pt>
                <c:pt idx="483">
                  <c:v>11.9</c:v>
                </c:pt>
                <c:pt idx="484">
                  <c:v>10.3</c:v>
                </c:pt>
                <c:pt idx="485">
                  <c:v>10.3</c:v>
                </c:pt>
                <c:pt idx="486">
                  <c:v>14.5</c:v>
                </c:pt>
                <c:pt idx="487">
                  <c:v>9</c:v>
                </c:pt>
                <c:pt idx="488">
                  <c:v>12.6</c:v>
                </c:pt>
                <c:pt idx="489">
                  <c:v>10.3</c:v>
                </c:pt>
                <c:pt idx="490">
                  <c:v>10.8</c:v>
                </c:pt>
                <c:pt idx="491">
                  <c:v>11.7</c:v>
                </c:pt>
                <c:pt idx="492">
                  <c:v>13.4</c:v>
                </c:pt>
                <c:pt idx="493">
                  <c:v>14.3</c:v>
                </c:pt>
                <c:pt idx="494">
                  <c:v>13</c:v>
                </c:pt>
                <c:pt idx="495">
                  <c:v>16.5</c:v>
                </c:pt>
                <c:pt idx="496">
                  <c:v>20.100000000000001</c:v>
                </c:pt>
                <c:pt idx="497">
                  <c:v>18.899999999999999</c:v>
                </c:pt>
                <c:pt idx="498">
                  <c:v>15</c:v>
                </c:pt>
                <c:pt idx="499">
                  <c:v>14.4</c:v>
                </c:pt>
                <c:pt idx="500">
                  <c:v>10.4</c:v>
                </c:pt>
                <c:pt idx="501">
                  <c:v>12.7</c:v>
                </c:pt>
                <c:pt idx="502">
                  <c:v>13.2</c:v>
                </c:pt>
                <c:pt idx="503">
                  <c:v>22</c:v>
                </c:pt>
                <c:pt idx="504">
                  <c:v>69</c:v>
                </c:pt>
                <c:pt idx="505">
                  <c:v>31.7</c:v>
                </c:pt>
                <c:pt idx="506">
                  <c:v>16.8</c:v>
                </c:pt>
                <c:pt idx="507">
                  <c:v>10.3</c:v>
                </c:pt>
                <c:pt idx="508">
                  <c:v>11.9</c:v>
                </c:pt>
                <c:pt idx="509">
                  <c:v>9.6999999999999993</c:v>
                </c:pt>
                <c:pt idx="510">
                  <c:v>11.5</c:v>
                </c:pt>
                <c:pt idx="511">
                  <c:v>11.9</c:v>
                </c:pt>
                <c:pt idx="512">
                  <c:v>9.6999999999999993</c:v>
                </c:pt>
                <c:pt idx="513">
                  <c:v>10.8</c:v>
                </c:pt>
                <c:pt idx="514">
                  <c:v>10.3</c:v>
                </c:pt>
                <c:pt idx="515">
                  <c:v>11.4</c:v>
                </c:pt>
                <c:pt idx="516">
                  <c:v>17.5</c:v>
                </c:pt>
                <c:pt idx="517">
                  <c:v>11.4</c:v>
                </c:pt>
                <c:pt idx="518">
                  <c:v>11.4</c:v>
                </c:pt>
                <c:pt idx="519">
                  <c:v>10.3</c:v>
                </c:pt>
                <c:pt idx="520">
                  <c:v>13</c:v>
                </c:pt>
                <c:pt idx="521">
                  <c:v>7.3</c:v>
                </c:pt>
                <c:pt idx="522">
                  <c:v>9.6999999999999993</c:v>
                </c:pt>
                <c:pt idx="523">
                  <c:v>11.4</c:v>
                </c:pt>
                <c:pt idx="524">
                  <c:v>14.2</c:v>
                </c:pt>
                <c:pt idx="525">
                  <c:v>10.3</c:v>
                </c:pt>
                <c:pt idx="526">
                  <c:v>12.8</c:v>
                </c:pt>
                <c:pt idx="527">
                  <c:v>12.5</c:v>
                </c:pt>
                <c:pt idx="528">
                  <c:v>12</c:v>
                </c:pt>
                <c:pt idx="529">
                  <c:v>16.899999999999999</c:v>
                </c:pt>
                <c:pt idx="530">
                  <c:v>12.7</c:v>
                </c:pt>
                <c:pt idx="531">
                  <c:v>11.5</c:v>
                </c:pt>
                <c:pt idx="532">
                  <c:v>12.8</c:v>
                </c:pt>
                <c:pt idx="533">
                  <c:v>11.9</c:v>
                </c:pt>
                <c:pt idx="534">
                  <c:v>9.8000000000000007</c:v>
                </c:pt>
                <c:pt idx="535">
                  <c:v>12.5</c:v>
                </c:pt>
                <c:pt idx="536">
                  <c:v>14.5</c:v>
                </c:pt>
                <c:pt idx="537">
                  <c:v>12.7</c:v>
                </c:pt>
                <c:pt idx="538">
                  <c:v>12</c:v>
                </c:pt>
                <c:pt idx="539">
                  <c:v>13.1</c:v>
                </c:pt>
                <c:pt idx="540">
                  <c:v>14.7</c:v>
                </c:pt>
                <c:pt idx="541">
                  <c:v>12</c:v>
                </c:pt>
                <c:pt idx="542">
                  <c:v>12.6</c:v>
                </c:pt>
                <c:pt idx="543">
                  <c:v>11</c:v>
                </c:pt>
                <c:pt idx="544">
                  <c:v>13.1</c:v>
                </c:pt>
                <c:pt idx="545">
                  <c:v>10.9</c:v>
                </c:pt>
                <c:pt idx="546">
                  <c:v>12.3</c:v>
                </c:pt>
                <c:pt idx="547">
                  <c:v>11.9</c:v>
                </c:pt>
                <c:pt idx="548">
                  <c:v>15.2</c:v>
                </c:pt>
                <c:pt idx="549">
                  <c:v>11.5</c:v>
                </c:pt>
                <c:pt idx="550">
                  <c:v>13.8</c:v>
                </c:pt>
                <c:pt idx="551">
                  <c:v>9.6999999999999993</c:v>
                </c:pt>
                <c:pt idx="552">
                  <c:v>12</c:v>
                </c:pt>
                <c:pt idx="553">
                  <c:v>10.8</c:v>
                </c:pt>
                <c:pt idx="554">
                  <c:v>10.3</c:v>
                </c:pt>
                <c:pt idx="555">
                  <c:v>11.9</c:v>
                </c:pt>
                <c:pt idx="556">
                  <c:v>11.8</c:v>
                </c:pt>
                <c:pt idx="557">
                  <c:v>10.3</c:v>
                </c:pt>
                <c:pt idx="558">
                  <c:v>9.6999999999999993</c:v>
                </c:pt>
                <c:pt idx="559">
                  <c:v>12.7</c:v>
                </c:pt>
                <c:pt idx="560">
                  <c:v>8.6</c:v>
                </c:pt>
                <c:pt idx="561">
                  <c:v>10.9</c:v>
                </c:pt>
                <c:pt idx="562">
                  <c:v>10.5</c:v>
                </c:pt>
                <c:pt idx="563">
                  <c:v>9.6999999999999993</c:v>
                </c:pt>
                <c:pt idx="564">
                  <c:v>23.3</c:v>
                </c:pt>
                <c:pt idx="565">
                  <c:v>65.8</c:v>
                </c:pt>
                <c:pt idx="566">
                  <c:v>33.799999999999997</c:v>
                </c:pt>
                <c:pt idx="567">
                  <c:v>12.6</c:v>
                </c:pt>
                <c:pt idx="568">
                  <c:v>12</c:v>
                </c:pt>
                <c:pt idx="569">
                  <c:v>9.1</c:v>
                </c:pt>
                <c:pt idx="570">
                  <c:v>13.7</c:v>
                </c:pt>
                <c:pt idx="571">
                  <c:v>10.3</c:v>
                </c:pt>
                <c:pt idx="572">
                  <c:v>9.1</c:v>
                </c:pt>
                <c:pt idx="573">
                  <c:v>9.6999999999999993</c:v>
                </c:pt>
                <c:pt idx="574">
                  <c:v>12.6</c:v>
                </c:pt>
                <c:pt idx="575">
                  <c:v>11.5</c:v>
                </c:pt>
                <c:pt idx="576">
                  <c:v>15.5</c:v>
                </c:pt>
                <c:pt idx="577">
                  <c:v>11.9</c:v>
                </c:pt>
                <c:pt idx="578">
                  <c:v>15.3</c:v>
                </c:pt>
                <c:pt idx="579">
                  <c:v>10.3</c:v>
                </c:pt>
                <c:pt idx="580">
                  <c:v>11.5</c:v>
                </c:pt>
                <c:pt idx="581">
                  <c:v>13</c:v>
                </c:pt>
                <c:pt idx="582">
                  <c:v>9.1999999999999993</c:v>
                </c:pt>
                <c:pt idx="583">
                  <c:v>12</c:v>
                </c:pt>
                <c:pt idx="584">
                  <c:v>12</c:v>
                </c:pt>
                <c:pt idx="585">
                  <c:v>12.6</c:v>
                </c:pt>
                <c:pt idx="586">
                  <c:v>14.5</c:v>
                </c:pt>
                <c:pt idx="587">
                  <c:v>10.3</c:v>
                </c:pt>
                <c:pt idx="588">
                  <c:v>13.2</c:v>
                </c:pt>
                <c:pt idx="589">
                  <c:v>12.1</c:v>
                </c:pt>
                <c:pt idx="590">
                  <c:v>12.7</c:v>
                </c:pt>
                <c:pt idx="591">
                  <c:v>13.1</c:v>
                </c:pt>
                <c:pt idx="592">
                  <c:v>16</c:v>
                </c:pt>
                <c:pt idx="593">
                  <c:v>11.4</c:v>
                </c:pt>
                <c:pt idx="594">
                  <c:v>11</c:v>
                </c:pt>
                <c:pt idx="595">
                  <c:v>10.3</c:v>
                </c:pt>
                <c:pt idx="596">
                  <c:v>15.1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7D-4812-B266-E52F8EBE30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01160719"/>
        <c:axId val="2001161199"/>
      </c:lineChart>
      <c:catAx>
        <c:axId val="200116071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01161199"/>
        <c:crosses val="autoZero"/>
        <c:auto val="1"/>
        <c:lblAlgn val="ctr"/>
        <c:lblOffset val="100"/>
        <c:noMultiLvlLbl val="0"/>
      </c:catAx>
      <c:valAx>
        <c:axId val="2001161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01160719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Topic1_raw_local!$F$1</c:f>
              <c:strCache>
                <c:ptCount val="1"/>
                <c:pt idx="0">
                  <c:v>CPU Total (%)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Topic1_raw_local!$F$2:$F$602</c:f>
              <c:numCache>
                <c:formatCode>General</c:formatCode>
                <c:ptCount val="601"/>
                <c:pt idx="0">
                  <c:v>26.8</c:v>
                </c:pt>
                <c:pt idx="1">
                  <c:v>23.6</c:v>
                </c:pt>
                <c:pt idx="2">
                  <c:v>69.599999999999994</c:v>
                </c:pt>
                <c:pt idx="3">
                  <c:v>38.299999999999997</c:v>
                </c:pt>
                <c:pt idx="4">
                  <c:v>29.6</c:v>
                </c:pt>
                <c:pt idx="5">
                  <c:v>16.899999999999999</c:v>
                </c:pt>
                <c:pt idx="6">
                  <c:v>12.5</c:v>
                </c:pt>
                <c:pt idx="7">
                  <c:v>8.6999999999999993</c:v>
                </c:pt>
                <c:pt idx="8">
                  <c:v>16.899999999999999</c:v>
                </c:pt>
                <c:pt idx="9">
                  <c:v>19</c:v>
                </c:pt>
                <c:pt idx="10">
                  <c:v>14.4</c:v>
                </c:pt>
                <c:pt idx="11">
                  <c:v>11.2</c:v>
                </c:pt>
                <c:pt idx="12">
                  <c:v>13.5</c:v>
                </c:pt>
                <c:pt idx="13">
                  <c:v>12.9</c:v>
                </c:pt>
                <c:pt idx="14">
                  <c:v>12.7</c:v>
                </c:pt>
                <c:pt idx="15">
                  <c:v>11.6</c:v>
                </c:pt>
                <c:pt idx="16">
                  <c:v>15.2</c:v>
                </c:pt>
                <c:pt idx="17">
                  <c:v>10.4</c:v>
                </c:pt>
                <c:pt idx="18">
                  <c:v>12.8</c:v>
                </c:pt>
                <c:pt idx="19">
                  <c:v>15.8</c:v>
                </c:pt>
                <c:pt idx="20">
                  <c:v>12.8</c:v>
                </c:pt>
                <c:pt idx="21">
                  <c:v>17.3</c:v>
                </c:pt>
                <c:pt idx="22">
                  <c:v>10.5</c:v>
                </c:pt>
                <c:pt idx="23">
                  <c:v>13.2</c:v>
                </c:pt>
                <c:pt idx="24">
                  <c:v>9.9</c:v>
                </c:pt>
                <c:pt idx="25">
                  <c:v>13.9</c:v>
                </c:pt>
                <c:pt idx="26">
                  <c:v>11.8</c:v>
                </c:pt>
                <c:pt idx="27">
                  <c:v>8</c:v>
                </c:pt>
                <c:pt idx="28">
                  <c:v>8.6</c:v>
                </c:pt>
                <c:pt idx="29">
                  <c:v>10.5</c:v>
                </c:pt>
                <c:pt idx="30">
                  <c:v>12.8</c:v>
                </c:pt>
                <c:pt idx="31">
                  <c:v>13.4</c:v>
                </c:pt>
                <c:pt idx="32">
                  <c:v>11.8</c:v>
                </c:pt>
                <c:pt idx="33">
                  <c:v>13</c:v>
                </c:pt>
                <c:pt idx="34">
                  <c:v>13.4</c:v>
                </c:pt>
                <c:pt idx="35">
                  <c:v>12.2</c:v>
                </c:pt>
                <c:pt idx="36">
                  <c:v>17</c:v>
                </c:pt>
                <c:pt idx="37">
                  <c:v>11.7</c:v>
                </c:pt>
                <c:pt idx="38">
                  <c:v>14.9</c:v>
                </c:pt>
                <c:pt idx="39">
                  <c:v>12.9</c:v>
                </c:pt>
                <c:pt idx="40">
                  <c:v>20.5</c:v>
                </c:pt>
                <c:pt idx="41">
                  <c:v>18.600000000000001</c:v>
                </c:pt>
                <c:pt idx="42">
                  <c:v>12.3</c:v>
                </c:pt>
                <c:pt idx="43">
                  <c:v>14.2</c:v>
                </c:pt>
                <c:pt idx="44">
                  <c:v>14.3</c:v>
                </c:pt>
                <c:pt idx="45">
                  <c:v>16.7</c:v>
                </c:pt>
                <c:pt idx="46">
                  <c:v>13</c:v>
                </c:pt>
                <c:pt idx="47">
                  <c:v>15.9</c:v>
                </c:pt>
                <c:pt idx="48">
                  <c:v>11.8</c:v>
                </c:pt>
                <c:pt idx="49">
                  <c:v>10.5</c:v>
                </c:pt>
                <c:pt idx="50">
                  <c:v>15.2</c:v>
                </c:pt>
                <c:pt idx="51">
                  <c:v>11.9</c:v>
                </c:pt>
                <c:pt idx="52">
                  <c:v>15</c:v>
                </c:pt>
                <c:pt idx="53">
                  <c:v>9.4</c:v>
                </c:pt>
                <c:pt idx="54">
                  <c:v>18.2</c:v>
                </c:pt>
                <c:pt idx="55">
                  <c:v>13.6</c:v>
                </c:pt>
                <c:pt idx="56">
                  <c:v>14.7</c:v>
                </c:pt>
                <c:pt idx="57">
                  <c:v>16.399999999999999</c:v>
                </c:pt>
                <c:pt idx="58">
                  <c:v>13.8</c:v>
                </c:pt>
                <c:pt idx="59">
                  <c:v>15</c:v>
                </c:pt>
                <c:pt idx="60">
                  <c:v>14.3</c:v>
                </c:pt>
                <c:pt idx="61">
                  <c:v>23.5</c:v>
                </c:pt>
                <c:pt idx="62">
                  <c:v>23.9</c:v>
                </c:pt>
                <c:pt idx="63">
                  <c:v>25.5</c:v>
                </c:pt>
                <c:pt idx="64">
                  <c:v>28.5</c:v>
                </c:pt>
                <c:pt idx="65">
                  <c:v>27</c:v>
                </c:pt>
                <c:pt idx="66">
                  <c:v>35.5</c:v>
                </c:pt>
                <c:pt idx="67">
                  <c:v>38.299999999999997</c:v>
                </c:pt>
                <c:pt idx="68">
                  <c:v>37.299999999999997</c:v>
                </c:pt>
                <c:pt idx="69">
                  <c:v>33.799999999999997</c:v>
                </c:pt>
                <c:pt idx="70">
                  <c:v>22.6</c:v>
                </c:pt>
                <c:pt idx="71">
                  <c:v>18.8</c:v>
                </c:pt>
                <c:pt idx="72">
                  <c:v>22.2</c:v>
                </c:pt>
                <c:pt idx="73">
                  <c:v>21.6</c:v>
                </c:pt>
                <c:pt idx="74">
                  <c:v>17.8</c:v>
                </c:pt>
                <c:pt idx="75">
                  <c:v>21.8</c:v>
                </c:pt>
                <c:pt idx="76">
                  <c:v>19.399999999999999</c:v>
                </c:pt>
                <c:pt idx="77">
                  <c:v>13.4</c:v>
                </c:pt>
                <c:pt idx="78">
                  <c:v>14.6</c:v>
                </c:pt>
                <c:pt idx="79">
                  <c:v>15.9</c:v>
                </c:pt>
                <c:pt idx="80">
                  <c:v>14.6</c:v>
                </c:pt>
                <c:pt idx="81">
                  <c:v>15.3</c:v>
                </c:pt>
                <c:pt idx="82">
                  <c:v>31.2</c:v>
                </c:pt>
                <c:pt idx="83">
                  <c:v>71.900000000000006</c:v>
                </c:pt>
                <c:pt idx="84">
                  <c:v>34.6</c:v>
                </c:pt>
                <c:pt idx="85">
                  <c:v>16.2</c:v>
                </c:pt>
                <c:pt idx="86">
                  <c:v>15.6</c:v>
                </c:pt>
                <c:pt idx="87">
                  <c:v>13.5</c:v>
                </c:pt>
                <c:pt idx="88">
                  <c:v>14.6</c:v>
                </c:pt>
                <c:pt idx="89">
                  <c:v>18</c:v>
                </c:pt>
                <c:pt idx="90">
                  <c:v>9.1999999999999993</c:v>
                </c:pt>
                <c:pt idx="91">
                  <c:v>13.2</c:v>
                </c:pt>
                <c:pt idx="92">
                  <c:v>17.3</c:v>
                </c:pt>
                <c:pt idx="93">
                  <c:v>11.7</c:v>
                </c:pt>
                <c:pt idx="94">
                  <c:v>16</c:v>
                </c:pt>
                <c:pt idx="95">
                  <c:v>11.9</c:v>
                </c:pt>
                <c:pt idx="96">
                  <c:v>17</c:v>
                </c:pt>
                <c:pt idx="97">
                  <c:v>10.5</c:v>
                </c:pt>
                <c:pt idx="98">
                  <c:v>17.3</c:v>
                </c:pt>
                <c:pt idx="99">
                  <c:v>14.1</c:v>
                </c:pt>
                <c:pt idx="100">
                  <c:v>13.8</c:v>
                </c:pt>
                <c:pt idx="101">
                  <c:v>15</c:v>
                </c:pt>
                <c:pt idx="102">
                  <c:v>16.5</c:v>
                </c:pt>
                <c:pt idx="103">
                  <c:v>14.1</c:v>
                </c:pt>
                <c:pt idx="104">
                  <c:v>14.1</c:v>
                </c:pt>
                <c:pt idx="105">
                  <c:v>15</c:v>
                </c:pt>
                <c:pt idx="106">
                  <c:v>19.100000000000001</c:v>
                </c:pt>
                <c:pt idx="107">
                  <c:v>14.1</c:v>
                </c:pt>
                <c:pt idx="108">
                  <c:v>17.600000000000001</c:v>
                </c:pt>
                <c:pt idx="109">
                  <c:v>15.4</c:v>
                </c:pt>
                <c:pt idx="110">
                  <c:v>14.9</c:v>
                </c:pt>
                <c:pt idx="111">
                  <c:v>18.8</c:v>
                </c:pt>
                <c:pt idx="112">
                  <c:v>13</c:v>
                </c:pt>
                <c:pt idx="113">
                  <c:v>13.4</c:v>
                </c:pt>
                <c:pt idx="114">
                  <c:v>15.2</c:v>
                </c:pt>
                <c:pt idx="115">
                  <c:v>12.5</c:v>
                </c:pt>
                <c:pt idx="116">
                  <c:v>32.5</c:v>
                </c:pt>
                <c:pt idx="117">
                  <c:v>51.6</c:v>
                </c:pt>
                <c:pt idx="118">
                  <c:v>81.599999999999994</c:v>
                </c:pt>
                <c:pt idx="119">
                  <c:v>50.6</c:v>
                </c:pt>
                <c:pt idx="120">
                  <c:v>36.299999999999997</c:v>
                </c:pt>
                <c:pt idx="121">
                  <c:v>50.9</c:v>
                </c:pt>
                <c:pt idx="122">
                  <c:v>80.900000000000006</c:v>
                </c:pt>
                <c:pt idx="123">
                  <c:v>59.2</c:v>
                </c:pt>
                <c:pt idx="124">
                  <c:v>27.8</c:v>
                </c:pt>
                <c:pt idx="125">
                  <c:v>37</c:v>
                </c:pt>
                <c:pt idx="126">
                  <c:v>74.5</c:v>
                </c:pt>
                <c:pt idx="127">
                  <c:v>69.7</c:v>
                </c:pt>
                <c:pt idx="128">
                  <c:v>46.5</c:v>
                </c:pt>
                <c:pt idx="129">
                  <c:v>31</c:v>
                </c:pt>
                <c:pt idx="130">
                  <c:v>28</c:v>
                </c:pt>
                <c:pt idx="131">
                  <c:v>39.700000000000003</c:v>
                </c:pt>
                <c:pt idx="132">
                  <c:v>75.900000000000006</c:v>
                </c:pt>
                <c:pt idx="133">
                  <c:v>60.8</c:v>
                </c:pt>
                <c:pt idx="134">
                  <c:v>27.7</c:v>
                </c:pt>
                <c:pt idx="135">
                  <c:v>29.1</c:v>
                </c:pt>
                <c:pt idx="136">
                  <c:v>38.700000000000003</c:v>
                </c:pt>
                <c:pt idx="137">
                  <c:v>75.2</c:v>
                </c:pt>
                <c:pt idx="138">
                  <c:v>64.3</c:v>
                </c:pt>
                <c:pt idx="139">
                  <c:v>44.9</c:v>
                </c:pt>
                <c:pt idx="140">
                  <c:v>26.8</c:v>
                </c:pt>
                <c:pt idx="141">
                  <c:v>13.9</c:v>
                </c:pt>
                <c:pt idx="142">
                  <c:v>13.3</c:v>
                </c:pt>
                <c:pt idx="143">
                  <c:v>15.4</c:v>
                </c:pt>
                <c:pt idx="144">
                  <c:v>15.2</c:v>
                </c:pt>
                <c:pt idx="145">
                  <c:v>14.5</c:v>
                </c:pt>
                <c:pt idx="146">
                  <c:v>13.2</c:v>
                </c:pt>
                <c:pt idx="147">
                  <c:v>12.3</c:v>
                </c:pt>
                <c:pt idx="148">
                  <c:v>15.3</c:v>
                </c:pt>
                <c:pt idx="149">
                  <c:v>14.6</c:v>
                </c:pt>
                <c:pt idx="150">
                  <c:v>14.8</c:v>
                </c:pt>
                <c:pt idx="151">
                  <c:v>11.2</c:v>
                </c:pt>
                <c:pt idx="152">
                  <c:v>16.5</c:v>
                </c:pt>
                <c:pt idx="153">
                  <c:v>12.3</c:v>
                </c:pt>
                <c:pt idx="154">
                  <c:v>15.1</c:v>
                </c:pt>
                <c:pt idx="155">
                  <c:v>18.399999999999999</c:v>
                </c:pt>
                <c:pt idx="156">
                  <c:v>18</c:v>
                </c:pt>
                <c:pt idx="157">
                  <c:v>14.8</c:v>
                </c:pt>
                <c:pt idx="158">
                  <c:v>17</c:v>
                </c:pt>
                <c:pt idx="159">
                  <c:v>14.2</c:v>
                </c:pt>
                <c:pt idx="160">
                  <c:v>13.2</c:v>
                </c:pt>
                <c:pt idx="161">
                  <c:v>15.4</c:v>
                </c:pt>
                <c:pt idx="162">
                  <c:v>17.5</c:v>
                </c:pt>
                <c:pt idx="163">
                  <c:v>11.8</c:v>
                </c:pt>
                <c:pt idx="164">
                  <c:v>16.5</c:v>
                </c:pt>
                <c:pt idx="165">
                  <c:v>17.8</c:v>
                </c:pt>
                <c:pt idx="166">
                  <c:v>17.3</c:v>
                </c:pt>
                <c:pt idx="167">
                  <c:v>13.4</c:v>
                </c:pt>
                <c:pt idx="168">
                  <c:v>15.3</c:v>
                </c:pt>
                <c:pt idx="169">
                  <c:v>11.3</c:v>
                </c:pt>
                <c:pt idx="170">
                  <c:v>14.8</c:v>
                </c:pt>
                <c:pt idx="171">
                  <c:v>13.1</c:v>
                </c:pt>
                <c:pt idx="172">
                  <c:v>13.1</c:v>
                </c:pt>
                <c:pt idx="173">
                  <c:v>13.8</c:v>
                </c:pt>
                <c:pt idx="174">
                  <c:v>12.9</c:v>
                </c:pt>
                <c:pt idx="175">
                  <c:v>15.4</c:v>
                </c:pt>
                <c:pt idx="176">
                  <c:v>16.5</c:v>
                </c:pt>
                <c:pt idx="177">
                  <c:v>11.1</c:v>
                </c:pt>
                <c:pt idx="178">
                  <c:v>13.6</c:v>
                </c:pt>
                <c:pt idx="179">
                  <c:v>15.8</c:v>
                </c:pt>
                <c:pt idx="180">
                  <c:v>13.9</c:v>
                </c:pt>
                <c:pt idx="181">
                  <c:v>15.9</c:v>
                </c:pt>
                <c:pt idx="182">
                  <c:v>16.5</c:v>
                </c:pt>
                <c:pt idx="183">
                  <c:v>18.3</c:v>
                </c:pt>
                <c:pt idx="184">
                  <c:v>23.7</c:v>
                </c:pt>
                <c:pt idx="185">
                  <c:v>20.8</c:v>
                </c:pt>
                <c:pt idx="186">
                  <c:v>19.7</c:v>
                </c:pt>
                <c:pt idx="187">
                  <c:v>16.3</c:v>
                </c:pt>
                <c:pt idx="188">
                  <c:v>16.7</c:v>
                </c:pt>
                <c:pt idx="189">
                  <c:v>13.6</c:v>
                </c:pt>
                <c:pt idx="190">
                  <c:v>16.5</c:v>
                </c:pt>
                <c:pt idx="191">
                  <c:v>16.7</c:v>
                </c:pt>
                <c:pt idx="192">
                  <c:v>14.7</c:v>
                </c:pt>
                <c:pt idx="193">
                  <c:v>14</c:v>
                </c:pt>
                <c:pt idx="194">
                  <c:v>15</c:v>
                </c:pt>
                <c:pt idx="195">
                  <c:v>18.5</c:v>
                </c:pt>
                <c:pt idx="196">
                  <c:v>11.8</c:v>
                </c:pt>
                <c:pt idx="197">
                  <c:v>14.6</c:v>
                </c:pt>
                <c:pt idx="198">
                  <c:v>16.899999999999999</c:v>
                </c:pt>
                <c:pt idx="199">
                  <c:v>14.2</c:v>
                </c:pt>
                <c:pt idx="200">
                  <c:v>15.5</c:v>
                </c:pt>
                <c:pt idx="201">
                  <c:v>12.3</c:v>
                </c:pt>
                <c:pt idx="202">
                  <c:v>15</c:v>
                </c:pt>
                <c:pt idx="203">
                  <c:v>11</c:v>
                </c:pt>
                <c:pt idx="204">
                  <c:v>14.6</c:v>
                </c:pt>
                <c:pt idx="205">
                  <c:v>14.3</c:v>
                </c:pt>
                <c:pt idx="206">
                  <c:v>15.7</c:v>
                </c:pt>
                <c:pt idx="207">
                  <c:v>14</c:v>
                </c:pt>
                <c:pt idx="208">
                  <c:v>15</c:v>
                </c:pt>
                <c:pt idx="209">
                  <c:v>11.6</c:v>
                </c:pt>
                <c:pt idx="210">
                  <c:v>14.8</c:v>
                </c:pt>
                <c:pt idx="211">
                  <c:v>22.6</c:v>
                </c:pt>
                <c:pt idx="212">
                  <c:v>17.600000000000001</c:v>
                </c:pt>
                <c:pt idx="213">
                  <c:v>17.7</c:v>
                </c:pt>
                <c:pt idx="214">
                  <c:v>11.1</c:v>
                </c:pt>
                <c:pt idx="215">
                  <c:v>17.3</c:v>
                </c:pt>
                <c:pt idx="216">
                  <c:v>17.2</c:v>
                </c:pt>
                <c:pt idx="217">
                  <c:v>15.3</c:v>
                </c:pt>
                <c:pt idx="218">
                  <c:v>17.3</c:v>
                </c:pt>
                <c:pt idx="219">
                  <c:v>10.6</c:v>
                </c:pt>
                <c:pt idx="220">
                  <c:v>12.2</c:v>
                </c:pt>
                <c:pt idx="221">
                  <c:v>11.8</c:v>
                </c:pt>
                <c:pt idx="222">
                  <c:v>11.7</c:v>
                </c:pt>
                <c:pt idx="223">
                  <c:v>11</c:v>
                </c:pt>
                <c:pt idx="224">
                  <c:v>21.9</c:v>
                </c:pt>
                <c:pt idx="225">
                  <c:v>24.2</c:v>
                </c:pt>
                <c:pt idx="226">
                  <c:v>15.9</c:v>
                </c:pt>
                <c:pt idx="227">
                  <c:v>17.7</c:v>
                </c:pt>
                <c:pt idx="228">
                  <c:v>17.5</c:v>
                </c:pt>
                <c:pt idx="229">
                  <c:v>12.4</c:v>
                </c:pt>
                <c:pt idx="230">
                  <c:v>13.4</c:v>
                </c:pt>
                <c:pt idx="231">
                  <c:v>15.8</c:v>
                </c:pt>
                <c:pt idx="232">
                  <c:v>13.9</c:v>
                </c:pt>
                <c:pt idx="233">
                  <c:v>10.5</c:v>
                </c:pt>
                <c:pt idx="234">
                  <c:v>17.600000000000001</c:v>
                </c:pt>
                <c:pt idx="235">
                  <c:v>13.5</c:v>
                </c:pt>
                <c:pt idx="236">
                  <c:v>15.5</c:v>
                </c:pt>
                <c:pt idx="237">
                  <c:v>12</c:v>
                </c:pt>
                <c:pt idx="238">
                  <c:v>16.899999999999999</c:v>
                </c:pt>
                <c:pt idx="239">
                  <c:v>11</c:v>
                </c:pt>
                <c:pt idx="240">
                  <c:v>14.4</c:v>
                </c:pt>
                <c:pt idx="241">
                  <c:v>13.1</c:v>
                </c:pt>
                <c:pt idx="242">
                  <c:v>14.5</c:v>
                </c:pt>
                <c:pt idx="243">
                  <c:v>9.6999999999999993</c:v>
                </c:pt>
                <c:pt idx="244">
                  <c:v>12.3</c:v>
                </c:pt>
                <c:pt idx="245">
                  <c:v>13.5</c:v>
                </c:pt>
                <c:pt idx="246">
                  <c:v>13</c:v>
                </c:pt>
                <c:pt idx="247">
                  <c:v>14.5</c:v>
                </c:pt>
                <c:pt idx="248">
                  <c:v>14.2</c:v>
                </c:pt>
                <c:pt idx="249">
                  <c:v>12.7</c:v>
                </c:pt>
                <c:pt idx="250">
                  <c:v>12.8</c:v>
                </c:pt>
                <c:pt idx="251">
                  <c:v>14.6</c:v>
                </c:pt>
                <c:pt idx="252">
                  <c:v>12.3</c:v>
                </c:pt>
                <c:pt idx="253">
                  <c:v>9.6999999999999993</c:v>
                </c:pt>
                <c:pt idx="254">
                  <c:v>14.1</c:v>
                </c:pt>
                <c:pt idx="255">
                  <c:v>14.6</c:v>
                </c:pt>
                <c:pt idx="256">
                  <c:v>15.5</c:v>
                </c:pt>
                <c:pt idx="257">
                  <c:v>12.2</c:v>
                </c:pt>
                <c:pt idx="258">
                  <c:v>16.7</c:v>
                </c:pt>
                <c:pt idx="259">
                  <c:v>19.7</c:v>
                </c:pt>
                <c:pt idx="260">
                  <c:v>23.9</c:v>
                </c:pt>
                <c:pt idx="261">
                  <c:v>27.4</c:v>
                </c:pt>
                <c:pt idx="262">
                  <c:v>46.5</c:v>
                </c:pt>
                <c:pt idx="263">
                  <c:v>59.6</c:v>
                </c:pt>
                <c:pt idx="264">
                  <c:v>32.200000000000003</c:v>
                </c:pt>
                <c:pt idx="265">
                  <c:v>9.3000000000000007</c:v>
                </c:pt>
                <c:pt idx="266">
                  <c:v>13.8</c:v>
                </c:pt>
                <c:pt idx="267">
                  <c:v>11.8</c:v>
                </c:pt>
                <c:pt idx="268">
                  <c:v>14.5</c:v>
                </c:pt>
                <c:pt idx="269">
                  <c:v>13.2</c:v>
                </c:pt>
                <c:pt idx="270">
                  <c:v>14.8</c:v>
                </c:pt>
                <c:pt idx="271">
                  <c:v>13.5</c:v>
                </c:pt>
                <c:pt idx="272">
                  <c:v>10.4</c:v>
                </c:pt>
                <c:pt idx="273">
                  <c:v>16.399999999999999</c:v>
                </c:pt>
                <c:pt idx="274">
                  <c:v>18.2</c:v>
                </c:pt>
                <c:pt idx="275">
                  <c:v>13.1</c:v>
                </c:pt>
                <c:pt idx="276">
                  <c:v>13.1</c:v>
                </c:pt>
                <c:pt idx="277">
                  <c:v>16.2</c:v>
                </c:pt>
                <c:pt idx="278">
                  <c:v>16.600000000000001</c:v>
                </c:pt>
                <c:pt idx="279">
                  <c:v>12.2</c:v>
                </c:pt>
                <c:pt idx="280">
                  <c:v>12.6</c:v>
                </c:pt>
                <c:pt idx="281">
                  <c:v>17.600000000000001</c:v>
                </c:pt>
                <c:pt idx="282">
                  <c:v>12.7</c:v>
                </c:pt>
                <c:pt idx="283">
                  <c:v>13</c:v>
                </c:pt>
                <c:pt idx="284">
                  <c:v>17.100000000000001</c:v>
                </c:pt>
                <c:pt idx="285">
                  <c:v>14.1</c:v>
                </c:pt>
                <c:pt idx="286">
                  <c:v>12.5</c:v>
                </c:pt>
                <c:pt idx="287">
                  <c:v>15.3</c:v>
                </c:pt>
                <c:pt idx="288">
                  <c:v>17.3</c:v>
                </c:pt>
                <c:pt idx="289">
                  <c:v>16.100000000000001</c:v>
                </c:pt>
                <c:pt idx="290">
                  <c:v>15</c:v>
                </c:pt>
                <c:pt idx="291">
                  <c:v>21.5</c:v>
                </c:pt>
                <c:pt idx="292">
                  <c:v>13.2</c:v>
                </c:pt>
                <c:pt idx="293">
                  <c:v>15.7</c:v>
                </c:pt>
                <c:pt idx="294">
                  <c:v>10.6</c:v>
                </c:pt>
                <c:pt idx="295">
                  <c:v>9.3000000000000007</c:v>
                </c:pt>
                <c:pt idx="296">
                  <c:v>22.6</c:v>
                </c:pt>
                <c:pt idx="297">
                  <c:v>23.6</c:v>
                </c:pt>
                <c:pt idx="298">
                  <c:v>21</c:v>
                </c:pt>
                <c:pt idx="299">
                  <c:v>12.9</c:v>
                </c:pt>
                <c:pt idx="300">
                  <c:v>16.7</c:v>
                </c:pt>
                <c:pt idx="301">
                  <c:v>9.3000000000000007</c:v>
                </c:pt>
                <c:pt idx="302">
                  <c:v>12.1</c:v>
                </c:pt>
                <c:pt idx="303">
                  <c:v>14</c:v>
                </c:pt>
                <c:pt idx="304">
                  <c:v>12.3</c:v>
                </c:pt>
                <c:pt idx="305">
                  <c:v>10.5</c:v>
                </c:pt>
                <c:pt idx="306">
                  <c:v>12.7</c:v>
                </c:pt>
                <c:pt idx="307">
                  <c:v>15.8</c:v>
                </c:pt>
                <c:pt idx="308">
                  <c:v>12.2</c:v>
                </c:pt>
                <c:pt idx="309">
                  <c:v>14.9</c:v>
                </c:pt>
                <c:pt idx="310">
                  <c:v>10.7</c:v>
                </c:pt>
                <c:pt idx="311">
                  <c:v>15.3</c:v>
                </c:pt>
                <c:pt idx="312">
                  <c:v>7.3</c:v>
                </c:pt>
                <c:pt idx="313">
                  <c:v>15.1</c:v>
                </c:pt>
                <c:pt idx="314">
                  <c:v>13.5</c:v>
                </c:pt>
                <c:pt idx="315">
                  <c:v>12.7</c:v>
                </c:pt>
                <c:pt idx="316">
                  <c:v>15.6</c:v>
                </c:pt>
                <c:pt idx="317">
                  <c:v>15.1</c:v>
                </c:pt>
                <c:pt idx="318">
                  <c:v>13.8</c:v>
                </c:pt>
                <c:pt idx="319">
                  <c:v>11.5</c:v>
                </c:pt>
                <c:pt idx="320">
                  <c:v>11.8</c:v>
                </c:pt>
                <c:pt idx="321">
                  <c:v>12.4</c:v>
                </c:pt>
                <c:pt idx="322">
                  <c:v>14.7</c:v>
                </c:pt>
                <c:pt idx="323">
                  <c:v>13.5</c:v>
                </c:pt>
                <c:pt idx="324">
                  <c:v>11.8</c:v>
                </c:pt>
                <c:pt idx="325">
                  <c:v>12.9</c:v>
                </c:pt>
                <c:pt idx="326">
                  <c:v>12.5</c:v>
                </c:pt>
                <c:pt idx="327">
                  <c:v>14.6</c:v>
                </c:pt>
                <c:pt idx="328">
                  <c:v>10.5</c:v>
                </c:pt>
                <c:pt idx="329">
                  <c:v>9.8000000000000007</c:v>
                </c:pt>
                <c:pt idx="330">
                  <c:v>14</c:v>
                </c:pt>
                <c:pt idx="331">
                  <c:v>15.3</c:v>
                </c:pt>
                <c:pt idx="332">
                  <c:v>12</c:v>
                </c:pt>
                <c:pt idx="333">
                  <c:v>15.5</c:v>
                </c:pt>
                <c:pt idx="334">
                  <c:v>11.8</c:v>
                </c:pt>
                <c:pt idx="335">
                  <c:v>14.9</c:v>
                </c:pt>
                <c:pt idx="336">
                  <c:v>10.7</c:v>
                </c:pt>
                <c:pt idx="337">
                  <c:v>11.2</c:v>
                </c:pt>
                <c:pt idx="338">
                  <c:v>15.2</c:v>
                </c:pt>
                <c:pt idx="339">
                  <c:v>12</c:v>
                </c:pt>
                <c:pt idx="340">
                  <c:v>15.1</c:v>
                </c:pt>
                <c:pt idx="341">
                  <c:v>12.3</c:v>
                </c:pt>
                <c:pt idx="342">
                  <c:v>13.7</c:v>
                </c:pt>
                <c:pt idx="343">
                  <c:v>14.4</c:v>
                </c:pt>
                <c:pt idx="344">
                  <c:v>12.8</c:v>
                </c:pt>
                <c:pt idx="345">
                  <c:v>14.6</c:v>
                </c:pt>
                <c:pt idx="346">
                  <c:v>13.7</c:v>
                </c:pt>
                <c:pt idx="347">
                  <c:v>12.3</c:v>
                </c:pt>
                <c:pt idx="348">
                  <c:v>13.9</c:v>
                </c:pt>
                <c:pt idx="349">
                  <c:v>9.1</c:v>
                </c:pt>
                <c:pt idx="350">
                  <c:v>15.1</c:v>
                </c:pt>
                <c:pt idx="351">
                  <c:v>11.8</c:v>
                </c:pt>
                <c:pt idx="352">
                  <c:v>14.4</c:v>
                </c:pt>
                <c:pt idx="353">
                  <c:v>12.3</c:v>
                </c:pt>
                <c:pt idx="354">
                  <c:v>13.5</c:v>
                </c:pt>
                <c:pt idx="355">
                  <c:v>13.3</c:v>
                </c:pt>
                <c:pt idx="356">
                  <c:v>12.3</c:v>
                </c:pt>
                <c:pt idx="357">
                  <c:v>14</c:v>
                </c:pt>
                <c:pt idx="358">
                  <c:v>14.5</c:v>
                </c:pt>
                <c:pt idx="359">
                  <c:v>11.5</c:v>
                </c:pt>
                <c:pt idx="360">
                  <c:v>14.5</c:v>
                </c:pt>
                <c:pt idx="361">
                  <c:v>13.5</c:v>
                </c:pt>
                <c:pt idx="362">
                  <c:v>9.8000000000000007</c:v>
                </c:pt>
                <c:pt idx="363">
                  <c:v>10.4</c:v>
                </c:pt>
                <c:pt idx="364">
                  <c:v>13.5</c:v>
                </c:pt>
                <c:pt idx="365">
                  <c:v>16.2</c:v>
                </c:pt>
                <c:pt idx="366">
                  <c:v>12.3</c:v>
                </c:pt>
                <c:pt idx="367">
                  <c:v>13.5</c:v>
                </c:pt>
                <c:pt idx="368">
                  <c:v>12.3</c:v>
                </c:pt>
                <c:pt idx="369">
                  <c:v>13.1</c:v>
                </c:pt>
                <c:pt idx="370">
                  <c:v>11.7</c:v>
                </c:pt>
                <c:pt idx="371">
                  <c:v>15.1</c:v>
                </c:pt>
                <c:pt idx="372">
                  <c:v>13.3</c:v>
                </c:pt>
                <c:pt idx="373">
                  <c:v>16.600000000000001</c:v>
                </c:pt>
                <c:pt idx="374">
                  <c:v>12.9</c:v>
                </c:pt>
                <c:pt idx="375">
                  <c:v>16.8</c:v>
                </c:pt>
                <c:pt idx="376">
                  <c:v>12.3</c:v>
                </c:pt>
                <c:pt idx="377">
                  <c:v>12.3</c:v>
                </c:pt>
                <c:pt idx="378">
                  <c:v>12.8</c:v>
                </c:pt>
                <c:pt idx="379">
                  <c:v>10.4</c:v>
                </c:pt>
                <c:pt idx="380">
                  <c:v>11.1</c:v>
                </c:pt>
                <c:pt idx="381">
                  <c:v>12.9</c:v>
                </c:pt>
                <c:pt idx="382">
                  <c:v>11</c:v>
                </c:pt>
                <c:pt idx="383">
                  <c:v>12.7</c:v>
                </c:pt>
                <c:pt idx="384">
                  <c:v>11.8</c:v>
                </c:pt>
                <c:pt idx="385">
                  <c:v>17.8</c:v>
                </c:pt>
                <c:pt idx="386">
                  <c:v>13.8</c:v>
                </c:pt>
                <c:pt idx="387">
                  <c:v>12.3</c:v>
                </c:pt>
                <c:pt idx="388">
                  <c:v>13.5</c:v>
                </c:pt>
                <c:pt idx="389">
                  <c:v>10.3</c:v>
                </c:pt>
                <c:pt idx="390">
                  <c:v>12.2</c:v>
                </c:pt>
                <c:pt idx="391">
                  <c:v>16.7</c:v>
                </c:pt>
                <c:pt idx="392">
                  <c:v>13.9</c:v>
                </c:pt>
                <c:pt idx="393">
                  <c:v>12.1</c:v>
                </c:pt>
                <c:pt idx="394">
                  <c:v>12.4</c:v>
                </c:pt>
                <c:pt idx="395">
                  <c:v>14.6</c:v>
                </c:pt>
                <c:pt idx="396">
                  <c:v>10</c:v>
                </c:pt>
                <c:pt idx="397">
                  <c:v>13.4</c:v>
                </c:pt>
                <c:pt idx="398">
                  <c:v>13.5</c:v>
                </c:pt>
                <c:pt idx="399">
                  <c:v>13.3</c:v>
                </c:pt>
                <c:pt idx="400">
                  <c:v>12.1</c:v>
                </c:pt>
                <c:pt idx="401">
                  <c:v>13.4</c:v>
                </c:pt>
                <c:pt idx="402">
                  <c:v>12.8</c:v>
                </c:pt>
                <c:pt idx="403">
                  <c:v>13</c:v>
                </c:pt>
                <c:pt idx="404">
                  <c:v>11.2</c:v>
                </c:pt>
                <c:pt idx="405">
                  <c:v>14.6</c:v>
                </c:pt>
                <c:pt idx="406">
                  <c:v>11.8</c:v>
                </c:pt>
                <c:pt idx="407">
                  <c:v>14.5</c:v>
                </c:pt>
                <c:pt idx="408">
                  <c:v>11.7</c:v>
                </c:pt>
                <c:pt idx="409">
                  <c:v>12.7</c:v>
                </c:pt>
                <c:pt idx="410">
                  <c:v>9.8000000000000007</c:v>
                </c:pt>
                <c:pt idx="411">
                  <c:v>14.7</c:v>
                </c:pt>
                <c:pt idx="412">
                  <c:v>11.8</c:v>
                </c:pt>
                <c:pt idx="413">
                  <c:v>7.8</c:v>
                </c:pt>
                <c:pt idx="414">
                  <c:v>13.5</c:v>
                </c:pt>
                <c:pt idx="415">
                  <c:v>13</c:v>
                </c:pt>
                <c:pt idx="416">
                  <c:v>31</c:v>
                </c:pt>
                <c:pt idx="417">
                  <c:v>36.1</c:v>
                </c:pt>
                <c:pt idx="418">
                  <c:v>77.2</c:v>
                </c:pt>
                <c:pt idx="419">
                  <c:v>51</c:v>
                </c:pt>
                <c:pt idx="420">
                  <c:v>32.1</c:v>
                </c:pt>
                <c:pt idx="421">
                  <c:v>29.9</c:v>
                </c:pt>
                <c:pt idx="422">
                  <c:v>39.1</c:v>
                </c:pt>
                <c:pt idx="423">
                  <c:v>86</c:v>
                </c:pt>
                <c:pt idx="424">
                  <c:v>59.9</c:v>
                </c:pt>
                <c:pt idx="425">
                  <c:v>35.1</c:v>
                </c:pt>
                <c:pt idx="426">
                  <c:v>70.3</c:v>
                </c:pt>
                <c:pt idx="427">
                  <c:v>75.599999999999994</c:v>
                </c:pt>
                <c:pt idx="428">
                  <c:v>47.5</c:v>
                </c:pt>
                <c:pt idx="429">
                  <c:v>28</c:v>
                </c:pt>
                <c:pt idx="430">
                  <c:v>32.1</c:v>
                </c:pt>
                <c:pt idx="431">
                  <c:v>51.3</c:v>
                </c:pt>
                <c:pt idx="432">
                  <c:v>69.3</c:v>
                </c:pt>
                <c:pt idx="433">
                  <c:v>48.5</c:v>
                </c:pt>
                <c:pt idx="434">
                  <c:v>34.4</c:v>
                </c:pt>
                <c:pt idx="435">
                  <c:v>27.9</c:v>
                </c:pt>
                <c:pt idx="436">
                  <c:v>19.5</c:v>
                </c:pt>
                <c:pt idx="437">
                  <c:v>14.8</c:v>
                </c:pt>
                <c:pt idx="438">
                  <c:v>9.1999999999999993</c:v>
                </c:pt>
                <c:pt idx="439">
                  <c:v>15.2</c:v>
                </c:pt>
                <c:pt idx="440">
                  <c:v>10.5</c:v>
                </c:pt>
                <c:pt idx="441">
                  <c:v>17.399999999999999</c:v>
                </c:pt>
                <c:pt idx="442">
                  <c:v>12.7</c:v>
                </c:pt>
                <c:pt idx="443">
                  <c:v>11.2</c:v>
                </c:pt>
                <c:pt idx="444">
                  <c:v>10.4</c:v>
                </c:pt>
                <c:pt idx="445">
                  <c:v>13.8</c:v>
                </c:pt>
                <c:pt idx="446">
                  <c:v>14.7</c:v>
                </c:pt>
                <c:pt idx="447">
                  <c:v>12.3</c:v>
                </c:pt>
                <c:pt idx="448">
                  <c:v>11.4</c:v>
                </c:pt>
                <c:pt idx="449">
                  <c:v>13.3</c:v>
                </c:pt>
                <c:pt idx="450">
                  <c:v>11.8</c:v>
                </c:pt>
                <c:pt idx="451">
                  <c:v>13</c:v>
                </c:pt>
                <c:pt idx="452">
                  <c:v>11</c:v>
                </c:pt>
                <c:pt idx="453">
                  <c:v>14.6</c:v>
                </c:pt>
                <c:pt idx="454">
                  <c:v>9.9</c:v>
                </c:pt>
                <c:pt idx="455">
                  <c:v>12.7</c:v>
                </c:pt>
                <c:pt idx="456">
                  <c:v>14.9</c:v>
                </c:pt>
                <c:pt idx="457">
                  <c:v>14.1</c:v>
                </c:pt>
                <c:pt idx="458">
                  <c:v>11.5</c:v>
                </c:pt>
                <c:pt idx="459">
                  <c:v>15.1</c:v>
                </c:pt>
                <c:pt idx="460">
                  <c:v>11.8</c:v>
                </c:pt>
                <c:pt idx="461">
                  <c:v>11.5</c:v>
                </c:pt>
                <c:pt idx="462">
                  <c:v>12.1</c:v>
                </c:pt>
                <c:pt idx="463">
                  <c:v>11.1</c:v>
                </c:pt>
                <c:pt idx="464">
                  <c:v>16</c:v>
                </c:pt>
                <c:pt idx="465">
                  <c:v>10.9</c:v>
                </c:pt>
                <c:pt idx="466">
                  <c:v>16.5</c:v>
                </c:pt>
                <c:pt idx="467">
                  <c:v>9.3000000000000007</c:v>
                </c:pt>
                <c:pt idx="468">
                  <c:v>12</c:v>
                </c:pt>
                <c:pt idx="469">
                  <c:v>11</c:v>
                </c:pt>
                <c:pt idx="470">
                  <c:v>12.3</c:v>
                </c:pt>
                <c:pt idx="471">
                  <c:v>15.6</c:v>
                </c:pt>
                <c:pt idx="472">
                  <c:v>9.8000000000000007</c:v>
                </c:pt>
                <c:pt idx="473">
                  <c:v>13.9</c:v>
                </c:pt>
                <c:pt idx="474">
                  <c:v>13.4</c:v>
                </c:pt>
                <c:pt idx="475">
                  <c:v>13.1</c:v>
                </c:pt>
                <c:pt idx="476">
                  <c:v>13.2</c:v>
                </c:pt>
                <c:pt idx="477">
                  <c:v>16</c:v>
                </c:pt>
                <c:pt idx="478">
                  <c:v>11.5</c:v>
                </c:pt>
                <c:pt idx="479">
                  <c:v>13.8</c:v>
                </c:pt>
                <c:pt idx="480">
                  <c:v>16.399999999999999</c:v>
                </c:pt>
                <c:pt idx="481">
                  <c:v>16.8</c:v>
                </c:pt>
                <c:pt idx="482">
                  <c:v>10.9</c:v>
                </c:pt>
                <c:pt idx="483">
                  <c:v>12.9</c:v>
                </c:pt>
                <c:pt idx="484">
                  <c:v>13.4</c:v>
                </c:pt>
                <c:pt idx="485">
                  <c:v>12.2</c:v>
                </c:pt>
                <c:pt idx="486">
                  <c:v>14.1</c:v>
                </c:pt>
                <c:pt idx="487">
                  <c:v>13.9</c:v>
                </c:pt>
                <c:pt idx="488">
                  <c:v>12.2</c:v>
                </c:pt>
                <c:pt idx="489">
                  <c:v>12.6</c:v>
                </c:pt>
                <c:pt idx="490">
                  <c:v>11.1</c:v>
                </c:pt>
                <c:pt idx="491">
                  <c:v>14.6</c:v>
                </c:pt>
                <c:pt idx="492">
                  <c:v>7.9</c:v>
                </c:pt>
                <c:pt idx="493">
                  <c:v>11</c:v>
                </c:pt>
                <c:pt idx="494">
                  <c:v>12.8</c:v>
                </c:pt>
                <c:pt idx="495">
                  <c:v>11.5</c:v>
                </c:pt>
                <c:pt idx="496">
                  <c:v>13.5</c:v>
                </c:pt>
                <c:pt idx="497">
                  <c:v>12.8</c:v>
                </c:pt>
                <c:pt idx="498">
                  <c:v>14</c:v>
                </c:pt>
                <c:pt idx="499">
                  <c:v>9.1999999999999993</c:v>
                </c:pt>
                <c:pt idx="500">
                  <c:v>11.7</c:v>
                </c:pt>
                <c:pt idx="501">
                  <c:v>14.6</c:v>
                </c:pt>
                <c:pt idx="502">
                  <c:v>11.7</c:v>
                </c:pt>
                <c:pt idx="503">
                  <c:v>14.3</c:v>
                </c:pt>
                <c:pt idx="504">
                  <c:v>10.7</c:v>
                </c:pt>
                <c:pt idx="505">
                  <c:v>14.5</c:v>
                </c:pt>
                <c:pt idx="506">
                  <c:v>12.9</c:v>
                </c:pt>
                <c:pt idx="507">
                  <c:v>14</c:v>
                </c:pt>
                <c:pt idx="508">
                  <c:v>12.8</c:v>
                </c:pt>
                <c:pt idx="509">
                  <c:v>14.6</c:v>
                </c:pt>
                <c:pt idx="510">
                  <c:v>10.5</c:v>
                </c:pt>
                <c:pt idx="511">
                  <c:v>14</c:v>
                </c:pt>
                <c:pt idx="512">
                  <c:v>8.1</c:v>
                </c:pt>
                <c:pt idx="513">
                  <c:v>13.2</c:v>
                </c:pt>
                <c:pt idx="514">
                  <c:v>11.7</c:v>
                </c:pt>
                <c:pt idx="515">
                  <c:v>13.4</c:v>
                </c:pt>
                <c:pt idx="516">
                  <c:v>12.2</c:v>
                </c:pt>
                <c:pt idx="517">
                  <c:v>12.9</c:v>
                </c:pt>
                <c:pt idx="518">
                  <c:v>16.600000000000001</c:v>
                </c:pt>
                <c:pt idx="519">
                  <c:v>9.6999999999999993</c:v>
                </c:pt>
                <c:pt idx="520">
                  <c:v>9.8000000000000007</c:v>
                </c:pt>
                <c:pt idx="521">
                  <c:v>16.899999999999999</c:v>
                </c:pt>
                <c:pt idx="522">
                  <c:v>11.8</c:v>
                </c:pt>
                <c:pt idx="523">
                  <c:v>13.3</c:v>
                </c:pt>
                <c:pt idx="524">
                  <c:v>11.8</c:v>
                </c:pt>
                <c:pt idx="525">
                  <c:v>19.3</c:v>
                </c:pt>
                <c:pt idx="526">
                  <c:v>17.399999999999999</c:v>
                </c:pt>
                <c:pt idx="527">
                  <c:v>19.5</c:v>
                </c:pt>
                <c:pt idx="528">
                  <c:v>20.3</c:v>
                </c:pt>
                <c:pt idx="529">
                  <c:v>10.9</c:v>
                </c:pt>
                <c:pt idx="530">
                  <c:v>14.4</c:v>
                </c:pt>
                <c:pt idx="531">
                  <c:v>11.7</c:v>
                </c:pt>
                <c:pt idx="532">
                  <c:v>17.5</c:v>
                </c:pt>
                <c:pt idx="533">
                  <c:v>10.4</c:v>
                </c:pt>
                <c:pt idx="534">
                  <c:v>15.5</c:v>
                </c:pt>
                <c:pt idx="535">
                  <c:v>12.3</c:v>
                </c:pt>
                <c:pt idx="536">
                  <c:v>15.4</c:v>
                </c:pt>
                <c:pt idx="537">
                  <c:v>11.7</c:v>
                </c:pt>
                <c:pt idx="538">
                  <c:v>15.5</c:v>
                </c:pt>
                <c:pt idx="539">
                  <c:v>13.8</c:v>
                </c:pt>
                <c:pt idx="540">
                  <c:v>12.1</c:v>
                </c:pt>
                <c:pt idx="541">
                  <c:v>10.5</c:v>
                </c:pt>
                <c:pt idx="542">
                  <c:v>12.9</c:v>
                </c:pt>
                <c:pt idx="543">
                  <c:v>13.1</c:v>
                </c:pt>
                <c:pt idx="544">
                  <c:v>11.8</c:v>
                </c:pt>
                <c:pt idx="545">
                  <c:v>15.9</c:v>
                </c:pt>
                <c:pt idx="546">
                  <c:v>12.3</c:v>
                </c:pt>
                <c:pt idx="547">
                  <c:v>10.5</c:v>
                </c:pt>
                <c:pt idx="548">
                  <c:v>15.1</c:v>
                </c:pt>
                <c:pt idx="549">
                  <c:v>14.4</c:v>
                </c:pt>
                <c:pt idx="550">
                  <c:v>11.5</c:v>
                </c:pt>
                <c:pt idx="551">
                  <c:v>11.1</c:v>
                </c:pt>
                <c:pt idx="552">
                  <c:v>15.6</c:v>
                </c:pt>
                <c:pt idx="553">
                  <c:v>9.1</c:v>
                </c:pt>
                <c:pt idx="554">
                  <c:v>13.9</c:v>
                </c:pt>
                <c:pt idx="555">
                  <c:v>11.1</c:v>
                </c:pt>
                <c:pt idx="556">
                  <c:v>15.7</c:v>
                </c:pt>
                <c:pt idx="557">
                  <c:v>11.5</c:v>
                </c:pt>
                <c:pt idx="558">
                  <c:v>14.5</c:v>
                </c:pt>
                <c:pt idx="559">
                  <c:v>13.9</c:v>
                </c:pt>
                <c:pt idx="560">
                  <c:v>12.5</c:v>
                </c:pt>
                <c:pt idx="561">
                  <c:v>10.5</c:v>
                </c:pt>
                <c:pt idx="562">
                  <c:v>14.5</c:v>
                </c:pt>
                <c:pt idx="563">
                  <c:v>12</c:v>
                </c:pt>
                <c:pt idx="564">
                  <c:v>16.5</c:v>
                </c:pt>
                <c:pt idx="565">
                  <c:v>13.6</c:v>
                </c:pt>
                <c:pt idx="566">
                  <c:v>14.3</c:v>
                </c:pt>
                <c:pt idx="567">
                  <c:v>13.8</c:v>
                </c:pt>
                <c:pt idx="568">
                  <c:v>15.1</c:v>
                </c:pt>
                <c:pt idx="569">
                  <c:v>14</c:v>
                </c:pt>
                <c:pt idx="570">
                  <c:v>14.1</c:v>
                </c:pt>
                <c:pt idx="571">
                  <c:v>13.4</c:v>
                </c:pt>
                <c:pt idx="572">
                  <c:v>12.3</c:v>
                </c:pt>
                <c:pt idx="573">
                  <c:v>13.8</c:v>
                </c:pt>
                <c:pt idx="574">
                  <c:v>9.1999999999999993</c:v>
                </c:pt>
                <c:pt idx="575">
                  <c:v>16.8</c:v>
                </c:pt>
                <c:pt idx="576">
                  <c:v>14.8</c:v>
                </c:pt>
                <c:pt idx="577">
                  <c:v>13</c:v>
                </c:pt>
                <c:pt idx="578">
                  <c:v>13.5</c:v>
                </c:pt>
                <c:pt idx="579">
                  <c:v>14.5</c:v>
                </c:pt>
                <c:pt idx="580">
                  <c:v>11</c:v>
                </c:pt>
                <c:pt idx="581">
                  <c:v>13.9</c:v>
                </c:pt>
                <c:pt idx="582">
                  <c:v>11.7</c:v>
                </c:pt>
                <c:pt idx="583">
                  <c:v>14.5</c:v>
                </c:pt>
                <c:pt idx="584">
                  <c:v>9.6999999999999993</c:v>
                </c:pt>
                <c:pt idx="585">
                  <c:v>17.5</c:v>
                </c:pt>
                <c:pt idx="586">
                  <c:v>13.2</c:v>
                </c:pt>
                <c:pt idx="587">
                  <c:v>11</c:v>
                </c:pt>
                <c:pt idx="588">
                  <c:v>16.7</c:v>
                </c:pt>
                <c:pt idx="589">
                  <c:v>13.7</c:v>
                </c:pt>
                <c:pt idx="590">
                  <c:v>14.4</c:v>
                </c:pt>
                <c:pt idx="591">
                  <c:v>12.9</c:v>
                </c:pt>
                <c:pt idx="592">
                  <c:v>14</c:v>
                </c:pt>
                <c:pt idx="593">
                  <c:v>12.2</c:v>
                </c:pt>
                <c:pt idx="594">
                  <c:v>10.9</c:v>
                </c:pt>
                <c:pt idx="595">
                  <c:v>10.6</c:v>
                </c:pt>
                <c:pt idx="596">
                  <c:v>13.7</c:v>
                </c:pt>
                <c:pt idx="597">
                  <c:v>11.4</c:v>
                </c:pt>
                <c:pt idx="598">
                  <c:v>11.8</c:v>
                </c:pt>
                <c:pt idx="599">
                  <c:v>14.6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67-4712-BF91-5EB81340B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5017631"/>
        <c:axId val="1365019551"/>
      </c:lineChart>
      <c:catAx>
        <c:axId val="136501763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65019551"/>
        <c:crosses val="autoZero"/>
        <c:auto val="1"/>
        <c:lblAlgn val="ctr"/>
        <c:lblOffset val="100"/>
        <c:noMultiLvlLbl val="0"/>
      </c:catAx>
      <c:valAx>
        <c:axId val="1365019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65017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CPU Total (%)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Topic1_raw_local!$F$1</c:f>
              <c:strCache>
                <c:ptCount val="1"/>
                <c:pt idx="0">
                  <c:v>CPU Total (%)</c:v>
                </c:pt>
              </c:strCache>
            </c:strRef>
          </c:tx>
          <c:marker>
            <c:symbol val="none"/>
          </c:marker>
          <c:val>
            <c:numRef>
              <c:f>Topic1_raw_local!$F$2:$F$602</c:f>
              <c:numCache>
                <c:formatCode>General</c:formatCode>
                <c:ptCount val="601"/>
                <c:pt idx="0">
                  <c:v>26.8</c:v>
                </c:pt>
                <c:pt idx="1">
                  <c:v>23.6</c:v>
                </c:pt>
                <c:pt idx="2">
                  <c:v>69.599999999999994</c:v>
                </c:pt>
                <c:pt idx="3">
                  <c:v>38.299999999999997</c:v>
                </c:pt>
                <c:pt idx="4">
                  <c:v>29.6</c:v>
                </c:pt>
                <c:pt idx="5">
                  <c:v>16.899999999999999</c:v>
                </c:pt>
                <c:pt idx="6">
                  <c:v>12.5</c:v>
                </c:pt>
                <c:pt idx="7">
                  <c:v>8.6999999999999993</c:v>
                </c:pt>
                <c:pt idx="8">
                  <c:v>16.899999999999999</c:v>
                </c:pt>
                <c:pt idx="9">
                  <c:v>19</c:v>
                </c:pt>
                <c:pt idx="10">
                  <c:v>14.4</c:v>
                </c:pt>
                <c:pt idx="11">
                  <c:v>11.2</c:v>
                </c:pt>
                <c:pt idx="12">
                  <c:v>13.5</c:v>
                </c:pt>
                <c:pt idx="13">
                  <c:v>12.9</c:v>
                </c:pt>
                <c:pt idx="14">
                  <c:v>12.7</c:v>
                </c:pt>
                <c:pt idx="15">
                  <c:v>11.6</c:v>
                </c:pt>
                <c:pt idx="16">
                  <c:v>15.2</c:v>
                </c:pt>
                <c:pt idx="17">
                  <c:v>10.4</c:v>
                </c:pt>
                <c:pt idx="18">
                  <c:v>12.8</c:v>
                </c:pt>
                <c:pt idx="19">
                  <c:v>15.8</c:v>
                </c:pt>
                <c:pt idx="20">
                  <c:v>12.8</c:v>
                </c:pt>
                <c:pt idx="21">
                  <c:v>17.3</c:v>
                </c:pt>
                <c:pt idx="22">
                  <c:v>10.5</c:v>
                </c:pt>
                <c:pt idx="23">
                  <c:v>13.2</c:v>
                </c:pt>
                <c:pt idx="24">
                  <c:v>9.9</c:v>
                </c:pt>
                <c:pt idx="25">
                  <c:v>13.9</c:v>
                </c:pt>
                <c:pt idx="26">
                  <c:v>11.8</c:v>
                </c:pt>
                <c:pt idx="27">
                  <c:v>8</c:v>
                </c:pt>
                <c:pt idx="28">
                  <c:v>8.6</c:v>
                </c:pt>
                <c:pt idx="29">
                  <c:v>10.5</c:v>
                </c:pt>
                <c:pt idx="30">
                  <c:v>12.8</c:v>
                </c:pt>
                <c:pt idx="31">
                  <c:v>13.4</c:v>
                </c:pt>
                <c:pt idx="32">
                  <c:v>11.8</c:v>
                </c:pt>
                <c:pt idx="33">
                  <c:v>13</c:v>
                </c:pt>
                <c:pt idx="34">
                  <c:v>13.4</c:v>
                </c:pt>
                <c:pt idx="35">
                  <c:v>12.2</c:v>
                </c:pt>
                <c:pt idx="36">
                  <c:v>17</c:v>
                </c:pt>
                <c:pt idx="37">
                  <c:v>11.7</c:v>
                </c:pt>
                <c:pt idx="38">
                  <c:v>14.9</c:v>
                </c:pt>
                <c:pt idx="39">
                  <c:v>12.9</c:v>
                </c:pt>
                <c:pt idx="40">
                  <c:v>20.5</c:v>
                </c:pt>
                <c:pt idx="41">
                  <c:v>18.600000000000001</c:v>
                </c:pt>
                <c:pt idx="42">
                  <c:v>12.3</c:v>
                </c:pt>
                <c:pt idx="43">
                  <c:v>14.2</c:v>
                </c:pt>
                <c:pt idx="44">
                  <c:v>14.3</c:v>
                </c:pt>
                <c:pt idx="45">
                  <c:v>16.7</c:v>
                </c:pt>
                <c:pt idx="46">
                  <c:v>13</c:v>
                </c:pt>
                <c:pt idx="47">
                  <c:v>15.9</c:v>
                </c:pt>
                <c:pt idx="48">
                  <c:v>11.8</c:v>
                </c:pt>
                <c:pt idx="49">
                  <c:v>10.5</c:v>
                </c:pt>
                <c:pt idx="50">
                  <c:v>15.2</c:v>
                </c:pt>
                <c:pt idx="51">
                  <c:v>11.9</c:v>
                </c:pt>
                <c:pt idx="52">
                  <c:v>15</c:v>
                </c:pt>
                <c:pt idx="53">
                  <c:v>9.4</c:v>
                </c:pt>
                <c:pt idx="54">
                  <c:v>18.2</c:v>
                </c:pt>
                <c:pt idx="55">
                  <c:v>13.6</c:v>
                </c:pt>
                <c:pt idx="56">
                  <c:v>14.7</c:v>
                </c:pt>
                <c:pt idx="57">
                  <c:v>16.399999999999999</c:v>
                </c:pt>
                <c:pt idx="58">
                  <c:v>13.8</c:v>
                </c:pt>
                <c:pt idx="59">
                  <c:v>15</c:v>
                </c:pt>
                <c:pt idx="60">
                  <c:v>14.3</c:v>
                </c:pt>
                <c:pt idx="61">
                  <c:v>23.5</c:v>
                </c:pt>
                <c:pt idx="62">
                  <c:v>23.9</c:v>
                </c:pt>
                <c:pt idx="63">
                  <c:v>25.5</c:v>
                </c:pt>
                <c:pt idx="64">
                  <c:v>28.5</c:v>
                </c:pt>
                <c:pt idx="65">
                  <c:v>27</c:v>
                </c:pt>
                <c:pt idx="66">
                  <c:v>35.5</c:v>
                </c:pt>
                <c:pt idx="67">
                  <c:v>38.299999999999997</c:v>
                </c:pt>
                <c:pt idx="68">
                  <c:v>37.299999999999997</c:v>
                </c:pt>
                <c:pt idx="69">
                  <c:v>33.799999999999997</c:v>
                </c:pt>
                <c:pt idx="70">
                  <c:v>22.6</c:v>
                </c:pt>
                <c:pt idx="71">
                  <c:v>18.8</c:v>
                </c:pt>
                <c:pt idx="72">
                  <c:v>22.2</c:v>
                </c:pt>
                <c:pt idx="73">
                  <c:v>21.6</c:v>
                </c:pt>
                <c:pt idx="74">
                  <c:v>17.8</c:v>
                </c:pt>
                <c:pt idx="75">
                  <c:v>21.8</c:v>
                </c:pt>
                <c:pt idx="76">
                  <c:v>19.399999999999999</c:v>
                </c:pt>
                <c:pt idx="77">
                  <c:v>13.4</c:v>
                </c:pt>
                <c:pt idx="78">
                  <c:v>14.6</c:v>
                </c:pt>
                <c:pt idx="79">
                  <c:v>15.9</c:v>
                </c:pt>
                <c:pt idx="80">
                  <c:v>14.6</c:v>
                </c:pt>
                <c:pt idx="81">
                  <c:v>15.3</c:v>
                </c:pt>
                <c:pt idx="82">
                  <c:v>31.2</c:v>
                </c:pt>
                <c:pt idx="83">
                  <c:v>71.900000000000006</c:v>
                </c:pt>
                <c:pt idx="84">
                  <c:v>34.6</c:v>
                </c:pt>
                <c:pt idx="85">
                  <c:v>16.2</c:v>
                </c:pt>
                <c:pt idx="86">
                  <c:v>15.6</c:v>
                </c:pt>
                <c:pt idx="87">
                  <c:v>13.5</c:v>
                </c:pt>
                <c:pt idx="88">
                  <c:v>14.6</c:v>
                </c:pt>
                <c:pt idx="89">
                  <c:v>18</c:v>
                </c:pt>
                <c:pt idx="90">
                  <c:v>9.1999999999999993</c:v>
                </c:pt>
                <c:pt idx="91">
                  <c:v>13.2</c:v>
                </c:pt>
                <c:pt idx="92">
                  <c:v>17.3</c:v>
                </c:pt>
                <c:pt idx="93">
                  <c:v>11.7</c:v>
                </c:pt>
                <c:pt idx="94">
                  <c:v>16</c:v>
                </c:pt>
                <c:pt idx="95">
                  <c:v>11.9</c:v>
                </c:pt>
                <c:pt idx="96">
                  <c:v>17</c:v>
                </c:pt>
                <c:pt idx="97">
                  <c:v>10.5</c:v>
                </c:pt>
                <c:pt idx="98">
                  <c:v>17.3</c:v>
                </c:pt>
                <c:pt idx="99">
                  <c:v>14.1</c:v>
                </c:pt>
                <c:pt idx="100">
                  <c:v>13.8</c:v>
                </c:pt>
                <c:pt idx="101">
                  <c:v>15</c:v>
                </c:pt>
                <c:pt idx="102">
                  <c:v>16.5</c:v>
                </c:pt>
                <c:pt idx="103">
                  <c:v>14.1</c:v>
                </c:pt>
                <c:pt idx="104">
                  <c:v>14.1</c:v>
                </c:pt>
                <c:pt idx="105">
                  <c:v>15</c:v>
                </c:pt>
                <c:pt idx="106">
                  <c:v>19.100000000000001</c:v>
                </c:pt>
                <c:pt idx="107">
                  <c:v>14.1</c:v>
                </c:pt>
                <c:pt idx="108">
                  <c:v>17.600000000000001</c:v>
                </c:pt>
                <c:pt idx="109">
                  <c:v>15.4</c:v>
                </c:pt>
                <c:pt idx="110">
                  <c:v>14.9</c:v>
                </c:pt>
                <c:pt idx="111">
                  <c:v>18.8</c:v>
                </c:pt>
                <c:pt idx="112">
                  <c:v>13</c:v>
                </c:pt>
                <c:pt idx="113">
                  <c:v>13.4</c:v>
                </c:pt>
                <c:pt idx="114">
                  <c:v>15.2</c:v>
                </c:pt>
                <c:pt idx="115">
                  <c:v>12.5</c:v>
                </c:pt>
                <c:pt idx="116">
                  <c:v>32.5</c:v>
                </c:pt>
                <c:pt idx="117">
                  <c:v>51.6</c:v>
                </c:pt>
                <c:pt idx="118">
                  <c:v>81.599999999999994</c:v>
                </c:pt>
                <c:pt idx="119">
                  <c:v>50.6</c:v>
                </c:pt>
                <c:pt idx="120">
                  <c:v>36.299999999999997</c:v>
                </c:pt>
                <c:pt idx="121">
                  <c:v>50.9</c:v>
                </c:pt>
                <c:pt idx="122">
                  <c:v>80.900000000000006</c:v>
                </c:pt>
                <c:pt idx="123">
                  <c:v>59.2</c:v>
                </c:pt>
                <c:pt idx="124">
                  <c:v>27.8</c:v>
                </c:pt>
                <c:pt idx="125">
                  <c:v>37</c:v>
                </c:pt>
                <c:pt idx="126">
                  <c:v>74.5</c:v>
                </c:pt>
                <c:pt idx="127">
                  <c:v>69.7</c:v>
                </c:pt>
                <c:pt idx="128">
                  <c:v>46.5</c:v>
                </c:pt>
                <c:pt idx="129">
                  <c:v>31</c:v>
                </c:pt>
                <c:pt idx="130">
                  <c:v>28</c:v>
                </c:pt>
                <c:pt idx="131">
                  <c:v>39.700000000000003</c:v>
                </c:pt>
                <c:pt idx="132">
                  <c:v>75.900000000000006</c:v>
                </c:pt>
                <c:pt idx="133">
                  <c:v>60.8</c:v>
                </c:pt>
                <c:pt idx="134">
                  <c:v>27.7</c:v>
                </c:pt>
                <c:pt idx="135">
                  <c:v>29.1</c:v>
                </c:pt>
                <c:pt idx="136">
                  <c:v>38.700000000000003</c:v>
                </c:pt>
                <c:pt idx="137">
                  <c:v>75.2</c:v>
                </c:pt>
                <c:pt idx="138">
                  <c:v>64.3</c:v>
                </c:pt>
                <c:pt idx="139">
                  <c:v>44.9</c:v>
                </c:pt>
                <c:pt idx="140">
                  <c:v>26.8</c:v>
                </c:pt>
                <c:pt idx="141">
                  <c:v>13.9</c:v>
                </c:pt>
                <c:pt idx="142">
                  <c:v>13.3</c:v>
                </c:pt>
                <c:pt idx="143">
                  <c:v>15.4</c:v>
                </c:pt>
                <c:pt idx="144">
                  <c:v>15.2</c:v>
                </c:pt>
                <c:pt idx="145">
                  <c:v>14.5</c:v>
                </c:pt>
                <c:pt idx="146">
                  <c:v>13.2</c:v>
                </c:pt>
                <c:pt idx="147">
                  <c:v>12.3</c:v>
                </c:pt>
                <c:pt idx="148">
                  <c:v>15.3</c:v>
                </c:pt>
                <c:pt idx="149">
                  <c:v>14.6</c:v>
                </c:pt>
                <c:pt idx="150">
                  <c:v>14.8</c:v>
                </c:pt>
                <c:pt idx="151">
                  <c:v>11.2</c:v>
                </c:pt>
                <c:pt idx="152">
                  <c:v>16.5</c:v>
                </c:pt>
                <c:pt idx="153">
                  <c:v>12.3</c:v>
                </c:pt>
                <c:pt idx="154">
                  <c:v>15.1</c:v>
                </c:pt>
                <c:pt idx="155">
                  <c:v>18.399999999999999</c:v>
                </c:pt>
                <c:pt idx="156">
                  <c:v>18</c:v>
                </c:pt>
                <c:pt idx="157">
                  <c:v>14.8</c:v>
                </c:pt>
                <c:pt idx="158">
                  <c:v>17</c:v>
                </c:pt>
                <c:pt idx="159">
                  <c:v>14.2</c:v>
                </c:pt>
                <c:pt idx="160">
                  <c:v>13.2</c:v>
                </c:pt>
                <c:pt idx="161">
                  <c:v>15.4</c:v>
                </c:pt>
                <c:pt idx="162">
                  <c:v>17.5</c:v>
                </c:pt>
                <c:pt idx="163">
                  <c:v>11.8</c:v>
                </c:pt>
                <c:pt idx="164">
                  <c:v>16.5</c:v>
                </c:pt>
                <c:pt idx="165">
                  <c:v>17.8</c:v>
                </c:pt>
                <c:pt idx="166">
                  <c:v>17.3</c:v>
                </c:pt>
                <c:pt idx="167">
                  <c:v>13.4</c:v>
                </c:pt>
                <c:pt idx="168">
                  <c:v>15.3</c:v>
                </c:pt>
                <c:pt idx="169">
                  <c:v>11.3</c:v>
                </c:pt>
                <c:pt idx="170">
                  <c:v>14.8</c:v>
                </c:pt>
                <c:pt idx="171">
                  <c:v>13.1</c:v>
                </c:pt>
                <c:pt idx="172">
                  <c:v>13.1</c:v>
                </c:pt>
                <c:pt idx="173">
                  <c:v>13.8</c:v>
                </c:pt>
                <c:pt idx="174">
                  <c:v>12.9</c:v>
                </c:pt>
                <c:pt idx="175">
                  <c:v>15.4</c:v>
                </c:pt>
                <c:pt idx="176">
                  <c:v>16.5</c:v>
                </c:pt>
                <c:pt idx="177">
                  <c:v>11.1</c:v>
                </c:pt>
                <c:pt idx="178">
                  <c:v>13.6</c:v>
                </c:pt>
                <c:pt idx="179">
                  <c:v>15.8</c:v>
                </c:pt>
                <c:pt idx="180">
                  <c:v>13.9</c:v>
                </c:pt>
                <c:pt idx="181">
                  <c:v>15.9</c:v>
                </c:pt>
                <c:pt idx="182">
                  <c:v>16.5</c:v>
                </c:pt>
                <c:pt idx="183">
                  <c:v>18.3</c:v>
                </c:pt>
                <c:pt idx="184">
                  <c:v>23.7</c:v>
                </c:pt>
                <c:pt idx="185">
                  <c:v>20.8</c:v>
                </c:pt>
                <c:pt idx="186">
                  <c:v>19.7</c:v>
                </c:pt>
                <c:pt idx="187">
                  <c:v>16.3</c:v>
                </c:pt>
                <c:pt idx="188">
                  <c:v>16.7</c:v>
                </c:pt>
                <c:pt idx="189">
                  <c:v>13.6</c:v>
                </c:pt>
                <c:pt idx="190">
                  <c:v>16.5</c:v>
                </c:pt>
                <c:pt idx="191">
                  <c:v>16.7</c:v>
                </c:pt>
                <c:pt idx="192">
                  <c:v>14.7</c:v>
                </c:pt>
                <c:pt idx="193">
                  <c:v>14</c:v>
                </c:pt>
                <c:pt idx="194">
                  <c:v>15</c:v>
                </c:pt>
                <c:pt idx="195">
                  <c:v>18.5</c:v>
                </c:pt>
                <c:pt idx="196">
                  <c:v>11.8</c:v>
                </c:pt>
                <c:pt idx="197">
                  <c:v>14.6</c:v>
                </c:pt>
                <c:pt idx="198">
                  <c:v>16.899999999999999</c:v>
                </c:pt>
                <c:pt idx="199">
                  <c:v>14.2</c:v>
                </c:pt>
                <c:pt idx="200">
                  <c:v>15.5</c:v>
                </c:pt>
                <c:pt idx="201">
                  <c:v>12.3</c:v>
                </c:pt>
                <c:pt idx="202">
                  <c:v>15</c:v>
                </c:pt>
                <c:pt idx="203">
                  <c:v>11</c:v>
                </c:pt>
                <c:pt idx="204">
                  <c:v>14.6</c:v>
                </c:pt>
                <c:pt idx="205">
                  <c:v>14.3</c:v>
                </c:pt>
                <c:pt idx="206">
                  <c:v>15.7</c:v>
                </c:pt>
                <c:pt idx="207">
                  <c:v>14</c:v>
                </c:pt>
                <c:pt idx="208">
                  <c:v>15</c:v>
                </c:pt>
                <c:pt idx="209">
                  <c:v>11.6</c:v>
                </c:pt>
                <c:pt idx="210">
                  <c:v>14.8</c:v>
                </c:pt>
                <c:pt idx="211">
                  <c:v>22.6</c:v>
                </c:pt>
                <c:pt idx="212">
                  <c:v>17.600000000000001</c:v>
                </c:pt>
                <c:pt idx="213">
                  <c:v>17.7</c:v>
                </c:pt>
                <c:pt idx="214">
                  <c:v>11.1</c:v>
                </c:pt>
                <c:pt idx="215">
                  <c:v>17.3</c:v>
                </c:pt>
                <c:pt idx="216">
                  <c:v>17.2</c:v>
                </c:pt>
                <c:pt idx="217">
                  <c:v>15.3</c:v>
                </c:pt>
                <c:pt idx="218">
                  <c:v>17.3</c:v>
                </c:pt>
                <c:pt idx="219">
                  <c:v>10.6</c:v>
                </c:pt>
                <c:pt idx="220">
                  <c:v>12.2</c:v>
                </c:pt>
                <c:pt idx="221">
                  <c:v>11.8</c:v>
                </c:pt>
                <c:pt idx="222">
                  <c:v>11.7</c:v>
                </c:pt>
                <c:pt idx="223">
                  <c:v>11</c:v>
                </c:pt>
                <c:pt idx="224">
                  <c:v>21.9</c:v>
                </c:pt>
                <c:pt idx="225">
                  <c:v>24.2</c:v>
                </c:pt>
                <c:pt idx="226">
                  <c:v>15.9</c:v>
                </c:pt>
                <c:pt idx="227">
                  <c:v>17.7</c:v>
                </c:pt>
                <c:pt idx="228">
                  <c:v>17.5</c:v>
                </c:pt>
                <c:pt idx="229">
                  <c:v>12.4</c:v>
                </c:pt>
                <c:pt idx="230">
                  <c:v>13.4</c:v>
                </c:pt>
                <c:pt idx="231">
                  <c:v>15.8</c:v>
                </c:pt>
                <c:pt idx="232">
                  <c:v>13.9</c:v>
                </c:pt>
                <c:pt idx="233">
                  <c:v>10.5</c:v>
                </c:pt>
                <c:pt idx="234">
                  <c:v>17.600000000000001</c:v>
                </c:pt>
                <c:pt idx="235">
                  <c:v>13.5</c:v>
                </c:pt>
                <c:pt idx="236">
                  <c:v>15.5</c:v>
                </c:pt>
                <c:pt idx="237">
                  <c:v>12</c:v>
                </c:pt>
                <c:pt idx="238">
                  <c:v>16.899999999999999</c:v>
                </c:pt>
                <c:pt idx="239">
                  <c:v>11</c:v>
                </c:pt>
                <c:pt idx="240">
                  <c:v>14.4</c:v>
                </c:pt>
                <c:pt idx="241">
                  <c:v>13.1</c:v>
                </c:pt>
                <c:pt idx="242">
                  <c:v>14.5</c:v>
                </c:pt>
                <c:pt idx="243">
                  <c:v>9.6999999999999993</c:v>
                </c:pt>
                <c:pt idx="244">
                  <c:v>12.3</c:v>
                </c:pt>
                <c:pt idx="245">
                  <c:v>13.5</c:v>
                </c:pt>
                <c:pt idx="246">
                  <c:v>13</c:v>
                </c:pt>
                <c:pt idx="247">
                  <c:v>14.5</c:v>
                </c:pt>
                <c:pt idx="248">
                  <c:v>14.2</c:v>
                </c:pt>
                <c:pt idx="249">
                  <c:v>12.7</c:v>
                </c:pt>
                <c:pt idx="250">
                  <c:v>12.8</c:v>
                </c:pt>
                <c:pt idx="251">
                  <c:v>14.6</c:v>
                </c:pt>
                <c:pt idx="252">
                  <c:v>12.3</c:v>
                </c:pt>
                <c:pt idx="253">
                  <c:v>9.6999999999999993</c:v>
                </c:pt>
                <c:pt idx="254">
                  <c:v>14.1</c:v>
                </c:pt>
                <c:pt idx="255">
                  <c:v>14.6</c:v>
                </c:pt>
                <c:pt idx="256">
                  <c:v>15.5</c:v>
                </c:pt>
                <c:pt idx="257">
                  <c:v>12.2</c:v>
                </c:pt>
                <c:pt idx="258">
                  <c:v>16.7</c:v>
                </c:pt>
                <c:pt idx="259">
                  <c:v>19.7</c:v>
                </c:pt>
                <c:pt idx="260">
                  <c:v>23.9</c:v>
                </c:pt>
                <c:pt idx="261">
                  <c:v>27.4</c:v>
                </c:pt>
                <c:pt idx="262">
                  <c:v>46.5</c:v>
                </c:pt>
                <c:pt idx="263">
                  <c:v>59.6</c:v>
                </c:pt>
                <c:pt idx="264">
                  <c:v>32.200000000000003</c:v>
                </c:pt>
                <c:pt idx="265">
                  <c:v>9.3000000000000007</c:v>
                </c:pt>
                <c:pt idx="266">
                  <c:v>13.8</c:v>
                </c:pt>
                <c:pt idx="267">
                  <c:v>11.8</c:v>
                </c:pt>
                <c:pt idx="268">
                  <c:v>14.5</c:v>
                </c:pt>
                <c:pt idx="269">
                  <c:v>13.2</c:v>
                </c:pt>
                <c:pt idx="270">
                  <c:v>14.8</c:v>
                </c:pt>
                <c:pt idx="271">
                  <c:v>13.5</c:v>
                </c:pt>
                <c:pt idx="272">
                  <c:v>10.4</c:v>
                </c:pt>
                <c:pt idx="273">
                  <c:v>16.399999999999999</c:v>
                </c:pt>
                <c:pt idx="274">
                  <c:v>18.2</c:v>
                </c:pt>
                <c:pt idx="275">
                  <c:v>13.1</c:v>
                </c:pt>
                <c:pt idx="276">
                  <c:v>13.1</c:v>
                </c:pt>
                <c:pt idx="277">
                  <c:v>16.2</c:v>
                </c:pt>
                <c:pt idx="278">
                  <c:v>16.600000000000001</c:v>
                </c:pt>
                <c:pt idx="279">
                  <c:v>12.2</c:v>
                </c:pt>
                <c:pt idx="280">
                  <c:v>12.6</c:v>
                </c:pt>
                <c:pt idx="281">
                  <c:v>17.600000000000001</c:v>
                </c:pt>
                <c:pt idx="282">
                  <c:v>12.7</c:v>
                </c:pt>
                <c:pt idx="283">
                  <c:v>13</c:v>
                </c:pt>
                <c:pt idx="284">
                  <c:v>17.100000000000001</c:v>
                </c:pt>
                <c:pt idx="285">
                  <c:v>14.1</c:v>
                </c:pt>
                <c:pt idx="286">
                  <c:v>12.5</c:v>
                </c:pt>
                <c:pt idx="287">
                  <c:v>15.3</c:v>
                </c:pt>
                <c:pt idx="288">
                  <c:v>17.3</c:v>
                </c:pt>
                <c:pt idx="289">
                  <c:v>16.100000000000001</c:v>
                </c:pt>
                <c:pt idx="290">
                  <c:v>15</c:v>
                </c:pt>
                <c:pt idx="291">
                  <c:v>21.5</c:v>
                </c:pt>
                <c:pt idx="292">
                  <c:v>13.2</c:v>
                </c:pt>
                <c:pt idx="293">
                  <c:v>15.7</c:v>
                </c:pt>
                <c:pt idx="294">
                  <c:v>10.6</c:v>
                </c:pt>
                <c:pt idx="295">
                  <c:v>9.3000000000000007</c:v>
                </c:pt>
                <c:pt idx="296">
                  <c:v>22.6</c:v>
                </c:pt>
                <c:pt idx="297">
                  <c:v>23.6</c:v>
                </c:pt>
                <c:pt idx="298">
                  <c:v>21</c:v>
                </c:pt>
                <c:pt idx="299">
                  <c:v>12.9</c:v>
                </c:pt>
                <c:pt idx="300">
                  <c:v>16.7</c:v>
                </c:pt>
                <c:pt idx="301">
                  <c:v>9.3000000000000007</c:v>
                </c:pt>
                <c:pt idx="302">
                  <c:v>12.1</c:v>
                </c:pt>
                <c:pt idx="303">
                  <c:v>14</c:v>
                </c:pt>
                <c:pt idx="304">
                  <c:v>12.3</c:v>
                </c:pt>
                <c:pt idx="305">
                  <c:v>10.5</c:v>
                </c:pt>
                <c:pt idx="306">
                  <c:v>12.7</c:v>
                </c:pt>
                <c:pt idx="307">
                  <c:v>15.8</c:v>
                </c:pt>
                <c:pt idx="308">
                  <c:v>12.2</c:v>
                </c:pt>
                <c:pt idx="309">
                  <c:v>14.9</c:v>
                </c:pt>
                <c:pt idx="310">
                  <c:v>10.7</c:v>
                </c:pt>
                <c:pt idx="311">
                  <c:v>15.3</c:v>
                </c:pt>
                <c:pt idx="312">
                  <c:v>7.3</c:v>
                </c:pt>
                <c:pt idx="313">
                  <c:v>15.1</c:v>
                </c:pt>
                <c:pt idx="314">
                  <c:v>13.5</c:v>
                </c:pt>
                <c:pt idx="315">
                  <c:v>12.7</c:v>
                </c:pt>
                <c:pt idx="316">
                  <c:v>15.6</c:v>
                </c:pt>
                <c:pt idx="317">
                  <c:v>15.1</c:v>
                </c:pt>
                <c:pt idx="318">
                  <c:v>13.8</c:v>
                </c:pt>
                <c:pt idx="319">
                  <c:v>11.5</c:v>
                </c:pt>
                <c:pt idx="320">
                  <c:v>11.8</c:v>
                </c:pt>
                <c:pt idx="321">
                  <c:v>12.4</c:v>
                </c:pt>
                <c:pt idx="322">
                  <c:v>14.7</c:v>
                </c:pt>
                <c:pt idx="323">
                  <c:v>13.5</c:v>
                </c:pt>
                <c:pt idx="324">
                  <c:v>11.8</c:v>
                </c:pt>
                <c:pt idx="325">
                  <c:v>12.9</c:v>
                </c:pt>
                <c:pt idx="326">
                  <c:v>12.5</c:v>
                </c:pt>
                <c:pt idx="327">
                  <c:v>14.6</c:v>
                </c:pt>
                <c:pt idx="328">
                  <c:v>10.5</c:v>
                </c:pt>
                <c:pt idx="329">
                  <c:v>9.8000000000000007</c:v>
                </c:pt>
                <c:pt idx="330">
                  <c:v>14</c:v>
                </c:pt>
                <c:pt idx="331">
                  <c:v>15.3</c:v>
                </c:pt>
                <c:pt idx="332">
                  <c:v>12</c:v>
                </c:pt>
                <c:pt idx="333">
                  <c:v>15.5</c:v>
                </c:pt>
                <c:pt idx="334">
                  <c:v>11.8</c:v>
                </c:pt>
                <c:pt idx="335">
                  <c:v>14.9</c:v>
                </c:pt>
                <c:pt idx="336">
                  <c:v>10.7</c:v>
                </c:pt>
                <c:pt idx="337">
                  <c:v>11.2</c:v>
                </c:pt>
                <c:pt idx="338">
                  <c:v>15.2</c:v>
                </c:pt>
                <c:pt idx="339">
                  <c:v>12</c:v>
                </c:pt>
                <c:pt idx="340">
                  <c:v>15.1</c:v>
                </c:pt>
                <c:pt idx="341">
                  <c:v>12.3</c:v>
                </c:pt>
                <c:pt idx="342">
                  <c:v>13.7</c:v>
                </c:pt>
                <c:pt idx="343">
                  <c:v>14.4</c:v>
                </c:pt>
                <c:pt idx="344">
                  <c:v>12.8</c:v>
                </c:pt>
                <c:pt idx="345">
                  <c:v>14.6</c:v>
                </c:pt>
                <c:pt idx="346">
                  <c:v>13.7</c:v>
                </c:pt>
                <c:pt idx="347">
                  <c:v>12.3</c:v>
                </c:pt>
                <c:pt idx="348">
                  <c:v>13.9</c:v>
                </c:pt>
                <c:pt idx="349">
                  <c:v>9.1</c:v>
                </c:pt>
                <c:pt idx="350">
                  <c:v>15.1</c:v>
                </c:pt>
                <c:pt idx="351">
                  <c:v>11.8</c:v>
                </c:pt>
                <c:pt idx="352">
                  <c:v>14.4</c:v>
                </c:pt>
                <c:pt idx="353">
                  <c:v>12.3</c:v>
                </c:pt>
                <c:pt idx="354">
                  <c:v>13.5</c:v>
                </c:pt>
                <c:pt idx="355">
                  <c:v>13.3</c:v>
                </c:pt>
                <c:pt idx="356">
                  <c:v>12.3</c:v>
                </c:pt>
                <c:pt idx="357">
                  <c:v>14</c:v>
                </c:pt>
                <c:pt idx="358">
                  <c:v>14.5</c:v>
                </c:pt>
                <c:pt idx="359">
                  <c:v>11.5</c:v>
                </c:pt>
                <c:pt idx="360">
                  <c:v>14.5</c:v>
                </c:pt>
                <c:pt idx="361">
                  <c:v>13.5</c:v>
                </c:pt>
                <c:pt idx="362">
                  <c:v>9.8000000000000007</c:v>
                </c:pt>
                <c:pt idx="363">
                  <c:v>10.4</c:v>
                </c:pt>
                <c:pt idx="364">
                  <c:v>13.5</c:v>
                </c:pt>
                <c:pt idx="365">
                  <c:v>16.2</c:v>
                </c:pt>
                <c:pt idx="366">
                  <c:v>12.3</c:v>
                </c:pt>
                <c:pt idx="367">
                  <c:v>13.5</c:v>
                </c:pt>
                <c:pt idx="368">
                  <c:v>12.3</c:v>
                </c:pt>
                <c:pt idx="369">
                  <c:v>13.1</c:v>
                </c:pt>
                <c:pt idx="370">
                  <c:v>11.7</c:v>
                </c:pt>
                <c:pt idx="371">
                  <c:v>15.1</c:v>
                </c:pt>
                <c:pt idx="372">
                  <c:v>13.3</c:v>
                </c:pt>
                <c:pt idx="373">
                  <c:v>16.600000000000001</c:v>
                </c:pt>
                <c:pt idx="374">
                  <c:v>12.9</c:v>
                </c:pt>
                <c:pt idx="375">
                  <c:v>16.8</c:v>
                </c:pt>
                <c:pt idx="376">
                  <c:v>12.3</c:v>
                </c:pt>
                <c:pt idx="377">
                  <c:v>12.3</c:v>
                </c:pt>
                <c:pt idx="378">
                  <c:v>12.8</c:v>
                </c:pt>
                <c:pt idx="379">
                  <c:v>10.4</c:v>
                </c:pt>
                <c:pt idx="380">
                  <c:v>11.1</c:v>
                </c:pt>
                <c:pt idx="381">
                  <c:v>12.9</c:v>
                </c:pt>
                <c:pt idx="382">
                  <c:v>11</c:v>
                </c:pt>
                <c:pt idx="383">
                  <c:v>12.7</c:v>
                </c:pt>
                <c:pt idx="384">
                  <c:v>11.8</c:v>
                </c:pt>
                <c:pt idx="385">
                  <c:v>17.8</c:v>
                </c:pt>
                <c:pt idx="386">
                  <c:v>13.8</c:v>
                </c:pt>
                <c:pt idx="387">
                  <c:v>12.3</c:v>
                </c:pt>
                <c:pt idx="388">
                  <c:v>13.5</c:v>
                </c:pt>
                <c:pt idx="389">
                  <c:v>10.3</c:v>
                </c:pt>
                <c:pt idx="390">
                  <c:v>12.2</c:v>
                </c:pt>
                <c:pt idx="391">
                  <c:v>16.7</c:v>
                </c:pt>
                <c:pt idx="392">
                  <c:v>13.9</c:v>
                </c:pt>
                <c:pt idx="393">
                  <c:v>12.1</c:v>
                </c:pt>
                <c:pt idx="394">
                  <c:v>12.4</c:v>
                </c:pt>
                <c:pt idx="395">
                  <c:v>14.6</c:v>
                </c:pt>
                <c:pt idx="396">
                  <c:v>10</c:v>
                </c:pt>
                <c:pt idx="397">
                  <c:v>13.4</c:v>
                </c:pt>
                <c:pt idx="398">
                  <c:v>13.5</c:v>
                </c:pt>
                <c:pt idx="399">
                  <c:v>13.3</c:v>
                </c:pt>
                <c:pt idx="400">
                  <c:v>12.1</c:v>
                </c:pt>
                <c:pt idx="401">
                  <c:v>13.4</c:v>
                </c:pt>
                <c:pt idx="402">
                  <c:v>12.8</c:v>
                </c:pt>
                <c:pt idx="403">
                  <c:v>13</c:v>
                </c:pt>
                <c:pt idx="404">
                  <c:v>11.2</c:v>
                </c:pt>
                <c:pt idx="405">
                  <c:v>14.6</c:v>
                </c:pt>
                <c:pt idx="406">
                  <c:v>11.8</c:v>
                </c:pt>
                <c:pt idx="407">
                  <c:v>14.5</c:v>
                </c:pt>
                <c:pt idx="408">
                  <c:v>11.7</c:v>
                </c:pt>
                <c:pt idx="409">
                  <c:v>12.7</c:v>
                </c:pt>
                <c:pt idx="410">
                  <c:v>9.8000000000000007</c:v>
                </c:pt>
                <c:pt idx="411">
                  <c:v>14.7</c:v>
                </c:pt>
                <c:pt idx="412">
                  <c:v>11.8</c:v>
                </c:pt>
                <c:pt idx="413">
                  <c:v>7.8</c:v>
                </c:pt>
                <c:pt idx="414">
                  <c:v>13.5</c:v>
                </c:pt>
                <c:pt idx="415">
                  <c:v>13</c:v>
                </c:pt>
                <c:pt idx="416">
                  <c:v>31</c:v>
                </c:pt>
                <c:pt idx="417">
                  <c:v>36.1</c:v>
                </c:pt>
                <c:pt idx="418">
                  <c:v>77.2</c:v>
                </c:pt>
                <c:pt idx="419">
                  <c:v>51</c:v>
                </c:pt>
                <c:pt idx="420">
                  <c:v>32.1</c:v>
                </c:pt>
                <c:pt idx="421">
                  <c:v>29.9</c:v>
                </c:pt>
                <c:pt idx="422">
                  <c:v>39.1</c:v>
                </c:pt>
                <c:pt idx="423">
                  <c:v>86</c:v>
                </c:pt>
                <c:pt idx="424">
                  <c:v>59.9</c:v>
                </c:pt>
                <c:pt idx="425">
                  <c:v>35.1</c:v>
                </c:pt>
                <c:pt idx="426">
                  <c:v>70.3</c:v>
                </c:pt>
                <c:pt idx="427">
                  <c:v>75.599999999999994</c:v>
                </c:pt>
                <c:pt idx="428">
                  <c:v>47.5</c:v>
                </c:pt>
                <c:pt idx="429">
                  <c:v>28</c:v>
                </c:pt>
                <c:pt idx="430">
                  <c:v>32.1</c:v>
                </c:pt>
                <c:pt idx="431">
                  <c:v>51.3</c:v>
                </c:pt>
                <c:pt idx="432">
                  <c:v>69.3</c:v>
                </c:pt>
                <c:pt idx="433">
                  <c:v>48.5</c:v>
                </c:pt>
                <c:pt idx="434">
                  <c:v>34.4</c:v>
                </c:pt>
                <c:pt idx="435">
                  <c:v>27.9</c:v>
                </c:pt>
                <c:pt idx="436">
                  <c:v>19.5</c:v>
                </c:pt>
                <c:pt idx="437">
                  <c:v>14.8</c:v>
                </c:pt>
                <c:pt idx="438">
                  <c:v>9.1999999999999993</c:v>
                </c:pt>
                <c:pt idx="439">
                  <c:v>15.2</c:v>
                </c:pt>
                <c:pt idx="440">
                  <c:v>10.5</c:v>
                </c:pt>
                <c:pt idx="441">
                  <c:v>17.399999999999999</c:v>
                </c:pt>
                <c:pt idx="442">
                  <c:v>12.7</c:v>
                </c:pt>
                <c:pt idx="443">
                  <c:v>11.2</c:v>
                </c:pt>
                <c:pt idx="444">
                  <c:v>10.4</c:v>
                </c:pt>
                <c:pt idx="445">
                  <c:v>13.8</c:v>
                </c:pt>
                <c:pt idx="446">
                  <c:v>14.7</c:v>
                </c:pt>
                <c:pt idx="447">
                  <c:v>12.3</c:v>
                </c:pt>
                <c:pt idx="448">
                  <c:v>11.4</c:v>
                </c:pt>
                <c:pt idx="449">
                  <c:v>13.3</c:v>
                </c:pt>
                <c:pt idx="450">
                  <c:v>11.8</c:v>
                </c:pt>
                <c:pt idx="451">
                  <c:v>13</c:v>
                </c:pt>
                <c:pt idx="452">
                  <c:v>11</c:v>
                </c:pt>
                <c:pt idx="453">
                  <c:v>14.6</c:v>
                </c:pt>
                <c:pt idx="454">
                  <c:v>9.9</c:v>
                </c:pt>
                <c:pt idx="455">
                  <c:v>12.7</c:v>
                </c:pt>
                <c:pt idx="456">
                  <c:v>14.9</c:v>
                </c:pt>
                <c:pt idx="457">
                  <c:v>14.1</c:v>
                </c:pt>
                <c:pt idx="458">
                  <c:v>11.5</c:v>
                </c:pt>
                <c:pt idx="459">
                  <c:v>15.1</c:v>
                </c:pt>
                <c:pt idx="460">
                  <c:v>11.8</c:v>
                </c:pt>
                <c:pt idx="461">
                  <c:v>11.5</c:v>
                </c:pt>
                <c:pt idx="462">
                  <c:v>12.1</c:v>
                </c:pt>
                <c:pt idx="463">
                  <c:v>11.1</c:v>
                </c:pt>
                <c:pt idx="464">
                  <c:v>16</c:v>
                </c:pt>
                <c:pt idx="465">
                  <c:v>10.9</c:v>
                </c:pt>
                <c:pt idx="466">
                  <c:v>16.5</c:v>
                </c:pt>
                <c:pt idx="467">
                  <c:v>9.3000000000000007</c:v>
                </c:pt>
                <c:pt idx="468">
                  <c:v>12</c:v>
                </c:pt>
                <c:pt idx="469">
                  <c:v>11</c:v>
                </c:pt>
                <c:pt idx="470">
                  <c:v>12.3</c:v>
                </c:pt>
                <c:pt idx="471">
                  <c:v>15.6</c:v>
                </c:pt>
                <c:pt idx="472">
                  <c:v>9.8000000000000007</c:v>
                </c:pt>
                <c:pt idx="473">
                  <c:v>13.9</c:v>
                </c:pt>
                <c:pt idx="474">
                  <c:v>13.4</c:v>
                </c:pt>
                <c:pt idx="475">
                  <c:v>13.1</c:v>
                </c:pt>
                <c:pt idx="476">
                  <c:v>13.2</c:v>
                </c:pt>
                <c:pt idx="477">
                  <c:v>16</c:v>
                </c:pt>
                <c:pt idx="478">
                  <c:v>11.5</c:v>
                </c:pt>
                <c:pt idx="479">
                  <c:v>13.8</c:v>
                </c:pt>
                <c:pt idx="480">
                  <c:v>16.399999999999999</c:v>
                </c:pt>
                <c:pt idx="481">
                  <c:v>16.8</c:v>
                </c:pt>
                <c:pt idx="482">
                  <c:v>10.9</c:v>
                </c:pt>
                <c:pt idx="483">
                  <c:v>12.9</c:v>
                </c:pt>
                <c:pt idx="484">
                  <c:v>13.4</c:v>
                </c:pt>
                <c:pt idx="485">
                  <c:v>12.2</c:v>
                </c:pt>
                <c:pt idx="486">
                  <c:v>14.1</c:v>
                </c:pt>
                <c:pt idx="487">
                  <c:v>13.9</c:v>
                </c:pt>
                <c:pt idx="488">
                  <c:v>12.2</c:v>
                </c:pt>
                <c:pt idx="489">
                  <c:v>12.6</c:v>
                </c:pt>
                <c:pt idx="490">
                  <c:v>11.1</c:v>
                </c:pt>
                <c:pt idx="491">
                  <c:v>14.6</c:v>
                </c:pt>
                <c:pt idx="492">
                  <c:v>7.9</c:v>
                </c:pt>
                <c:pt idx="493">
                  <c:v>11</c:v>
                </c:pt>
                <c:pt idx="494">
                  <c:v>12.8</c:v>
                </c:pt>
                <c:pt idx="495">
                  <c:v>11.5</c:v>
                </c:pt>
                <c:pt idx="496">
                  <c:v>13.5</c:v>
                </c:pt>
                <c:pt idx="497">
                  <c:v>12.8</c:v>
                </c:pt>
                <c:pt idx="498">
                  <c:v>14</c:v>
                </c:pt>
                <c:pt idx="499">
                  <c:v>9.1999999999999993</c:v>
                </c:pt>
                <c:pt idx="500">
                  <c:v>11.7</c:v>
                </c:pt>
                <c:pt idx="501">
                  <c:v>14.6</c:v>
                </c:pt>
                <c:pt idx="502">
                  <c:v>11.7</c:v>
                </c:pt>
                <c:pt idx="503">
                  <c:v>14.3</c:v>
                </c:pt>
                <c:pt idx="504">
                  <c:v>10.7</c:v>
                </c:pt>
                <c:pt idx="505">
                  <c:v>14.5</c:v>
                </c:pt>
                <c:pt idx="506">
                  <c:v>12.9</c:v>
                </c:pt>
                <c:pt idx="507">
                  <c:v>14</c:v>
                </c:pt>
                <c:pt idx="508">
                  <c:v>12.8</c:v>
                </c:pt>
                <c:pt idx="509">
                  <c:v>14.6</c:v>
                </c:pt>
                <c:pt idx="510">
                  <c:v>10.5</c:v>
                </c:pt>
                <c:pt idx="511">
                  <c:v>14</c:v>
                </c:pt>
                <c:pt idx="512">
                  <c:v>8.1</c:v>
                </c:pt>
                <c:pt idx="513">
                  <c:v>13.2</c:v>
                </c:pt>
                <c:pt idx="514">
                  <c:v>11.7</c:v>
                </c:pt>
                <c:pt idx="515">
                  <c:v>13.4</c:v>
                </c:pt>
                <c:pt idx="516">
                  <c:v>12.2</c:v>
                </c:pt>
                <c:pt idx="517">
                  <c:v>12.9</c:v>
                </c:pt>
                <c:pt idx="518">
                  <c:v>16.600000000000001</c:v>
                </c:pt>
                <c:pt idx="519">
                  <c:v>9.6999999999999993</c:v>
                </c:pt>
                <c:pt idx="520">
                  <c:v>9.8000000000000007</c:v>
                </c:pt>
                <c:pt idx="521">
                  <c:v>16.899999999999999</c:v>
                </c:pt>
                <c:pt idx="522">
                  <c:v>11.8</c:v>
                </c:pt>
                <c:pt idx="523">
                  <c:v>13.3</c:v>
                </c:pt>
                <c:pt idx="524">
                  <c:v>11.8</c:v>
                </c:pt>
                <c:pt idx="525">
                  <c:v>19.3</c:v>
                </c:pt>
                <c:pt idx="526">
                  <c:v>17.399999999999999</c:v>
                </c:pt>
                <c:pt idx="527">
                  <c:v>19.5</c:v>
                </c:pt>
                <c:pt idx="528">
                  <c:v>20.3</c:v>
                </c:pt>
                <c:pt idx="529">
                  <c:v>10.9</c:v>
                </c:pt>
                <c:pt idx="530">
                  <c:v>14.4</c:v>
                </c:pt>
                <c:pt idx="531">
                  <c:v>11.7</c:v>
                </c:pt>
                <c:pt idx="532">
                  <c:v>17.5</c:v>
                </c:pt>
                <c:pt idx="533">
                  <c:v>10.4</c:v>
                </c:pt>
                <c:pt idx="534">
                  <c:v>15.5</c:v>
                </c:pt>
                <c:pt idx="535">
                  <c:v>12.3</c:v>
                </c:pt>
                <c:pt idx="536">
                  <c:v>15.4</c:v>
                </c:pt>
                <c:pt idx="537">
                  <c:v>11.7</c:v>
                </c:pt>
                <c:pt idx="538">
                  <c:v>15.5</c:v>
                </c:pt>
                <c:pt idx="539">
                  <c:v>13.8</c:v>
                </c:pt>
                <c:pt idx="540">
                  <c:v>12.1</c:v>
                </c:pt>
                <c:pt idx="541">
                  <c:v>10.5</c:v>
                </c:pt>
                <c:pt idx="542">
                  <c:v>12.9</c:v>
                </c:pt>
                <c:pt idx="543">
                  <c:v>13.1</c:v>
                </c:pt>
                <c:pt idx="544">
                  <c:v>11.8</c:v>
                </c:pt>
                <c:pt idx="545">
                  <c:v>15.9</c:v>
                </c:pt>
                <c:pt idx="546">
                  <c:v>12.3</c:v>
                </c:pt>
                <c:pt idx="547">
                  <c:v>10.5</c:v>
                </c:pt>
                <c:pt idx="548">
                  <c:v>15.1</c:v>
                </c:pt>
                <c:pt idx="549">
                  <c:v>14.4</c:v>
                </c:pt>
                <c:pt idx="550">
                  <c:v>11.5</c:v>
                </c:pt>
                <c:pt idx="551">
                  <c:v>11.1</c:v>
                </c:pt>
                <c:pt idx="552">
                  <c:v>15.6</c:v>
                </c:pt>
                <c:pt idx="553">
                  <c:v>9.1</c:v>
                </c:pt>
                <c:pt idx="554">
                  <c:v>13.9</c:v>
                </c:pt>
                <c:pt idx="555">
                  <c:v>11.1</c:v>
                </c:pt>
                <c:pt idx="556">
                  <c:v>15.7</c:v>
                </c:pt>
                <c:pt idx="557">
                  <c:v>11.5</c:v>
                </c:pt>
                <c:pt idx="558">
                  <c:v>14.5</c:v>
                </c:pt>
                <c:pt idx="559">
                  <c:v>13.9</c:v>
                </c:pt>
                <c:pt idx="560">
                  <c:v>12.5</c:v>
                </c:pt>
                <c:pt idx="561">
                  <c:v>10.5</c:v>
                </c:pt>
                <c:pt idx="562">
                  <c:v>14.5</c:v>
                </c:pt>
                <c:pt idx="563">
                  <c:v>12</c:v>
                </c:pt>
                <c:pt idx="564">
                  <c:v>16.5</c:v>
                </c:pt>
                <c:pt idx="565">
                  <c:v>13.6</c:v>
                </c:pt>
                <c:pt idx="566">
                  <c:v>14.3</c:v>
                </c:pt>
                <c:pt idx="567">
                  <c:v>13.8</c:v>
                </c:pt>
                <c:pt idx="568">
                  <c:v>15.1</c:v>
                </c:pt>
                <c:pt idx="569">
                  <c:v>14</c:v>
                </c:pt>
                <c:pt idx="570">
                  <c:v>14.1</c:v>
                </c:pt>
                <c:pt idx="571">
                  <c:v>13.4</c:v>
                </c:pt>
                <c:pt idx="572">
                  <c:v>12.3</c:v>
                </c:pt>
                <c:pt idx="573">
                  <c:v>13.8</c:v>
                </c:pt>
                <c:pt idx="574">
                  <c:v>9.1999999999999993</c:v>
                </c:pt>
                <c:pt idx="575">
                  <c:v>16.8</c:v>
                </c:pt>
                <c:pt idx="576">
                  <c:v>14.8</c:v>
                </c:pt>
                <c:pt idx="577">
                  <c:v>13</c:v>
                </c:pt>
                <c:pt idx="578">
                  <c:v>13.5</c:v>
                </c:pt>
                <c:pt idx="579">
                  <c:v>14.5</c:v>
                </c:pt>
                <c:pt idx="580">
                  <c:v>11</c:v>
                </c:pt>
                <c:pt idx="581">
                  <c:v>13.9</c:v>
                </c:pt>
                <c:pt idx="582">
                  <c:v>11.7</c:v>
                </c:pt>
                <c:pt idx="583">
                  <c:v>14.5</c:v>
                </c:pt>
                <c:pt idx="584">
                  <c:v>9.6999999999999993</c:v>
                </c:pt>
                <c:pt idx="585">
                  <c:v>17.5</c:v>
                </c:pt>
                <c:pt idx="586">
                  <c:v>13.2</c:v>
                </c:pt>
                <c:pt idx="587">
                  <c:v>11</c:v>
                </c:pt>
                <c:pt idx="588">
                  <c:v>16.7</c:v>
                </c:pt>
                <c:pt idx="589">
                  <c:v>13.7</c:v>
                </c:pt>
                <c:pt idx="590">
                  <c:v>14.4</c:v>
                </c:pt>
                <c:pt idx="591">
                  <c:v>12.9</c:v>
                </c:pt>
                <c:pt idx="592">
                  <c:v>14</c:v>
                </c:pt>
                <c:pt idx="593">
                  <c:v>12.2</c:v>
                </c:pt>
                <c:pt idx="594">
                  <c:v>10.9</c:v>
                </c:pt>
                <c:pt idx="595">
                  <c:v>10.6</c:v>
                </c:pt>
                <c:pt idx="596">
                  <c:v>13.7</c:v>
                </c:pt>
                <c:pt idx="597">
                  <c:v>11.4</c:v>
                </c:pt>
                <c:pt idx="598">
                  <c:v>11.8</c:v>
                </c:pt>
                <c:pt idx="599">
                  <c:v>14.6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7C-4094-BD14-C0313B84240B}"/>
            </c:ext>
          </c:extLst>
        </c:ser>
        <c:ser>
          <c:idx val="0"/>
          <c:order val="1"/>
          <c:tx>
            <c:strRef>
              <c:f>[20260227_092518_latency_13topics.xlsx]System_Monitor!$B$1</c:f>
              <c:strCache>
                <c:ptCount val="1"/>
                <c:pt idx="0">
                  <c:v>CPU Total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[1]System_Monitor!$B$2:$B$468</c:f>
              <c:numCache>
                <c:formatCode>General</c:formatCode>
                <c:ptCount val="467"/>
                <c:pt idx="0">
                  <c:v>0</c:v>
                </c:pt>
                <c:pt idx="1">
                  <c:v>17</c:v>
                </c:pt>
                <c:pt idx="2">
                  <c:v>11.1</c:v>
                </c:pt>
                <c:pt idx="3">
                  <c:v>14.6</c:v>
                </c:pt>
                <c:pt idx="4">
                  <c:v>12.7</c:v>
                </c:pt>
                <c:pt idx="5">
                  <c:v>11.8</c:v>
                </c:pt>
                <c:pt idx="6">
                  <c:v>15.6</c:v>
                </c:pt>
                <c:pt idx="7">
                  <c:v>11.9</c:v>
                </c:pt>
                <c:pt idx="8">
                  <c:v>15</c:v>
                </c:pt>
                <c:pt idx="9">
                  <c:v>15</c:v>
                </c:pt>
                <c:pt idx="10">
                  <c:v>15.2</c:v>
                </c:pt>
                <c:pt idx="11">
                  <c:v>12.5</c:v>
                </c:pt>
                <c:pt idx="12">
                  <c:v>10.7</c:v>
                </c:pt>
                <c:pt idx="13">
                  <c:v>12.4</c:v>
                </c:pt>
                <c:pt idx="14">
                  <c:v>13.1</c:v>
                </c:pt>
                <c:pt idx="15">
                  <c:v>14.5</c:v>
                </c:pt>
                <c:pt idx="16">
                  <c:v>16.899999999999999</c:v>
                </c:pt>
                <c:pt idx="17">
                  <c:v>12.4</c:v>
                </c:pt>
                <c:pt idx="18">
                  <c:v>16</c:v>
                </c:pt>
                <c:pt idx="19">
                  <c:v>12.4</c:v>
                </c:pt>
                <c:pt idx="20">
                  <c:v>15.6</c:v>
                </c:pt>
                <c:pt idx="21">
                  <c:v>11.5</c:v>
                </c:pt>
                <c:pt idx="22">
                  <c:v>12.8</c:v>
                </c:pt>
                <c:pt idx="23">
                  <c:v>15.5</c:v>
                </c:pt>
                <c:pt idx="24">
                  <c:v>12</c:v>
                </c:pt>
                <c:pt idx="25">
                  <c:v>16.399999999999999</c:v>
                </c:pt>
                <c:pt idx="26">
                  <c:v>12.9</c:v>
                </c:pt>
                <c:pt idx="27">
                  <c:v>12.7</c:v>
                </c:pt>
                <c:pt idx="28">
                  <c:v>11.2</c:v>
                </c:pt>
                <c:pt idx="29">
                  <c:v>13.6</c:v>
                </c:pt>
                <c:pt idx="30">
                  <c:v>10.6</c:v>
                </c:pt>
                <c:pt idx="31">
                  <c:v>18.100000000000001</c:v>
                </c:pt>
                <c:pt idx="32">
                  <c:v>19.399999999999999</c:v>
                </c:pt>
                <c:pt idx="33">
                  <c:v>13.6</c:v>
                </c:pt>
                <c:pt idx="34">
                  <c:v>9.8000000000000007</c:v>
                </c:pt>
                <c:pt idx="35">
                  <c:v>12.2</c:v>
                </c:pt>
                <c:pt idx="36">
                  <c:v>13.1</c:v>
                </c:pt>
                <c:pt idx="37">
                  <c:v>12.8</c:v>
                </c:pt>
                <c:pt idx="38">
                  <c:v>13.9</c:v>
                </c:pt>
                <c:pt idx="39">
                  <c:v>14.9</c:v>
                </c:pt>
                <c:pt idx="40">
                  <c:v>13.4</c:v>
                </c:pt>
                <c:pt idx="41">
                  <c:v>10.3</c:v>
                </c:pt>
                <c:pt idx="42">
                  <c:v>14.9</c:v>
                </c:pt>
                <c:pt idx="43">
                  <c:v>13.5</c:v>
                </c:pt>
                <c:pt idx="44">
                  <c:v>15.1</c:v>
                </c:pt>
                <c:pt idx="45">
                  <c:v>10.9</c:v>
                </c:pt>
                <c:pt idx="46">
                  <c:v>14.4</c:v>
                </c:pt>
                <c:pt idx="47">
                  <c:v>11.1</c:v>
                </c:pt>
                <c:pt idx="48">
                  <c:v>14.1</c:v>
                </c:pt>
                <c:pt idx="49">
                  <c:v>14.3</c:v>
                </c:pt>
                <c:pt idx="50">
                  <c:v>11.9</c:v>
                </c:pt>
                <c:pt idx="51">
                  <c:v>14.6</c:v>
                </c:pt>
                <c:pt idx="52">
                  <c:v>10.199999999999999</c:v>
                </c:pt>
                <c:pt idx="53">
                  <c:v>12.9</c:v>
                </c:pt>
                <c:pt idx="54">
                  <c:v>10.7</c:v>
                </c:pt>
                <c:pt idx="55">
                  <c:v>13.1</c:v>
                </c:pt>
                <c:pt idx="56">
                  <c:v>13.2</c:v>
                </c:pt>
                <c:pt idx="57">
                  <c:v>14.2</c:v>
                </c:pt>
                <c:pt idx="58">
                  <c:v>12.4</c:v>
                </c:pt>
                <c:pt idx="59">
                  <c:v>13.5</c:v>
                </c:pt>
                <c:pt idx="60">
                  <c:v>15.8</c:v>
                </c:pt>
                <c:pt idx="61">
                  <c:v>12.3</c:v>
                </c:pt>
                <c:pt idx="62">
                  <c:v>12.7</c:v>
                </c:pt>
                <c:pt idx="63">
                  <c:v>12.8</c:v>
                </c:pt>
                <c:pt idx="64">
                  <c:v>13</c:v>
                </c:pt>
                <c:pt idx="65">
                  <c:v>14.8</c:v>
                </c:pt>
                <c:pt idx="66">
                  <c:v>12</c:v>
                </c:pt>
                <c:pt idx="67">
                  <c:v>14.4</c:v>
                </c:pt>
                <c:pt idx="68">
                  <c:v>15.8</c:v>
                </c:pt>
                <c:pt idx="69">
                  <c:v>11.2</c:v>
                </c:pt>
                <c:pt idx="70">
                  <c:v>11.3</c:v>
                </c:pt>
                <c:pt idx="71">
                  <c:v>14.7</c:v>
                </c:pt>
                <c:pt idx="72">
                  <c:v>14.7</c:v>
                </c:pt>
                <c:pt idx="73">
                  <c:v>15.3</c:v>
                </c:pt>
                <c:pt idx="74">
                  <c:v>12.6</c:v>
                </c:pt>
                <c:pt idx="75">
                  <c:v>14.3</c:v>
                </c:pt>
                <c:pt idx="76">
                  <c:v>13.5</c:v>
                </c:pt>
                <c:pt idx="77">
                  <c:v>11.6</c:v>
                </c:pt>
                <c:pt idx="78">
                  <c:v>14.9</c:v>
                </c:pt>
                <c:pt idx="79">
                  <c:v>12.2</c:v>
                </c:pt>
                <c:pt idx="80">
                  <c:v>10.6</c:v>
                </c:pt>
                <c:pt idx="81">
                  <c:v>10.8</c:v>
                </c:pt>
                <c:pt idx="82">
                  <c:v>11.8</c:v>
                </c:pt>
                <c:pt idx="83">
                  <c:v>10.1</c:v>
                </c:pt>
                <c:pt idx="84">
                  <c:v>14</c:v>
                </c:pt>
                <c:pt idx="85">
                  <c:v>14.2</c:v>
                </c:pt>
                <c:pt idx="86">
                  <c:v>12.2</c:v>
                </c:pt>
                <c:pt idx="87">
                  <c:v>13.8</c:v>
                </c:pt>
                <c:pt idx="88">
                  <c:v>12.5</c:v>
                </c:pt>
                <c:pt idx="89">
                  <c:v>11.3</c:v>
                </c:pt>
                <c:pt idx="90">
                  <c:v>12.6</c:v>
                </c:pt>
                <c:pt idx="91">
                  <c:v>10.6</c:v>
                </c:pt>
                <c:pt idx="92">
                  <c:v>11.9</c:v>
                </c:pt>
                <c:pt idx="93">
                  <c:v>10.1</c:v>
                </c:pt>
                <c:pt idx="94">
                  <c:v>11</c:v>
                </c:pt>
                <c:pt idx="95">
                  <c:v>14.1</c:v>
                </c:pt>
                <c:pt idx="96">
                  <c:v>10.7</c:v>
                </c:pt>
                <c:pt idx="97">
                  <c:v>11.3</c:v>
                </c:pt>
                <c:pt idx="98">
                  <c:v>12.2</c:v>
                </c:pt>
                <c:pt idx="99">
                  <c:v>12.6</c:v>
                </c:pt>
                <c:pt idx="100">
                  <c:v>11.9</c:v>
                </c:pt>
                <c:pt idx="101">
                  <c:v>11</c:v>
                </c:pt>
                <c:pt idx="102">
                  <c:v>14.7</c:v>
                </c:pt>
                <c:pt idx="103">
                  <c:v>10.199999999999999</c:v>
                </c:pt>
                <c:pt idx="104">
                  <c:v>12.9</c:v>
                </c:pt>
                <c:pt idx="105">
                  <c:v>9.6</c:v>
                </c:pt>
                <c:pt idx="106">
                  <c:v>11.1</c:v>
                </c:pt>
                <c:pt idx="107">
                  <c:v>13.5</c:v>
                </c:pt>
                <c:pt idx="108">
                  <c:v>9.8000000000000007</c:v>
                </c:pt>
                <c:pt idx="109">
                  <c:v>13</c:v>
                </c:pt>
                <c:pt idx="110">
                  <c:v>13.7</c:v>
                </c:pt>
                <c:pt idx="111">
                  <c:v>10.5</c:v>
                </c:pt>
                <c:pt idx="112">
                  <c:v>11.8</c:v>
                </c:pt>
                <c:pt idx="113">
                  <c:v>15.3</c:v>
                </c:pt>
                <c:pt idx="114">
                  <c:v>11.9</c:v>
                </c:pt>
                <c:pt idx="115">
                  <c:v>12.9</c:v>
                </c:pt>
                <c:pt idx="116">
                  <c:v>10.3</c:v>
                </c:pt>
                <c:pt idx="117">
                  <c:v>11.3</c:v>
                </c:pt>
                <c:pt idx="118">
                  <c:v>10.199999999999999</c:v>
                </c:pt>
                <c:pt idx="119">
                  <c:v>13.7</c:v>
                </c:pt>
                <c:pt idx="120">
                  <c:v>12.2</c:v>
                </c:pt>
                <c:pt idx="121">
                  <c:v>9.6</c:v>
                </c:pt>
                <c:pt idx="122">
                  <c:v>10.5</c:v>
                </c:pt>
                <c:pt idx="123">
                  <c:v>12.7</c:v>
                </c:pt>
                <c:pt idx="124">
                  <c:v>11.8</c:v>
                </c:pt>
                <c:pt idx="125">
                  <c:v>10.9</c:v>
                </c:pt>
                <c:pt idx="126">
                  <c:v>11</c:v>
                </c:pt>
                <c:pt idx="127">
                  <c:v>10.199999999999999</c:v>
                </c:pt>
                <c:pt idx="128">
                  <c:v>9.3000000000000007</c:v>
                </c:pt>
                <c:pt idx="129">
                  <c:v>11.1</c:v>
                </c:pt>
                <c:pt idx="130">
                  <c:v>8.8000000000000007</c:v>
                </c:pt>
                <c:pt idx="131">
                  <c:v>12.7</c:v>
                </c:pt>
                <c:pt idx="132">
                  <c:v>10.199999999999999</c:v>
                </c:pt>
                <c:pt idx="133">
                  <c:v>11.5</c:v>
                </c:pt>
                <c:pt idx="134">
                  <c:v>11.9</c:v>
                </c:pt>
                <c:pt idx="135">
                  <c:v>11.3</c:v>
                </c:pt>
                <c:pt idx="136">
                  <c:v>13.8</c:v>
                </c:pt>
                <c:pt idx="137">
                  <c:v>12.2</c:v>
                </c:pt>
                <c:pt idx="138">
                  <c:v>12.4</c:v>
                </c:pt>
                <c:pt idx="139">
                  <c:v>11</c:v>
                </c:pt>
                <c:pt idx="140">
                  <c:v>8.5</c:v>
                </c:pt>
                <c:pt idx="141">
                  <c:v>13.8</c:v>
                </c:pt>
                <c:pt idx="142">
                  <c:v>25.6</c:v>
                </c:pt>
                <c:pt idx="143">
                  <c:v>10</c:v>
                </c:pt>
                <c:pt idx="144">
                  <c:v>12.6</c:v>
                </c:pt>
                <c:pt idx="145">
                  <c:v>11.2</c:v>
                </c:pt>
                <c:pt idx="146">
                  <c:v>13.5</c:v>
                </c:pt>
                <c:pt idx="147">
                  <c:v>10.7</c:v>
                </c:pt>
                <c:pt idx="148">
                  <c:v>9.4</c:v>
                </c:pt>
                <c:pt idx="149">
                  <c:v>11.4</c:v>
                </c:pt>
                <c:pt idx="150">
                  <c:v>11.9</c:v>
                </c:pt>
                <c:pt idx="151">
                  <c:v>15</c:v>
                </c:pt>
                <c:pt idx="152">
                  <c:v>14.4</c:v>
                </c:pt>
                <c:pt idx="153">
                  <c:v>10.199999999999999</c:v>
                </c:pt>
                <c:pt idx="154">
                  <c:v>11.3</c:v>
                </c:pt>
                <c:pt idx="155">
                  <c:v>13.1</c:v>
                </c:pt>
                <c:pt idx="156">
                  <c:v>15.4</c:v>
                </c:pt>
                <c:pt idx="157">
                  <c:v>10.6</c:v>
                </c:pt>
                <c:pt idx="158">
                  <c:v>12.3</c:v>
                </c:pt>
                <c:pt idx="159">
                  <c:v>14.7</c:v>
                </c:pt>
                <c:pt idx="160">
                  <c:v>13.4</c:v>
                </c:pt>
                <c:pt idx="161">
                  <c:v>11.8</c:v>
                </c:pt>
                <c:pt idx="162">
                  <c:v>9.3000000000000007</c:v>
                </c:pt>
                <c:pt idx="163">
                  <c:v>13</c:v>
                </c:pt>
                <c:pt idx="164">
                  <c:v>13.3</c:v>
                </c:pt>
                <c:pt idx="165">
                  <c:v>7.1</c:v>
                </c:pt>
                <c:pt idx="166">
                  <c:v>13.1</c:v>
                </c:pt>
                <c:pt idx="167">
                  <c:v>11.4</c:v>
                </c:pt>
                <c:pt idx="168">
                  <c:v>8.4</c:v>
                </c:pt>
                <c:pt idx="169">
                  <c:v>12.6</c:v>
                </c:pt>
                <c:pt idx="170">
                  <c:v>14.5</c:v>
                </c:pt>
                <c:pt idx="171">
                  <c:v>9.6999999999999993</c:v>
                </c:pt>
                <c:pt idx="172">
                  <c:v>10.5</c:v>
                </c:pt>
                <c:pt idx="173">
                  <c:v>13.8</c:v>
                </c:pt>
                <c:pt idx="174">
                  <c:v>10.9</c:v>
                </c:pt>
                <c:pt idx="175">
                  <c:v>10.6</c:v>
                </c:pt>
                <c:pt idx="176">
                  <c:v>13.3</c:v>
                </c:pt>
                <c:pt idx="177">
                  <c:v>11.7</c:v>
                </c:pt>
                <c:pt idx="178">
                  <c:v>12.2</c:v>
                </c:pt>
                <c:pt idx="179">
                  <c:v>9.3000000000000007</c:v>
                </c:pt>
                <c:pt idx="180">
                  <c:v>13.6</c:v>
                </c:pt>
                <c:pt idx="181">
                  <c:v>10.1</c:v>
                </c:pt>
                <c:pt idx="182">
                  <c:v>12.1</c:v>
                </c:pt>
                <c:pt idx="183">
                  <c:v>11</c:v>
                </c:pt>
                <c:pt idx="184">
                  <c:v>10.199999999999999</c:v>
                </c:pt>
                <c:pt idx="185">
                  <c:v>12.5</c:v>
                </c:pt>
                <c:pt idx="186">
                  <c:v>8.4</c:v>
                </c:pt>
                <c:pt idx="187">
                  <c:v>13.2</c:v>
                </c:pt>
                <c:pt idx="188">
                  <c:v>12.2</c:v>
                </c:pt>
                <c:pt idx="189">
                  <c:v>10.1</c:v>
                </c:pt>
                <c:pt idx="190">
                  <c:v>11.9</c:v>
                </c:pt>
                <c:pt idx="191">
                  <c:v>12.9</c:v>
                </c:pt>
                <c:pt idx="192">
                  <c:v>13.3</c:v>
                </c:pt>
                <c:pt idx="193">
                  <c:v>10.6</c:v>
                </c:pt>
                <c:pt idx="194">
                  <c:v>17.399999999999999</c:v>
                </c:pt>
                <c:pt idx="195">
                  <c:v>20.3</c:v>
                </c:pt>
                <c:pt idx="196">
                  <c:v>14.3</c:v>
                </c:pt>
                <c:pt idx="197">
                  <c:v>10.9</c:v>
                </c:pt>
                <c:pt idx="198">
                  <c:v>16.3</c:v>
                </c:pt>
                <c:pt idx="199">
                  <c:v>11.8</c:v>
                </c:pt>
                <c:pt idx="200">
                  <c:v>13.4</c:v>
                </c:pt>
                <c:pt idx="201">
                  <c:v>13.4</c:v>
                </c:pt>
                <c:pt idx="202">
                  <c:v>10.7</c:v>
                </c:pt>
                <c:pt idx="203">
                  <c:v>13.5</c:v>
                </c:pt>
                <c:pt idx="204">
                  <c:v>8.9</c:v>
                </c:pt>
                <c:pt idx="205">
                  <c:v>12.9</c:v>
                </c:pt>
                <c:pt idx="206">
                  <c:v>10.199999999999999</c:v>
                </c:pt>
                <c:pt idx="207">
                  <c:v>12.8</c:v>
                </c:pt>
                <c:pt idx="208">
                  <c:v>13.1</c:v>
                </c:pt>
                <c:pt idx="209">
                  <c:v>15.1</c:v>
                </c:pt>
                <c:pt idx="210">
                  <c:v>11.5</c:v>
                </c:pt>
                <c:pt idx="211">
                  <c:v>11.4</c:v>
                </c:pt>
                <c:pt idx="212">
                  <c:v>14</c:v>
                </c:pt>
                <c:pt idx="213">
                  <c:v>11</c:v>
                </c:pt>
                <c:pt idx="214">
                  <c:v>10.199999999999999</c:v>
                </c:pt>
                <c:pt idx="215">
                  <c:v>11.5</c:v>
                </c:pt>
                <c:pt idx="216">
                  <c:v>15</c:v>
                </c:pt>
                <c:pt idx="217">
                  <c:v>11.1</c:v>
                </c:pt>
                <c:pt idx="218">
                  <c:v>9.6999999999999993</c:v>
                </c:pt>
                <c:pt idx="219">
                  <c:v>11.4</c:v>
                </c:pt>
                <c:pt idx="220">
                  <c:v>13.3</c:v>
                </c:pt>
                <c:pt idx="221">
                  <c:v>12.1</c:v>
                </c:pt>
                <c:pt idx="222">
                  <c:v>9.6999999999999993</c:v>
                </c:pt>
                <c:pt idx="223">
                  <c:v>13.9</c:v>
                </c:pt>
                <c:pt idx="224">
                  <c:v>12.7</c:v>
                </c:pt>
                <c:pt idx="225">
                  <c:v>10.5</c:v>
                </c:pt>
                <c:pt idx="226">
                  <c:v>11.5</c:v>
                </c:pt>
                <c:pt idx="227">
                  <c:v>12.7</c:v>
                </c:pt>
                <c:pt idx="228">
                  <c:v>8.5</c:v>
                </c:pt>
                <c:pt idx="229">
                  <c:v>10.6</c:v>
                </c:pt>
                <c:pt idx="230">
                  <c:v>14.3</c:v>
                </c:pt>
                <c:pt idx="231">
                  <c:v>11</c:v>
                </c:pt>
                <c:pt idx="232">
                  <c:v>10.1</c:v>
                </c:pt>
                <c:pt idx="233">
                  <c:v>10.7</c:v>
                </c:pt>
                <c:pt idx="234">
                  <c:v>12.3</c:v>
                </c:pt>
                <c:pt idx="235">
                  <c:v>14.5</c:v>
                </c:pt>
                <c:pt idx="236">
                  <c:v>11.5</c:v>
                </c:pt>
                <c:pt idx="237">
                  <c:v>14.1</c:v>
                </c:pt>
                <c:pt idx="238">
                  <c:v>11.1</c:v>
                </c:pt>
                <c:pt idx="239">
                  <c:v>12.2</c:v>
                </c:pt>
                <c:pt idx="240">
                  <c:v>10.199999999999999</c:v>
                </c:pt>
                <c:pt idx="241">
                  <c:v>13</c:v>
                </c:pt>
                <c:pt idx="242">
                  <c:v>11</c:v>
                </c:pt>
                <c:pt idx="243">
                  <c:v>12.3</c:v>
                </c:pt>
                <c:pt idx="244">
                  <c:v>14.7</c:v>
                </c:pt>
                <c:pt idx="245">
                  <c:v>13.4</c:v>
                </c:pt>
                <c:pt idx="246">
                  <c:v>11</c:v>
                </c:pt>
                <c:pt idx="247">
                  <c:v>10.1</c:v>
                </c:pt>
                <c:pt idx="248">
                  <c:v>11.7</c:v>
                </c:pt>
                <c:pt idx="249">
                  <c:v>12.7</c:v>
                </c:pt>
                <c:pt idx="250">
                  <c:v>11.7</c:v>
                </c:pt>
                <c:pt idx="251">
                  <c:v>13.2</c:v>
                </c:pt>
                <c:pt idx="252">
                  <c:v>11.3</c:v>
                </c:pt>
                <c:pt idx="253">
                  <c:v>9.8000000000000007</c:v>
                </c:pt>
                <c:pt idx="254">
                  <c:v>12.1</c:v>
                </c:pt>
                <c:pt idx="255">
                  <c:v>12.3</c:v>
                </c:pt>
                <c:pt idx="256">
                  <c:v>9.6999999999999993</c:v>
                </c:pt>
                <c:pt idx="257">
                  <c:v>9.6999999999999993</c:v>
                </c:pt>
                <c:pt idx="258">
                  <c:v>12.2</c:v>
                </c:pt>
                <c:pt idx="259">
                  <c:v>13.3</c:v>
                </c:pt>
                <c:pt idx="260">
                  <c:v>9.6999999999999993</c:v>
                </c:pt>
                <c:pt idx="261">
                  <c:v>11.4</c:v>
                </c:pt>
                <c:pt idx="262">
                  <c:v>12.5</c:v>
                </c:pt>
                <c:pt idx="263">
                  <c:v>9.1999999999999993</c:v>
                </c:pt>
                <c:pt idx="264">
                  <c:v>11</c:v>
                </c:pt>
                <c:pt idx="265">
                  <c:v>14.5</c:v>
                </c:pt>
                <c:pt idx="266">
                  <c:v>13.8</c:v>
                </c:pt>
                <c:pt idx="267">
                  <c:v>12.6</c:v>
                </c:pt>
                <c:pt idx="268">
                  <c:v>14.6</c:v>
                </c:pt>
                <c:pt idx="269">
                  <c:v>11.5</c:v>
                </c:pt>
                <c:pt idx="270">
                  <c:v>12.3</c:v>
                </c:pt>
                <c:pt idx="271">
                  <c:v>12.7</c:v>
                </c:pt>
                <c:pt idx="272">
                  <c:v>13.5</c:v>
                </c:pt>
                <c:pt idx="273">
                  <c:v>12.3</c:v>
                </c:pt>
                <c:pt idx="274">
                  <c:v>11.1</c:v>
                </c:pt>
                <c:pt idx="275">
                  <c:v>12</c:v>
                </c:pt>
                <c:pt idx="276">
                  <c:v>12.3</c:v>
                </c:pt>
                <c:pt idx="277">
                  <c:v>11.7</c:v>
                </c:pt>
                <c:pt idx="278">
                  <c:v>12.8</c:v>
                </c:pt>
                <c:pt idx="279">
                  <c:v>9.3000000000000007</c:v>
                </c:pt>
                <c:pt idx="280">
                  <c:v>14.7</c:v>
                </c:pt>
                <c:pt idx="281">
                  <c:v>11</c:v>
                </c:pt>
                <c:pt idx="282">
                  <c:v>10.1</c:v>
                </c:pt>
                <c:pt idx="283">
                  <c:v>12.4</c:v>
                </c:pt>
                <c:pt idx="284">
                  <c:v>11.8</c:v>
                </c:pt>
                <c:pt idx="285">
                  <c:v>10.6</c:v>
                </c:pt>
                <c:pt idx="286">
                  <c:v>8.5</c:v>
                </c:pt>
                <c:pt idx="287">
                  <c:v>13.9</c:v>
                </c:pt>
                <c:pt idx="288">
                  <c:v>11.4</c:v>
                </c:pt>
                <c:pt idx="289">
                  <c:v>11</c:v>
                </c:pt>
                <c:pt idx="290">
                  <c:v>12.6</c:v>
                </c:pt>
                <c:pt idx="291">
                  <c:v>11</c:v>
                </c:pt>
                <c:pt idx="292">
                  <c:v>10.6</c:v>
                </c:pt>
                <c:pt idx="293">
                  <c:v>13.4</c:v>
                </c:pt>
                <c:pt idx="294">
                  <c:v>11.2</c:v>
                </c:pt>
                <c:pt idx="295">
                  <c:v>12.2</c:v>
                </c:pt>
                <c:pt idx="296">
                  <c:v>12.9</c:v>
                </c:pt>
                <c:pt idx="297">
                  <c:v>12.4</c:v>
                </c:pt>
                <c:pt idx="298">
                  <c:v>11.8</c:v>
                </c:pt>
                <c:pt idx="299">
                  <c:v>9.6999999999999993</c:v>
                </c:pt>
                <c:pt idx="300">
                  <c:v>12.2</c:v>
                </c:pt>
                <c:pt idx="301">
                  <c:v>14.3</c:v>
                </c:pt>
                <c:pt idx="302">
                  <c:v>10.199999999999999</c:v>
                </c:pt>
                <c:pt idx="303">
                  <c:v>11.8</c:v>
                </c:pt>
                <c:pt idx="304">
                  <c:v>10.6</c:v>
                </c:pt>
                <c:pt idx="305">
                  <c:v>12.7</c:v>
                </c:pt>
                <c:pt idx="306">
                  <c:v>9.6</c:v>
                </c:pt>
                <c:pt idx="307">
                  <c:v>13.3</c:v>
                </c:pt>
                <c:pt idx="308">
                  <c:v>13.5</c:v>
                </c:pt>
                <c:pt idx="309">
                  <c:v>10.199999999999999</c:v>
                </c:pt>
                <c:pt idx="310">
                  <c:v>10.1</c:v>
                </c:pt>
                <c:pt idx="311">
                  <c:v>9.8000000000000007</c:v>
                </c:pt>
                <c:pt idx="312">
                  <c:v>12.6</c:v>
                </c:pt>
                <c:pt idx="313">
                  <c:v>9.8000000000000007</c:v>
                </c:pt>
                <c:pt idx="314">
                  <c:v>9.6999999999999993</c:v>
                </c:pt>
                <c:pt idx="315">
                  <c:v>14</c:v>
                </c:pt>
                <c:pt idx="316">
                  <c:v>12.3</c:v>
                </c:pt>
                <c:pt idx="317">
                  <c:v>8.9</c:v>
                </c:pt>
                <c:pt idx="318">
                  <c:v>11.5</c:v>
                </c:pt>
                <c:pt idx="319">
                  <c:v>10.5</c:v>
                </c:pt>
                <c:pt idx="320">
                  <c:v>12.7</c:v>
                </c:pt>
                <c:pt idx="321">
                  <c:v>8.8000000000000007</c:v>
                </c:pt>
                <c:pt idx="322">
                  <c:v>13.6</c:v>
                </c:pt>
                <c:pt idx="323">
                  <c:v>12.6</c:v>
                </c:pt>
                <c:pt idx="324">
                  <c:v>12.6</c:v>
                </c:pt>
                <c:pt idx="325">
                  <c:v>11.6</c:v>
                </c:pt>
                <c:pt idx="326">
                  <c:v>14.5</c:v>
                </c:pt>
                <c:pt idx="327">
                  <c:v>11.9</c:v>
                </c:pt>
                <c:pt idx="328">
                  <c:v>12.9</c:v>
                </c:pt>
                <c:pt idx="329">
                  <c:v>13.5</c:v>
                </c:pt>
                <c:pt idx="330">
                  <c:v>11.8</c:v>
                </c:pt>
                <c:pt idx="331">
                  <c:v>10.1</c:v>
                </c:pt>
                <c:pt idx="332">
                  <c:v>13.5</c:v>
                </c:pt>
                <c:pt idx="333">
                  <c:v>11.3</c:v>
                </c:pt>
                <c:pt idx="334">
                  <c:v>10.6</c:v>
                </c:pt>
                <c:pt idx="335">
                  <c:v>11.5</c:v>
                </c:pt>
                <c:pt idx="336">
                  <c:v>12.3</c:v>
                </c:pt>
                <c:pt idx="337">
                  <c:v>12.4</c:v>
                </c:pt>
                <c:pt idx="338">
                  <c:v>13</c:v>
                </c:pt>
                <c:pt idx="339">
                  <c:v>12.3</c:v>
                </c:pt>
                <c:pt idx="340">
                  <c:v>11.4</c:v>
                </c:pt>
                <c:pt idx="341">
                  <c:v>12.3</c:v>
                </c:pt>
                <c:pt idx="342">
                  <c:v>12.2</c:v>
                </c:pt>
                <c:pt idx="343">
                  <c:v>12.7</c:v>
                </c:pt>
                <c:pt idx="344">
                  <c:v>14.2</c:v>
                </c:pt>
                <c:pt idx="345">
                  <c:v>13.7</c:v>
                </c:pt>
                <c:pt idx="346">
                  <c:v>9.6999999999999993</c:v>
                </c:pt>
                <c:pt idx="347">
                  <c:v>12.1</c:v>
                </c:pt>
                <c:pt idx="348">
                  <c:v>10.1</c:v>
                </c:pt>
                <c:pt idx="349">
                  <c:v>10.1</c:v>
                </c:pt>
                <c:pt idx="350">
                  <c:v>11.8</c:v>
                </c:pt>
                <c:pt idx="351">
                  <c:v>13.5</c:v>
                </c:pt>
                <c:pt idx="352">
                  <c:v>10</c:v>
                </c:pt>
                <c:pt idx="353">
                  <c:v>12.5</c:v>
                </c:pt>
                <c:pt idx="354">
                  <c:v>12.3</c:v>
                </c:pt>
                <c:pt idx="355">
                  <c:v>11.8</c:v>
                </c:pt>
                <c:pt idx="356">
                  <c:v>14.6</c:v>
                </c:pt>
                <c:pt idx="357">
                  <c:v>16.100000000000001</c:v>
                </c:pt>
                <c:pt idx="358">
                  <c:v>17.399999999999999</c:v>
                </c:pt>
                <c:pt idx="359">
                  <c:v>16.7</c:v>
                </c:pt>
                <c:pt idx="360">
                  <c:v>8.5</c:v>
                </c:pt>
                <c:pt idx="361">
                  <c:v>12.2</c:v>
                </c:pt>
                <c:pt idx="362">
                  <c:v>10.199999999999999</c:v>
                </c:pt>
                <c:pt idx="363">
                  <c:v>8.5</c:v>
                </c:pt>
                <c:pt idx="364">
                  <c:v>13.4</c:v>
                </c:pt>
                <c:pt idx="365">
                  <c:v>13.2</c:v>
                </c:pt>
                <c:pt idx="366">
                  <c:v>12.3</c:v>
                </c:pt>
                <c:pt idx="367">
                  <c:v>9.3000000000000007</c:v>
                </c:pt>
                <c:pt idx="368">
                  <c:v>11.8</c:v>
                </c:pt>
                <c:pt idx="369">
                  <c:v>10.6</c:v>
                </c:pt>
                <c:pt idx="370">
                  <c:v>9.3000000000000007</c:v>
                </c:pt>
                <c:pt idx="371">
                  <c:v>14.3</c:v>
                </c:pt>
                <c:pt idx="372">
                  <c:v>14.2</c:v>
                </c:pt>
                <c:pt idx="373">
                  <c:v>10.5</c:v>
                </c:pt>
                <c:pt idx="374">
                  <c:v>10.6</c:v>
                </c:pt>
                <c:pt idx="375">
                  <c:v>13.4</c:v>
                </c:pt>
                <c:pt idx="376">
                  <c:v>12.9</c:v>
                </c:pt>
                <c:pt idx="377">
                  <c:v>12.6</c:v>
                </c:pt>
                <c:pt idx="378">
                  <c:v>12.4</c:v>
                </c:pt>
                <c:pt idx="379">
                  <c:v>12.4</c:v>
                </c:pt>
                <c:pt idx="380">
                  <c:v>11.7</c:v>
                </c:pt>
                <c:pt idx="381">
                  <c:v>13.1</c:v>
                </c:pt>
                <c:pt idx="382">
                  <c:v>10.6</c:v>
                </c:pt>
                <c:pt idx="383">
                  <c:v>12.6</c:v>
                </c:pt>
                <c:pt idx="384">
                  <c:v>10.6</c:v>
                </c:pt>
                <c:pt idx="385">
                  <c:v>10.6</c:v>
                </c:pt>
                <c:pt idx="386">
                  <c:v>15.5</c:v>
                </c:pt>
                <c:pt idx="387">
                  <c:v>12.9</c:v>
                </c:pt>
                <c:pt idx="388">
                  <c:v>12.3</c:v>
                </c:pt>
                <c:pt idx="389">
                  <c:v>10</c:v>
                </c:pt>
                <c:pt idx="390">
                  <c:v>13.3</c:v>
                </c:pt>
                <c:pt idx="391">
                  <c:v>14.2</c:v>
                </c:pt>
                <c:pt idx="392">
                  <c:v>9.3000000000000007</c:v>
                </c:pt>
                <c:pt idx="393">
                  <c:v>14</c:v>
                </c:pt>
                <c:pt idx="394">
                  <c:v>11.6</c:v>
                </c:pt>
                <c:pt idx="395">
                  <c:v>11.8</c:v>
                </c:pt>
                <c:pt idx="396">
                  <c:v>12.6</c:v>
                </c:pt>
                <c:pt idx="397">
                  <c:v>11.5</c:v>
                </c:pt>
                <c:pt idx="398">
                  <c:v>13.5</c:v>
                </c:pt>
                <c:pt idx="399">
                  <c:v>11.4</c:v>
                </c:pt>
                <c:pt idx="400">
                  <c:v>12.7</c:v>
                </c:pt>
                <c:pt idx="401">
                  <c:v>11.8</c:v>
                </c:pt>
                <c:pt idx="402">
                  <c:v>11.3</c:v>
                </c:pt>
                <c:pt idx="403">
                  <c:v>12.8</c:v>
                </c:pt>
                <c:pt idx="404">
                  <c:v>9.3000000000000007</c:v>
                </c:pt>
                <c:pt idx="405">
                  <c:v>13.9</c:v>
                </c:pt>
                <c:pt idx="406">
                  <c:v>10.6</c:v>
                </c:pt>
                <c:pt idx="407">
                  <c:v>11.9</c:v>
                </c:pt>
                <c:pt idx="408">
                  <c:v>13.8</c:v>
                </c:pt>
                <c:pt idx="409">
                  <c:v>11.4</c:v>
                </c:pt>
                <c:pt idx="410">
                  <c:v>13.3</c:v>
                </c:pt>
                <c:pt idx="411">
                  <c:v>11</c:v>
                </c:pt>
                <c:pt idx="412">
                  <c:v>12.7</c:v>
                </c:pt>
                <c:pt idx="413">
                  <c:v>10.5</c:v>
                </c:pt>
                <c:pt idx="414">
                  <c:v>9.8000000000000007</c:v>
                </c:pt>
                <c:pt idx="415">
                  <c:v>15.7</c:v>
                </c:pt>
                <c:pt idx="416">
                  <c:v>11.5</c:v>
                </c:pt>
                <c:pt idx="417">
                  <c:v>9.6</c:v>
                </c:pt>
                <c:pt idx="418">
                  <c:v>8.9</c:v>
                </c:pt>
                <c:pt idx="419">
                  <c:v>12.1</c:v>
                </c:pt>
                <c:pt idx="420">
                  <c:v>11.9</c:v>
                </c:pt>
                <c:pt idx="421">
                  <c:v>10.7</c:v>
                </c:pt>
                <c:pt idx="422">
                  <c:v>14.6</c:v>
                </c:pt>
                <c:pt idx="423">
                  <c:v>10.6</c:v>
                </c:pt>
                <c:pt idx="424">
                  <c:v>12.1</c:v>
                </c:pt>
                <c:pt idx="425">
                  <c:v>15.1</c:v>
                </c:pt>
                <c:pt idx="426">
                  <c:v>14.8</c:v>
                </c:pt>
                <c:pt idx="427">
                  <c:v>17.2</c:v>
                </c:pt>
                <c:pt idx="428">
                  <c:v>11.9</c:v>
                </c:pt>
                <c:pt idx="429">
                  <c:v>16.2</c:v>
                </c:pt>
                <c:pt idx="430">
                  <c:v>16.5</c:v>
                </c:pt>
                <c:pt idx="431">
                  <c:v>11.5</c:v>
                </c:pt>
                <c:pt idx="432">
                  <c:v>14.3</c:v>
                </c:pt>
                <c:pt idx="433">
                  <c:v>15.8</c:v>
                </c:pt>
                <c:pt idx="434">
                  <c:v>11.8</c:v>
                </c:pt>
                <c:pt idx="435">
                  <c:v>14.7</c:v>
                </c:pt>
                <c:pt idx="436">
                  <c:v>15.2</c:v>
                </c:pt>
                <c:pt idx="437">
                  <c:v>11.7</c:v>
                </c:pt>
                <c:pt idx="438">
                  <c:v>12.8</c:v>
                </c:pt>
                <c:pt idx="439">
                  <c:v>16.600000000000001</c:v>
                </c:pt>
                <c:pt idx="440">
                  <c:v>12.2</c:v>
                </c:pt>
                <c:pt idx="441">
                  <c:v>16</c:v>
                </c:pt>
                <c:pt idx="442">
                  <c:v>13</c:v>
                </c:pt>
                <c:pt idx="443">
                  <c:v>12.7</c:v>
                </c:pt>
                <c:pt idx="444">
                  <c:v>15.9</c:v>
                </c:pt>
                <c:pt idx="445">
                  <c:v>8.4</c:v>
                </c:pt>
                <c:pt idx="446">
                  <c:v>8</c:v>
                </c:pt>
                <c:pt idx="447">
                  <c:v>11.3</c:v>
                </c:pt>
                <c:pt idx="448">
                  <c:v>10.199999999999999</c:v>
                </c:pt>
                <c:pt idx="449">
                  <c:v>11.4</c:v>
                </c:pt>
                <c:pt idx="450">
                  <c:v>10.7</c:v>
                </c:pt>
                <c:pt idx="451">
                  <c:v>8.5</c:v>
                </c:pt>
                <c:pt idx="452">
                  <c:v>10.5</c:v>
                </c:pt>
                <c:pt idx="453">
                  <c:v>8</c:v>
                </c:pt>
                <c:pt idx="454">
                  <c:v>11.7</c:v>
                </c:pt>
                <c:pt idx="455">
                  <c:v>8.6</c:v>
                </c:pt>
                <c:pt idx="456">
                  <c:v>10</c:v>
                </c:pt>
                <c:pt idx="457">
                  <c:v>9.3000000000000007</c:v>
                </c:pt>
                <c:pt idx="458">
                  <c:v>9.6999999999999993</c:v>
                </c:pt>
                <c:pt idx="459">
                  <c:v>6.2</c:v>
                </c:pt>
                <c:pt idx="460">
                  <c:v>5.7</c:v>
                </c:pt>
                <c:pt idx="461">
                  <c:v>9.1999999999999993</c:v>
                </c:pt>
                <c:pt idx="462">
                  <c:v>10.1</c:v>
                </c:pt>
                <c:pt idx="463">
                  <c:v>5.7</c:v>
                </c:pt>
                <c:pt idx="464">
                  <c:v>13.6</c:v>
                </c:pt>
                <c:pt idx="465">
                  <c:v>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7C-4094-BD14-C0313B8424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50103855"/>
        <c:axId val="1150108655"/>
      </c:lineChart>
      <c:catAx>
        <c:axId val="11501038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50108655"/>
        <c:crosses val="autoZero"/>
        <c:auto val="1"/>
        <c:lblAlgn val="ctr"/>
        <c:lblOffset val="100"/>
        <c:noMultiLvlLbl val="0"/>
      </c:catAx>
      <c:valAx>
        <c:axId val="1150108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50103855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Topic1_raw_local!$F$1</c:f>
              <c:strCache>
                <c:ptCount val="1"/>
                <c:pt idx="0">
                  <c:v>CPU Total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Topic1_raw_local!$F$2:$F$603</c:f>
              <c:numCache>
                <c:formatCode>General</c:formatCode>
                <c:ptCount val="602"/>
                <c:pt idx="0">
                  <c:v>17.399999999999999</c:v>
                </c:pt>
                <c:pt idx="1">
                  <c:v>16.3</c:v>
                </c:pt>
                <c:pt idx="2">
                  <c:v>64.599999999999994</c:v>
                </c:pt>
                <c:pt idx="3">
                  <c:v>40.9</c:v>
                </c:pt>
                <c:pt idx="4">
                  <c:v>28.1</c:v>
                </c:pt>
                <c:pt idx="5">
                  <c:v>16.600000000000001</c:v>
                </c:pt>
                <c:pt idx="6">
                  <c:v>15.8</c:v>
                </c:pt>
                <c:pt idx="7">
                  <c:v>62</c:v>
                </c:pt>
                <c:pt idx="8">
                  <c:v>38.200000000000003</c:v>
                </c:pt>
                <c:pt idx="9">
                  <c:v>11.4</c:v>
                </c:pt>
                <c:pt idx="10">
                  <c:v>17.100000000000001</c:v>
                </c:pt>
                <c:pt idx="11">
                  <c:v>15.7</c:v>
                </c:pt>
                <c:pt idx="12">
                  <c:v>71</c:v>
                </c:pt>
                <c:pt idx="13">
                  <c:v>43.3</c:v>
                </c:pt>
                <c:pt idx="14">
                  <c:v>11.8</c:v>
                </c:pt>
                <c:pt idx="15">
                  <c:v>14.6</c:v>
                </c:pt>
                <c:pt idx="16">
                  <c:v>16.899999999999999</c:v>
                </c:pt>
                <c:pt idx="17">
                  <c:v>69.3</c:v>
                </c:pt>
                <c:pt idx="18">
                  <c:v>47.4</c:v>
                </c:pt>
                <c:pt idx="19">
                  <c:v>28.9</c:v>
                </c:pt>
                <c:pt idx="20">
                  <c:v>16.899999999999999</c:v>
                </c:pt>
                <c:pt idx="21">
                  <c:v>17.8</c:v>
                </c:pt>
                <c:pt idx="22">
                  <c:v>59</c:v>
                </c:pt>
                <c:pt idx="23">
                  <c:v>41.8</c:v>
                </c:pt>
                <c:pt idx="24">
                  <c:v>12.7</c:v>
                </c:pt>
                <c:pt idx="25">
                  <c:v>36.799999999999997</c:v>
                </c:pt>
                <c:pt idx="26">
                  <c:v>65</c:v>
                </c:pt>
                <c:pt idx="27">
                  <c:v>52.1</c:v>
                </c:pt>
                <c:pt idx="28">
                  <c:v>73.599999999999994</c:v>
                </c:pt>
                <c:pt idx="29">
                  <c:v>34.9</c:v>
                </c:pt>
                <c:pt idx="30">
                  <c:v>29.2</c:v>
                </c:pt>
                <c:pt idx="31">
                  <c:v>16</c:v>
                </c:pt>
                <c:pt idx="32">
                  <c:v>51.6</c:v>
                </c:pt>
                <c:pt idx="33">
                  <c:v>73.2</c:v>
                </c:pt>
                <c:pt idx="34">
                  <c:v>58.5</c:v>
                </c:pt>
                <c:pt idx="35">
                  <c:v>61.1</c:v>
                </c:pt>
                <c:pt idx="36">
                  <c:v>37.700000000000003</c:v>
                </c:pt>
                <c:pt idx="37">
                  <c:v>21</c:v>
                </c:pt>
                <c:pt idx="38">
                  <c:v>83.1</c:v>
                </c:pt>
                <c:pt idx="39">
                  <c:v>33.799999999999997</c:v>
                </c:pt>
                <c:pt idx="40">
                  <c:v>30.8</c:v>
                </c:pt>
                <c:pt idx="41">
                  <c:v>18.2</c:v>
                </c:pt>
                <c:pt idx="42">
                  <c:v>48.1</c:v>
                </c:pt>
                <c:pt idx="43">
                  <c:v>56.5</c:v>
                </c:pt>
                <c:pt idx="44">
                  <c:v>14.7</c:v>
                </c:pt>
                <c:pt idx="45">
                  <c:v>16.2</c:v>
                </c:pt>
                <c:pt idx="46">
                  <c:v>60.4</c:v>
                </c:pt>
                <c:pt idx="47">
                  <c:v>68.5</c:v>
                </c:pt>
                <c:pt idx="48">
                  <c:v>91.9</c:v>
                </c:pt>
                <c:pt idx="49">
                  <c:v>20.3</c:v>
                </c:pt>
                <c:pt idx="50">
                  <c:v>25.2</c:v>
                </c:pt>
                <c:pt idx="51">
                  <c:v>22.7</c:v>
                </c:pt>
                <c:pt idx="52">
                  <c:v>45.3</c:v>
                </c:pt>
                <c:pt idx="53">
                  <c:v>58.3</c:v>
                </c:pt>
                <c:pt idx="54">
                  <c:v>61.3</c:v>
                </c:pt>
                <c:pt idx="55">
                  <c:v>63.3</c:v>
                </c:pt>
                <c:pt idx="56">
                  <c:v>52.1</c:v>
                </c:pt>
                <c:pt idx="57">
                  <c:v>45.9</c:v>
                </c:pt>
                <c:pt idx="58">
                  <c:v>14.7</c:v>
                </c:pt>
                <c:pt idx="59">
                  <c:v>43.6</c:v>
                </c:pt>
                <c:pt idx="60">
                  <c:v>37.6</c:v>
                </c:pt>
                <c:pt idx="61">
                  <c:v>22</c:v>
                </c:pt>
                <c:pt idx="62">
                  <c:v>25.3</c:v>
                </c:pt>
                <c:pt idx="63">
                  <c:v>25.9</c:v>
                </c:pt>
                <c:pt idx="64">
                  <c:v>27.8</c:v>
                </c:pt>
                <c:pt idx="65">
                  <c:v>29.1</c:v>
                </c:pt>
                <c:pt idx="66">
                  <c:v>27</c:v>
                </c:pt>
                <c:pt idx="67">
                  <c:v>27.1</c:v>
                </c:pt>
                <c:pt idx="68">
                  <c:v>23.1</c:v>
                </c:pt>
                <c:pt idx="69">
                  <c:v>15.3</c:v>
                </c:pt>
                <c:pt idx="70">
                  <c:v>20.399999999999999</c:v>
                </c:pt>
                <c:pt idx="71">
                  <c:v>14</c:v>
                </c:pt>
                <c:pt idx="72">
                  <c:v>17.399999999999999</c:v>
                </c:pt>
                <c:pt idx="73">
                  <c:v>15.9</c:v>
                </c:pt>
                <c:pt idx="74">
                  <c:v>18.7</c:v>
                </c:pt>
                <c:pt idx="75">
                  <c:v>13.4</c:v>
                </c:pt>
                <c:pt idx="76">
                  <c:v>12.6</c:v>
                </c:pt>
                <c:pt idx="77">
                  <c:v>9.6999999999999993</c:v>
                </c:pt>
                <c:pt idx="78">
                  <c:v>15.2</c:v>
                </c:pt>
                <c:pt idx="79">
                  <c:v>8.5</c:v>
                </c:pt>
                <c:pt idx="80">
                  <c:v>10.8</c:v>
                </c:pt>
                <c:pt idx="81">
                  <c:v>10.3</c:v>
                </c:pt>
                <c:pt idx="82">
                  <c:v>7.9</c:v>
                </c:pt>
                <c:pt idx="83">
                  <c:v>9.1</c:v>
                </c:pt>
                <c:pt idx="84">
                  <c:v>13.7</c:v>
                </c:pt>
                <c:pt idx="85">
                  <c:v>11.1</c:v>
                </c:pt>
                <c:pt idx="86">
                  <c:v>9.1</c:v>
                </c:pt>
                <c:pt idx="87">
                  <c:v>12.1</c:v>
                </c:pt>
                <c:pt idx="88">
                  <c:v>8</c:v>
                </c:pt>
                <c:pt idx="89">
                  <c:v>13.1</c:v>
                </c:pt>
                <c:pt idx="90">
                  <c:v>17.2</c:v>
                </c:pt>
                <c:pt idx="91">
                  <c:v>19.7</c:v>
                </c:pt>
                <c:pt idx="92">
                  <c:v>16.3</c:v>
                </c:pt>
                <c:pt idx="93">
                  <c:v>12.9</c:v>
                </c:pt>
                <c:pt idx="94">
                  <c:v>13.5</c:v>
                </c:pt>
                <c:pt idx="95">
                  <c:v>11.8</c:v>
                </c:pt>
                <c:pt idx="96">
                  <c:v>13.4</c:v>
                </c:pt>
                <c:pt idx="97">
                  <c:v>13.5</c:v>
                </c:pt>
                <c:pt idx="98">
                  <c:v>10.4</c:v>
                </c:pt>
                <c:pt idx="99">
                  <c:v>16.7</c:v>
                </c:pt>
                <c:pt idx="100">
                  <c:v>13</c:v>
                </c:pt>
                <c:pt idx="101">
                  <c:v>14.6</c:v>
                </c:pt>
                <c:pt idx="102">
                  <c:v>12.6</c:v>
                </c:pt>
                <c:pt idx="103">
                  <c:v>17.3</c:v>
                </c:pt>
                <c:pt idx="104">
                  <c:v>11.1</c:v>
                </c:pt>
                <c:pt idx="105">
                  <c:v>17.3</c:v>
                </c:pt>
                <c:pt idx="106">
                  <c:v>11.8</c:v>
                </c:pt>
                <c:pt idx="107">
                  <c:v>10.6</c:v>
                </c:pt>
                <c:pt idx="108">
                  <c:v>12.8</c:v>
                </c:pt>
                <c:pt idx="109">
                  <c:v>11</c:v>
                </c:pt>
                <c:pt idx="110">
                  <c:v>14.7</c:v>
                </c:pt>
                <c:pt idx="111">
                  <c:v>12.4</c:v>
                </c:pt>
                <c:pt idx="112">
                  <c:v>14.9</c:v>
                </c:pt>
                <c:pt idx="113">
                  <c:v>16.3</c:v>
                </c:pt>
                <c:pt idx="114">
                  <c:v>15.7</c:v>
                </c:pt>
                <c:pt idx="115">
                  <c:v>15.3</c:v>
                </c:pt>
                <c:pt idx="116">
                  <c:v>14.5</c:v>
                </c:pt>
                <c:pt idx="117">
                  <c:v>13</c:v>
                </c:pt>
                <c:pt idx="118">
                  <c:v>11.8</c:v>
                </c:pt>
                <c:pt idx="119">
                  <c:v>15.4</c:v>
                </c:pt>
                <c:pt idx="120">
                  <c:v>10.6</c:v>
                </c:pt>
                <c:pt idx="121">
                  <c:v>15.7</c:v>
                </c:pt>
                <c:pt idx="122">
                  <c:v>12.7</c:v>
                </c:pt>
                <c:pt idx="123">
                  <c:v>14.5</c:v>
                </c:pt>
                <c:pt idx="124">
                  <c:v>11.8</c:v>
                </c:pt>
                <c:pt idx="125">
                  <c:v>15.9</c:v>
                </c:pt>
                <c:pt idx="126">
                  <c:v>13.2</c:v>
                </c:pt>
                <c:pt idx="127">
                  <c:v>15.3</c:v>
                </c:pt>
                <c:pt idx="128">
                  <c:v>12.9</c:v>
                </c:pt>
                <c:pt idx="129">
                  <c:v>11.9</c:v>
                </c:pt>
                <c:pt idx="130">
                  <c:v>12.5</c:v>
                </c:pt>
                <c:pt idx="131">
                  <c:v>12.4</c:v>
                </c:pt>
                <c:pt idx="132">
                  <c:v>12.2</c:v>
                </c:pt>
                <c:pt idx="133">
                  <c:v>9.8000000000000007</c:v>
                </c:pt>
                <c:pt idx="134">
                  <c:v>16.7</c:v>
                </c:pt>
                <c:pt idx="135">
                  <c:v>19.5</c:v>
                </c:pt>
                <c:pt idx="136">
                  <c:v>18.100000000000001</c:v>
                </c:pt>
                <c:pt idx="137">
                  <c:v>16.100000000000001</c:v>
                </c:pt>
                <c:pt idx="138">
                  <c:v>11.3</c:v>
                </c:pt>
                <c:pt idx="139">
                  <c:v>8.6</c:v>
                </c:pt>
                <c:pt idx="140">
                  <c:v>13.4</c:v>
                </c:pt>
                <c:pt idx="141">
                  <c:v>11.8</c:v>
                </c:pt>
                <c:pt idx="142">
                  <c:v>13.8</c:v>
                </c:pt>
                <c:pt idx="143">
                  <c:v>12.8</c:v>
                </c:pt>
                <c:pt idx="144">
                  <c:v>14.6</c:v>
                </c:pt>
                <c:pt idx="145">
                  <c:v>17.3</c:v>
                </c:pt>
                <c:pt idx="146">
                  <c:v>9.8000000000000007</c:v>
                </c:pt>
                <c:pt idx="147">
                  <c:v>14</c:v>
                </c:pt>
                <c:pt idx="148">
                  <c:v>11.9</c:v>
                </c:pt>
                <c:pt idx="149">
                  <c:v>11</c:v>
                </c:pt>
                <c:pt idx="150">
                  <c:v>15.2</c:v>
                </c:pt>
                <c:pt idx="151">
                  <c:v>11.9</c:v>
                </c:pt>
                <c:pt idx="152">
                  <c:v>15.6</c:v>
                </c:pt>
                <c:pt idx="153">
                  <c:v>13.8</c:v>
                </c:pt>
                <c:pt idx="154">
                  <c:v>13.5</c:v>
                </c:pt>
                <c:pt idx="155">
                  <c:v>13.2</c:v>
                </c:pt>
                <c:pt idx="156">
                  <c:v>11.5</c:v>
                </c:pt>
                <c:pt idx="157">
                  <c:v>11.8</c:v>
                </c:pt>
                <c:pt idx="158">
                  <c:v>12.3</c:v>
                </c:pt>
                <c:pt idx="159">
                  <c:v>14.8</c:v>
                </c:pt>
                <c:pt idx="160">
                  <c:v>13.7</c:v>
                </c:pt>
                <c:pt idx="161">
                  <c:v>12.9</c:v>
                </c:pt>
                <c:pt idx="162">
                  <c:v>14.5</c:v>
                </c:pt>
                <c:pt idx="163">
                  <c:v>12.6</c:v>
                </c:pt>
                <c:pt idx="164">
                  <c:v>10.6</c:v>
                </c:pt>
                <c:pt idx="165">
                  <c:v>15.3</c:v>
                </c:pt>
                <c:pt idx="166">
                  <c:v>8.6</c:v>
                </c:pt>
                <c:pt idx="167">
                  <c:v>10.5</c:v>
                </c:pt>
                <c:pt idx="168">
                  <c:v>14</c:v>
                </c:pt>
                <c:pt idx="169">
                  <c:v>12.3</c:v>
                </c:pt>
                <c:pt idx="170">
                  <c:v>12.2</c:v>
                </c:pt>
                <c:pt idx="171">
                  <c:v>14</c:v>
                </c:pt>
                <c:pt idx="172">
                  <c:v>15.2</c:v>
                </c:pt>
                <c:pt idx="173">
                  <c:v>11</c:v>
                </c:pt>
                <c:pt idx="174">
                  <c:v>14.6</c:v>
                </c:pt>
                <c:pt idx="175">
                  <c:v>15.9</c:v>
                </c:pt>
                <c:pt idx="176">
                  <c:v>14.5</c:v>
                </c:pt>
                <c:pt idx="177">
                  <c:v>11</c:v>
                </c:pt>
                <c:pt idx="178">
                  <c:v>11.2</c:v>
                </c:pt>
                <c:pt idx="179">
                  <c:v>16.8</c:v>
                </c:pt>
                <c:pt idx="180">
                  <c:v>9.6999999999999993</c:v>
                </c:pt>
                <c:pt idx="181">
                  <c:v>14</c:v>
                </c:pt>
                <c:pt idx="182">
                  <c:v>13.5</c:v>
                </c:pt>
                <c:pt idx="183">
                  <c:v>15.4</c:v>
                </c:pt>
                <c:pt idx="184">
                  <c:v>11.1</c:v>
                </c:pt>
                <c:pt idx="185">
                  <c:v>15.9</c:v>
                </c:pt>
                <c:pt idx="186">
                  <c:v>14</c:v>
                </c:pt>
                <c:pt idx="187">
                  <c:v>13.8</c:v>
                </c:pt>
                <c:pt idx="188">
                  <c:v>13</c:v>
                </c:pt>
                <c:pt idx="189">
                  <c:v>11.2</c:v>
                </c:pt>
                <c:pt idx="190">
                  <c:v>12.3</c:v>
                </c:pt>
                <c:pt idx="191">
                  <c:v>13.9</c:v>
                </c:pt>
                <c:pt idx="192">
                  <c:v>14.6</c:v>
                </c:pt>
                <c:pt idx="193">
                  <c:v>16</c:v>
                </c:pt>
                <c:pt idx="194">
                  <c:v>14.3</c:v>
                </c:pt>
                <c:pt idx="195">
                  <c:v>15</c:v>
                </c:pt>
                <c:pt idx="196">
                  <c:v>14.2</c:v>
                </c:pt>
                <c:pt idx="197">
                  <c:v>10.3</c:v>
                </c:pt>
                <c:pt idx="198">
                  <c:v>14.6</c:v>
                </c:pt>
                <c:pt idx="199">
                  <c:v>13</c:v>
                </c:pt>
                <c:pt idx="200">
                  <c:v>11.7</c:v>
                </c:pt>
                <c:pt idx="201">
                  <c:v>15.5</c:v>
                </c:pt>
                <c:pt idx="202">
                  <c:v>10.5</c:v>
                </c:pt>
                <c:pt idx="203">
                  <c:v>14.8</c:v>
                </c:pt>
                <c:pt idx="204">
                  <c:v>7.9</c:v>
                </c:pt>
                <c:pt idx="205">
                  <c:v>11.8</c:v>
                </c:pt>
                <c:pt idx="206">
                  <c:v>12.8</c:v>
                </c:pt>
                <c:pt idx="207">
                  <c:v>9</c:v>
                </c:pt>
                <c:pt idx="208">
                  <c:v>11</c:v>
                </c:pt>
                <c:pt idx="209">
                  <c:v>11.5</c:v>
                </c:pt>
                <c:pt idx="210">
                  <c:v>17.899999999999999</c:v>
                </c:pt>
                <c:pt idx="211">
                  <c:v>10.8</c:v>
                </c:pt>
                <c:pt idx="212">
                  <c:v>10.5</c:v>
                </c:pt>
                <c:pt idx="213">
                  <c:v>15.5</c:v>
                </c:pt>
                <c:pt idx="214">
                  <c:v>13</c:v>
                </c:pt>
                <c:pt idx="215">
                  <c:v>14.1</c:v>
                </c:pt>
                <c:pt idx="216">
                  <c:v>11.6</c:v>
                </c:pt>
                <c:pt idx="217">
                  <c:v>11.5</c:v>
                </c:pt>
                <c:pt idx="218">
                  <c:v>9.6999999999999993</c:v>
                </c:pt>
                <c:pt idx="219">
                  <c:v>14.5</c:v>
                </c:pt>
                <c:pt idx="220">
                  <c:v>11.6</c:v>
                </c:pt>
                <c:pt idx="221">
                  <c:v>8.5</c:v>
                </c:pt>
                <c:pt idx="222">
                  <c:v>11.1</c:v>
                </c:pt>
                <c:pt idx="223">
                  <c:v>12.2</c:v>
                </c:pt>
                <c:pt idx="224">
                  <c:v>11</c:v>
                </c:pt>
                <c:pt idx="225">
                  <c:v>13.4</c:v>
                </c:pt>
                <c:pt idx="226">
                  <c:v>12.3</c:v>
                </c:pt>
                <c:pt idx="227">
                  <c:v>9.1999999999999993</c:v>
                </c:pt>
                <c:pt idx="228">
                  <c:v>11.4</c:v>
                </c:pt>
                <c:pt idx="229">
                  <c:v>11</c:v>
                </c:pt>
                <c:pt idx="230">
                  <c:v>15.2</c:v>
                </c:pt>
                <c:pt idx="231">
                  <c:v>11.9</c:v>
                </c:pt>
                <c:pt idx="232">
                  <c:v>11</c:v>
                </c:pt>
                <c:pt idx="233">
                  <c:v>14.5</c:v>
                </c:pt>
                <c:pt idx="234">
                  <c:v>9.8000000000000007</c:v>
                </c:pt>
                <c:pt idx="235">
                  <c:v>13.7</c:v>
                </c:pt>
                <c:pt idx="236">
                  <c:v>10.5</c:v>
                </c:pt>
                <c:pt idx="237">
                  <c:v>13.4</c:v>
                </c:pt>
                <c:pt idx="238">
                  <c:v>11.4</c:v>
                </c:pt>
                <c:pt idx="239">
                  <c:v>9.8000000000000007</c:v>
                </c:pt>
                <c:pt idx="240">
                  <c:v>13.4</c:v>
                </c:pt>
                <c:pt idx="241">
                  <c:v>9.1999999999999993</c:v>
                </c:pt>
                <c:pt idx="242">
                  <c:v>12.5</c:v>
                </c:pt>
                <c:pt idx="243">
                  <c:v>9.9</c:v>
                </c:pt>
                <c:pt idx="244">
                  <c:v>12.8</c:v>
                </c:pt>
                <c:pt idx="245">
                  <c:v>12.5</c:v>
                </c:pt>
                <c:pt idx="246">
                  <c:v>14.4</c:v>
                </c:pt>
                <c:pt idx="247">
                  <c:v>10.4</c:v>
                </c:pt>
                <c:pt idx="248">
                  <c:v>11.5</c:v>
                </c:pt>
                <c:pt idx="249">
                  <c:v>11.5</c:v>
                </c:pt>
                <c:pt idx="250">
                  <c:v>14.5</c:v>
                </c:pt>
                <c:pt idx="251">
                  <c:v>15.4</c:v>
                </c:pt>
                <c:pt idx="252">
                  <c:v>9.6999999999999993</c:v>
                </c:pt>
                <c:pt idx="253">
                  <c:v>13.3</c:v>
                </c:pt>
                <c:pt idx="254">
                  <c:v>12.2</c:v>
                </c:pt>
                <c:pt idx="255">
                  <c:v>11.1</c:v>
                </c:pt>
                <c:pt idx="256">
                  <c:v>11</c:v>
                </c:pt>
                <c:pt idx="257">
                  <c:v>9.3000000000000007</c:v>
                </c:pt>
                <c:pt idx="258">
                  <c:v>13.8</c:v>
                </c:pt>
                <c:pt idx="259">
                  <c:v>10.3</c:v>
                </c:pt>
                <c:pt idx="260">
                  <c:v>12.2</c:v>
                </c:pt>
                <c:pt idx="261">
                  <c:v>13.8</c:v>
                </c:pt>
                <c:pt idx="262">
                  <c:v>7.8</c:v>
                </c:pt>
                <c:pt idx="263">
                  <c:v>11</c:v>
                </c:pt>
                <c:pt idx="264">
                  <c:v>12.1</c:v>
                </c:pt>
                <c:pt idx="265">
                  <c:v>13.3</c:v>
                </c:pt>
                <c:pt idx="266">
                  <c:v>9.1</c:v>
                </c:pt>
                <c:pt idx="267">
                  <c:v>13.2</c:v>
                </c:pt>
                <c:pt idx="268">
                  <c:v>12.1</c:v>
                </c:pt>
                <c:pt idx="269">
                  <c:v>8.4</c:v>
                </c:pt>
                <c:pt idx="270">
                  <c:v>11.7</c:v>
                </c:pt>
                <c:pt idx="271">
                  <c:v>9.1999999999999993</c:v>
                </c:pt>
                <c:pt idx="272">
                  <c:v>9.6999999999999993</c:v>
                </c:pt>
                <c:pt idx="273">
                  <c:v>10.199999999999999</c:v>
                </c:pt>
                <c:pt idx="274">
                  <c:v>9.9</c:v>
                </c:pt>
                <c:pt idx="275">
                  <c:v>13</c:v>
                </c:pt>
                <c:pt idx="276">
                  <c:v>9.6</c:v>
                </c:pt>
                <c:pt idx="277">
                  <c:v>11.6</c:v>
                </c:pt>
                <c:pt idx="278">
                  <c:v>11.7</c:v>
                </c:pt>
                <c:pt idx="279">
                  <c:v>10.8</c:v>
                </c:pt>
                <c:pt idx="280">
                  <c:v>10.9</c:v>
                </c:pt>
                <c:pt idx="281">
                  <c:v>13.2</c:v>
                </c:pt>
                <c:pt idx="282">
                  <c:v>12.2</c:v>
                </c:pt>
                <c:pt idx="283">
                  <c:v>12</c:v>
                </c:pt>
                <c:pt idx="284">
                  <c:v>12.3</c:v>
                </c:pt>
                <c:pt idx="285">
                  <c:v>14.6</c:v>
                </c:pt>
                <c:pt idx="286">
                  <c:v>10.8</c:v>
                </c:pt>
                <c:pt idx="287">
                  <c:v>10.3</c:v>
                </c:pt>
                <c:pt idx="288">
                  <c:v>9.3000000000000007</c:v>
                </c:pt>
                <c:pt idx="289">
                  <c:v>10.3</c:v>
                </c:pt>
                <c:pt idx="290">
                  <c:v>13.2</c:v>
                </c:pt>
                <c:pt idx="291">
                  <c:v>29.9</c:v>
                </c:pt>
                <c:pt idx="292">
                  <c:v>14.3</c:v>
                </c:pt>
                <c:pt idx="293">
                  <c:v>8.4</c:v>
                </c:pt>
                <c:pt idx="294">
                  <c:v>13.8</c:v>
                </c:pt>
                <c:pt idx="295">
                  <c:v>11.8</c:v>
                </c:pt>
                <c:pt idx="296">
                  <c:v>13.1</c:v>
                </c:pt>
                <c:pt idx="297">
                  <c:v>10.8</c:v>
                </c:pt>
                <c:pt idx="298">
                  <c:v>12.3</c:v>
                </c:pt>
                <c:pt idx="299">
                  <c:v>10.4</c:v>
                </c:pt>
                <c:pt idx="300">
                  <c:v>7.9</c:v>
                </c:pt>
                <c:pt idx="301">
                  <c:v>12</c:v>
                </c:pt>
                <c:pt idx="302">
                  <c:v>15</c:v>
                </c:pt>
                <c:pt idx="303">
                  <c:v>12</c:v>
                </c:pt>
                <c:pt idx="304">
                  <c:v>11.5</c:v>
                </c:pt>
                <c:pt idx="305">
                  <c:v>17.8</c:v>
                </c:pt>
                <c:pt idx="306">
                  <c:v>12.8</c:v>
                </c:pt>
                <c:pt idx="307">
                  <c:v>6.6</c:v>
                </c:pt>
                <c:pt idx="308">
                  <c:v>10.5</c:v>
                </c:pt>
                <c:pt idx="309">
                  <c:v>16</c:v>
                </c:pt>
                <c:pt idx="310">
                  <c:v>11.7</c:v>
                </c:pt>
                <c:pt idx="311">
                  <c:v>16</c:v>
                </c:pt>
                <c:pt idx="312">
                  <c:v>10.5</c:v>
                </c:pt>
                <c:pt idx="313">
                  <c:v>12.3</c:v>
                </c:pt>
                <c:pt idx="314">
                  <c:v>10.8</c:v>
                </c:pt>
                <c:pt idx="315">
                  <c:v>14.6</c:v>
                </c:pt>
                <c:pt idx="316">
                  <c:v>15</c:v>
                </c:pt>
                <c:pt idx="317">
                  <c:v>13.7</c:v>
                </c:pt>
                <c:pt idx="318">
                  <c:v>11.5</c:v>
                </c:pt>
                <c:pt idx="319">
                  <c:v>10.4</c:v>
                </c:pt>
                <c:pt idx="320">
                  <c:v>10.5</c:v>
                </c:pt>
                <c:pt idx="321">
                  <c:v>11.3</c:v>
                </c:pt>
                <c:pt idx="322">
                  <c:v>11.6</c:v>
                </c:pt>
                <c:pt idx="323">
                  <c:v>13.3</c:v>
                </c:pt>
                <c:pt idx="324">
                  <c:v>7.8</c:v>
                </c:pt>
                <c:pt idx="325">
                  <c:v>12.3</c:v>
                </c:pt>
                <c:pt idx="326">
                  <c:v>13.2</c:v>
                </c:pt>
                <c:pt idx="327">
                  <c:v>10.5</c:v>
                </c:pt>
                <c:pt idx="328">
                  <c:v>7.2</c:v>
                </c:pt>
                <c:pt idx="329">
                  <c:v>11.6</c:v>
                </c:pt>
                <c:pt idx="330">
                  <c:v>14.5</c:v>
                </c:pt>
                <c:pt idx="331">
                  <c:v>14</c:v>
                </c:pt>
                <c:pt idx="332">
                  <c:v>10.4</c:v>
                </c:pt>
                <c:pt idx="333">
                  <c:v>8.1</c:v>
                </c:pt>
                <c:pt idx="334">
                  <c:v>12.1</c:v>
                </c:pt>
                <c:pt idx="335">
                  <c:v>13.3</c:v>
                </c:pt>
                <c:pt idx="336">
                  <c:v>13.9</c:v>
                </c:pt>
                <c:pt idx="337">
                  <c:v>9.9</c:v>
                </c:pt>
                <c:pt idx="338">
                  <c:v>9</c:v>
                </c:pt>
                <c:pt idx="339">
                  <c:v>14.9</c:v>
                </c:pt>
                <c:pt idx="340">
                  <c:v>11</c:v>
                </c:pt>
                <c:pt idx="341">
                  <c:v>11.9</c:v>
                </c:pt>
                <c:pt idx="342">
                  <c:v>12</c:v>
                </c:pt>
                <c:pt idx="343">
                  <c:v>10.5</c:v>
                </c:pt>
                <c:pt idx="344">
                  <c:v>11</c:v>
                </c:pt>
                <c:pt idx="345">
                  <c:v>12.1</c:v>
                </c:pt>
                <c:pt idx="346">
                  <c:v>11</c:v>
                </c:pt>
                <c:pt idx="347">
                  <c:v>14.3</c:v>
                </c:pt>
                <c:pt idx="348">
                  <c:v>9.1</c:v>
                </c:pt>
                <c:pt idx="349">
                  <c:v>11.4</c:v>
                </c:pt>
                <c:pt idx="350">
                  <c:v>11.2</c:v>
                </c:pt>
                <c:pt idx="351">
                  <c:v>12.7</c:v>
                </c:pt>
                <c:pt idx="352">
                  <c:v>10.199999999999999</c:v>
                </c:pt>
                <c:pt idx="353">
                  <c:v>8.6999999999999993</c:v>
                </c:pt>
                <c:pt idx="354">
                  <c:v>12.7</c:v>
                </c:pt>
                <c:pt idx="355">
                  <c:v>12.2</c:v>
                </c:pt>
                <c:pt idx="356">
                  <c:v>12.1</c:v>
                </c:pt>
                <c:pt idx="357">
                  <c:v>10.4</c:v>
                </c:pt>
                <c:pt idx="358">
                  <c:v>11</c:v>
                </c:pt>
                <c:pt idx="359">
                  <c:v>9.6</c:v>
                </c:pt>
                <c:pt idx="360">
                  <c:v>16</c:v>
                </c:pt>
                <c:pt idx="361">
                  <c:v>12.2</c:v>
                </c:pt>
                <c:pt idx="362">
                  <c:v>12.5</c:v>
                </c:pt>
                <c:pt idx="363">
                  <c:v>10.4</c:v>
                </c:pt>
                <c:pt idx="364">
                  <c:v>15.8</c:v>
                </c:pt>
                <c:pt idx="365">
                  <c:v>18.600000000000001</c:v>
                </c:pt>
                <c:pt idx="366">
                  <c:v>17.8</c:v>
                </c:pt>
                <c:pt idx="367">
                  <c:v>17.899999999999999</c:v>
                </c:pt>
                <c:pt idx="368">
                  <c:v>12.7</c:v>
                </c:pt>
                <c:pt idx="369">
                  <c:v>8.4</c:v>
                </c:pt>
                <c:pt idx="370">
                  <c:v>18.3</c:v>
                </c:pt>
                <c:pt idx="371">
                  <c:v>13.8</c:v>
                </c:pt>
                <c:pt idx="372">
                  <c:v>10.9</c:v>
                </c:pt>
                <c:pt idx="373">
                  <c:v>12.7</c:v>
                </c:pt>
                <c:pt idx="374">
                  <c:v>16.5</c:v>
                </c:pt>
                <c:pt idx="375">
                  <c:v>11.8</c:v>
                </c:pt>
                <c:pt idx="376">
                  <c:v>9.1999999999999993</c:v>
                </c:pt>
                <c:pt idx="377">
                  <c:v>12.7</c:v>
                </c:pt>
                <c:pt idx="378">
                  <c:v>12.1</c:v>
                </c:pt>
                <c:pt idx="379">
                  <c:v>8.5</c:v>
                </c:pt>
                <c:pt idx="380">
                  <c:v>13.8</c:v>
                </c:pt>
                <c:pt idx="381">
                  <c:v>12.1</c:v>
                </c:pt>
                <c:pt idx="382">
                  <c:v>11</c:v>
                </c:pt>
                <c:pt idx="383">
                  <c:v>10.8</c:v>
                </c:pt>
                <c:pt idx="384">
                  <c:v>13.5</c:v>
                </c:pt>
                <c:pt idx="385">
                  <c:v>16.3</c:v>
                </c:pt>
                <c:pt idx="386">
                  <c:v>13</c:v>
                </c:pt>
                <c:pt idx="387">
                  <c:v>11</c:v>
                </c:pt>
                <c:pt idx="388">
                  <c:v>13.4</c:v>
                </c:pt>
                <c:pt idx="389">
                  <c:v>12</c:v>
                </c:pt>
                <c:pt idx="390">
                  <c:v>11.6</c:v>
                </c:pt>
                <c:pt idx="391">
                  <c:v>13.3</c:v>
                </c:pt>
                <c:pt idx="392">
                  <c:v>9.9</c:v>
                </c:pt>
                <c:pt idx="393">
                  <c:v>9.6</c:v>
                </c:pt>
                <c:pt idx="394">
                  <c:v>12.2</c:v>
                </c:pt>
                <c:pt idx="395">
                  <c:v>13</c:v>
                </c:pt>
                <c:pt idx="396">
                  <c:v>16.3</c:v>
                </c:pt>
                <c:pt idx="397">
                  <c:v>8.6</c:v>
                </c:pt>
                <c:pt idx="398">
                  <c:v>11.6</c:v>
                </c:pt>
                <c:pt idx="399">
                  <c:v>12.2</c:v>
                </c:pt>
                <c:pt idx="400">
                  <c:v>7.8</c:v>
                </c:pt>
                <c:pt idx="401">
                  <c:v>13.3</c:v>
                </c:pt>
                <c:pt idx="402">
                  <c:v>12.8</c:v>
                </c:pt>
                <c:pt idx="403">
                  <c:v>11.9</c:v>
                </c:pt>
                <c:pt idx="404">
                  <c:v>10.3</c:v>
                </c:pt>
                <c:pt idx="405">
                  <c:v>12.4</c:v>
                </c:pt>
                <c:pt idx="406">
                  <c:v>13.8</c:v>
                </c:pt>
                <c:pt idx="407">
                  <c:v>11.3</c:v>
                </c:pt>
                <c:pt idx="408">
                  <c:v>12.7</c:v>
                </c:pt>
                <c:pt idx="409">
                  <c:v>11</c:v>
                </c:pt>
                <c:pt idx="410">
                  <c:v>12</c:v>
                </c:pt>
                <c:pt idx="411">
                  <c:v>11</c:v>
                </c:pt>
                <c:pt idx="412">
                  <c:v>10.4</c:v>
                </c:pt>
                <c:pt idx="413">
                  <c:v>9.1999999999999993</c:v>
                </c:pt>
                <c:pt idx="414">
                  <c:v>8.4</c:v>
                </c:pt>
                <c:pt idx="415">
                  <c:v>15.2</c:v>
                </c:pt>
                <c:pt idx="416">
                  <c:v>14.9</c:v>
                </c:pt>
                <c:pt idx="417">
                  <c:v>9.6</c:v>
                </c:pt>
                <c:pt idx="418">
                  <c:v>8</c:v>
                </c:pt>
                <c:pt idx="419">
                  <c:v>13.8</c:v>
                </c:pt>
                <c:pt idx="420">
                  <c:v>9.3000000000000007</c:v>
                </c:pt>
                <c:pt idx="421">
                  <c:v>10.8</c:v>
                </c:pt>
                <c:pt idx="422">
                  <c:v>14.6</c:v>
                </c:pt>
                <c:pt idx="423">
                  <c:v>15.4</c:v>
                </c:pt>
                <c:pt idx="424">
                  <c:v>9.6999999999999993</c:v>
                </c:pt>
                <c:pt idx="425">
                  <c:v>14.1</c:v>
                </c:pt>
                <c:pt idx="426">
                  <c:v>13.5</c:v>
                </c:pt>
                <c:pt idx="427">
                  <c:v>12.1</c:v>
                </c:pt>
                <c:pt idx="428">
                  <c:v>9.1999999999999993</c:v>
                </c:pt>
                <c:pt idx="429">
                  <c:v>11.6</c:v>
                </c:pt>
                <c:pt idx="430">
                  <c:v>14.6</c:v>
                </c:pt>
                <c:pt idx="431">
                  <c:v>9.6</c:v>
                </c:pt>
                <c:pt idx="432">
                  <c:v>11</c:v>
                </c:pt>
                <c:pt idx="433">
                  <c:v>12.7</c:v>
                </c:pt>
                <c:pt idx="434">
                  <c:v>12.7</c:v>
                </c:pt>
                <c:pt idx="435">
                  <c:v>15</c:v>
                </c:pt>
                <c:pt idx="436">
                  <c:v>13.8</c:v>
                </c:pt>
                <c:pt idx="437">
                  <c:v>12.3</c:v>
                </c:pt>
                <c:pt idx="438">
                  <c:v>9</c:v>
                </c:pt>
                <c:pt idx="439">
                  <c:v>11</c:v>
                </c:pt>
                <c:pt idx="440">
                  <c:v>11.6</c:v>
                </c:pt>
                <c:pt idx="441">
                  <c:v>11.3</c:v>
                </c:pt>
                <c:pt idx="442">
                  <c:v>13.3</c:v>
                </c:pt>
                <c:pt idx="443">
                  <c:v>11.6</c:v>
                </c:pt>
                <c:pt idx="444">
                  <c:v>14.8</c:v>
                </c:pt>
                <c:pt idx="445">
                  <c:v>9.3000000000000007</c:v>
                </c:pt>
                <c:pt idx="446">
                  <c:v>12.2</c:v>
                </c:pt>
                <c:pt idx="447">
                  <c:v>12.2</c:v>
                </c:pt>
                <c:pt idx="448">
                  <c:v>8.5</c:v>
                </c:pt>
                <c:pt idx="449">
                  <c:v>12.1</c:v>
                </c:pt>
                <c:pt idx="450">
                  <c:v>12.7</c:v>
                </c:pt>
                <c:pt idx="451">
                  <c:v>12.6</c:v>
                </c:pt>
                <c:pt idx="452">
                  <c:v>8.6</c:v>
                </c:pt>
                <c:pt idx="453">
                  <c:v>9.1999999999999993</c:v>
                </c:pt>
                <c:pt idx="454">
                  <c:v>13.3</c:v>
                </c:pt>
                <c:pt idx="455">
                  <c:v>9.1</c:v>
                </c:pt>
                <c:pt idx="456">
                  <c:v>13.8</c:v>
                </c:pt>
                <c:pt idx="457">
                  <c:v>13.3</c:v>
                </c:pt>
                <c:pt idx="458">
                  <c:v>7.9</c:v>
                </c:pt>
                <c:pt idx="459">
                  <c:v>10.8</c:v>
                </c:pt>
                <c:pt idx="460">
                  <c:v>11.5</c:v>
                </c:pt>
                <c:pt idx="461">
                  <c:v>13.2</c:v>
                </c:pt>
                <c:pt idx="462">
                  <c:v>8.4</c:v>
                </c:pt>
                <c:pt idx="463">
                  <c:v>10.4</c:v>
                </c:pt>
                <c:pt idx="464">
                  <c:v>11.6</c:v>
                </c:pt>
                <c:pt idx="465">
                  <c:v>15.6</c:v>
                </c:pt>
                <c:pt idx="466">
                  <c:v>14.9</c:v>
                </c:pt>
                <c:pt idx="467">
                  <c:v>11</c:v>
                </c:pt>
                <c:pt idx="468">
                  <c:v>14.3</c:v>
                </c:pt>
                <c:pt idx="469">
                  <c:v>13.6</c:v>
                </c:pt>
                <c:pt idx="470">
                  <c:v>12.9</c:v>
                </c:pt>
                <c:pt idx="471">
                  <c:v>14.4</c:v>
                </c:pt>
                <c:pt idx="472">
                  <c:v>9.6999999999999993</c:v>
                </c:pt>
                <c:pt idx="473">
                  <c:v>12</c:v>
                </c:pt>
                <c:pt idx="474">
                  <c:v>13.8</c:v>
                </c:pt>
                <c:pt idx="475">
                  <c:v>14.7</c:v>
                </c:pt>
                <c:pt idx="476">
                  <c:v>10.3</c:v>
                </c:pt>
                <c:pt idx="477">
                  <c:v>11.7</c:v>
                </c:pt>
                <c:pt idx="478">
                  <c:v>11.7</c:v>
                </c:pt>
                <c:pt idx="479">
                  <c:v>11.9</c:v>
                </c:pt>
                <c:pt idx="480">
                  <c:v>13.4</c:v>
                </c:pt>
                <c:pt idx="481">
                  <c:v>11</c:v>
                </c:pt>
                <c:pt idx="482">
                  <c:v>12.1</c:v>
                </c:pt>
                <c:pt idx="483">
                  <c:v>11.5</c:v>
                </c:pt>
                <c:pt idx="484">
                  <c:v>11</c:v>
                </c:pt>
                <c:pt idx="485">
                  <c:v>13.7</c:v>
                </c:pt>
                <c:pt idx="486">
                  <c:v>11.9</c:v>
                </c:pt>
                <c:pt idx="487">
                  <c:v>11</c:v>
                </c:pt>
                <c:pt idx="488">
                  <c:v>11.6</c:v>
                </c:pt>
                <c:pt idx="489">
                  <c:v>12.6</c:v>
                </c:pt>
                <c:pt idx="490">
                  <c:v>9.9</c:v>
                </c:pt>
                <c:pt idx="491">
                  <c:v>13.8</c:v>
                </c:pt>
                <c:pt idx="492">
                  <c:v>12.2</c:v>
                </c:pt>
                <c:pt idx="493">
                  <c:v>7.2</c:v>
                </c:pt>
                <c:pt idx="494">
                  <c:v>9.3000000000000007</c:v>
                </c:pt>
                <c:pt idx="495">
                  <c:v>12.9</c:v>
                </c:pt>
                <c:pt idx="496">
                  <c:v>13.1</c:v>
                </c:pt>
                <c:pt idx="497">
                  <c:v>9.8000000000000007</c:v>
                </c:pt>
                <c:pt idx="498">
                  <c:v>13.8</c:v>
                </c:pt>
                <c:pt idx="499">
                  <c:v>12.1</c:v>
                </c:pt>
                <c:pt idx="500">
                  <c:v>9.6</c:v>
                </c:pt>
                <c:pt idx="501">
                  <c:v>10.5</c:v>
                </c:pt>
                <c:pt idx="502">
                  <c:v>13.8</c:v>
                </c:pt>
                <c:pt idx="503">
                  <c:v>8.6</c:v>
                </c:pt>
                <c:pt idx="504">
                  <c:v>12.8</c:v>
                </c:pt>
                <c:pt idx="505">
                  <c:v>14.6</c:v>
                </c:pt>
                <c:pt idx="506">
                  <c:v>9.1999999999999993</c:v>
                </c:pt>
                <c:pt idx="507">
                  <c:v>11.9</c:v>
                </c:pt>
                <c:pt idx="508">
                  <c:v>14.4</c:v>
                </c:pt>
                <c:pt idx="509">
                  <c:v>11.6</c:v>
                </c:pt>
                <c:pt idx="510">
                  <c:v>13.1</c:v>
                </c:pt>
                <c:pt idx="511">
                  <c:v>11</c:v>
                </c:pt>
                <c:pt idx="512">
                  <c:v>10.5</c:v>
                </c:pt>
                <c:pt idx="513">
                  <c:v>12.1</c:v>
                </c:pt>
                <c:pt idx="514">
                  <c:v>10.3</c:v>
                </c:pt>
                <c:pt idx="515">
                  <c:v>14.6</c:v>
                </c:pt>
                <c:pt idx="516">
                  <c:v>13.8</c:v>
                </c:pt>
                <c:pt idx="517">
                  <c:v>7.9</c:v>
                </c:pt>
                <c:pt idx="518">
                  <c:v>11.6</c:v>
                </c:pt>
                <c:pt idx="519">
                  <c:v>13.3</c:v>
                </c:pt>
                <c:pt idx="520">
                  <c:v>11.5</c:v>
                </c:pt>
                <c:pt idx="521">
                  <c:v>9.6999999999999993</c:v>
                </c:pt>
                <c:pt idx="522">
                  <c:v>11.6</c:v>
                </c:pt>
                <c:pt idx="523">
                  <c:v>9.9</c:v>
                </c:pt>
                <c:pt idx="524">
                  <c:v>13</c:v>
                </c:pt>
                <c:pt idx="525">
                  <c:v>11.2</c:v>
                </c:pt>
                <c:pt idx="526">
                  <c:v>16.5</c:v>
                </c:pt>
                <c:pt idx="527">
                  <c:v>10.3</c:v>
                </c:pt>
                <c:pt idx="528">
                  <c:v>8.6</c:v>
                </c:pt>
                <c:pt idx="529">
                  <c:v>10.4</c:v>
                </c:pt>
                <c:pt idx="530">
                  <c:v>13.5</c:v>
                </c:pt>
                <c:pt idx="531">
                  <c:v>9</c:v>
                </c:pt>
                <c:pt idx="532">
                  <c:v>10.5</c:v>
                </c:pt>
                <c:pt idx="533">
                  <c:v>9.9</c:v>
                </c:pt>
                <c:pt idx="534">
                  <c:v>9.1</c:v>
                </c:pt>
                <c:pt idx="535">
                  <c:v>14.5</c:v>
                </c:pt>
                <c:pt idx="536">
                  <c:v>11.6</c:v>
                </c:pt>
                <c:pt idx="537">
                  <c:v>13.8</c:v>
                </c:pt>
                <c:pt idx="538">
                  <c:v>7.3</c:v>
                </c:pt>
                <c:pt idx="539">
                  <c:v>11</c:v>
                </c:pt>
                <c:pt idx="540">
                  <c:v>13.4</c:v>
                </c:pt>
                <c:pt idx="541">
                  <c:v>9.1</c:v>
                </c:pt>
                <c:pt idx="542">
                  <c:v>13.1</c:v>
                </c:pt>
                <c:pt idx="543">
                  <c:v>11</c:v>
                </c:pt>
                <c:pt idx="544">
                  <c:v>11</c:v>
                </c:pt>
                <c:pt idx="545">
                  <c:v>11</c:v>
                </c:pt>
                <c:pt idx="546">
                  <c:v>13.3</c:v>
                </c:pt>
                <c:pt idx="547">
                  <c:v>12.7</c:v>
                </c:pt>
                <c:pt idx="548">
                  <c:v>12.6</c:v>
                </c:pt>
                <c:pt idx="549">
                  <c:v>10.4</c:v>
                </c:pt>
                <c:pt idx="550">
                  <c:v>14.6</c:v>
                </c:pt>
                <c:pt idx="551">
                  <c:v>14.7</c:v>
                </c:pt>
                <c:pt idx="552">
                  <c:v>10.3</c:v>
                </c:pt>
                <c:pt idx="553">
                  <c:v>9.9</c:v>
                </c:pt>
                <c:pt idx="554">
                  <c:v>17</c:v>
                </c:pt>
                <c:pt idx="555">
                  <c:v>11.5</c:v>
                </c:pt>
                <c:pt idx="556">
                  <c:v>13.9</c:v>
                </c:pt>
                <c:pt idx="557">
                  <c:v>10.4</c:v>
                </c:pt>
                <c:pt idx="558">
                  <c:v>10.4</c:v>
                </c:pt>
                <c:pt idx="559">
                  <c:v>12.6</c:v>
                </c:pt>
                <c:pt idx="560">
                  <c:v>12.7</c:v>
                </c:pt>
                <c:pt idx="561">
                  <c:v>10.5</c:v>
                </c:pt>
                <c:pt idx="562">
                  <c:v>9.6999999999999993</c:v>
                </c:pt>
                <c:pt idx="563">
                  <c:v>12.7</c:v>
                </c:pt>
                <c:pt idx="564">
                  <c:v>11.7</c:v>
                </c:pt>
                <c:pt idx="565">
                  <c:v>13.9</c:v>
                </c:pt>
                <c:pt idx="566">
                  <c:v>11.5</c:v>
                </c:pt>
                <c:pt idx="567">
                  <c:v>14.4</c:v>
                </c:pt>
                <c:pt idx="568">
                  <c:v>11</c:v>
                </c:pt>
                <c:pt idx="569">
                  <c:v>11.5</c:v>
                </c:pt>
                <c:pt idx="570">
                  <c:v>12.3</c:v>
                </c:pt>
                <c:pt idx="571">
                  <c:v>14.4</c:v>
                </c:pt>
                <c:pt idx="572">
                  <c:v>9.1</c:v>
                </c:pt>
                <c:pt idx="573">
                  <c:v>11</c:v>
                </c:pt>
                <c:pt idx="574">
                  <c:v>13.8</c:v>
                </c:pt>
                <c:pt idx="575">
                  <c:v>15</c:v>
                </c:pt>
                <c:pt idx="576">
                  <c:v>12.6</c:v>
                </c:pt>
                <c:pt idx="577">
                  <c:v>15</c:v>
                </c:pt>
                <c:pt idx="578">
                  <c:v>10.5</c:v>
                </c:pt>
                <c:pt idx="579">
                  <c:v>9</c:v>
                </c:pt>
                <c:pt idx="580">
                  <c:v>12.1</c:v>
                </c:pt>
                <c:pt idx="581">
                  <c:v>13.3</c:v>
                </c:pt>
                <c:pt idx="582">
                  <c:v>8.6</c:v>
                </c:pt>
                <c:pt idx="583">
                  <c:v>9.1</c:v>
                </c:pt>
                <c:pt idx="584">
                  <c:v>13.9</c:v>
                </c:pt>
                <c:pt idx="585">
                  <c:v>14</c:v>
                </c:pt>
                <c:pt idx="586">
                  <c:v>9.6</c:v>
                </c:pt>
                <c:pt idx="587">
                  <c:v>11.6</c:v>
                </c:pt>
                <c:pt idx="588">
                  <c:v>11.6</c:v>
                </c:pt>
                <c:pt idx="589">
                  <c:v>11.9</c:v>
                </c:pt>
                <c:pt idx="590">
                  <c:v>12.7</c:v>
                </c:pt>
                <c:pt idx="591">
                  <c:v>13.8</c:v>
                </c:pt>
                <c:pt idx="592">
                  <c:v>10.5</c:v>
                </c:pt>
                <c:pt idx="593">
                  <c:v>13.5</c:v>
                </c:pt>
                <c:pt idx="594">
                  <c:v>14.8</c:v>
                </c:pt>
                <c:pt idx="595">
                  <c:v>20.8</c:v>
                </c:pt>
                <c:pt idx="596">
                  <c:v>15.7</c:v>
                </c:pt>
                <c:pt idx="597">
                  <c:v>17.2</c:v>
                </c:pt>
                <c:pt idx="598">
                  <c:v>9.9</c:v>
                </c:pt>
                <c:pt idx="599">
                  <c:v>9.8000000000000007</c:v>
                </c:pt>
                <c:pt idx="600">
                  <c:v>11.3</c:v>
                </c:pt>
                <c:pt idx="601">
                  <c:v>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6F-4BFD-91A3-25AC628AF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8147551"/>
        <c:axId val="358148031"/>
      </c:lineChart>
      <c:catAx>
        <c:axId val="35814755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8148031"/>
        <c:crosses val="autoZero"/>
        <c:auto val="1"/>
        <c:lblAlgn val="ctr"/>
        <c:lblOffset val="100"/>
        <c:noMultiLvlLbl val="0"/>
      </c:catAx>
      <c:valAx>
        <c:axId val="3581480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8147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287E-FB0E-A256-4FD5-18E0C01A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A5EC70-9C5A-CFBD-BF72-E1E34A71B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296A-7F6E-4464-BE4A-4E8DAC13C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목표는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자율 주행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알아보는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예시로 우선 라이다 장애물 감지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분석해보고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장애물 감지 과정을 가볍게 살펴보면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센서 스캔 결과를 로스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노드가 확인하여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장애물이 감지되면 정지명령을 발행하여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마브로스를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거쳐 시뮬레이터에 반영되는 방식입니다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1A5B3F-BBF2-C87D-E86E-DF0BDC280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268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9A08-8CBC-10D7-5FF4-DC8D7D11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7B471E-36EA-8C1C-3DE5-2EF4BB5C8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F4BAAD-6F73-3D6A-140D-4B2C83A58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 살펴본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마브로스로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결과를 요약하자면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topic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수와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mavros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 과정은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영향을 주지 않음을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외에 중간중간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나타나는 것을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78BD49-D469-1562-0510-D906F1676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84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A727-08F1-DA0F-55F5-C6376C76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417156-F50E-16C6-3C96-B1CE08829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000D7B-F225-8490-7A83-115AA025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 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경향을 살펴보면서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서로 다른 과정에서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발생하는 순간이 비슷하다는 것을 확인하였고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서로 다른 과정임에도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발생하는 순간이 비슷한 이유가 무엇일지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생각해봤을 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전체적인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부하가 원인이라고 생각하였습니다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05163-1E3F-78F7-E6DF-1682CB410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838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0E74-083A-AE15-A273-03197C0D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8CB0BB-0B9B-1462-FA17-B8021324C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DC2079-8429-B2A7-D3E4-E098CA4CC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 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사용량을 확인해 보았습니다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주 그래프를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조금더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하게 그려보았는데요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파란색 그래프가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그래프인데요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파란색 그래프에서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나타날때마다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것을 알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결국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영햐을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미침을 알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4B654-9051-9847-A59D-767172D90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609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2A03B-CDDD-9B45-EE70-595B1175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79382F-1F6C-2549-DE57-6168E20FF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54C7EB-C873-22CC-D2DB-2C109CFA2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그래서 저는 이번에는 이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부하의 원인을 알아보고자 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부하를 크게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가지로 분류하였습니다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주기적으로 나타나는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중간중간 갑자기 나타나는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초기에 나타나는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가지로 분류하였습니다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E03F6-9C01-ECA2-5DCE-F175889A0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4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3E31-AFD2-F8D0-42B1-89CD5CC6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822B9-1BBA-92F3-5AF6-970A073C3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A14B9B-34EA-DDB2-E16F-BF1AD815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주기적인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 문제부터 해결하고자 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현상을 보면 약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간격으로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높아지고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동일한 현상이 나타났습니다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원인은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garbage collection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원인이었습니다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garbage collection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껐을 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사용량을 다시 측정해보니 주기적인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사라자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ᅟᅧᆻ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1A777-3F15-D8F4-8120-251FC2C01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651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A356-59D1-AD9D-0BFB-CF0870DE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8970E2-7B38-B9ED-784D-8391C927C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67BC2B-0020-2A11-8790-1B1A4F480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갑작스런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부하문제입니다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주기적인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 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간헐적으로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부하가 나타났습니다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확인하고자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간격으로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사용률이 높은 상위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확인해보았습니다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갑작스런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 문제를 해결하는 것이 목적이기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mavros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이후 일정 시간을 두고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부하를 측정하였습니다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88D3BC-5F52-C544-2A43-C3B7A4F82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12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AD9E-6158-8034-473E-44361BB2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9BE4DC-3B1D-0C5C-050E-D95F7C730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89FB4A-99E2-82B0-F8E1-20A2D442D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4C94B-D871-7682-FC7A-1F721AB1A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557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9A64B-3211-5B4F-F850-CDDDA809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CB6BD9-3A71-731C-7848-0BE9180FB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7F1F1F-56B6-102D-2E0A-D9F69DDFC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 문제입니다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또한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많이 사용하는 상위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확인하니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mavros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python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등이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많이 사용하고 있음을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좀 더 살펴보고자 실험 할 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토픽을 실행하는 과정이나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mavros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세팅 과정을 살펴보고자 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E243D4-101E-D4D0-5A36-793BCBB15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98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26.02.13.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지난주 피드백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결과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5" name="TextBox 46">
            <a:extLst>
              <a:ext uri="{FF2B5EF4-FFF2-40B4-BE49-F238E27FC236}">
                <a16:creationId xmlns:a16="http://schemas.microsoft.com/office/drawing/2014/main" id="{D5EF52ED-397B-1E5C-8923-58311D2300A3}"/>
              </a:ext>
            </a:extLst>
          </p:cNvPr>
          <p:cNvSpPr/>
          <p:nvPr/>
        </p:nvSpPr>
        <p:spPr>
          <a:xfrm>
            <a:off x="203760" y="998280"/>
            <a:ext cx="8852760" cy="55755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그래프에서 갑자기 튀는 부분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확인하기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튀는 </a:t>
            </a:r>
            <a:r>
              <a:rPr lang="ko-KR" altLang="en-US" sz="2000" b="1" spc="-1" dirty="0" err="1">
                <a:solidFill>
                  <a:srgbClr val="000000"/>
                </a:solidFill>
                <a:latin typeface="Times New Roman"/>
              </a:rPr>
              <a:t>원인인듯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함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service call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과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topic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측정 방식이 달라서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topic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들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latenc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튈 때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service call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도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delay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얼마나 많이 되는지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명확하게 파악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X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overwrite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문제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overwrite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되지 않음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손실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X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 err="1">
                <a:solidFill>
                  <a:srgbClr val="000000"/>
                </a:solidFill>
                <a:latin typeface="Times New Roman"/>
              </a:rPr>
              <a:t>드론의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속도를 낮췄더니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충돌하지 않고 멈춤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처리 과정을 살펴보면 정지 명령 이후 이동 명령이 반영되지 않음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정지명령이 들어오면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2000" b="1" spc="-1" dirty="0" err="1">
                <a:solidFill>
                  <a:srgbClr val="000000"/>
                </a:solidFill>
                <a:latin typeface="Times New Roman"/>
              </a:rPr>
              <a:t>드론이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속도를 낮추는데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1)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감속 시간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2)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정지명령이 반영되는데 걸리는 시간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(=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이게 지금 보고 </a:t>
            </a:r>
            <a:r>
              <a:rPr lang="ko-KR" altLang="en-US" sz="2000" b="1" spc="-1" dirty="0" err="1">
                <a:solidFill>
                  <a:srgbClr val="000000"/>
                </a:solidFill>
                <a:latin typeface="Times New Roman"/>
              </a:rPr>
              <a:t>있는거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즉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1) + 2) &lt;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deadline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 되어야 한다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2B4B-6B7F-7C94-A9FF-73C7B233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89D18D4-D21E-0DD7-F6AC-E0887ECDBCA2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자율주행을 위한 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Offboarding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과정에서 발생하는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알아보자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장애물 감지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CC7BE289-0089-DE6C-5C8D-7668E3ABD16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B620C5A-B832-6EEA-935B-C666F4BDD025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E087910-ED40-0BAF-AB0E-C1A0C4D68189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EED5725-A90A-827B-DF09-764FC51AAF0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0AFF2-D32D-3BA2-CE3F-808018F582A8}"/>
              </a:ext>
            </a:extLst>
          </p:cNvPr>
          <p:cNvSpPr txBox="1"/>
          <p:nvPr/>
        </p:nvSpPr>
        <p:spPr>
          <a:xfrm>
            <a:off x="594070" y="296760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F563C-7ACF-2D62-B938-077A7B33701A}"/>
              </a:ext>
            </a:extLst>
          </p:cNvPr>
          <p:cNvSpPr txBox="1"/>
          <p:nvPr/>
        </p:nvSpPr>
        <p:spPr>
          <a:xfrm>
            <a:off x="2331387" y="296746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B72CD-B191-AB91-1F10-9ED4DC3B1917}"/>
              </a:ext>
            </a:extLst>
          </p:cNvPr>
          <p:cNvSpPr txBox="1"/>
          <p:nvPr/>
        </p:nvSpPr>
        <p:spPr>
          <a:xfrm>
            <a:off x="3901244" y="2967329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9BD8F0-C83A-CEB0-8F1B-B8F81586B8B7}"/>
              </a:ext>
            </a:extLst>
          </p:cNvPr>
          <p:cNvSpPr txBox="1"/>
          <p:nvPr/>
        </p:nvSpPr>
        <p:spPr>
          <a:xfrm>
            <a:off x="5236632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ABAF1-7B18-D325-56C6-C36FB9BDDD0F}"/>
              </a:ext>
            </a:extLst>
          </p:cNvPr>
          <p:cNvSpPr txBox="1"/>
          <p:nvPr/>
        </p:nvSpPr>
        <p:spPr>
          <a:xfrm>
            <a:off x="6180218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FBB7E-EBC3-4ABF-6542-6B3EB5F1F0F4}"/>
              </a:ext>
            </a:extLst>
          </p:cNvPr>
          <p:cNvSpPr txBox="1"/>
          <p:nvPr/>
        </p:nvSpPr>
        <p:spPr>
          <a:xfrm>
            <a:off x="594070" y="244684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</a:t>
            </a:r>
            <a:r>
              <a:rPr lang="ko-KR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5FF1B-7C7C-2FCC-005D-ABA2E5C3711E}"/>
              </a:ext>
            </a:extLst>
          </p:cNvPr>
          <p:cNvSpPr txBox="1"/>
          <p:nvPr/>
        </p:nvSpPr>
        <p:spPr>
          <a:xfrm>
            <a:off x="2331387" y="244670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 명령</a:t>
            </a:r>
            <a:endParaRPr lang="ko-KR" alt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4CFDF38-8D8B-96AD-067F-EF986D18052A}"/>
              </a:ext>
            </a:extLst>
          </p:cNvPr>
          <p:cNvCxnSpPr>
            <a:cxnSpLocks/>
          </p:cNvCxnSpPr>
          <p:nvPr/>
        </p:nvCxnSpPr>
        <p:spPr>
          <a:xfrm>
            <a:off x="594070" y="2880483"/>
            <a:ext cx="65243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9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805C-B388-73BE-CC02-114C650D4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2F9AB9C2-FC36-A555-AA53-6A8AA5BC8BE7}"/>
              </a:ext>
            </a:extLst>
          </p:cNvPr>
          <p:cNvSpPr/>
          <p:nvPr/>
        </p:nvSpPr>
        <p:spPr>
          <a:xfrm>
            <a:off x="203760" y="9550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실행 중인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topic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수에 따른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service call latency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2DC278EA-F086-4F3B-2BDB-8E45F91FE5DB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2B732D51-0A80-CA2C-DD3F-8BC0E959549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0FFDA2EE-CDEB-D970-F1EA-38F24C23A29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MAVROS Latency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AECA36BF-1798-BE78-64BE-7FF5C24B7F13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3266DE25-EEF8-D26D-229B-F85B09CFA2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8593969"/>
              </p:ext>
            </p:extLst>
          </p:nvPr>
        </p:nvGraphicFramePr>
        <p:xfrm>
          <a:off x="310140" y="1542060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874778-D44D-CC23-F82F-9FA8FF992EAF}"/>
              </a:ext>
            </a:extLst>
          </p:cNvPr>
          <p:cNvSpPr txBox="1"/>
          <p:nvPr/>
        </p:nvSpPr>
        <p:spPr>
          <a:xfrm>
            <a:off x="1094589" y="2389108"/>
            <a:ext cx="279283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중간에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값들이 있다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5FBB0-D702-DCF0-DEA7-C2945C3E2FCA}"/>
              </a:ext>
            </a:extLst>
          </p:cNvPr>
          <p:cNvSpPr txBox="1"/>
          <p:nvPr/>
        </p:nvSpPr>
        <p:spPr>
          <a:xfrm>
            <a:off x="4046130" y="1398407"/>
            <a:ext cx="490401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수는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영향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30EDA-5845-E9EE-A454-C3D98AF1B78A}"/>
              </a:ext>
            </a:extLst>
          </p:cNvPr>
          <p:cNvSpPr txBox="1"/>
          <p:nvPr/>
        </p:nvSpPr>
        <p:spPr>
          <a:xfrm>
            <a:off x="4046130" y="1857510"/>
            <a:ext cx="490401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처리는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큰 영향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3322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30AE-807C-E492-0CD1-81AD2A54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CEA6122-10AF-F59A-DDED-AAEF30ECB069}"/>
              </a:ext>
            </a:extLst>
          </p:cNvPr>
          <p:cNvSpPr/>
          <p:nvPr/>
        </p:nvSpPr>
        <p:spPr>
          <a:xfrm>
            <a:off x="203760" y="998280"/>
            <a:ext cx="8852760" cy="1420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communication &amp; processing 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경향성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t1~t3: communication, 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t3~t4: processing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505D8588-DB84-53EC-2D16-C5E2438A8279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EC4833B-F79C-30D2-1CB4-7B16434BDE1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70BC8B68-33D5-D750-CFDB-81511D551D1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MAVROS Latency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분석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F17669C-B501-6285-DB17-AE38391D1382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B1460A4-7204-F5B7-644B-5EA6B49A7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00" y="2482107"/>
            <a:ext cx="7680400" cy="39141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8380B0-41F8-57B9-3CD0-F74B8A6B7752}"/>
              </a:ext>
            </a:extLst>
          </p:cNvPr>
          <p:cNvSpPr txBox="1"/>
          <p:nvPr/>
        </p:nvSpPr>
        <p:spPr>
          <a:xfrm>
            <a:off x="3504149" y="1626895"/>
            <a:ext cx="5382811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서로 다른 과정의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경향성을 살펴보니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어떤 연관이 보인다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system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부하를 살펴보자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22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160F-6C7C-47D6-A53F-87EDEC35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2DF129D-DD6E-0084-64DB-FAD3B5112727}"/>
              </a:ext>
            </a:extLst>
          </p:cNvPr>
          <p:cNvSpPr/>
          <p:nvPr/>
        </p:nvSpPr>
        <p:spPr>
          <a:xfrm>
            <a:off x="203760" y="998280"/>
            <a:ext cx="8852760" cy="496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20327D73-AA81-6052-10EB-592DD0CDA22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869ECDA0-1285-9D49-85EA-0646F92735E6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391323CF-E7F6-6338-C44C-7CBACCD8727C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Latency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분석</a:t>
            </a:r>
            <a:endParaRPr lang="en-US" altLang="ko-KR" sz="3600" b="1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7CF143DC-B33D-D98A-3724-5118606071C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9DCE261-BCF1-15AE-4CED-073F7F2C9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95" y="1670040"/>
            <a:ext cx="7204689" cy="43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56E559-10D1-55DD-DA70-C454AAB191D6}"/>
              </a:ext>
            </a:extLst>
          </p:cNvPr>
          <p:cNvSpPr/>
          <p:nvPr/>
        </p:nvSpPr>
        <p:spPr>
          <a:xfrm>
            <a:off x="3495554" y="1944547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6AA3D49-435D-570A-F849-2D5AF01D82E4}"/>
              </a:ext>
            </a:extLst>
          </p:cNvPr>
          <p:cNvSpPr/>
          <p:nvPr/>
        </p:nvSpPr>
        <p:spPr>
          <a:xfrm>
            <a:off x="3148314" y="1944547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1F1031-6197-A6E8-32F5-1F577BAC1541}"/>
              </a:ext>
            </a:extLst>
          </p:cNvPr>
          <p:cNvSpPr/>
          <p:nvPr/>
        </p:nvSpPr>
        <p:spPr>
          <a:xfrm>
            <a:off x="4085863" y="1944546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BDB6AD5-3FB5-26B8-00B1-C1D850D11942}"/>
              </a:ext>
            </a:extLst>
          </p:cNvPr>
          <p:cNvSpPr/>
          <p:nvPr/>
        </p:nvSpPr>
        <p:spPr>
          <a:xfrm>
            <a:off x="4558805" y="1944546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17C93B-85DB-36D1-D214-0A0EE97DF3FA}"/>
              </a:ext>
            </a:extLst>
          </p:cNvPr>
          <p:cNvSpPr/>
          <p:nvPr/>
        </p:nvSpPr>
        <p:spPr>
          <a:xfrm>
            <a:off x="4826642" y="1944545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734DC1-71A0-0DC9-F79B-8256E4AC985F}"/>
              </a:ext>
            </a:extLst>
          </p:cNvPr>
          <p:cNvSpPr/>
          <p:nvPr/>
        </p:nvSpPr>
        <p:spPr>
          <a:xfrm>
            <a:off x="5094479" y="1944545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294DA4-AF62-E71A-C8F9-54F142E8EF43}"/>
              </a:ext>
            </a:extLst>
          </p:cNvPr>
          <p:cNvSpPr/>
          <p:nvPr/>
        </p:nvSpPr>
        <p:spPr>
          <a:xfrm>
            <a:off x="5397040" y="1944545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45A4804-28CC-6D9A-8C0A-E4F850D61AD1}"/>
              </a:ext>
            </a:extLst>
          </p:cNvPr>
          <p:cNvSpPr/>
          <p:nvPr/>
        </p:nvSpPr>
        <p:spPr>
          <a:xfrm>
            <a:off x="5669974" y="1944545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098664D-BE2B-F97E-120F-5A5D87B36FA4}"/>
              </a:ext>
            </a:extLst>
          </p:cNvPr>
          <p:cNvSpPr/>
          <p:nvPr/>
        </p:nvSpPr>
        <p:spPr>
          <a:xfrm>
            <a:off x="6265774" y="1944544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E48D37-5B93-2194-F516-44DCDC7A729C}"/>
              </a:ext>
            </a:extLst>
          </p:cNvPr>
          <p:cNvSpPr/>
          <p:nvPr/>
        </p:nvSpPr>
        <p:spPr>
          <a:xfrm>
            <a:off x="6786634" y="1944544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725CC2-227F-7FA2-997B-F539F6AF79C6}"/>
              </a:ext>
            </a:extLst>
          </p:cNvPr>
          <p:cNvSpPr txBox="1"/>
          <p:nvPr/>
        </p:nvSpPr>
        <p:spPr>
          <a:xfrm>
            <a:off x="2978568" y="6167188"/>
            <a:ext cx="538281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사용률이 높으면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발생한다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31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95B12-8360-9880-C443-131AAFC6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2652BF0-7332-4104-CDCE-6A54EF9FC406}"/>
              </a:ext>
            </a:extLst>
          </p:cNvPr>
          <p:cNvSpPr/>
          <p:nvPr/>
        </p:nvSpPr>
        <p:spPr>
          <a:xfrm>
            <a:off x="203760" y="998280"/>
            <a:ext cx="8852760" cy="1420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 원인 분석하기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8ADB5DB-AF44-7CB3-CE3E-8DA0701AEE8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E9C5D799-41A1-FAD4-E7F8-22CDA14578A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DDDF16A7-CDB3-6E98-A7A9-04833B72BBA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CPU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부하 원인 분석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95593F3-683C-FF55-CC9D-7A7E16EB1DA9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E107C2C-D4A5-A304-5856-132AF21F7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95" y="1474968"/>
            <a:ext cx="7204689" cy="43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44A4923-D942-DAAA-6A2A-6B7A12B44B3E}"/>
              </a:ext>
            </a:extLst>
          </p:cNvPr>
          <p:cNvSpPr/>
          <p:nvPr/>
        </p:nvSpPr>
        <p:spPr>
          <a:xfrm>
            <a:off x="3495554" y="1749475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17D827-F99D-E44F-F179-E3FBB2429CEF}"/>
              </a:ext>
            </a:extLst>
          </p:cNvPr>
          <p:cNvSpPr/>
          <p:nvPr/>
        </p:nvSpPr>
        <p:spPr>
          <a:xfrm>
            <a:off x="3148314" y="1749475"/>
            <a:ext cx="219919" cy="3622875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80C577E-B087-303E-5B4C-CB0BD315E54F}"/>
              </a:ext>
            </a:extLst>
          </p:cNvPr>
          <p:cNvSpPr/>
          <p:nvPr/>
        </p:nvSpPr>
        <p:spPr>
          <a:xfrm>
            <a:off x="4085863" y="1749474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44A5D71-AAEC-2B5F-6C23-6621B9D2EE00}"/>
              </a:ext>
            </a:extLst>
          </p:cNvPr>
          <p:cNvSpPr/>
          <p:nvPr/>
        </p:nvSpPr>
        <p:spPr>
          <a:xfrm>
            <a:off x="4558805" y="1749474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5B0676-8349-23BE-6E2D-6BD514DF2250}"/>
              </a:ext>
            </a:extLst>
          </p:cNvPr>
          <p:cNvSpPr/>
          <p:nvPr/>
        </p:nvSpPr>
        <p:spPr>
          <a:xfrm>
            <a:off x="4826642" y="1749473"/>
            <a:ext cx="219919" cy="3622875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157DF7-47C6-E204-F18E-B0D10E43E4E1}"/>
              </a:ext>
            </a:extLst>
          </p:cNvPr>
          <p:cNvSpPr/>
          <p:nvPr/>
        </p:nvSpPr>
        <p:spPr>
          <a:xfrm>
            <a:off x="5094479" y="1749473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BED98C-7384-3E44-3DC2-E36841DB64AA}"/>
              </a:ext>
            </a:extLst>
          </p:cNvPr>
          <p:cNvSpPr/>
          <p:nvPr/>
        </p:nvSpPr>
        <p:spPr>
          <a:xfrm>
            <a:off x="5397040" y="1749473"/>
            <a:ext cx="219919" cy="3622875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BE9C8D7-8536-39B6-B6A1-B07B31274F73}"/>
              </a:ext>
            </a:extLst>
          </p:cNvPr>
          <p:cNvSpPr/>
          <p:nvPr/>
        </p:nvSpPr>
        <p:spPr>
          <a:xfrm>
            <a:off x="5669974" y="1749473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63D6AA-D6E0-9103-72E9-9F03A98AF8F7}"/>
              </a:ext>
            </a:extLst>
          </p:cNvPr>
          <p:cNvSpPr/>
          <p:nvPr/>
        </p:nvSpPr>
        <p:spPr>
          <a:xfrm>
            <a:off x="6265774" y="1749472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8B1AE57-8EF6-88A2-1BB9-30ABF1DCDB50}"/>
              </a:ext>
            </a:extLst>
          </p:cNvPr>
          <p:cNvSpPr/>
          <p:nvPr/>
        </p:nvSpPr>
        <p:spPr>
          <a:xfrm>
            <a:off x="6786634" y="1749472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2320ED8-789B-C674-ADC4-830B4E33842C}"/>
              </a:ext>
            </a:extLst>
          </p:cNvPr>
          <p:cNvSpPr/>
          <p:nvPr/>
        </p:nvSpPr>
        <p:spPr>
          <a:xfrm>
            <a:off x="1838440" y="1749471"/>
            <a:ext cx="645611" cy="3622875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0B6819-FD69-9DF1-4F34-F8C6DA3FDE2D}"/>
              </a:ext>
            </a:extLst>
          </p:cNvPr>
          <p:cNvSpPr txBox="1"/>
          <p:nvPr/>
        </p:nvSpPr>
        <p:spPr>
          <a:xfrm>
            <a:off x="1153145" y="5864544"/>
            <a:ext cx="2452368" cy="92333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주기적인 </a:t>
            </a:r>
            <a:r>
              <a:rPr lang="en-US" altLang="ko-K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부하</a:t>
            </a:r>
            <a:endParaRPr lang="en-US" altLang="ko-K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갑작스런 </a:t>
            </a:r>
            <a:r>
              <a:rPr lang="en-US" altLang="ko-KR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ko-KR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부하</a:t>
            </a:r>
            <a:endParaRPr lang="en-US" altLang="ko-KR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초기 </a:t>
            </a:r>
            <a:r>
              <a:rPr lang="en-US" altLang="ko-KR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ko-KR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부하</a:t>
            </a:r>
          </a:p>
        </p:txBody>
      </p:sp>
    </p:spTree>
    <p:extLst>
      <p:ext uri="{BB962C8B-B14F-4D97-AF65-F5344CB8AC3E}">
        <p14:creationId xmlns:p14="http://schemas.microsoft.com/office/powerpoint/2010/main" val="381201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8EAD3-C220-5B7A-74B7-73478CFB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C7E28B8-3DD4-F886-3CF8-C02AA7B4BF6C}"/>
              </a:ext>
            </a:extLst>
          </p:cNvPr>
          <p:cNvSpPr/>
          <p:nvPr/>
        </p:nvSpPr>
        <p:spPr>
          <a:xfrm>
            <a:off x="203760" y="998280"/>
            <a:ext cx="8852760" cy="4652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 원인 분석하기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약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초 간격으로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사용량이 높아진다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모든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topic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테스트에서 동일한 현상이 나타난다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ko-KR" altLang="ko-KR" sz="2000" b="1" spc="-1" dirty="0">
                <a:solidFill>
                  <a:srgbClr val="000000"/>
                </a:solidFill>
                <a:latin typeface="Times New Roman"/>
              </a:rPr>
              <a:t>→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Python Garbage Collection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 문제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7EE1E7CE-16FB-931B-F88D-7003DBE68CB5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B72A9131-DF02-3A3A-DC84-8D7F94DAB5CC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BBCD85C9-9D4C-D008-B1E8-1A912AAA057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주기적인 </a:t>
            </a:r>
            <a:r>
              <a:rPr lang="en-US" altLang="ko-KR" sz="3600" b="1" strike="noStrike" spc="-1" dirty="0" err="1">
                <a:solidFill>
                  <a:srgbClr val="002060"/>
                </a:solidFill>
                <a:latin typeface="Times New Roman"/>
                <a:ea typeface="DejaVu Sans"/>
              </a:rPr>
              <a:t>cpu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부하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2BF3C389-053C-431E-923B-266E5591400B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237F4777-F4F0-3CFE-3650-075DDF6DE6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5442657"/>
              </p:ext>
            </p:extLst>
          </p:nvPr>
        </p:nvGraphicFramePr>
        <p:xfrm>
          <a:off x="768096" y="289387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3E6D975-BCB0-2A42-D477-59B701596766}"/>
              </a:ext>
            </a:extLst>
          </p:cNvPr>
          <p:cNvSpPr txBox="1"/>
          <p:nvPr/>
        </p:nvSpPr>
        <p:spPr>
          <a:xfrm>
            <a:off x="3645645" y="2905780"/>
            <a:ext cx="1968989" cy="52322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 on</a:t>
            </a:r>
          </a:p>
          <a:p>
            <a:pPr marL="342900" indent="-342900">
              <a:buAutoNum type="arabicPeriod"/>
            </a:pPr>
            <a:r>
              <a:rPr lang="en-US" altLang="ko-KR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 off</a:t>
            </a:r>
            <a:endParaRPr lang="ko-KR" altLang="en-US" sz="1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73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13D5-C75C-AF6B-304D-EA331E4E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E13E0FA7-C5D4-A693-0BEC-8CFFB27AFE6B}"/>
              </a:ext>
            </a:extLst>
          </p:cNvPr>
          <p:cNvSpPr/>
          <p:nvPr/>
        </p:nvSpPr>
        <p:spPr>
          <a:xfrm>
            <a:off x="203760" y="998280"/>
            <a:ext cx="8852760" cy="4652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 원인 분석하기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간헐적으로 나타나는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peak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모든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topic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테스트에서 동일한 현상이 나타난다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ko-KR" altLang="ko-KR" sz="2000" b="1" spc="-1" dirty="0">
                <a:solidFill>
                  <a:srgbClr val="000000"/>
                </a:solidFill>
                <a:latin typeface="Times New Roman"/>
              </a:rPr>
              <a:t>→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process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별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사용량 측정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226446BF-CB71-B606-24E6-AC60D723F20A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72FA86B5-D0B1-6B40-0AFF-624C969AC88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25A09A29-AAF4-E71C-D478-FFBA460B978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갑작스런 </a:t>
            </a:r>
            <a:r>
              <a:rPr lang="en-US" altLang="ko-KR" sz="3600" b="1" spc="-1" dirty="0" err="1">
                <a:solidFill>
                  <a:srgbClr val="002060"/>
                </a:solidFill>
                <a:latin typeface="Times New Roman"/>
                <a:ea typeface="DejaVu Sans"/>
              </a:rPr>
              <a:t>cpu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부하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7C7D663F-D574-E977-AFF9-4848563F719E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74AA5A-D65C-3227-1772-9AC082F05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88" y="2925648"/>
            <a:ext cx="5261004" cy="20801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133923-4112-4DAF-ED63-844D14F7C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88" y="2891374"/>
            <a:ext cx="4834761" cy="290901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386582D-BEB6-B78C-B778-F86BD7C973B6}"/>
              </a:ext>
            </a:extLst>
          </p:cNvPr>
          <p:cNvSpPr/>
          <p:nvPr/>
        </p:nvSpPr>
        <p:spPr>
          <a:xfrm>
            <a:off x="1703742" y="3044696"/>
            <a:ext cx="3493289" cy="2536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41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D095-43F1-F412-EBDE-0CDFCE62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F7DA4372-82AE-DABA-5715-0A0757DC349B}"/>
              </a:ext>
            </a:extLst>
          </p:cNvPr>
          <p:cNvSpPr/>
          <p:nvPr/>
        </p:nvSpPr>
        <p:spPr>
          <a:xfrm>
            <a:off x="203760" y="998280"/>
            <a:ext cx="8852760" cy="4652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 원인 분석하기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간헐적으로 나타나는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peak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모든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topic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테스트에서 동일한 현상이 나타난다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ko-KR" altLang="ko-KR" sz="2000" b="1" spc="-1" dirty="0">
                <a:solidFill>
                  <a:srgbClr val="000000"/>
                </a:solidFill>
                <a:latin typeface="Times New Roman"/>
              </a:rPr>
              <a:t>→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process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별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사용량 측정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0894A178-EE9C-5FD5-2E63-996AC9FFEE5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52A32506-5196-AD1D-5658-D3A2AD394E84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6492A24-1436-4147-30F5-DB5BD2A1EF1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갑작스런 </a:t>
            </a:r>
            <a:r>
              <a:rPr lang="en-US" altLang="ko-KR" sz="3600" b="1" spc="-1" dirty="0" err="1">
                <a:solidFill>
                  <a:srgbClr val="002060"/>
                </a:solidFill>
                <a:latin typeface="Times New Roman"/>
                <a:ea typeface="DejaVu Sans"/>
              </a:rPr>
              <a:t>cpu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부하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62B4C02-8DEE-331D-0D69-26F1AD403F99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9DAE09-2A12-528D-BA25-ED2F525AD9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3"/>
          <a:stretch>
            <a:fillRect/>
          </a:stretch>
        </p:blipFill>
        <p:spPr>
          <a:xfrm>
            <a:off x="5934620" y="2670768"/>
            <a:ext cx="1062485" cy="3822192"/>
          </a:xfrm>
          <a:prstGeom prst="rect">
            <a:avLst/>
          </a:prstGeom>
        </p:spPr>
      </p:pic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9E3D50BD-E6EC-4F82-43A4-815CC325B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8584980"/>
              </p:ext>
            </p:extLst>
          </p:nvPr>
        </p:nvGraphicFramePr>
        <p:xfrm>
          <a:off x="517860" y="290727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9E3D50BD-E6EC-4F82-43A4-815CC325B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4383715"/>
              </p:ext>
            </p:extLst>
          </p:nvPr>
        </p:nvGraphicFramePr>
        <p:xfrm>
          <a:off x="517860" y="290727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8F36972-4BE1-16C7-3FF5-49568FEA3561}"/>
              </a:ext>
            </a:extLst>
          </p:cNvPr>
          <p:cNvSpPr txBox="1"/>
          <p:nvPr/>
        </p:nvSpPr>
        <p:spPr>
          <a:xfrm>
            <a:off x="2856348" y="5887050"/>
            <a:ext cx="223351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원인이다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1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1EC4-10C3-CE59-61B8-BD633529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A2FD7D9B-EE61-B7F0-00AE-CD7E2F94EFEA}"/>
              </a:ext>
            </a:extLst>
          </p:cNvPr>
          <p:cNvSpPr/>
          <p:nvPr/>
        </p:nvSpPr>
        <p:spPr>
          <a:xfrm>
            <a:off x="203760" y="998280"/>
            <a:ext cx="8852760" cy="69605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 원인 분석하기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topic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실행 초기에 높은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사용률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ko-KR" altLang="ko-KR" sz="2000" b="1" spc="-1" dirty="0">
                <a:solidFill>
                  <a:srgbClr val="000000"/>
                </a:solidFill>
                <a:latin typeface="Times New Roman"/>
              </a:rPr>
              <a:t>→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설정 쪽을 살펴보자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D8F57F4-10F3-E3FB-0F2D-086CAA9D75FD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545E94B0-D096-5E88-D73A-98D97DC38FA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F0C4071-79AE-70A4-72CF-C1A8E6F6C22C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초기 </a:t>
            </a:r>
            <a:r>
              <a:rPr lang="en-US" altLang="ko-KR" sz="3600" b="1" spc="-1" dirty="0" err="1">
                <a:solidFill>
                  <a:srgbClr val="002060"/>
                </a:solidFill>
                <a:latin typeface="Times New Roman"/>
                <a:ea typeface="DejaVu Sans"/>
              </a:rPr>
              <a:t>cpu</a:t>
            </a: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부하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9B39495-08CB-9280-7CC4-B24B23BCA14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4C4C5CA9-F953-E53D-C222-754690CC0D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16589"/>
              </p:ext>
            </p:extLst>
          </p:nvPr>
        </p:nvGraphicFramePr>
        <p:xfrm>
          <a:off x="672272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90A408-FBEF-1C25-2A6D-4B379B75C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646" y="2020046"/>
            <a:ext cx="1943793" cy="466510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CA0EAF2-419C-4A5B-7117-BEB7489A6C42}"/>
              </a:ext>
            </a:extLst>
          </p:cNvPr>
          <p:cNvSpPr/>
          <p:nvPr/>
        </p:nvSpPr>
        <p:spPr>
          <a:xfrm>
            <a:off x="6240512" y="2436010"/>
            <a:ext cx="672352" cy="634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FC80AC-3D6B-F189-DCB7-7B1B81B7B8C6}"/>
              </a:ext>
            </a:extLst>
          </p:cNvPr>
          <p:cNvSpPr/>
          <p:nvPr/>
        </p:nvSpPr>
        <p:spPr>
          <a:xfrm>
            <a:off x="6912864" y="2226356"/>
            <a:ext cx="672352" cy="209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BBA1A1-E40B-2FA0-63B9-DA164DD7172D}"/>
              </a:ext>
            </a:extLst>
          </p:cNvPr>
          <p:cNvSpPr/>
          <p:nvPr/>
        </p:nvSpPr>
        <p:spPr>
          <a:xfrm>
            <a:off x="6912864" y="3070859"/>
            <a:ext cx="672352" cy="2096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896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78093</TotalTime>
  <Words>832</Words>
  <Application>Microsoft Office PowerPoint</Application>
  <PresentationFormat>화면 슬라이드 쇼(4:3)</PresentationFormat>
  <Paragraphs>134</Paragraphs>
  <Slides>12</Slides>
  <Notes>12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1458</cp:revision>
  <cp:lastPrinted>2021-08-19T05:10:09Z</cp:lastPrinted>
  <dcterms:created xsi:type="dcterms:W3CDTF">2020-05-28T10:10:30Z</dcterms:created>
  <dcterms:modified xsi:type="dcterms:W3CDTF">2026-02-27T02:17:54Z</dcterms:modified>
</cp:coreProperties>
</file>