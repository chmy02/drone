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699" r:id="rId2"/>
    <p:sldId id="257" r:id="rId3"/>
    <p:sldId id="951" r:id="rId4"/>
    <p:sldId id="941" r:id="rId5"/>
    <p:sldId id="954" r:id="rId6"/>
    <p:sldId id="955" r:id="rId7"/>
    <p:sldId id="953" r:id="rId8"/>
    <p:sldId id="731" r:id="rId9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D6DCE5"/>
    <a:srgbClr val="FFFFFF"/>
    <a:srgbClr val="DAE3F3"/>
    <a:srgbClr val="404040"/>
    <a:srgbClr val="BDD7EE"/>
    <a:srgbClr val="002060"/>
    <a:srgbClr val="E6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3E903A-6657-4BF0-87CE-EF4D4DD276D4}" v="2042" dt="2026-01-12T23:59:11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76878" autoAdjust="0"/>
  </p:normalViewPr>
  <p:slideViewPr>
    <p:cSldViewPr snapToGrid="0">
      <p:cViewPr varScale="1">
        <p:scale>
          <a:sx n="90" d="100"/>
          <a:sy n="90" d="100"/>
        </p:scale>
        <p:origin x="108" y="792"/>
      </p:cViewPr>
      <p:guideLst>
        <p:guide orient="horz" pos="3385"/>
        <p:guide pos="2880"/>
      </p:guideLst>
    </p:cSldViewPr>
  </p:slideViewPr>
  <p:notesTextViewPr>
    <p:cViewPr>
      <p:scale>
        <a:sx n="3" d="2"/>
        <a:sy n="3" d="2"/>
      </p:scale>
      <p:origin x="0" y="-109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09BDFF48-8C87-4FDB-9C34-5AD8A78DA551}"/>
    <pc:docChg chg="undo redo custSel addSld delSld modSld sldOrd">
      <pc:chgData name="최문영" userId="c9c2ca5b-20f2-48c9-9e1f-a03229bf2768" providerId="ADAL" clId="{09BDFF48-8C87-4FDB-9C34-5AD8A78DA551}" dt="2026-01-12T23:59:12.126" v="14180" actId="20577"/>
      <pc:docMkLst>
        <pc:docMk/>
      </pc:docMkLst>
      <pc:sldChg chg="addSp delSp modSp mod modNotesTx">
        <pc:chgData name="최문영" userId="c9c2ca5b-20f2-48c9-9e1f-a03229bf2768" providerId="ADAL" clId="{09BDFF48-8C87-4FDB-9C34-5AD8A78DA551}" dt="2026-01-12T23:49:36.785" v="11967" actId="478"/>
        <pc:sldMkLst>
          <pc:docMk/>
          <pc:sldMk cId="0" sldId="257"/>
        </pc:sldMkLst>
        <pc:spChg chg="mod">
          <ac:chgData name="최문영" userId="c9c2ca5b-20f2-48c9-9e1f-a03229bf2768" providerId="ADAL" clId="{09BDFF48-8C87-4FDB-9C34-5AD8A78DA551}" dt="2026-01-12T23:24:13.320" v="4332" actId="207"/>
          <ac:spMkLst>
            <pc:docMk/>
            <pc:sldMk cId="0" sldId="257"/>
            <ac:spMk id="97" creationId="{00000000-0000-0000-0000-000000000000}"/>
          </ac:spMkLst>
        </pc:spChg>
        <pc:graphicFrameChg chg="add del mod modGraphic">
          <ac:chgData name="최문영" userId="c9c2ca5b-20f2-48c9-9e1f-a03229bf2768" providerId="ADAL" clId="{09BDFF48-8C87-4FDB-9C34-5AD8A78DA551}" dt="2026-01-12T23:49:36.785" v="11967" actId="478"/>
          <ac:graphicFrameMkLst>
            <pc:docMk/>
            <pc:sldMk cId="0" sldId="257"/>
            <ac:graphicFrameMk id="2" creationId="{7C53F8EA-1938-0019-0730-E664BB303D42}"/>
          </ac:graphicFrameMkLst>
        </pc:graphicFrameChg>
      </pc:sldChg>
      <pc:sldChg chg="modSp mod">
        <pc:chgData name="최문영" userId="c9c2ca5b-20f2-48c9-9e1f-a03229bf2768" providerId="ADAL" clId="{09BDFF48-8C87-4FDB-9C34-5AD8A78DA551}" dt="2026-01-12T20:37:45.761" v="121" actId="20577"/>
        <pc:sldMkLst>
          <pc:docMk/>
          <pc:sldMk cId="2886263250" sldId="699"/>
        </pc:sldMkLst>
        <pc:spChg chg="mod">
          <ac:chgData name="최문영" userId="c9c2ca5b-20f2-48c9-9e1f-a03229bf2768" providerId="ADAL" clId="{09BDFF48-8C87-4FDB-9C34-5AD8A78DA551}" dt="2026-01-12T20:37:45.761" v="121" actId="20577"/>
          <ac:spMkLst>
            <pc:docMk/>
            <pc:sldMk cId="2886263250" sldId="699"/>
            <ac:spMk id="14" creationId="{C21A635C-1642-419F-9A80-B71C2DC7C4C4}"/>
          </ac:spMkLst>
        </pc:spChg>
      </pc:sldChg>
      <pc:sldChg chg="del">
        <pc:chgData name="최문영" userId="c9c2ca5b-20f2-48c9-9e1f-a03229bf2768" providerId="ADAL" clId="{09BDFF48-8C87-4FDB-9C34-5AD8A78DA551}" dt="2026-01-12T23:36:50.158" v="8679" actId="47"/>
        <pc:sldMkLst>
          <pc:docMk/>
          <pc:sldMk cId="1027829944" sldId="926"/>
        </pc:sldMkLst>
      </pc:sldChg>
      <pc:sldChg chg="del">
        <pc:chgData name="최문영" userId="c9c2ca5b-20f2-48c9-9e1f-a03229bf2768" providerId="ADAL" clId="{09BDFF48-8C87-4FDB-9C34-5AD8A78DA551}" dt="2026-01-12T23:36:50.521" v="8680" actId="47"/>
        <pc:sldMkLst>
          <pc:docMk/>
          <pc:sldMk cId="769745643" sldId="927"/>
        </pc:sldMkLst>
      </pc:sldChg>
      <pc:sldChg chg="del">
        <pc:chgData name="최문영" userId="c9c2ca5b-20f2-48c9-9e1f-a03229bf2768" providerId="ADAL" clId="{09BDFF48-8C87-4FDB-9C34-5AD8A78DA551}" dt="2026-01-12T23:36:52.448" v="8683" actId="47"/>
        <pc:sldMkLst>
          <pc:docMk/>
          <pc:sldMk cId="4128221070" sldId="938"/>
        </pc:sldMkLst>
      </pc:sldChg>
      <pc:sldChg chg="del">
        <pc:chgData name="최문영" userId="c9c2ca5b-20f2-48c9-9e1f-a03229bf2768" providerId="ADAL" clId="{09BDFF48-8C87-4FDB-9C34-5AD8A78DA551}" dt="2026-01-12T23:36:53.654" v="8684" actId="47"/>
        <pc:sldMkLst>
          <pc:docMk/>
          <pc:sldMk cId="2163499443" sldId="939"/>
        </pc:sldMkLst>
      </pc:sldChg>
      <pc:sldChg chg="addSp delSp modSp mod addAnim delAnim modAnim modNotesTx">
        <pc:chgData name="최문영" userId="c9c2ca5b-20f2-48c9-9e1f-a03229bf2768" providerId="ADAL" clId="{09BDFF48-8C87-4FDB-9C34-5AD8A78DA551}" dt="2026-01-12T23:36:44.115" v="8676" actId="20577"/>
        <pc:sldMkLst>
          <pc:docMk/>
          <pc:sldMk cId="1047534280" sldId="941"/>
        </pc:sldMkLst>
        <pc:spChg chg="mod">
          <ac:chgData name="최문영" userId="c9c2ca5b-20f2-48c9-9e1f-a03229bf2768" providerId="ADAL" clId="{09BDFF48-8C87-4FDB-9C34-5AD8A78DA551}" dt="2026-01-12T22:10:36.491" v="755" actId="1076"/>
          <ac:spMkLst>
            <pc:docMk/>
            <pc:sldMk cId="1047534280" sldId="941"/>
            <ac:spMk id="4" creationId="{81581AF1-40CE-D20C-9F17-87E0079B5DF0}"/>
          </ac:spMkLst>
        </pc:spChg>
        <pc:spChg chg="del">
          <ac:chgData name="최문영" userId="c9c2ca5b-20f2-48c9-9e1f-a03229bf2768" providerId="ADAL" clId="{09BDFF48-8C87-4FDB-9C34-5AD8A78DA551}" dt="2026-01-12T22:10:29.656" v="752" actId="478"/>
          <ac:spMkLst>
            <pc:docMk/>
            <pc:sldMk cId="1047534280" sldId="941"/>
            <ac:spMk id="6" creationId="{053BEAFD-4DD4-F022-2969-D987CBECDCFB}"/>
          </ac:spMkLst>
        </pc:spChg>
        <pc:spChg chg="del">
          <ac:chgData name="최문영" userId="c9c2ca5b-20f2-48c9-9e1f-a03229bf2768" providerId="ADAL" clId="{09BDFF48-8C87-4FDB-9C34-5AD8A78DA551}" dt="2026-01-12T22:10:29.656" v="752" actId="478"/>
          <ac:spMkLst>
            <pc:docMk/>
            <pc:sldMk cId="1047534280" sldId="941"/>
            <ac:spMk id="8" creationId="{0C829D3B-1A7B-AA20-AB40-785A0B911C47}"/>
          </ac:spMkLst>
        </pc:spChg>
        <pc:spChg chg="del">
          <ac:chgData name="최문영" userId="c9c2ca5b-20f2-48c9-9e1f-a03229bf2768" providerId="ADAL" clId="{09BDFF48-8C87-4FDB-9C34-5AD8A78DA551}" dt="2026-01-12T22:10:29.656" v="752" actId="478"/>
          <ac:spMkLst>
            <pc:docMk/>
            <pc:sldMk cId="1047534280" sldId="941"/>
            <ac:spMk id="17" creationId="{AEC655B9-DF28-23C9-00D3-287CF8C808A7}"/>
          </ac:spMkLst>
        </pc:spChg>
        <pc:spChg chg="del">
          <ac:chgData name="최문영" userId="c9c2ca5b-20f2-48c9-9e1f-a03229bf2768" providerId="ADAL" clId="{09BDFF48-8C87-4FDB-9C34-5AD8A78DA551}" dt="2026-01-12T22:10:29.656" v="752" actId="478"/>
          <ac:spMkLst>
            <pc:docMk/>
            <pc:sldMk cId="1047534280" sldId="941"/>
            <ac:spMk id="18" creationId="{D9F70A8B-465D-FE6A-5375-0C9A45855447}"/>
          </ac:spMkLst>
        </pc:spChg>
        <pc:spChg chg="del">
          <ac:chgData name="최문영" userId="c9c2ca5b-20f2-48c9-9e1f-a03229bf2768" providerId="ADAL" clId="{09BDFF48-8C87-4FDB-9C34-5AD8A78DA551}" dt="2026-01-12T22:10:29.656" v="752" actId="478"/>
          <ac:spMkLst>
            <pc:docMk/>
            <pc:sldMk cId="1047534280" sldId="941"/>
            <ac:spMk id="20" creationId="{231802FF-9AAF-69B7-C6F9-2CA21AB3E8E5}"/>
          </ac:spMkLst>
        </pc:spChg>
        <pc:spChg chg="del">
          <ac:chgData name="최문영" userId="c9c2ca5b-20f2-48c9-9e1f-a03229bf2768" providerId="ADAL" clId="{09BDFF48-8C87-4FDB-9C34-5AD8A78DA551}" dt="2026-01-12T22:10:29.656" v="752" actId="478"/>
          <ac:spMkLst>
            <pc:docMk/>
            <pc:sldMk cId="1047534280" sldId="941"/>
            <ac:spMk id="21" creationId="{6D1CD41D-C7D1-3BB4-E439-F9998A51D40B}"/>
          </ac:spMkLst>
        </pc:spChg>
        <pc:spChg chg="mod">
          <ac:chgData name="최문영" userId="c9c2ca5b-20f2-48c9-9e1f-a03229bf2768" providerId="ADAL" clId="{09BDFF48-8C87-4FDB-9C34-5AD8A78DA551}" dt="2026-01-12T22:10:36.491" v="755" actId="1076"/>
          <ac:spMkLst>
            <pc:docMk/>
            <pc:sldMk cId="1047534280" sldId="941"/>
            <ac:spMk id="22" creationId="{4B219EF6-5734-4781-5349-BA62AF1DC191}"/>
          </ac:spMkLst>
        </pc:spChg>
        <pc:spChg chg="del">
          <ac:chgData name="최문영" userId="c9c2ca5b-20f2-48c9-9e1f-a03229bf2768" providerId="ADAL" clId="{09BDFF48-8C87-4FDB-9C34-5AD8A78DA551}" dt="2026-01-12T22:10:29.656" v="752" actId="478"/>
          <ac:spMkLst>
            <pc:docMk/>
            <pc:sldMk cId="1047534280" sldId="941"/>
            <ac:spMk id="25" creationId="{E496D73C-AE01-1211-373A-B7E8D5489F6E}"/>
          </ac:spMkLst>
        </pc:spChg>
        <pc:spChg chg="del">
          <ac:chgData name="최문영" userId="c9c2ca5b-20f2-48c9-9e1f-a03229bf2768" providerId="ADAL" clId="{09BDFF48-8C87-4FDB-9C34-5AD8A78DA551}" dt="2026-01-12T22:10:29.656" v="752" actId="478"/>
          <ac:spMkLst>
            <pc:docMk/>
            <pc:sldMk cId="1047534280" sldId="941"/>
            <ac:spMk id="26" creationId="{4F51DA91-041C-D60F-8E22-ED06D473633A}"/>
          </ac:spMkLst>
        </pc:spChg>
        <pc:spChg chg="mod">
          <ac:chgData name="최문영" userId="c9c2ca5b-20f2-48c9-9e1f-a03229bf2768" providerId="ADAL" clId="{09BDFF48-8C87-4FDB-9C34-5AD8A78DA551}" dt="2026-01-12T22:10:36.491" v="755" actId="1076"/>
          <ac:spMkLst>
            <pc:docMk/>
            <pc:sldMk cId="1047534280" sldId="941"/>
            <ac:spMk id="27" creationId="{ED493C3A-AC2D-8AF8-040E-AF0229FB547A}"/>
          </ac:spMkLst>
        </pc:spChg>
        <pc:spChg chg="mod">
          <ac:chgData name="최문영" userId="c9c2ca5b-20f2-48c9-9e1f-a03229bf2768" providerId="ADAL" clId="{09BDFF48-8C87-4FDB-9C34-5AD8A78DA551}" dt="2026-01-12T22:10:36.491" v="755" actId="1076"/>
          <ac:spMkLst>
            <pc:docMk/>
            <pc:sldMk cId="1047534280" sldId="941"/>
            <ac:spMk id="28" creationId="{CFF826AF-CBA4-381E-BA2C-4E6CFFB06B9B}"/>
          </ac:spMkLst>
        </pc:spChg>
        <pc:spChg chg="mod">
          <ac:chgData name="최문영" userId="c9c2ca5b-20f2-48c9-9e1f-a03229bf2768" providerId="ADAL" clId="{09BDFF48-8C87-4FDB-9C34-5AD8A78DA551}" dt="2026-01-12T22:10:36.491" v="755" actId="1076"/>
          <ac:spMkLst>
            <pc:docMk/>
            <pc:sldMk cId="1047534280" sldId="941"/>
            <ac:spMk id="30" creationId="{8B622374-BD77-8ADD-A148-C8783FB39141}"/>
          </ac:spMkLst>
        </pc:spChg>
        <pc:spChg chg="mod">
          <ac:chgData name="최문영" userId="c9c2ca5b-20f2-48c9-9e1f-a03229bf2768" providerId="ADAL" clId="{09BDFF48-8C87-4FDB-9C34-5AD8A78DA551}" dt="2026-01-12T22:10:36.491" v="755" actId="1076"/>
          <ac:spMkLst>
            <pc:docMk/>
            <pc:sldMk cId="1047534280" sldId="941"/>
            <ac:spMk id="32" creationId="{E57074E6-E7A3-8B47-D38F-CE27611B3838}"/>
          </ac:spMkLst>
        </pc:spChg>
        <pc:spChg chg="add del mod">
          <ac:chgData name="최문영" userId="c9c2ca5b-20f2-48c9-9e1f-a03229bf2768" providerId="ADAL" clId="{09BDFF48-8C87-4FDB-9C34-5AD8A78DA551}" dt="2026-01-12T22:17:11.588" v="1170" actId="478"/>
          <ac:spMkLst>
            <pc:docMk/>
            <pc:sldMk cId="1047534280" sldId="941"/>
            <ac:spMk id="35" creationId="{01747EAA-A8B6-DA7A-F186-5923A8046EED}"/>
          </ac:spMkLst>
        </pc:spChg>
        <pc:spChg chg="add mod">
          <ac:chgData name="최문영" userId="c9c2ca5b-20f2-48c9-9e1f-a03229bf2768" providerId="ADAL" clId="{09BDFF48-8C87-4FDB-9C34-5AD8A78DA551}" dt="2026-01-12T22:10:36.491" v="755" actId="1076"/>
          <ac:spMkLst>
            <pc:docMk/>
            <pc:sldMk cId="1047534280" sldId="941"/>
            <ac:spMk id="37" creationId="{A5F45FE2-6EEB-B672-0036-28C6B60F392B}"/>
          </ac:spMkLst>
        </pc:spChg>
        <pc:spChg chg="add mod">
          <ac:chgData name="최문영" userId="c9c2ca5b-20f2-48c9-9e1f-a03229bf2768" providerId="ADAL" clId="{09BDFF48-8C87-4FDB-9C34-5AD8A78DA551}" dt="2026-01-12T22:13:06.580" v="952" actId="1036"/>
          <ac:spMkLst>
            <pc:docMk/>
            <pc:sldMk cId="1047534280" sldId="941"/>
            <ac:spMk id="38" creationId="{E58E82EF-C14C-70AA-0F18-183DB980A658}"/>
          </ac:spMkLst>
        </pc:spChg>
        <pc:spChg chg="add mod">
          <ac:chgData name="최문영" userId="c9c2ca5b-20f2-48c9-9e1f-a03229bf2768" providerId="ADAL" clId="{09BDFF48-8C87-4FDB-9C34-5AD8A78DA551}" dt="2026-01-12T22:16:35.837" v="1088" actId="208"/>
          <ac:spMkLst>
            <pc:docMk/>
            <pc:sldMk cId="1047534280" sldId="941"/>
            <ac:spMk id="39" creationId="{B1BD1A0C-A14C-AE65-F536-B67B89604D99}"/>
          </ac:spMkLst>
        </pc:spChg>
        <pc:spChg chg="add mod">
          <ac:chgData name="최문영" userId="c9c2ca5b-20f2-48c9-9e1f-a03229bf2768" providerId="ADAL" clId="{09BDFF48-8C87-4FDB-9C34-5AD8A78DA551}" dt="2026-01-12T22:13:53.002" v="963"/>
          <ac:spMkLst>
            <pc:docMk/>
            <pc:sldMk cId="1047534280" sldId="941"/>
            <ac:spMk id="40" creationId="{2DA0A273-FF7D-4170-BF68-5D43A9B6B0E3}"/>
          </ac:spMkLst>
        </pc:spChg>
        <pc:spChg chg="add mod">
          <ac:chgData name="최문영" userId="c9c2ca5b-20f2-48c9-9e1f-a03229bf2768" providerId="ADAL" clId="{09BDFF48-8C87-4FDB-9C34-5AD8A78DA551}" dt="2026-01-12T22:13:53.002" v="963"/>
          <ac:spMkLst>
            <pc:docMk/>
            <pc:sldMk cId="1047534280" sldId="941"/>
            <ac:spMk id="41" creationId="{01991523-36C7-981E-236E-5C4D71D8867B}"/>
          </ac:spMkLst>
        </pc:spChg>
        <pc:spChg chg="add mod">
          <ac:chgData name="최문영" userId="c9c2ca5b-20f2-48c9-9e1f-a03229bf2768" providerId="ADAL" clId="{09BDFF48-8C87-4FDB-9C34-5AD8A78DA551}" dt="2026-01-12T22:13:53.002" v="963"/>
          <ac:spMkLst>
            <pc:docMk/>
            <pc:sldMk cId="1047534280" sldId="941"/>
            <ac:spMk id="43" creationId="{5A3764FA-8260-7DDE-065D-40B7ACFA1A79}"/>
          </ac:spMkLst>
        </pc:spChg>
        <pc:spChg chg="del">
          <ac:chgData name="최문영" userId="c9c2ca5b-20f2-48c9-9e1f-a03229bf2768" providerId="ADAL" clId="{09BDFF48-8C87-4FDB-9C34-5AD8A78DA551}" dt="2026-01-12T22:10:29.656" v="752" actId="478"/>
          <ac:spMkLst>
            <pc:docMk/>
            <pc:sldMk cId="1047534280" sldId="941"/>
            <ac:spMk id="44" creationId="{2C4FC525-C95A-598F-D89F-F6601D86BB56}"/>
          </ac:spMkLst>
        </pc:spChg>
        <pc:spChg chg="del">
          <ac:chgData name="최문영" userId="c9c2ca5b-20f2-48c9-9e1f-a03229bf2768" providerId="ADAL" clId="{09BDFF48-8C87-4FDB-9C34-5AD8A78DA551}" dt="2026-01-12T22:10:29.656" v="752" actId="478"/>
          <ac:spMkLst>
            <pc:docMk/>
            <pc:sldMk cId="1047534280" sldId="941"/>
            <ac:spMk id="45" creationId="{E89C4253-EB92-A081-1996-CA5A826D20FF}"/>
          </ac:spMkLst>
        </pc:spChg>
        <pc:spChg chg="del">
          <ac:chgData name="최문영" userId="c9c2ca5b-20f2-48c9-9e1f-a03229bf2768" providerId="ADAL" clId="{09BDFF48-8C87-4FDB-9C34-5AD8A78DA551}" dt="2026-01-12T22:10:31.675" v="753" actId="478"/>
          <ac:spMkLst>
            <pc:docMk/>
            <pc:sldMk cId="1047534280" sldId="941"/>
            <ac:spMk id="47" creationId="{1ACF83DF-9B54-C353-5FD9-B9E7AB308BDE}"/>
          </ac:spMkLst>
        </pc:spChg>
        <pc:spChg chg="add mod">
          <ac:chgData name="최문영" userId="c9c2ca5b-20f2-48c9-9e1f-a03229bf2768" providerId="ADAL" clId="{09BDFF48-8C87-4FDB-9C34-5AD8A78DA551}" dt="2026-01-12T22:13:53.002" v="963"/>
          <ac:spMkLst>
            <pc:docMk/>
            <pc:sldMk cId="1047534280" sldId="941"/>
            <ac:spMk id="50" creationId="{E193D1FD-70E0-5E87-3484-987F0DCE36BD}"/>
          </ac:spMkLst>
        </pc:spChg>
        <pc:spChg chg="add mod">
          <ac:chgData name="최문영" userId="c9c2ca5b-20f2-48c9-9e1f-a03229bf2768" providerId="ADAL" clId="{09BDFF48-8C87-4FDB-9C34-5AD8A78DA551}" dt="2026-01-12T22:13:53.002" v="963"/>
          <ac:spMkLst>
            <pc:docMk/>
            <pc:sldMk cId="1047534280" sldId="941"/>
            <ac:spMk id="53" creationId="{5AD736A7-D20C-FE32-9BC9-327CD7A46B70}"/>
          </ac:spMkLst>
        </pc:spChg>
        <pc:spChg chg="add mod">
          <ac:chgData name="최문영" userId="c9c2ca5b-20f2-48c9-9e1f-a03229bf2768" providerId="ADAL" clId="{09BDFF48-8C87-4FDB-9C34-5AD8A78DA551}" dt="2026-01-12T22:13:53.002" v="963"/>
          <ac:spMkLst>
            <pc:docMk/>
            <pc:sldMk cId="1047534280" sldId="941"/>
            <ac:spMk id="54" creationId="{D70D33B0-E8C9-41DE-DA4C-25D9A3231698}"/>
          </ac:spMkLst>
        </pc:spChg>
        <pc:spChg chg="add mod">
          <ac:chgData name="최문영" userId="c9c2ca5b-20f2-48c9-9e1f-a03229bf2768" providerId="ADAL" clId="{09BDFF48-8C87-4FDB-9C34-5AD8A78DA551}" dt="2026-01-12T22:13:53.002" v="963"/>
          <ac:spMkLst>
            <pc:docMk/>
            <pc:sldMk cId="1047534280" sldId="941"/>
            <ac:spMk id="55" creationId="{A5B6B883-49C4-1A45-058F-60A662D6B907}"/>
          </ac:spMkLst>
        </pc:spChg>
        <pc:spChg chg="add mod">
          <ac:chgData name="최문영" userId="c9c2ca5b-20f2-48c9-9e1f-a03229bf2768" providerId="ADAL" clId="{09BDFF48-8C87-4FDB-9C34-5AD8A78DA551}" dt="2026-01-12T22:13:53.002" v="963"/>
          <ac:spMkLst>
            <pc:docMk/>
            <pc:sldMk cId="1047534280" sldId="941"/>
            <ac:spMk id="56" creationId="{D69A1FE3-A92A-DD50-1023-3996839515BB}"/>
          </ac:spMkLst>
        </pc:spChg>
        <pc:spChg chg="add mod">
          <ac:chgData name="최문영" userId="c9c2ca5b-20f2-48c9-9e1f-a03229bf2768" providerId="ADAL" clId="{09BDFF48-8C87-4FDB-9C34-5AD8A78DA551}" dt="2026-01-12T22:13:53.002" v="963"/>
          <ac:spMkLst>
            <pc:docMk/>
            <pc:sldMk cId="1047534280" sldId="941"/>
            <ac:spMk id="57" creationId="{01E1D8FE-1B67-AA77-47D0-63DDAEE8D4C8}"/>
          </ac:spMkLst>
        </pc:spChg>
        <pc:spChg chg="add mod">
          <ac:chgData name="최문영" userId="c9c2ca5b-20f2-48c9-9e1f-a03229bf2768" providerId="ADAL" clId="{09BDFF48-8C87-4FDB-9C34-5AD8A78DA551}" dt="2026-01-12T22:16:02.308" v="1084" actId="1037"/>
          <ac:spMkLst>
            <pc:docMk/>
            <pc:sldMk cId="1047534280" sldId="941"/>
            <ac:spMk id="60" creationId="{1ABEFA1E-F21D-7456-1B8E-F6309A9FFFAE}"/>
          </ac:spMkLst>
        </pc:spChg>
        <pc:spChg chg="add mod">
          <ac:chgData name="최문영" userId="c9c2ca5b-20f2-48c9-9e1f-a03229bf2768" providerId="ADAL" clId="{09BDFF48-8C87-4FDB-9C34-5AD8A78DA551}" dt="2026-01-12T22:16:54.378" v="1093" actId="14100"/>
          <ac:spMkLst>
            <pc:docMk/>
            <pc:sldMk cId="1047534280" sldId="941"/>
            <ac:spMk id="64" creationId="{F7EDCE59-4BB4-0874-0CFF-89557E30FFF6}"/>
          </ac:spMkLst>
        </pc:spChg>
        <pc:spChg chg="add mod">
          <ac:chgData name="최문영" userId="c9c2ca5b-20f2-48c9-9e1f-a03229bf2768" providerId="ADAL" clId="{09BDFF48-8C87-4FDB-9C34-5AD8A78DA551}" dt="2026-01-12T22:19:58.536" v="1345" actId="207"/>
          <ac:spMkLst>
            <pc:docMk/>
            <pc:sldMk cId="1047534280" sldId="941"/>
            <ac:spMk id="65" creationId="{0285C392-5E22-305E-5AB6-CBEAFBC0697C}"/>
          </ac:spMkLst>
        </pc:spChg>
        <pc:spChg chg="add mod">
          <ac:chgData name="최문영" userId="c9c2ca5b-20f2-48c9-9e1f-a03229bf2768" providerId="ADAL" clId="{09BDFF48-8C87-4FDB-9C34-5AD8A78DA551}" dt="2026-01-12T22:20:05.666" v="1348" actId="207"/>
          <ac:spMkLst>
            <pc:docMk/>
            <pc:sldMk cId="1047534280" sldId="941"/>
            <ac:spMk id="66" creationId="{29DA393A-DF42-CAF9-096D-11ADADD452F6}"/>
          </ac:spMkLst>
        </pc:spChg>
        <pc:spChg chg="add mod">
          <ac:chgData name="최문영" userId="c9c2ca5b-20f2-48c9-9e1f-a03229bf2768" providerId="ADAL" clId="{09BDFF48-8C87-4FDB-9C34-5AD8A78DA551}" dt="2026-01-12T22:20:20.064" v="1360" actId="207"/>
          <ac:spMkLst>
            <pc:docMk/>
            <pc:sldMk cId="1047534280" sldId="941"/>
            <ac:spMk id="67" creationId="{0547E941-DFD6-7A55-28A1-7DFB2593B749}"/>
          </ac:spMkLst>
        </pc:spChg>
        <pc:spChg chg="add mod">
          <ac:chgData name="최문영" userId="c9c2ca5b-20f2-48c9-9e1f-a03229bf2768" providerId="ADAL" clId="{09BDFF48-8C87-4FDB-9C34-5AD8A78DA551}" dt="2026-01-12T22:20:45.417" v="1376" actId="1076"/>
          <ac:spMkLst>
            <pc:docMk/>
            <pc:sldMk cId="1047534280" sldId="941"/>
            <ac:spMk id="68" creationId="{E27FD10E-9DB7-05FD-81A3-35226D036049}"/>
          </ac:spMkLst>
        </pc:spChg>
        <pc:spChg chg="mod">
          <ac:chgData name="최문영" userId="c9c2ca5b-20f2-48c9-9e1f-a03229bf2768" providerId="ADAL" clId="{09BDFF48-8C87-4FDB-9C34-5AD8A78DA551}" dt="2026-01-12T22:10:56.818" v="815" actId="20577"/>
          <ac:spMkLst>
            <pc:docMk/>
            <pc:sldMk cId="1047534280" sldId="941"/>
            <ac:spMk id="97" creationId="{674BABB2-E66A-20DC-B119-0715A05B4761}"/>
          </ac:spMkLst>
        </pc:spChg>
        <pc:spChg chg="mod">
          <ac:chgData name="최문영" userId="c9c2ca5b-20f2-48c9-9e1f-a03229bf2768" providerId="ADAL" clId="{09BDFF48-8C87-4FDB-9C34-5AD8A78DA551}" dt="2026-01-12T21:06:58.725" v="690" actId="20577"/>
          <ac:spMkLst>
            <pc:docMk/>
            <pc:sldMk cId="1047534280" sldId="941"/>
            <ac:spMk id="100" creationId="{1AF787A6-69CC-851E-19A1-A7C92DEB6723}"/>
          </ac:spMkLst>
        </pc:spChg>
        <pc:graphicFrameChg chg="add mod modGraphic">
          <ac:chgData name="최문영" userId="c9c2ca5b-20f2-48c9-9e1f-a03229bf2768" providerId="ADAL" clId="{09BDFF48-8C87-4FDB-9C34-5AD8A78DA551}" dt="2026-01-12T22:20:25.414" v="1369" actId="1035"/>
          <ac:graphicFrameMkLst>
            <pc:docMk/>
            <pc:sldMk cId="1047534280" sldId="941"/>
            <ac:graphicFrameMk id="59" creationId="{181A9EB5-7587-AEB0-AA29-C9ABE7E978B9}"/>
          </ac:graphicFrameMkLst>
        </pc:graphicFrameChg>
        <pc:picChg chg="mod">
          <ac:chgData name="최문영" userId="c9c2ca5b-20f2-48c9-9e1f-a03229bf2768" providerId="ADAL" clId="{09BDFF48-8C87-4FDB-9C34-5AD8A78DA551}" dt="2026-01-12T22:10:36.491" v="755" actId="1076"/>
          <ac:picMkLst>
            <pc:docMk/>
            <pc:sldMk cId="1047534280" sldId="941"/>
            <ac:picMk id="3" creationId="{6F9B51AC-8269-BFA2-9595-418E60251852}"/>
          </ac:picMkLst>
        </pc:picChg>
        <pc:picChg chg="mod">
          <ac:chgData name="최문영" userId="c9c2ca5b-20f2-48c9-9e1f-a03229bf2768" providerId="ADAL" clId="{09BDFF48-8C87-4FDB-9C34-5AD8A78DA551}" dt="2026-01-12T22:10:36.491" v="755" actId="1076"/>
          <ac:picMkLst>
            <pc:docMk/>
            <pc:sldMk cId="1047534280" sldId="941"/>
            <ac:picMk id="24" creationId="{7284E16F-13E6-E175-BCA8-C64D80636194}"/>
          </ac:picMkLst>
        </pc:picChg>
        <pc:picChg chg="add mod">
          <ac:chgData name="최문영" userId="c9c2ca5b-20f2-48c9-9e1f-a03229bf2768" providerId="ADAL" clId="{09BDFF48-8C87-4FDB-9C34-5AD8A78DA551}" dt="2026-01-12T22:14:08.360" v="969" actId="1076"/>
          <ac:picMkLst>
            <pc:docMk/>
            <pc:sldMk cId="1047534280" sldId="941"/>
            <ac:picMk id="58" creationId="{F581835D-0BEB-29BE-93A1-8E58ACD7CC1B}"/>
          </ac:picMkLst>
        </pc:picChg>
        <pc:picChg chg="add del">
          <ac:chgData name="최문영" userId="c9c2ca5b-20f2-48c9-9e1f-a03229bf2768" providerId="ADAL" clId="{09BDFF48-8C87-4FDB-9C34-5AD8A78DA551}" dt="2026-01-12T22:09:37.265" v="703" actId="478"/>
          <ac:picMkLst>
            <pc:docMk/>
            <pc:sldMk cId="1047534280" sldId="941"/>
            <ac:picMk id="1026" creationId="{57ECDC84-882E-40EE-7A86-F0A7C7F20D1D}"/>
          </ac:picMkLst>
        </pc:picChg>
        <pc:cxnChg chg="add mod">
          <ac:chgData name="최문영" userId="c9c2ca5b-20f2-48c9-9e1f-a03229bf2768" providerId="ADAL" clId="{09BDFF48-8C87-4FDB-9C34-5AD8A78DA551}" dt="2026-01-12T22:13:53.002" v="963"/>
          <ac:cxnSpMkLst>
            <pc:docMk/>
            <pc:sldMk cId="1047534280" sldId="941"/>
            <ac:cxnSpMk id="51" creationId="{65B72391-35AA-5EBE-C5A5-EE1F67C2799B}"/>
          </ac:cxnSpMkLst>
        </pc:cxnChg>
        <pc:cxnChg chg="add mod">
          <ac:chgData name="최문영" userId="c9c2ca5b-20f2-48c9-9e1f-a03229bf2768" providerId="ADAL" clId="{09BDFF48-8C87-4FDB-9C34-5AD8A78DA551}" dt="2026-01-12T22:20:27.935" v="1370" actId="14100"/>
          <ac:cxnSpMkLst>
            <pc:docMk/>
            <pc:sldMk cId="1047534280" sldId="941"/>
            <ac:cxnSpMk id="61" creationId="{11D5E682-AE86-3A0B-DC16-6DBD62A75E55}"/>
          </ac:cxnSpMkLst>
        </pc:cxnChg>
      </pc:sldChg>
      <pc:sldChg chg="del">
        <pc:chgData name="최문영" userId="c9c2ca5b-20f2-48c9-9e1f-a03229bf2768" providerId="ADAL" clId="{09BDFF48-8C87-4FDB-9C34-5AD8A78DA551}" dt="2026-01-12T23:36:49.168" v="8678" actId="47"/>
        <pc:sldMkLst>
          <pc:docMk/>
          <pc:sldMk cId="961688650" sldId="942"/>
        </pc:sldMkLst>
      </pc:sldChg>
      <pc:sldChg chg="del">
        <pc:chgData name="최문영" userId="c9c2ca5b-20f2-48c9-9e1f-a03229bf2768" providerId="ADAL" clId="{09BDFF48-8C87-4FDB-9C34-5AD8A78DA551}" dt="2026-01-12T23:36:51.348" v="8681" actId="47"/>
        <pc:sldMkLst>
          <pc:docMk/>
          <pc:sldMk cId="2499976162" sldId="943"/>
        </pc:sldMkLst>
      </pc:sldChg>
      <pc:sldChg chg="del">
        <pc:chgData name="최문영" userId="c9c2ca5b-20f2-48c9-9e1f-a03229bf2768" providerId="ADAL" clId="{09BDFF48-8C87-4FDB-9C34-5AD8A78DA551}" dt="2026-01-12T23:36:51.720" v="8682" actId="47"/>
        <pc:sldMkLst>
          <pc:docMk/>
          <pc:sldMk cId="4010108" sldId="944"/>
        </pc:sldMkLst>
      </pc:sldChg>
      <pc:sldChg chg="del">
        <pc:chgData name="최문영" userId="c9c2ca5b-20f2-48c9-9e1f-a03229bf2768" providerId="ADAL" clId="{09BDFF48-8C87-4FDB-9C34-5AD8A78DA551}" dt="2026-01-12T23:36:54.575" v="8685" actId="47"/>
        <pc:sldMkLst>
          <pc:docMk/>
          <pc:sldMk cId="529060694" sldId="946"/>
        </pc:sldMkLst>
      </pc:sldChg>
      <pc:sldChg chg="del">
        <pc:chgData name="최문영" userId="c9c2ca5b-20f2-48c9-9e1f-a03229bf2768" providerId="ADAL" clId="{09BDFF48-8C87-4FDB-9C34-5AD8A78DA551}" dt="2026-01-12T23:36:54.793" v="8686" actId="47"/>
        <pc:sldMkLst>
          <pc:docMk/>
          <pc:sldMk cId="3602872076" sldId="947"/>
        </pc:sldMkLst>
      </pc:sldChg>
      <pc:sldChg chg="del">
        <pc:chgData name="최문영" userId="c9c2ca5b-20f2-48c9-9e1f-a03229bf2768" providerId="ADAL" clId="{09BDFF48-8C87-4FDB-9C34-5AD8A78DA551}" dt="2026-01-12T23:36:55.893" v="8687" actId="47"/>
        <pc:sldMkLst>
          <pc:docMk/>
          <pc:sldMk cId="3203035750" sldId="948"/>
        </pc:sldMkLst>
      </pc:sldChg>
      <pc:sldChg chg="del">
        <pc:chgData name="최문영" userId="c9c2ca5b-20f2-48c9-9e1f-a03229bf2768" providerId="ADAL" clId="{09BDFF48-8C87-4FDB-9C34-5AD8A78DA551}" dt="2026-01-12T23:36:56.731" v="8688" actId="47"/>
        <pc:sldMkLst>
          <pc:docMk/>
          <pc:sldMk cId="2630591772" sldId="949"/>
        </pc:sldMkLst>
      </pc:sldChg>
      <pc:sldChg chg="del">
        <pc:chgData name="최문영" userId="c9c2ca5b-20f2-48c9-9e1f-a03229bf2768" providerId="ADAL" clId="{09BDFF48-8C87-4FDB-9C34-5AD8A78DA551}" dt="2026-01-12T23:36:56.912" v="8689" actId="47"/>
        <pc:sldMkLst>
          <pc:docMk/>
          <pc:sldMk cId="3361370696" sldId="950"/>
        </pc:sldMkLst>
      </pc:sldChg>
      <pc:sldChg chg="addSp delSp modSp add mod delAnim modAnim modNotesTx">
        <pc:chgData name="최문영" userId="c9c2ca5b-20f2-48c9-9e1f-a03229bf2768" providerId="ADAL" clId="{09BDFF48-8C87-4FDB-9C34-5AD8A78DA551}" dt="2026-01-12T23:50:13.775" v="12056" actId="207"/>
        <pc:sldMkLst>
          <pc:docMk/>
          <pc:sldMk cId="978233220" sldId="951"/>
        </pc:sldMkLst>
        <pc:spChg chg="add mod">
          <ac:chgData name="최문영" userId="c9c2ca5b-20f2-48c9-9e1f-a03229bf2768" providerId="ADAL" clId="{09BDFF48-8C87-4FDB-9C34-5AD8A78DA551}" dt="2026-01-12T20:58:16.654" v="342" actId="11529"/>
          <ac:spMkLst>
            <pc:docMk/>
            <pc:sldMk cId="978233220" sldId="951"/>
            <ac:spMk id="3" creationId="{2C0B6D0A-3DD6-1311-2C1F-6BC87C7CCDE1}"/>
          </ac:spMkLst>
        </pc:spChg>
        <pc:spChg chg="del">
          <ac:chgData name="최문영" userId="c9c2ca5b-20f2-48c9-9e1f-a03229bf2768" providerId="ADAL" clId="{09BDFF48-8C87-4FDB-9C34-5AD8A78DA551}" dt="2026-01-12T20:57:21.402" v="328" actId="478"/>
          <ac:spMkLst>
            <pc:docMk/>
            <pc:sldMk cId="978233220" sldId="951"/>
            <ac:spMk id="5" creationId="{18CF2F8F-FE97-673E-C09D-90E8E0709AEC}"/>
          </ac:spMkLst>
        </pc:spChg>
        <pc:spChg chg="del">
          <ac:chgData name="최문영" userId="c9c2ca5b-20f2-48c9-9e1f-a03229bf2768" providerId="ADAL" clId="{09BDFF48-8C87-4FDB-9C34-5AD8A78DA551}" dt="2026-01-12T20:57:21.402" v="328" actId="478"/>
          <ac:spMkLst>
            <pc:docMk/>
            <pc:sldMk cId="978233220" sldId="951"/>
            <ac:spMk id="6" creationId="{B002FC0F-C0A2-4B62-F724-D34D75F635D6}"/>
          </ac:spMkLst>
        </pc:spChg>
        <pc:spChg chg="del">
          <ac:chgData name="최문영" userId="c9c2ca5b-20f2-48c9-9e1f-a03229bf2768" providerId="ADAL" clId="{09BDFF48-8C87-4FDB-9C34-5AD8A78DA551}" dt="2026-01-12T20:57:21.402" v="328" actId="478"/>
          <ac:spMkLst>
            <pc:docMk/>
            <pc:sldMk cId="978233220" sldId="951"/>
            <ac:spMk id="11" creationId="{13065990-19E7-F9B4-49A0-982AAADFB045}"/>
          </ac:spMkLst>
        </pc:spChg>
        <pc:spChg chg="del">
          <ac:chgData name="최문영" userId="c9c2ca5b-20f2-48c9-9e1f-a03229bf2768" providerId="ADAL" clId="{09BDFF48-8C87-4FDB-9C34-5AD8A78DA551}" dt="2026-01-12T20:57:21.402" v="328" actId="478"/>
          <ac:spMkLst>
            <pc:docMk/>
            <pc:sldMk cId="978233220" sldId="951"/>
            <ac:spMk id="14" creationId="{28D22A12-38A1-B4A3-F087-576C73E34930}"/>
          </ac:spMkLst>
        </pc:spChg>
        <pc:spChg chg="del">
          <ac:chgData name="최문영" userId="c9c2ca5b-20f2-48c9-9e1f-a03229bf2768" providerId="ADAL" clId="{09BDFF48-8C87-4FDB-9C34-5AD8A78DA551}" dt="2026-01-12T20:57:21.402" v="328" actId="478"/>
          <ac:spMkLst>
            <pc:docMk/>
            <pc:sldMk cId="978233220" sldId="951"/>
            <ac:spMk id="15" creationId="{8FDD6BED-F87D-E76C-10E7-E417C6B543B7}"/>
          </ac:spMkLst>
        </pc:spChg>
        <pc:spChg chg="del">
          <ac:chgData name="최문영" userId="c9c2ca5b-20f2-48c9-9e1f-a03229bf2768" providerId="ADAL" clId="{09BDFF48-8C87-4FDB-9C34-5AD8A78DA551}" dt="2026-01-12T20:57:21.402" v="328" actId="478"/>
          <ac:spMkLst>
            <pc:docMk/>
            <pc:sldMk cId="978233220" sldId="951"/>
            <ac:spMk id="17" creationId="{0295EAC5-483C-A74C-1F6B-0B812DE107EA}"/>
          </ac:spMkLst>
        </pc:spChg>
        <pc:spChg chg="del">
          <ac:chgData name="최문영" userId="c9c2ca5b-20f2-48c9-9e1f-a03229bf2768" providerId="ADAL" clId="{09BDFF48-8C87-4FDB-9C34-5AD8A78DA551}" dt="2026-01-12T20:57:21.402" v="328" actId="478"/>
          <ac:spMkLst>
            <pc:docMk/>
            <pc:sldMk cId="978233220" sldId="951"/>
            <ac:spMk id="18" creationId="{AF06B989-FC5A-EC77-35AA-6BEB2597E045}"/>
          </ac:spMkLst>
        </pc:spChg>
        <pc:spChg chg="del">
          <ac:chgData name="최문영" userId="c9c2ca5b-20f2-48c9-9e1f-a03229bf2768" providerId="ADAL" clId="{09BDFF48-8C87-4FDB-9C34-5AD8A78DA551}" dt="2026-01-12T20:57:21.402" v="328" actId="478"/>
          <ac:spMkLst>
            <pc:docMk/>
            <pc:sldMk cId="978233220" sldId="951"/>
            <ac:spMk id="19" creationId="{CA4259F9-73CF-357A-9C57-8E7101A526FC}"/>
          </ac:spMkLst>
        </pc:spChg>
        <pc:spChg chg="del">
          <ac:chgData name="최문영" userId="c9c2ca5b-20f2-48c9-9e1f-a03229bf2768" providerId="ADAL" clId="{09BDFF48-8C87-4FDB-9C34-5AD8A78DA551}" dt="2026-01-12T20:57:21.402" v="328" actId="478"/>
          <ac:spMkLst>
            <pc:docMk/>
            <pc:sldMk cId="978233220" sldId="951"/>
            <ac:spMk id="21" creationId="{AA48169C-3301-1701-9696-AD30186757C1}"/>
          </ac:spMkLst>
        </pc:spChg>
        <pc:spChg chg="add mod">
          <ac:chgData name="최문영" userId="c9c2ca5b-20f2-48c9-9e1f-a03229bf2768" providerId="ADAL" clId="{09BDFF48-8C87-4FDB-9C34-5AD8A78DA551}" dt="2026-01-12T21:01:26.375" v="570" actId="1035"/>
          <ac:spMkLst>
            <pc:docMk/>
            <pc:sldMk cId="978233220" sldId="951"/>
            <ac:spMk id="23" creationId="{7CE29D05-9413-6D64-AE04-4842979BE4B8}"/>
          </ac:spMkLst>
        </pc:spChg>
        <pc:spChg chg="add mod">
          <ac:chgData name="최문영" userId="c9c2ca5b-20f2-48c9-9e1f-a03229bf2768" providerId="ADAL" clId="{09BDFF48-8C87-4FDB-9C34-5AD8A78DA551}" dt="2026-01-12T21:01:26.375" v="570" actId="1035"/>
          <ac:spMkLst>
            <pc:docMk/>
            <pc:sldMk cId="978233220" sldId="951"/>
            <ac:spMk id="24" creationId="{950C9DF8-3BD8-1CF7-959B-DE9151C751B1}"/>
          </ac:spMkLst>
        </pc:spChg>
        <pc:spChg chg="del">
          <ac:chgData name="최문영" userId="c9c2ca5b-20f2-48c9-9e1f-a03229bf2768" providerId="ADAL" clId="{09BDFF48-8C87-4FDB-9C34-5AD8A78DA551}" dt="2026-01-12T20:57:21.402" v="328" actId="478"/>
          <ac:spMkLst>
            <pc:docMk/>
            <pc:sldMk cId="978233220" sldId="951"/>
            <ac:spMk id="25" creationId="{C040321C-0F21-1610-D5F8-62414871B526}"/>
          </ac:spMkLst>
        </pc:spChg>
        <pc:spChg chg="add del mod">
          <ac:chgData name="최문영" userId="c9c2ca5b-20f2-48c9-9e1f-a03229bf2768" providerId="ADAL" clId="{09BDFF48-8C87-4FDB-9C34-5AD8A78DA551}" dt="2026-01-12T21:01:39.642" v="572" actId="478"/>
          <ac:spMkLst>
            <pc:docMk/>
            <pc:sldMk cId="978233220" sldId="951"/>
            <ac:spMk id="27" creationId="{2BB73FDF-156D-670B-FF7B-679C5707E0EB}"/>
          </ac:spMkLst>
        </pc:spChg>
        <pc:spChg chg="add del">
          <ac:chgData name="최문영" userId="c9c2ca5b-20f2-48c9-9e1f-a03229bf2768" providerId="ADAL" clId="{09BDFF48-8C87-4FDB-9C34-5AD8A78DA551}" dt="2026-01-12T21:02:02.088" v="576" actId="11529"/>
          <ac:spMkLst>
            <pc:docMk/>
            <pc:sldMk cId="978233220" sldId="951"/>
            <ac:spMk id="28" creationId="{7746BB85-6FE0-A914-4AE3-CD99C5ADAEEC}"/>
          </ac:spMkLst>
        </pc:spChg>
        <pc:spChg chg="add del">
          <ac:chgData name="최문영" userId="c9c2ca5b-20f2-48c9-9e1f-a03229bf2768" providerId="ADAL" clId="{09BDFF48-8C87-4FDB-9C34-5AD8A78DA551}" dt="2026-01-12T21:02:05.051" v="578" actId="22"/>
          <ac:spMkLst>
            <pc:docMk/>
            <pc:sldMk cId="978233220" sldId="951"/>
            <ac:spMk id="30" creationId="{70AD695B-BD5A-DBF2-AF37-5399CD75AA62}"/>
          </ac:spMkLst>
        </pc:spChg>
        <pc:spChg chg="add mod">
          <ac:chgData name="최문영" userId="c9c2ca5b-20f2-48c9-9e1f-a03229bf2768" providerId="ADAL" clId="{09BDFF48-8C87-4FDB-9C34-5AD8A78DA551}" dt="2026-01-12T21:02:07.814" v="579"/>
          <ac:spMkLst>
            <pc:docMk/>
            <pc:sldMk cId="978233220" sldId="951"/>
            <ac:spMk id="31" creationId="{1908100D-092C-871D-9435-1762C50880D4}"/>
          </ac:spMkLst>
        </pc:spChg>
        <pc:spChg chg="add mod">
          <ac:chgData name="최문영" userId="c9c2ca5b-20f2-48c9-9e1f-a03229bf2768" providerId="ADAL" clId="{09BDFF48-8C87-4FDB-9C34-5AD8A78DA551}" dt="2026-01-12T21:02:46.092" v="595" actId="1076"/>
          <ac:spMkLst>
            <pc:docMk/>
            <pc:sldMk cId="978233220" sldId="951"/>
            <ac:spMk id="32" creationId="{A9C7184A-A4CC-5702-B989-60054DF38516}"/>
          </ac:spMkLst>
        </pc:spChg>
        <pc:spChg chg="add mod">
          <ac:chgData name="최문영" userId="c9c2ca5b-20f2-48c9-9e1f-a03229bf2768" providerId="ADAL" clId="{09BDFF48-8C87-4FDB-9C34-5AD8A78DA551}" dt="2026-01-12T21:06:42.068" v="652" actId="1076"/>
          <ac:spMkLst>
            <pc:docMk/>
            <pc:sldMk cId="978233220" sldId="951"/>
            <ac:spMk id="33" creationId="{83938CD4-074B-1C61-1CFF-F81520E99E3A}"/>
          </ac:spMkLst>
        </pc:spChg>
        <pc:spChg chg="del">
          <ac:chgData name="최문영" userId="c9c2ca5b-20f2-48c9-9e1f-a03229bf2768" providerId="ADAL" clId="{09BDFF48-8C87-4FDB-9C34-5AD8A78DA551}" dt="2026-01-12T20:57:23.145" v="329" actId="478"/>
          <ac:spMkLst>
            <pc:docMk/>
            <pc:sldMk cId="978233220" sldId="951"/>
            <ac:spMk id="47" creationId="{BB3865A8-FEB6-C6F1-65DA-89FF49C6C316}"/>
          </ac:spMkLst>
        </pc:spChg>
        <pc:spChg chg="mod">
          <ac:chgData name="최문영" userId="c9c2ca5b-20f2-48c9-9e1f-a03229bf2768" providerId="ADAL" clId="{09BDFF48-8C87-4FDB-9C34-5AD8A78DA551}" dt="2026-01-12T23:50:13.775" v="12056" actId="207"/>
          <ac:spMkLst>
            <pc:docMk/>
            <pc:sldMk cId="978233220" sldId="951"/>
            <ac:spMk id="97" creationId="{00590BD3-E9CB-0562-3329-499F1F8DE901}"/>
          </ac:spMkLst>
        </pc:spChg>
        <pc:graphicFrameChg chg="add del mod modGraphic">
          <ac:chgData name="최문영" userId="c9c2ca5b-20f2-48c9-9e1f-a03229bf2768" providerId="ADAL" clId="{09BDFF48-8C87-4FDB-9C34-5AD8A78DA551}" dt="2026-01-12T23:47:20.109" v="11660" actId="21"/>
          <ac:graphicFrameMkLst>
            <pc:docMk/>
            <pc:sldMk cId="978233220" sldId="951"/>
            <ac:graphicFrameMk id="2" creationId="{32A7ED32-BF3A-E04B-DF5A-EDF9D8650323}"/>
          </ac:graphicFrameMkLst>
        </pc:graphicFrameChg>
        <pc:picChg chg="add mod">
          <ac:chgData name="최문영" userId="c9c2ca5b-20f2-48c9-9e1f-a03229bf2768" providerId="ADAL" clId="{09BDFF48-8C87-4FDB-9C34-5AD8A78DA551}" dt="2026-01-12T21:01:26.375" v="570" actId="1035"/>
          <ac:picMkLst>
            <pc:docMk/>
            <pc:sldMk cId="978233220" sldId="951"/>
            <ac:picMk id="22" creationId="{98B5A50E-53E8-FE5D-2123-465339C75ED7}"/>
          </ac:picMkLst>
        </pc:picChg>
        <pc:picChg chg="mod">
          <ac:chgData name="최문영" userId="c9c2ca5b-20f2-48c9-9e1f-a03229bf2768" providerId="ADAL" clId="{09BDFF48-8C87-4FDB-9C34-5AD8A78DA551}" dt="2026-01-12T21:01:31.482" v="571" actId="1076"/>
          <ac:picMkLst>
            <pc:docMk/>
            <pc:sldMk cId="978233220" sldId="951"/>
            <ac:picMk id="1026" creationId="{EB830F59-53FB-63FA-0C42-C1B4B0D735BC}"/>
          </ac:picMkLst>
        </pc:picChg>
      </pc:sldChg>
      <pc:sldChg chg="add del">
        <pc:chgData name="최문영" userId="c9c2ca5b-20f2-48c9-9e1f-a03229bf2768" providerId="ADAL" clId="{09BDFF48-8C87-4FDB-9C34-5AD8A78DA551}" dt="2026-01-12T21:03:07.435" v="597"/>
        <pc:sldMkLst>
          <pc:docMk/>
          <pc:sldMk cId="480273566" sldId="952"/>
        </pc:sldMkLst>
      </pc:sldChg>
      <pc:sldChg chg="delSp add del">
        <pc:chgData name="최문영" userId="c9c2ca5b-20f2-48c9-9e1f-a03229bf2768" providerId="ADAL" clId="{09BDFF48-8C87-4FDB-9C34-5AD8A78DA551}" dt="2026-01-12T23:36:48.210" v="8677" actId="47"/>
        <pc:sldMkLst>
          <pc:docMk/>
          <pc:sldMk cId="1739940816" sldId="952"/>
        </pc:sldMkLst>
        <pc:picChg chg="del">
          <ac:chgData name="최문영" userId="c9c2ca5b-20f2-48c9-9e1f-a03229bf2768" providerId="ADAL" clId="{09BDFF48-8C87-4FDB-9C34-5AD8A78DA551}" dt="2026-01-12T22:13:17.910" v="953" actId="478"/>
          <ac:picMkLst>
            <pc:docMk/>
            <pc:sldMk cId="1739940816" sldId="952"/>
            <ac:picMk id="1026" creationId="{CB02A7E2-1E5B-D2B2-6F1F-F0B3F0709982}"/>
          </ac:picMkLst>
        </pc:picChg>
      </pc:sldChg>
      <pc:sldChg chg="addSp delSp modSp add mod ord addAnim delAnim modAnim modNotesTx">
        <pc:chgData name="최문영" userId="c9c2ca5b-20f2-48c9-9e1f-a03229bf2768" providerId="ADAL" clId="{09BDFF48-8C87-4FDB-9C34-5AD8A78DA551}" dt="2026-01-12T23:59:12.126" v="14180" actId="20577"/>
        <pc:sldMkLst>
          <pc:docMk/>
          <pc:sldMk cId="445711750" sldId="953"/>
        </pc:sldMkLst>
        <pc:spChg chg="add mod">
          <ac:chgData name="최문영" userId="c9c2ca5b-20f2-48c9-9e1f-a03229bf2768" providerId="ADAL" clId="{09BDFF48-8C87-4FDB-9C34-5AD8A78DA551}" dt="2026-01-12T22:27:59.463" v="1457"/>
          <ac:spMkLst>
            <pc:docMk/>
            <pc:sldMk cId="445711750" sldId="953"/>
            <ac:spMk id="2" creationId="{D6033153-64BB-6096-6B95-3E05CF796A7E}"/>
          </ac:spMkLst>
        </pc:spChg>
        <pc:spChg chg="add mod">
          <ac:chgData name="최문영" userId="c9c2ca5b-20f2-48c9-9e1f-a03229bf2768" providerId="ADAL" clId="{09BDFF48-8C87-4FDB-9C34-5AD8A78DA551}" dt="2026-01-12T22:27:59.463" v="1457"/>
          <ac:spMkLst>
            <pc:docMk/>
            <pc:sldMk cId="445711750" sldId="953"/>
            <ac:spMk id="4" creationId="{DB038D35-7804-6E43-1912-13284D32B392}"/>
          </ac:spMkLst>
        </pc:spChg>
        <pc:spChg chg="del">
          <ac:chgData name="최문영" userId="c9c2ca5b-20f2-48c9-9e1f-a03229bf2768" providerId="ADAL" clId="{09BDFF48-8C87-4FDB-9C34-5AD8A78DA551}" dt="2026-01-12T22:28:03.080" v="1459" actId="478"/>
          <ac:spMkLst>
            <pc:docMk/>
            <pc:sldMk cId="445711750" sldId="953"/>
            <ac:spMk id="5" creationId="{D023AC1E-AE08-7D92-E8B7-ECAECB53CA0E}"/>
          </ac:spMkLst>
        </pc:spChg>
        <pc:spChg chg="del">
          <ac:chgData name="최문영" userId="c9c2ca5b-20f2-48c9-9e1f-a03229bf2768" providerId="ADAL" clId="{09BDFF48-8C87-4FDB-9C34-5AD8A78DA551}" dt="2026-01-12T22:28:03.080" v="1459" actId="478"/>
          <ac:spMkLst>
            <pc:docMk/>
            <pc:sldMk cId="445711750" sldId="953"/>
            <ac:spMk id="6" creationId="{E35C4995-C2A8-CAC7-E5F5-756A9E4DA68D}"/>
          </ac:spMkLst>
        </pc:spChg>
        <pc:spChg chg="del">
          <ac:chgData name="최문영" userId="c9c2ca5b-20f2-48c9-9e1f-a03229bf2768" providerId="ADAL" clId="{09BDFF48-8C87-4FDB-9C34-5AD8A78DA551}" dt="2026-01-12T22:28:03.080" v="1459" actId="478"/>
          <ac:spMkLst>
            <pc:docMk/>
            <pc:sldMk cId="445711750" sldId="953"/>
            <ac:spMk id="8" creationId="{B271D6BC-E525-8CFB-FC26-E409E2D019C0}"/>
          </ac:spMkLst>
        </pc:spChg>
        <pc:spChg chg="del">
          <ac:chgData name="최문영" userId="c9c2ca5b-20f2-48c9-9e1f-a03229bf2768" providerId="ADAL" clId="{09BDFF48-8C87-4FDB-9C34-5AD8A78DA551}" dt="2026-01-12T22:28:03.080" v="1459" actId="478"/>
          <ac:spMkLst>
            <pc:docMk/>
            <pc:sldMk cId="445711750" sldId="953"/>
            <ac:spMk id="11" creationId="{A313C7BF-7579-55B7-87DE-9C70F0BC762C}"/>
          </ac:spMkLst>
        </pc:spChg>
        <pc:spChg chg="del">
          <ac:chgData name="최문영" userId="c9c2ca5b-20f2-48c9-9e1f-a03229bf2768" providerId="ADAL" clId="{09BDFF48-8C87-4FDB-9C34-5AD8A78DA551}" dt="2026-01-12T22:13:40.710" v="962" actId="478"/>
          <ac:spMkLst>
            <pc:docMk/>
            <pc:sldMk cId="445711750" sldId="953"/>
            <ac:spMk id="14" creationId="{3FDFCAAE-E35D-C355-45A1-AB8F292F6C66}"/>
          </ac:spMkLst>
        </pc:spChg>
        <pc:spChg chg="del">
          <ac:chgData name="최문영" userId="c9c2ca5b-20f2-48c9-9e1f-a03229bf2768" providerId="ADAL" clId="{09BDFF48-8C87-4FDB-9C34-5AD8A78DA551}" dt="2026-01-12T22:28:03.080" v="1459" actId="478"/>
          <ac:spMkLst>
            <pc:docMk/>
            <pc:sldMk cId="445711750" sldId="953"/>
            <ac:spMk id="15" creationId="{08628F36-8437-1EF4-F6D1-5E7BD5A94262}"/>
          </ac:spMkLst>
        </pc:spChg>
        <pc:spChg chg="del">
          <ac:chgData name="최문영" userId="c9c2ca5b-20f2-48c9-9e1f-a03229bf2768" providerId="ADAL" clId="{09BDFF48-8C87-4FDB-9C34-5AD8A78DA551}" dt="2026-01-12T22:28:03.080" v="1459" actId="478"/>
          <ac:spMkLst>
            <pc:docMk/>
            <pc:sldMk cId="445711750" sldId="953"/>
            <ac:spMk id="17" creationId="{9B9AE0F9-602C-0943-D892-DFDC76EBA924}"/>
          </ac:spMkLst>
        </pc:spChg>
        <pc:spChg chg="del">
          <ac:chgData name="최문영" userId="c9c2ca5b-20f2-48c9-9e1f-a03229bf2768" providerId="ADAL" clId="{09BDFF48-8C87-4FDB-9C34-5AD8A78DA551}" dt="2026-01-12T22:28:03.080" v="1459" actId="478"/>
          <ac:spMkLst>
            <pc:docMk/>
            <pc:sldMk cId="445711750" sldId="953"/>
            <ac:spMk id="18" creationId="{7871080E-EAA5-3EE3-833F-D0504178C5C9}"/>
          </ac:spMkLst>
        </pc:spChg>
        <pc:spChg chg="del">
          <ac:chgData name="최문영" userId="c9c2ca5b-20f2-48c9-9e1f-a03229bf2768" providerId="ADAL" clId="{09BDFF48-8C87-4FDB-9C34-5AD8A78DA551}" dt="2026-01-12T22:28:03.080" v="1459" actId="478"/>
          <ac:spMkLst>
            <pc:docMk/>
            <pc:sldMk cId="445711750" sldId="953"/>
            <ac:spMk id="19" creationId="{4D9BDDF4-DA22-0FBC-272D-E765BE094947}"/>
          </ac:spMkLst>
        </pc:spChg>
        <pc:spChg chg="del">
          <ac:chgData name="최문영" userId="c9c2ca5b-20f2-48c9-9e1f-a03229bf2768" providerId="ADAL" clId="{09BDFF48-8C87-4FDB-9C34-5AD8A78DA551}" dt="2026-01-12T22:28:03.080" v="1459" actId="478"/>
          <ac:spMkLst>
            <pc:docMk/>
            <pc:sldMk cId="445711750" sldId="953"/>
            <ac:spMk id="20" creationId="{461F60E1-44E9-B71D-5A9D-F6C0B4BC3339}"/>
          </ac:spMkLst>
        </pc:spChg>
        <pc:spChg chg="del">
          <ac:chgData name="최문영" userId="c9c2ca5b-20f2-48c9-9e1f-a03229bf2768" providerId="ADAL" clId="{09BDFF48-8C87-4FDB-9C34-5AD8A78DA551}" dt="2026-01-12T22:13:40.710" v="962" actId="478"/>
          <ac:spMkLst>
            <pc:docMk/>
            <pc:sldMk cId="445711750" sldId="953"/>
            <ac:spMk id="21" creationId="{AC0E409E-64F7-6DD1-2F4C-06481FBC95EC}"/>
          </ac:spMkLst>
        </pc:spChg>
        <pc:spChg chg="add mod">
          <ac:chgData name="최문영" userId="c9c2ca5b-20f2-48c9-9e1f-a03229bf2768" providerId="ADAL" clId="{09BDFF48-8C87-4FDB-9C34-5AD8A78DA551}" dt="2026-01-12T22:27:59.463" v="1457"/>
          <ac:spMkLst>
            <pc:docMk/>
            <pc:sldMk cId="445711750" sldId="953"/>
            <ac:spMk id="22" creationId="{62C43AE3-D173-68D2-96EE-F9A45091184B}"/>
          </ac:spMkLst>
        </pc:spChg>
        <pc:spChg chg="add mod">
          <ac:chgData name="최문영" userId="c9c2ca5b-20f2-48c9-9e1f-a03229bf2768" providerId="ADAL" clId="{09BDFF48-8C87-4FDB-9C34-5AD8A78DA551}" dt="2026-01-12T22:27:59.463" v="1457"/>
          <ac:spMkLst>
            <pc:docMk/>
            <pc:sldMk cId="445711750" sldId="953"/>
            <ac:spMk id="24" creationId="{41F2C99D-2F71-68B8-690D-43341BC1A84D}"/>
          </ac:spMkLst>
        </pc:spChg>
        <pc:spChg chg="del">
          <ac:chgData name="최문영" userId="c9c2ca5b-20f2-48c9-9e1f-a03229bf2768" providerId="ADAL" clId="{09BDFF48-8C87-4FDB-9C34-5AD8A78DA551}" dt="2026-01-12T22:13:33.612" v="956" actId="478"/>
          <ac:spMkLst>
            <pc:docMk/>
            <pc:sldMk cId="445711750" sldId="953"/>
            <ac:spMk id="25" creationId="{1365F940-B794-1752-D582-BD964874FD0F}"/>
          </ac:spMkLst>
        </pc:spChg>
        <pc:spChg chg="del">
          <ac:chgData name="최문영" userId="c9c2ca5b-20f2-48c9-9e1f-a03229bf2768" providerId="ADAL" clId="{09BDFF48-8C87-4FDB-9C34-5AD8A78DA551}" dt="2026-01-12T22:13:35.183" v="957" actId="478"/>
          <ac:spMkLst>
            <pc:docMk/>
            <pc:sldMk cId="445711750" sldId="953"/>
            <ac:spMk id="26" creationId="{F30E0657-92D0-799C-6731-B3EB648E8D93}"/>
          </ac:spMkLst>
        </pc:spChg>
        <pc:spChg chg="add mod">
          <ac:chgData name="최문영" userId="c9c2ca5b-20f2-48c9-9e1f-a03229bf2768" providerId="ADAL" clId="{09BDFF48-8C87-4FDB-9C34-5AD8A78DA551}" dt="2026-01-12T22:27:59.463" v="1457"/>
          <ac:spMkLst>
            <pc:docMk/>
            <pc:sldMk cId="445711750" sldId="953"/>
            <ac:spMk id="41" creationId="{41B41F62-E2C5-0F96-B9DE-81721B90A1EC}"/>
          </ac:spMkLst>
        </pc:spChg>
        <pc:spChg chg="del">
          <ac:chgData name="최문영" userId="c9c2ca5b-20f2-48c9-9e1f-a03229bf2768" providerId="ADAL" clId="{09BDFF48-8C87-4FDB-9C34-5AD8A78DA551}" dt="2026-01-12T22:13:32.632" v="955" actId="478"/>
          <ac:spMkLst>
            <pc:docMk/>
            <pc:sldMk cId="445711750" sldId="953"/>
            <ac:spMk id="44" creationId="{512A49E4-CA80-130C-F1A1-12809583CF4B}"/>
          </ac:spMkLst>
        </pc:spChg>
        <pc:spChg chg="del">
          <ac:chgData name="최문영" userId="c9c2ca5b-20f2-48c9-9e1f-a03229bf2768" providerId="ADAL" clId="{09BDFF48-8C87-4FDB-9C34-5AD8A78DA551}" dt="2026-01-12T22:13:36.183" v="958" actId="478"/>
          <ac:spMkLst>
            <pc:docMk/>
            <pc:sldMk cId="445711750" sldId="953"/>
            <ac:spMk id="45" creationId="{4F65CAE9-881C-230A-50FD-645BF74C10EC}"/>
          </ac:spMkLst>
        </pc:spChg>
        <pc:spChg chg="del mod">
          <ac:chgData name="최문영" userId="c9c2ca5b-20f2-48c9-9e1f-a03229bf2768" providerId="ADAL" clId="{09BDFF48-8C87-4FDB-9C34-5AD8A78DA551}" dt="2026-01-12T22:13:39.357" v="961" actId="478"/>
          <ac:spMkLst>
            <pc:docMk/>
            <pc:sldMk cId="445711750" sldId="953"/>
            <ac:spMk id="46" creationId="{D551B254-95A5-728B-C2E3-C56FB90D13AC}"/>
          </ac:spMkLst>
        </pc:spChg>
        <pc:spChg chg="del">
          <ac:chgData name="최문영" userId="c9c2ca5b-20f2-48c9-9e1f-a03229bf2768" providerId="ADAL" clId="{09BDFF48-8C87-4FDB-9C34-5AD8A78DA551}" dt="2026-01-12T22:13:40.710" v="962" actId="478"/>
          <ac:spMkLst>
            <pc:docMk/>
            <pc:sldMk cId="445711750" sldId="953"/>
            <ac:spMk id="47" creationId="{1831EF66-1E4D-36AD-2CDC-3A4E5D68BA0E}"/>
          </ac:spMkLst>
        </pc:spChg>
        <pc:spChg chg="add mod">
          <ac:chgData name="최문영" userId="c9c2ca5b-20f2-48c9-9e1f-a03229bf2768" providerId="ADAL" clId="{09BDFF48-8C87-4FDB-9C34-5AD8A78DA551}" dt="2026-01-12T22:27:59.463" v="1457"/>
          <ac:spMkLst>
            <pc:docMk/>
            <pc:sldMk cId="445711750" sldId="953"/>
            <ac:spMk id="48" creationId="{ECD6A00C-F8BC-244C-80A8-9B405BCFF776}"/>
          </ac:spMkLst>
        </pc:spChg>
        <pc:spChg chg="add mod">
          <ac:chgData name="최문영" userId="c9c2ca5b-20f2-48c9-9e1f-a03229bf2768" providerId="ADAL" clId="{09BDFF48-8C87-4FDB-9C34-5AD8A78DA551}" dt="2026-01-12T22:27:59.463" v="1457"/>
          <ac:spMkLst>
            <pc:docMk/>
            <pc:sldMk cId="445711750" sldId="953"/>
            <ac:spMk id="50" creationId="{B3C1E84D-2EDB-B4E0-13B9-2A6DB0FBA6AF}"/>
          </ac:spMkLst>
        </pc:spChg>
        <pc:spChg chg="add mod">
          <ac:chgData name="최문영" userId="c9c2ca5b-20f2-48c9-9e1f-a03229bf2768" providerId="ADAL" clId="{09BDFF48-8C87-4FDB-9C34-5AD8A78DA551}" dt="2026-01-12T22:27:59.463" v="1457"/>
          <ac:spMkLst>
            <pc:docMk/>
            <pc:sldMk cId="445711750" sldId="953"/>
            <ac:spMk id="51" creationId="{E460A8E2-797F-FE66-5640-2C7E22542E34}"/>
          </ac:spMkLst>
        </pc:spChg>
        <pc:spChg chg="add mod">
          <ac:chgData name="최문영" userId="c9c2ca5b-20f2-48c9-9e1f-a03229bf2768" providerId="ADAL" clId="{09BDFF48-8C87-4FDB-9C34-5AD8A78DA551}" dt="2026-01-12T22:27:59.463" v="1457"/>
          <ac:spMkLst>
            <pc:docMk/>
            <pc:sldMk cId="445711750" sldId="953"/>
            <ac:spMk id="52" creationId="{8B040970-AFA0-A9F1-9BE6-2568C31BBA06}"/>
          </ac:spMkLst>
        </pc:spChg>
        <pc:spChg chg="add mod">
          <ac:chgData name="최문영" userId="c9c2ca5b-20f2-48c9-9e1f-a03229bf2768" providerId="ADAL" clId="{09BDFF48-8C87-4FDB-9C34-5AD8A78DA551}" dt="2026-01-12T22:27:59.463" v="1457"/>
          <ac:spMkLst>
            <pc:docMk/>
            <pc:sldMk cId="445711750" sldId="953"/>
            <ac:spMk id="53" creationId="{540EF994-DFA7-8EA1-D5C6-D32FED31C9FA}"/>
          </ac:spMkLst>
        </pc:spChg>
        <pc:spChg chg="add del mod">
          <ac:chgData name="최문영" userId="c9c2ca5b-20f2-48c9-9e1f-a03229bf2768" providerId="ADAL" clId="{09BDFF48-8C87-4FDB-9C34-5AD8A78DA551}" dt="2026-01-12T22:57:31.571" v="2666" actId="478"/>
          <ac:spMkLst>
            <pc:docMk/>
            <pc:sldMk cId="445711750" sldId="953"/>
            <ac:spMk id="55" creationId="{51732E6E-B929-4313-3A28-E689FB8D97AB}"/>
          </ac:spMkLst>
        </pc:spChg>
        <pc:spChg chg="add mod">
          <ac:chgData name="최문영" userId="c9c2ca5b-20f2-48c9-9e1f-a03229bf2768" providerId="ADAL" clId="{09BDFF48-8C87-4FDB-9C34-5AD8A78DA551}" dt="2026-01-12T22:28:16.729" v="1472" actId="20577"/>
          <ac:spMkLst>
            <pc:docMk/>
            <pc:sldMk cId="445711750" sldId="953"/>
            <ac:spMk id="56" creationId="{D365E019-7064-2809-CB2E-82F1F3565DDC}"/>
          </ac:spMkLst>
        </pc:spChg>
        <pc:spChg chg="del">
          <ac:chgData name="최문영" userId="c9c2ca5b-20f2-48c9-9e1f-a03229bf2768" providerId="ADAL" clId="{09BDFF48-8C87-4FDB-9C34-5AD8A78DA551}" dt="2026-01-12T23:17:12.600" v="3398" actId="478"/>
          <ac:spMkLst>
            <pc:docMk/>
            <pc:sldMk cId="445711750" sldId="953"/>
            <ac:spMk id="57" creationId="{DEB83740-AA6F-F001-CDCA-AEB05B9C24C7}"/>
          </ac:spMkLst>
        </pc:spChg>
        <pc:spChg chg="add del mod">
          <ac:chgData name="최문영" userId="c9c2ca5b-20f2-48c9-9e1f-a03229bf2768" providerId="ADAL" clId="{09BDFF48-8C87-4FDB-9C34-5AD8A78DA551}" dt="2026-01-12T22:57:31.571" v="2666" actId="478"/>
          <ac:spMkLst>
            <pc:docMk/>
            <pc:sldMk cId="445711750" sldId="953"/>
            <ac:spMk id="58" creationId="{4AFA7D11-6A24-F4B4-3EB9-D8D898C0870A}"/>
          </ac:spMkLst>
        </pc:spChg>
        <pc:spChg chg="add del mod">
          <ac:chgData name="최문영" userId="c9c2ca5b-20f2-48c9-9e1f-a03229bf2768" providerId="ADAL" clId="{09BDFF48-8C87-4FDB-9C34-5AD8A78DA551}" dt="2026-01-12T22:57:31.571" v="2666" actId="478"/>
          <ac:spMkLst>
            <pc:docMk/>
            <pc:sldMk cId="445711750" sldId="953"/>
            <ac:spMk id="59" creationId="{70BB1041-463D-6325-BB92-17513DEA02AF}"/>
          </ac:spMkLst>
        </pc:spChg>
        <pc:spChg chg="add mod">
          <ac:chgData name="최문영" userId="c9c2ca5b-20f2-48c9-9e1f-a03229bf2768" providerId="ADAL" clId="{09BDFF48-8C87-4FDB-9C34-5AD8A78DA551}" dt="2026-01-12T22:28:20.885" v="1474"/>
          <ac:spMkLst>
            <pc:docMk/>
            <pc:sldMk cId="445711750" sldId="953"/>
            <ac:spMk id="60" creationId="{2CCF8639-4E69-9E5A-45DA-7D3C636627D6}"/>
          </ac:spMkLst>
        </pc:spChg>
        <pc:spChg chg="del mod">
          <ac:chgData name="최문영" userId="c9c2ca5b-20f2-48c9-9e1f-a03229bf2768" providerId="ADAL" clId="{09BDFF48-8C87-4FDB-9C34-5AD8A78DA551}" dt="2026-01-12T22:57:31.571" v="2666" actId="478"/>
          <ac:spMkLst>
            <pc:docMk/>
            <pc:sldMk cId="445711750" sldId="953"/>
            <ac:spMk id="61" creationId="{D28F1BB3-EA08-B6F5-449A-8408140A3674}"/>
          </ac:spMkLst>
        </pc:spChg>
        <pc:spChg chg="mod">
          <ac:chgData name="최문영" userId="c9c2ca5b-20f2-48c9-9e1f-a03229bf2768" providerId="ADAL" clId="{09BDFF48-8C87-4FDB-9C34-5AD8A78DA551}" dt="2026-01-12T22:28:22.607" v="1476"/>
          <ac:spMkLst>
            <pc:docMk/>
            <pc:sldMk cId="445711750" sldId="953"/>
            <ac:spMk id="62" creationId="{FF79200A-8A01-D218-0C1C-0E8D41103D07}"/>
          </ac:spMkLst>
        </pc:spChg>
        <pc:spChg chg="add del mod">
          <ac:chgData name="최문영" userId="c9c2ca5b-20f2-48c9-9e1f-a03229bf2768" providerId="ADAL" clId="{09BDFF48-8C87-4FDB-9C34-5AD8A78DA551}" dt="2026-01-12T22:57:31.571" v="2666" actId="478"/>
          <ac:spMkLst>
            <pc:docMk/>
            <pc:sldMk cId="445711750" sldId="953"/>
            <ac:spMk id="63" creationId="{31772FB5-1778-C5D1-16C4-8EC52AE3B48C}"/>
          </ac:spMkLst>
        </pc:spChg>
        <pc:spChg chg="mod">
          <ac:chgData name="최문영" userId="c9c2ca5b-20f2-48c9-9e1f-a03229bf2768" providerId="ADAL" clId="{09BDFF48-8C87-4FDB-9C34-5AD8A78DA551}" dt="2026-01-12T22:28:23.951" v="1478"/>
          <ac:spMkLst>
            <pc:docMk/>
            <pc:sldMk cId="445711750" sldId="953"/>
            <ac:spMk id="64" creationId="{8F54FAE0-554E-CE0C-6161-72778FB63128}"/>
          </ac:spMkLst>
        </pc:spChg>
        <pc:spChg chg="del mod">
          <ac:chgData name="최문영" userId="c9c2ca5b-20f2-48c9-9e1f-a03229bf2768" providerId="ADAL" clId="{09BDFF48-8C87-4FDB-9C34-5AD8A78DA551}" dt="2026-01-12T22:57:31.571" v="2666" actId="478"/>
          <ac:spMkLst>
            <pc:docMk/>
            <pc:sldMk cId="445711750" sldId="953"/>
            <ac:spMk id="72" creationId="{2B675425-8131-4F42-CBD8-E88E7FA88734}"/>
          </ac:spMkLst>
        </pc:spChg>
        <pc:spChg chg="del mod">
          <ac:chgData name="최문영" userId="c9c2ca5b-20f2-48c9-9e1f-a03229bf2768" providerId="ADAL" clId="{09BDFF48-8C87-4FDB-9C34-5AD8A78DA551}" dt="2026-01-12T22:57:31.571" v="2666" actId="478"/>
          <ac:spMkLst>
            <pc:docMk/>
            <pc:sldMk cId="445711750" sldId="953"/>
            <ac:spMk id="77" creationId="{77202995-AD91-30EA-03AD-ECBD127F6BC0}"/>
          </ac:spMkLst>
        </pc:spChg>
        <pc:spChg chg="del">
          <ac:chgData name="최문영" userId="c9c2ca5b-20f2-48c9-9e1f-a03229bf2768" providerId="ADAL" clId="{09BDFF48-8C87-4FDB-9C34-5AD8A78DA551}" dt="2026-01-12T22:57:31.571" v="2666" actId="478"/>
          <ac:spMkLst>
            <pc:docMk/>
            <pc:sldMk cId="445711750" sldId="953"/>
            <ac:spMk id="79" creationId="{00B4A8BA-4579-5D50-F437-B0A08E73C246}"/>
          </ac:spMkLst>
        </pc:spChg>
        <pc:spChg chg="del">
          <ac:chgData name="최문영" userId="c9c2ca5b-20f2-48c9-9e1f-a03229bf2768" providerId="ADAL" clId="{09BDFF48-8C87-4FDB-9C34-5AD8A78DA551}" dt="2026-01-12T22:28:51.053" v="1493" actId="478"/>
          <ac:spMkLst>
            <pc:docMk/>
            <pc:sldMk cId="445711750" sldId="953"/>
            <ac:spMk id="80" creationId="{EB709D92-90FF-903C-EFB9-63FF98F4A62B}"/>
          </ac:spMkLst>
        </pc:spChg>
        <pc:spChg chg="add del mod">
          <ac:chgData name="최문영" userId="c9c2ca5b-20f2-48c9-9e1f-a03229bf2768" providerId="ADAL" clId="{09BDFF48-8C87-4FDB-9C34-5AD8A78DA551}" dt="2026-01-12T22:29:01.492" v="1495" actId="478"/>
          <ac:spMkLst>
            <pc:docMk/>
            <pc:sldMk cId="445711750" sldId="953"/>
            <ac:spMk id="81" creationId="{F48296A1-5A39-BA7C-4431-529BF469D8EA}"/>
          </ac:spMkLst>
        </pc:spChg>
        <pc:spChg chg="add del mod">
          <ac:chgData name="최문영" userId="c9c2ca5b-20f2-48c9-9e1f-a03229bf2768" providerId="ADAL" clId="{09BDFF48-8C87-4FDB-9C34-5AD8A78DA551}" dt="2026-01-12T22:28:51.947" v="1494" actId="478"/>
          <ac:spMkLst>
            <pc:docMk/>
            <pc:sldMk cId="445711750" sldId="953"/>
            <ac:spMk id="82" creationId="{79D44617-3619-0FA2-E24F-CB21ABDC52A4}"/>
          </ac:spMkLst>
        </pc:spChg>
        <pc:spChg chg="add del mod">
          <ac:chgData name="최문영" userId="c9c2ca5b-20f2-48c9-9e1f-a03229bf2768" providerId="ADAL" clId="{09BDFF48-8C87-4FDB-9C34-5AD8A78DA551}" dt="2026-01-12T22:29:46.434" v="1502" actId="478"/>
          <ac:spMkLst>
            <pc:docMk/>
            <pc:sldMk cId="445711750" sldId="953"/>
            <ac:spMk id="83" creationId="{9D4F3177-FE02-8E58-ECA2-11AAA4320678}"/>
          </ac:spMkLst>
        </pc:spChg>
        <pc:spChg chg="add del mod">
          <ac:chgData name="최문영" userId="c9c2ca5b-20f2-48c9-9e1f-a03229bf2768" providerId="ADAL" clId="{09BDFF48-8C87-4FDB-9C34-5AD8A78DA551}" dt="2026-01-12T22:29:49.246" v="1504" actId="478"/>
          <ac:spMkLst>
            <pc:docMk/>
            <pc:sldMk cId="445711750" sldId="953"/>
            <ac:spMk id="84" creationId="{92EF91EE-C033-BA8B-E371-5C33512EDAD4}"/>
          </ac:spMkLst>
        </pc:spChg>
        <pc:spChg chg="add mod">
          <ac:chgData name="최문영" userId="c9c2ca5b-20f2-48c9-9e1f-a03229bf2768" providerId="ADAL" clId="{09BDFF48-8C87-4FDB-9C34-5AD8A78DA551}" dt="2026-01-12T22:30:56.362" v="1700" actId="1076"/>
          <ac:spMkLst>
            <pc:docMk/>
            <pc:sldMk cId="445711750" sldId="953"/>
            <ac:spMk id="89" creationId="{38589DF0-20AF-867A-E883-F8153CDBC508}"/>
          </ac:spMkLst>
        </pc:spChg>
        <pc:spChg chg="add del mod">
          <ac:chgData name="최문영" userId="c9c2ca5b-20f2-48c9-9e1f-a03229bf2768" providerId="ADAL" clId="{09BDFF48-8C87-4FDB-9C34-5AD8A78DA551}" dt="2026-01-12T22:57:31.571" v="2666" actId="478"/>
          <ac:spMkLst>
            <pc:docMk/>
            <pc:sldMk cId="445711750" sldId="953"/>
            <ac:spMk id="90" creationId="{D831EE4C-5562-AEC1-C5C6-763381066BC0}"/>
          </ac:spMkLst>
        </pc:spChg>
        <pc:spChg chg="add mod">
          <ac:chgData name="최문영" userId="c9c2ca5b-20f2-48c9-9e1f-a03229bf2768" providerId="ADAL" clId="{09BDFF48-8C87-4FDB-9C34-5AD8A78DA551}" dt="2026-01-12T22:30:29.689" v="1601" actId="1038"/>
          <ac:spMkLst>
            <pc:docMk/>
            <pc:sldMk cId="445711750" sldId="953"/>
            <ac:spMk id="91" creationId="{85891FBA-22E4-7749-4693-9706B57618CA}"/>
          </ac:spMkLst>
        </pc:spChg>
        <pc:spChg chg="add del mod">
          <ac:chgData name="최문영" userId="c9c2ca5b-20f2-48c9-9e1f-a03229bf2768" providerId="ADAL" clId="{09BDFF48-8C87-4FDB-9C34-5AD8A78DA551}" dt="2026-01-12T22:29:45.493" v="1501" actId="478"/>
          <ac:spMkLst>
            <pc:docMk/>
            <pc:sldMk cId="445711750" sldId="953"/>
            <ac:spMk id="92" creationId="{A7436CB8-15D1-E596-6B9B-837A536B1AB5}"/>
          </ac:spMkLst>
        </pc:spChg>
        <pc:spChg chg="add mod">
          <ac:chgData name="최문영" userId="c9c2ca5b-20f2-48c9-9e1f-a03229bf2768" providerId="ADAL" clId="{09BDFF48-8C87-4FDB-9C34-5AD8A78DA551}" dt="2026-01-12T22:30:51.506" v="1699" actId="1037"/>
          <ac:spMkLst>
            <pc:docMk/>
            <pc:sldMk cId="445711750" sldId="953"/>
            <ac:spMk id="93" creationId="{877D4DA4-8F96-3559-549C-B460BA90575E}"/>
          </ac:spMkLst>
        </pc:spChg>
        <pc:spChg chg="add del mod">
          <ac:chgData name="최문영" userId="c9c2ca5b-20f2-48c9-9e1f-a03229bf2768" providerId="ADAL" clId="{09BDFF48-8C87-4FDB-9C34-5AD8A78DA551}" dt="2026-01-12T22:57:31.571" v="2666" actId="478"/>
          <ac:spMkLst>
            <pc:docMk/>
            <pc:sldMk cId="445711750" sldId="953"/>
            <ac:spMk id="94" creationId="{D7C14201-4A6F-FD0D-06BA-8884926C6574}"/>
          </ac:spMkLst>
        </pc:spChg>
        <pc:spChg chg="add mod">
          <ac:chgData name="최문영" userId="c9c2ca5b-20f2-48c9-9e1f-a03229bf2768" providerId="ADAL" clId="{09BDFF48-8C87-4FDB-9C34-5AD8A78DA551}" dt="2026-01-12T23:01:03.305" v="2706" actId="1076"/>
          <ac:spMkLst>
            <pc:docMk/>
            <pc:sldMk cId="445711750" sldId="953"/>
            <ac:spMk id="95" creationId="{0D67DD6E-0FCB-DEC5-2C38-A4681C672F4A}"/>
          </ac:spMkLst>
        </pc:spChg>
        <pc:spChg chg="add mod">
          <ac:chgData name="최문영" userId="c9c2ca5b-20f2-48c9-9e1f-a03229bf2768" providerId="ADAL" clId="{09BDFF48-8C87-4FDB-9C34-5AD8A78DA551}" dt="2026-01-12T23:15:05.678" v="3186" actId="20577"/>
          <ac:spMkLst>
            <pc:docMk/>
            <pc:sldMk cId="445711750" sldId="953"/>
            <ac:spMk id="96" creationId="{D73C5E65-32A3-9678-B730-0F666C156CA2}"/>
          </ac:spMkLst>
        </pc:spChg>
        <pc:spChg chg="mod">
          <ac:chgData name="최문영" userId="c9c2ca5b-20f2-48c9-9e1f-a03229bf2768" providerId="ADAL" clId="{09BDFF48-8C87-4FDB-9C34-5AD8A78DA551}" dt="2026-01-12T23:20:42.759" v="3955" actId="20577"/>
          <ac:spMkLst>
            <pc:docMk/>
            <pc:sldMk cId="445711750" sldId="953"/>
            <ac:spMk id="97" creationId="{6CEA6122-10AF-F59A-DDED-AAEF30ECB069}"/>
          </ac:spMkLst>
        </pc:spChg>
        <pc:spChg chg="mod">
          <ac:chgData name="최문영" userId="c9c2ca5b-20f2-48c9-9e1f-a03229bf2768" providerId="ADAL" clId="{09BDFF48-8C87-4FDB-9C34-5AD8A78DA551}" dt="2026-01-12T23:59:12.126" v="14180" actId="20577"/>
          <ac:spMkLst>
            <pc:docMk/>
            <pc:sldMk cId="445711750" sldId="953"/>
            <ac:spMk id="100" creationId="{70BC8B68-33D5-D750-CFDB-81511D551D1F}"/>
          </ac:spMkLst>
        </pc:spChg>
        <pc:spChg chg="add mod">
          <ac:chgData name="최문영" userId="c9c2ca5b-20f2-48c9-9e1f-a03229bf2768" providerId="ADAL" clId="{09BDFF48-8C87-4FDB-9C34-5AD8A78DA551}" dt="2026-01-12T23:14:27.090" v="3076" actId="1076"/>
          <ac:spMkLst>
            <pc:docMk/>
            <pc:sldMk cId="445711750" sldId="953"/>
            <ac:spMk id="102" creationId="{BD19F952-7ED6-A021-8AC2-AADA3B41A27C}"/>
          </ac:spMkLst>
        </pc:spChg>
        <pc:spChg chg="add mod">
          <ac:chgData name="최문영" userId="c9c2ca5b-20f2-48c9-9e1f-a03229bf2768" providerId="ADAL" clId="{09BDFF48-8C87-4FDB-9C34-5AD8A78DA551}" dt="2026-01-12T23:15:05.856" v="3187" actId="1076"/>
          <ac:spMkLst>
            <pc:docMk/>
            <pc:sldMk cId="445711750" sldId="953"/>
            <ac:spMk id="103" creationId="{1C2BE92C-580E-B882-AE84-032DFA9DDB04}"/>
          </ac:spMkLst>
        </pc:spChg>
        <pc:spChg chg="add mod">
          <ac:chgData name="최문영" userId="c9c2ca5b-20f2-48c9-9e1f-a03229bf2768" providerId="ADAL" clId="{09BDFF48-8C87-4FDB-9C34-5AD8A78DA551}" dt="2026-01-12T23:21:36.222" v="4053" actId="1076"/>
          <ac:spMkLst>
            <pc:docMk/>
            <pc:sldMk cId="445711750" sldId="953"/>
            <ac:spMk id="105" creationId="{FC2DC95F-B101-6DCD-93AD-1758C5601C51}"/>
          </ac:spMkLst>
        </pc:spChg>
        <pc:graphicFrameChg chg="add mod modGraphic">
          <ac:chgData name="최문영" userId="c9c2ca5b-20f2-48c9-9e1f-a03229bf2768" providerId="ADAL" clId="{09BDFF48-8C87-4FDB-9C34-5AD8A78DA551}" dt="2026-01-12T23:16:56.906" v="3396" actId="1076"/>
          <ac:graphicFrameMkLst>
            <pc:docMk/>
            <pc:sldMk cId="445711750" sldId="953"/>
            <ac:graphicFrameMk id="104" creationId="{876C2F73-293A-E773-5E53-36121BD088A8}"/>
          </ac:graphicFrameMkLst>
        </pc:graphicFrameChg>
        <pc:cxnChg chg="del mod">
          <ac:chgData name="최문영" userId="c9c2ca5b-20f2-48c9-9e1f-a03229bf2768" providerId="ADAL" clId="{09BDFF48-8C87-4FDB-9C34-5AD8A78DA551}" dt="2026-01-12T22:28:03.080" v="1459" actId="478"/>
          <ac:cxnSpMkLst>
            <pc:docMk/>
            <pc:sldMk cId="445711750" sldId="953"/>
            <ac:cxnSpMk id="13" creationId="{EB8FB594-914E-2A6A-3F12-B0998B0A8D60}"/>
          </ac:cxnSpMkLst>
        </pc:cxnChg>
        <pc:cxnChg chg="del mod">
          <ac:chgData name="최문영" userId="c9c2ca5b-20f2-48c9-9e1f-a03229bf2768" providerId="ADAL" clId="{09BDFF48-8C87-4FDB-9C34-5AD8A78DA551}" dt="2026-01-12T22:13:37.771" v="959" actId="478"/>
          <ac:cxnSpMkLst>
            <pc:docMk/>
            <pc:sldMk cId="445711750" sldId="953"/>
            <ac:cxnSpMk id="16" creationId="{465E6295-335B-01C8-93A0-57EE048E1D26}"/>
          </ac:cxnSpMkLst>
        </pc:cxnChg>
        <pc:cxnChg chg="mod">
          <ac:chgData name="최문영" userId="c9c2ca5b-20f2-48c9-9e1f-a03229bf2768" providerId="ADAL" clId="{09BDFF48-8C87-4FDB-9C34-5AD8A78DA551}" dt="2026-01-12T22:29:13.821" v="1499" actId="14100"/>
          <ac:cxnSpMkLst>
            <pc:docMk/>
            <pc:sldMk cId="445711750" sldId="953"/>
            <ac:cxnSpMk id="67" creationId="{8D50BAC5-F571-C192-B403-83833D68AD09}"/>
          </ac:cxnSpMkLst>
        </pc:cxnChg>
        <pc:cxnChg chg="mod">
          <ac:chgData name="최문영" userId="c9c2ca5b-20f2-48c9-9e1f-a03229bf2768" providerId="ADAL" clId="{09BDFF48-8C87-4FDB-9C34-5AD8A78DA551}" dt="2026-01-12T22:29:10.710" v="1498" actId="14100"/>
          <ac:cxnSpMkLst>
            <pc:docMk/>
            <pc:sldMk cId="445711750" sldId="953"/>
            <ac:cxnSpMk id="68" creationId="{D13068EB-FEEF-83F8-7B2A-D63530DD4BEB}"/>
          </ac:cxnSpMkLst>
        </pc:cxnChg>
        <pc:cxnChg chg="mod">
          <ac:chgData name="최문영" userId="c9c2ca5b-20f2-48c9-9e1f-a03229bf2768" providerId="ADAL" clId="{09BDFF48-8C87-4FDB-9C34-5AD8A78DA551}" dt="2026-01-12T22:29:07.257" v="1497" actId="14100"/>
          <ac:cxnSpMkLst>
            <pc:docMk/>
            <pc:sldMk cId="445711750" sldId="953"/>
            <ac:cxnSpMk id="69" creationId="{5761A2C6-710A-0270-9CD9-9796F2C02338}"/>
          </ac:cxnSpMkLst>
        </pc:cxnChg>
        <pc:cxnChg chg="mod">
          <ac:chgData name="최문영" userId="c9c2ca5b-20f2-48c9-9e1f-a03229bf2768" providerId="ADAL" clId="{09BDFF48-8C87-4FDB-9C34-5AD8A78DA551}" dt="2026-01-12T22:29:04.950" v="1496" actId="14100"/>
          <ac:cxnSpMkLst>
            <pc:docMk/>
            <pc:sldMk cId="445711750" sldId="953"/>
            <ac:cxnSpMk id="74" creationId="{5FE4DCB0-2B53-BFAB-A76A-05B784B3E2DB}"/>
          </ac:cxnSpMkLst>
        </pc:cxnChg>
      </pc:sldChg>
      <pc:sldChg chg="addSp modSp add mod addAnim delAnim modAnim modNotesTx">
        <pc:chgData name="최문영" userId="c9c2ca5b-20f2-48c9-9e1f-a03229bf2768" providerId="ADAL" clId="{09BDFF48-8C87-4FDB-9C34-5AD8A78DA551}" dt="2026-01-12T23:49:54.600" v="12021"/>
        <pc:sldMkLst>
          <pc:docMk/>
          <pc:sldMk cId="1958625582" sldId="954"/>
        </pc:sldMkLst>
        <pc:spChg chg="add mod">
          <ac:chgData name="최문영" userId="c9c2ca5b-20f2-48c9-9e1f-a03229bf2768" providerId="ADAL" clId="{09BDFF48-8C87-4FDB-9C34-5AD8A78DA551}" dt="2026-01-12T23:41:46.588" v="10010" actId="1076"/>
          <ac:spMkLst>
            <pc:docMk/>
            <pc:sldMk cId="1958625582" sldId="954"/>
            <ac:spMk id="2" creationId="{A50EFBF1-640A-7734-96BE-1632E676192D}"/>
          </ac:spMkLst>
        </pc:spChg>
        <pc:spChg chg="mod">
          <ac:chgData name="최문영" userId="c9c2ca5b-20f2-48c9-9e1f-a03229bf2768" providerId="ADAL" clId="{09BDFF48-8C87-4FDB-9C34-5AD8A78DA551}" dt="2026-01-12T23:49:54.600" v="12021"/>
          <ac:spMkLst>
            <pc:docMk/>
            <pc:sldMk cId="1958625582" sldId="954"/>
            <ac:spMk id="72" creationId="{0C9A0F09-933B-772B-E2D2-3711D9EFAF1B}"/>
          </ac:spMkLst>
        </pc:spChg>
      </pc:sldChg>
      <pc:sldChg chg="addSp delSp modSp add mod delAnim modAnim modNotesTx">
        <pc:chgData name="최문영" userId="c9c2ca5b-20f2-48c9-9e1f-a03229bf2768" providerId="ADAL" clId="{09BDFF48-8C87-4FDB-9C34-5AD8A78DA551}" dt="2026-01-12T23:47:08.253" v="11658" actId="20577"/>
        <pc:sldMkLst>
          <pc:docMk/>
          <pc:sldMk cId="2090590566" sldId="955"/>
        </pc:sldMkLst>
        <pc:spChg chg="add mod ord">
          <ac:chgData name="최문영" userId="c9c2ca5b-20f2-48c9-9e1f-a03229bf2768" providerId="ADAL" clId="{09BDFF48-8C87-4FDB-9C34-5AD8A78DA551}" dt="2026-01-12T22:51:34.137" v="2441" actId="1037"/>
          <ac:spMkLst>
            <pc:docMk/>
            <pc:sldMk cId="2090590566" sldId="955"/>
            <ac:spMk id="5" creationId="{37CB9CD8-561A-2BBC-9F51-DC73E19BFFA4}"/>
          </ac:spMkLst>
        </pc:spChg>
        <pc:spChg chg="add mod ord">
          <ac:chgData name="최문영" userId="c9c2ca5b-20f2-48c9-9e1f-a03229bf2768" providerId="ADAL" clId="{09BDFF48-8C87-4FDB-9C34-5AD8A78DA551}" dt="2026-01-12T22:50:59.034" v="2436" actId="1076"/>
          <ac:spMkLst>
            <pc:docMk/>
            <pc:sldMk cId="2090590566" sldId="955"/>
            <ac:spMk id="6" creationId="{CB5BA860-C8EE-CA9B-82D3-5D7589CC0300}"/>
          </ac:spMkLst>
        </pc:spChg>
        <pc:spChg chg="add mod">
          <ac:chgData name="최문영" userId="c9c2ca5b-20f2-48c9-9e1f-a03229bf2768" providerId="ADAL" clId="{09BDFF48-8C87-4FDB-9C34-5AD8A78DA551}" dt="2026-01-12T22:50:12.914" v="2419" actId="14100"/>
          <ac:spMkLst>
            <pc:docMk/>
            <pc:sldMk cId="2090590566" sldId="955"/>
            <ac:spMk id="9" creationId="{5E2A380E-0AB3-DEAD-F047-1FB8E7D4B842}"/>
          </ac:spMkLst>
        </pc:spChg>
        <pc:spChg chg="add mod">
          <ac:chgData name="최문영" userId="c9c2ca5b-20f2-48c9-9e1f-a03229bf2768" providerId="ADAL" clId="{09BDFF48-8C87-4FDB-9C34-5AD8A78DA551}" dt="2026-01-12T22:50:22.525" v="2431" actId="1036"/>
          <ac:spMkLst>
            <pc:docMk/>
            <pc:sldMk cId="2090590566" sldId="955"/>
            <ac:spMk id="10" creationId="{EB50853D-DFE1-C07C-A11F-EBA6BDF5BE4D}"/>
          </ac:spMkLst>
        </pc:spChg>
        <pc:spChg chg="add mod">
          <ac:chgData name="최문영" userId="c9c2ca5b-20f2-48c9-9e1f-a03229bf2768" providerId="ADAL" clId="{09BDFF48-8C87-4FDB-9C34-5AD8A78DA551}" dt="2026-01-12T23:42:10.600" v="10066" actId="20577"/>
          <ac:spMkLst>
            <pc:docMk/>
            <pc:sldMk cId="2090590566" sldId="955"/>
            <ac:spMk id="11" creationId="{9F2F3895-FE2D-B0B6-C536-ED85E2701ADF}"/>
          </ac:spMkLst>
        </pc:spChg>
        <pc:spChg chg="add mod">
          <ac:chgData name="최문영" userId="c9c2ca5b-20f2-48c9-9e1f-a03229bf2768" providerId="ADAL" clId="{09BDFF48-8C87-4FDB-9C34-5AD8A78DA551}" dt="2026-01-12T23:14:31.770" v="3077"/>
          <ac:spMkLst>
            <pc:docMk/>
            <pc:sldMk cId="2090590566" sldId="955"/>
            <ac:spMk id="12" creationId="{3396363C-7830-C196-BC2B-F01EE0B09E76}"/>
          </ac:spMkLst>
        </pc:spChg>
        <pc:spChg chg="del">
          <ac:chgData name="최문영" userId="c9c2ca5b-20f2-48c9-9e1f-a03229bf2768" providerId="ADAL" clId="{09BDFF48-8C87-4FDB-9C34-5AD8A78DA551}" dt="2026-01-12T22:33:01.109" v="1805" actId="478"/>
          <ac:spMkLst>
            <pc:docMk/>
            <pc:sldMk cId="2090590566" sldId="955"/>
            <ac:spMk id="55" creationId="{EB0E2C69-2504-A48C-09B5-2832784DB7EC}"/>
          </ac:spMkLst>
        </pc:spChg>
        <pc:spChg chg="del">
          <ac:chgData name="최문영" userId="c9c2ca5b-20f2-48c9-9e1f-a03229bf2768" providerId="ADAL" clId="{09BDFF48-8C87-4FDB-9C34-5AD8A78DA551}" dt="2026-01-12T22:33:01.109" v="1805" actId="478"/>
          <ac:spMkLst>
            <pc:docMk/>
            <pc:sldMk cId="2090590566" sldId="955"/>
            <ac:spMk id="56" creationId="{C4015BD4-B7B8-0A95-AE47-6BBC58CC1A70}"/>
          </ac:spMkLst>
        </pc:spChg>
        <pc:spChg chg="del">
          <ac:chgData name="최문영" userId="c9c2ca5b-20f2-48c9-9e1f-a03229bf2768" providerId="ADAL" clId="{09BDFF48-8C87-4FDB-9C34-5AD8A78DA551}" dt="2026-01-12T22:32:58.684" v="1804" actId="478"/>
          <ac:spMkLst>
            <pc:docMk/>
            <pc:sldMk cId="2090590566" sldId="955"/>
            <ac:spMk id="57" creationId="{B843B672-5A77-34C6-2C46-7EC3E62795AB}"/>
          </ac:spMkLst>
        </pc:spChg>
        <pc:spChg chg="del">
          <ac:chgData name="최문영" userId="c9c2ca5b-20f2-48c9-9e1f-a03229bf2768" providerId="ADAL" clId="{09BDFF48-8C87-4FDB-9C34-5AD8A78DA551}" dt="2026-01-12T22:33:01.109" v="1805" actId="478"/>
          <ac:spMkLst>
            <pc:docMk/>
            <pc:sldMk cId="2090590566" sldId="955"/>
            <ac:spMk id="58" creationId="{85900A82-46E3-8B62-F317-CF355CD8FEE7}"/>
          </ac:spMkLst>
        </pc:spChg>
        <pc:spChg chg="del">
          <ac:chgData name="최문영" userId="c9c2ca5b-20f2-48c9-9e1f-a03229bf2768" providerId="ADAL" clId="{09BDFF48-8C87-4FDB-9C34-5AD8A78DA551}" dt="2026-01-12T22:33:01.109" v="1805" actId="478"/>
          <ac:spMkLst>
            <pc:docMk/>
            <pc:sldMk cId="2090590566" sldId="955"/>
            <ac:spMk id="59" creationId="{DAF39B2A-07CD-7A20-A705-7A9264EAC1E5}"/>
          </ac:spMkLst>
        </pc:spChg>
        <pc:spChg chg="del">
          <ac:chgData name="최문영" userId="c9c2ca5b-20f2-48c9-9e1f-a03229bf2768" providerId="ADAL" clId="{09BDFF48-8C87-4FDB-9C34-5AD8A78DA551}" dt="2026-01-12T22:33:01.109" v="1805" actId="478"/>
          <ac:spMkLst>
            <pc:docMk/>
            <pc:sldMk cId="2090590566" sldId="955"/>
            <ac:spMk id="75" creationId="{6D945F10-4D03-D2C4-C78C-C5C11A6F4C80}"/>
          </ac:spMkLst>
        </pc:spChg>
        <pc:spChg chg="del">
          <ac:chgData name="최문영" userId="c9c2ca5b-20f2-48c9-9e1f-a03229bf2768" providerId="ADAL" clId="{09BDFF48-8C87-4FDB-9C34-5AD8A78DA551}" dt="2026-01-12T22:33:01.109" v="1805" actId="478"/>
          <ac:spMkLst>
            <pc:docMk/>
            <pc:sldMk cId="2090590566" sldId="955"/>
            <ac:spMk id="77" creationId="{8BD16667-285F-2732-42CD-2A44CE529B7B}"/>
          </ac:spMkLst>
        </pc:spChg>
        <pc:spChg chg="del">
          <ac:chgData name="최문영" userId="c9c2ca5b-20f2-48c9-9e1f-a03229bf2768" providerId="ADAL" clId="{09BDFF48-8C87-4FDB-9C34-5AD8A78DA551}" dt="2026-01-12T22:33:01.109" v="1805" actId="478"/>
          <ac:spMkLst>
            <pc:docMk/>
            <pc:sldMk cId="2090590566" sldId="955"/>
            <ac:spMk id="78" creationId="{EF5BC01E-00DD-5156-8D99-3A2DAFC2B9DD}"/>
          </ac:spMkLst>
        </pc:spChg>
        <pc:spChg chg="del">
          <ac:chgData name="최문영" userId="c9c2ca5b-20f2-48c9-9e1f-a03229bf2768" providerId="ADAL" clId="{09BDFF48-8C87-4FDB-9C34-5AD8A78DA551}" dt="2026-01-12T22:33:01.109" v="1805" actId="478"/>
          <ac:spMkLst>
            <pc:docMk/>
            <pc:sldMk cId="2090590566" sldId="955"/>
            <ac:spMk id="89" creationId="{DC50BEEC-44B5-2F6D-2333-018D8337068E}"/>
          </ac:spMkLst>
        </pc:spChg>
        <pc:spChg chg="del">
          <ac:chgData name="최문영" userId="c9c2ca5b-20f2-48c9-9e1f-a03229bf2768" providerId="ADAL" clId="{09BDFF48-8C87-4FDB-9C34-5AD8A78DA551}" dt="2026-01-12T22:33:01.109" v="1805" actId="478"/>
          <ac:spMkLst>
            <pc:docMk/>
            <pc:sldMk cId="2090590566" sldId="955"/>
            <ac:spMk id="91" creationId="{64C9345E-CD14-4BED-E99B-0557821500B5}"/>
          </ac:spMkLst>
        </pc:spChg>
        <pc:spChg chg="del">
          <ac:chgData name="최문영" userId="c9c2ca5b-20f2-48c9-9e1f-a03229bf2768" providerId="ADAL" clId="{09BDFF48-8C87-4FDB-9C34-5AD8A78DA551}" dt="2026-01-12T22:33:01.109" v="1805" actId="478"/>
          <ac:spMkLst>
            <pc:docMk/>
            <pc:sldMk cId="2090590566" sldId="955"/>
            <ac:spMk id="93" creationId="{6A23F6C3-9B28-F3E4-861C-214CAFBCDE15}"/>
          </ac:spMkLst>
        </pc:spChg>
        <pc:spChg chg="mod">
          <ac:chgData name="최문영" userId="c9c2ca5b-20f2-48c9-9e1f-a03229bf2768" providerId="ADAL" clId="{09BDFF48-8C87-4FDB-9C34-5AD8A78DA551}" dt="2026-01-12T22:32:55.459" v="1803" actId="20577"/>
          <ac:spMkLst>
            <pc:docMk/>
            <pc:sldMk cId="2090590566" sldId="955"/>
            <ac:spMk id="97" creationId="{F6C1A159-F74F-B195-1112-FC15C0982BC3}"/>
          </ac:spMkLst>
        </pc:spChg>
        <pc:graphicFrameChg chg="add mod">
          <ac:chgData name="최문영" userId="c9c2ca5b-20f2-48c9-9e1f-a03229bf2768" providerId="ADAL" clId="{09BDFF48-8C87-4FDB-9C34-5AD8A78DA551}" dt="2026-01-12T22:35:52.823" v="1808"/>
          <ac:graphicFrameMkLst>
            <pc:docMk/>
            <pc:sldMk cId="2090590566" sldId="955"/>
            <ac:graphicFrameMk id="2" creationId="{097D4CD7-B01E-37B1-AE97-6F13E8C75153}"/>
          </ac:graphicFrameMkLst>
        </pc:graphicFrameChg>
        <pc:graphicFrameChg chg="add mod">
          <ac:chgData name="최문영" userId="c9c2ca5b-20f2-48c9-9e1f-a03229bf2768" providerId="ADAL" clId="{09BDFF48-8C87-4FDB-9C34-5AD8A78DA551}" dt="2026-01-12T22:43:31.082" v="1821" actId="1076"/>
          <ac:graphicFrameMkLst>
            <pc:docMk/>
            <pc:sldMk cId="2090590566" sldId="955"/>
            <ac:graphicFrameMk id="3" creationId="{06A6705D-8F37-8A21-A4C9-A9CAB32B0EAE}"/>
          </ac:graphicFrameMkLst>
        </pc:graphicFrameChg>
        <pc:graphicFrameChg chg="add mod">
          <ac:chgData name="최문영" userId="c9c2ca5b-20f2-48c9-9e1f-a03229bf2768" providerId="ADAL" clId="{09BDFF48-8C87-4FDB-9C34-5AD8A78DA551}" dt="2026-01-12T22:50:32.457" v="2433" actId="1076"/>
          <ac:graphicFrameMkLst>
            <pc:docMk/>
            <pc:sldMk cId="2090590566" sldId="955"/>
            <ac:graphicFrameMk id="4" creationId="{4DE8DE2A-EE58-4C6C-D7A9-658E4C132D73}"/>
          </ac:graphicFrameMkLst>
        </pc:graphicFrameChg>
        <pc:graphicFrameChg chg="add mod modGraphic">
          <ac:chgData name="최문영" userId="c9c2ca5b-20f2-48c9-9e1f-a03229bf2768" providerId="ADAL" clId="{09BDFF48-8C87-4FDB-9C34-5AD8A78DA551}" dt="2026-01-12T22:49:44.408" v="2414" actId="1076"/>
          <ac:graphicFrameMkLst>
            <pc:docMk/>
            <pc:sldMk cId="2090590566" sldId="955"/>
            <ac:graphicFrameMk id="7" creationId="{2200D2FE-F44D-8EF8-441B-F4ED4ADA1616}"/>
          </ac:graphicFrameMkLst>
        </pc:graphicFrameChg>
        <pc:graphicFrameChg chg="add mod">
          <ac:chgData name="최문영" userId="c9c2ca5b-20f2-48c9-9e1f-a03229bf2768" providerId="ADAL" clId="{09BDFF48-8C87-4FDB-9C34-5AD8A78DA551}" dt="2026-01-12T22:49:57.214" v="2415"/>
          <ac:graphicFrameMkLst>
            <pc:docMk/>
            <pc:sldMk cId="2090590566" sldId="955"/>
            <ac:graphicFrameMk id="8" creationId="{7C92DF16-14F9-29C0-16F7-78E6695F9188}"/>
          </ac:graphicFrameMkLst>
        </pc:graphicFrameChg>
        <pc:cxnChg chg="mod">
          <ac:chgData name="최문영" userId="c9c2ca5b-20f2-48c9-9e1f-a03229bf2768" providerId="ADAL" clId="{09BDFF48-8C87-4FDB-9C34-5AD8A78DA551}" dt="2026-01-12T22:32:58.684" v="1804" actId="478"/>
          <ac:cxnSpMkLst>
            <pc:docMk/>
            <pc:sldMk cId="2090590566" sldId="955"/>
            <ac:cxnSpMk id="71" creationId="{0D36D235-8D1B-0E2A-71E0-0C080B73A242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gistackr-my.sharepoint.com/personal/cmy021205_dgist_ac_kr/Documents/2025%20RTCL/0113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topic</a:t>
            </a:r>
            <a:r>
              <a:rPr lang="en-US" altLang="ko-KR" baseline="0"/>
              <a:t> </a:t>
            </a:r>
            <a:r>
              <a:rPr lang="ko-KR" altLang="en-US" baseline="0"/>
              <a:t>실행 여부에 따른</a:t>
            </a:r>
            <a:r>
              <a:rPr lang="en-US" altLang="ko-KR" baseline="0"/>
              <a:t> service call latency(ms)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latency_only_servicecall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Sheet1!$A$2:$A$211</c:f>
              <c:numCache>
                <c:formatCode>General</c:formatCode>
                <c:ptCount val="2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</c:numCache>
            </c:numRef>
          </c:xVal>
          <c:yVal>
            <c:numRef>
              <c:f>Sheet1!$B$2:$B$211</c:f>
              <c:numCache>
                <c:formatCode>General</c:formatCode>
                <c:ptCount val="210"/>
                <c:pt idx="0">
                  <c:v>26.207999999999998</c:v>
                </c:pt>
                <c:pt idx="1">
                  <c:v>19.448</c:v>
                </c:pt>
                <c:pt idx="2">
                  <c:v>22.952000000000002</c:v>
                </c:pt>
                <c:pt idx="3">
                  <c:v>34.06</c:v>
                </c:pt>
                <c:pt idx="4">
                  <c:v>39.116999999999997</c:v>
                </c:pt>
                <c:pt idx="5">
                  <c:v>49.545999999999999</c:v>
                </c:pt>
                <c:pt idx="6">
                  <c:v>30.007999999999999</c:v>
                </c:pt>
                <c:pt idx="7">
                  <c:v>37.409999999999997</c:v>
                </c:pt>
                <c:pt idx="8">
                  <c:v>31.050999999999998</c:v>
                </c:pt>
                <c:pt idx="9">
                  <c:v>23.305</c:v>
                </c:pt>
                <c:pt idx="10">
                  <c:v>17.266999999999999</c:v>
                </c:pt>
                <c:pt idx="11">
                  <c:v>17.827000000000002</c:v>
                </c:pt>
                <c:pt idx="12">
                  <c:v>20.571000000000002</c:v>
                </c:pt>
                <c:pt idx="13">
                  <c:v>30.542999999999999</c:v>
                </c:pt>
                <c:pt idx="14">
                  <c:v>37.427</c:v>
                </c:pt>
                <c:pt idx="15">
                  <c:v>26.63</c:v>
                </c:pt>
                <c:pt idx="16">
                  <c:v>32.158999999999999</c:v>
                </c:pt>
                <c:pt idx="17">
                  <c:v>207.286</c:v>
                </c:pt>
                <c:pt idx="18">
                  <c:v>19.111999999999998</c:v>
                </c:pt>
                <c:pt idx="19">
                  <c:v>250.37899999999999</c:v>
                </c:pt>
                <c:pt idx="20">
                  <c:v>19.213999999999999</c:v>
                </c:pt>
                <c:pt idx="21">
                  <c:v>35.575000000000003</c:v>
                </c:pt>
                <c:pt idx="22">
                  <c:v>36.709000000000003</c:v>
                </c:pt>
                <c:pt idx="23">
                  <c:v>467.697</c:v>
                </c:pt>
                <c:pt idx="24">
                  <c:v>26.827000000000002</c:v>
                </c:pt>
                <c:pt idx="25">
                  <c:v>25.317</c:v>
                </c:pt>
                <c:pt idx="26">
                  <c:v>30.085000000000001</c:v>
                </c:pt>
                <c:pt idx="27">
                  <c:v>21.071000000000002</c:v>
                </c:pt>
                <c:pt idx="28">
                  <c:v>23.167999999999999</c:v>
                </c:pt>
                <c:pt idx="29">
                  <c:v>21.834</c:v>
                </c:pt>
                <c:pt idx="30">
                  <c:v>19.327000000000002</c:v>
                </c:pt>
                <c:pt idx="31">
                  <c:v>30.687999999999999</c:v>
                </c:pt>
                <c:pt idx="32">
                  <c:v>24.657</c:v>
                </c:pt>
                <c:pt idx="33">
                  <c:v>25.393000000000001</c:v>
                </c:pt>
                <c:pt idx="34">
                  <c:v>94.257999999999996</c:v>
                </c:pt>
                <c:pt idx="35">
                  <c:v>42.921999999999997</c:v>
                </c:pt>
                <c:pt idx="36">
                  <c:v>19.484000000000002</c:v>
                </c:pt>
                <c:pt idx="37">
                  <c:v>118.59</c:v>
                </c:pt>
                <c:pt idx="38">
                  <c:v>312.44</c:v>
                </c:pt>
                <c:pt idx="39">
                  <c:v>15.93</c:v>
                </c:pt>
                <c:pt idx="40">
                  <c:v>28.15</c:v>
                </c:pt>
                <c:pt idx="41">
                  <c:v>29.734000000000002</c:v>
                </c:pt>
                <c:pt idx="42">
                  <c:v>24.481999999999999</c:v>
                </c:pt>
                <c:pt idx="43">
                  <c:v>28.065000000000001</c:v>
                </c:pt>
                <c:pt idx="44">
                  <c:v>28.922999999999998</c:v>
                </c:pt>
                <c:pt idx="45">
                  <c:v>22.34</c:v>
                </c:pt>
                <c:pt idx="46">
                  <c:v>29.684000000000001</c:v>
                </c:pt>
                <c:pt idx="47">
                  <c:v>22.588999999999999</c:v>
                </c:pt>
                <c:pt idx="48">
                  <c:v>28.606000000000002</c:v>
                </c:pt>
                <c:pt idx="49">
                  <c:v>22.742999999999999</c:v>
                </c:pt>
                <c:pt idx="50">
                  <c:v>35.515999999999998</c:v>
                </c:pt>
                <c:pt idx="51">
                  <c:v>37.865000000000002</c:v>
                </c:pt>
                <c:pt idx="52">
                  <c:v>48.576000000000001</c:v>
                </c:pt>
                <c:pt idx="53">
                  <c:v>30.303000000000001</c:v>
                </c:pt>
                <c:pt idx="54">
                  <c:v>49.720999999999997</c:v>
                </c:pt>
                <c:pt idx="55">
                  <c:v>32.64</c:v>
                </c:pt>
                <c:pt idx="56">
                  <c:v>34.76</c:v>
                </c:pt>
                <c:pt idx="57">
                  <c:v>29.553000000000001</c:v>
                </c:pt>
                <c:pt idx="58">
                  <c:v>44.320999999999998</c:v>
                </c:pt>
                <c:pt idx="59">
                  <c:v>22.917000000000002</c:v>
                </c:pt>
                <c:pt idx="60">
                  <c:v>25.399000000000001</c:v>
                </c:pt>
                <c:pt idx="61">
                  <c:v>27.893000000000001</c:v>
                </c:pt>
                <c:pt idx="62">
                  <c:v>218.904</c:v>
                </c:pt>
                <c:pt idx="63">
                  <c:v>20.372</c:v>
                </c:pt>
                <c:pt idx="64">
                  <c:v>20.741</c:v>
                </c:pt>
                <c:pt idx="65">
                  <c:v>285.59800000000001</c:v>
                </c:pt>
                <c:pt idx="66">
                  <c:v>632.43399999999997</c:v>
                </c:pt>
                <c:pt idx="67">
                  <c:v>1090.2729999999999</c:v>
                </c:pt>
                <c:pt idx="68">
                  <c:v>1266.528</c:v>
                </c:pt>
                <c:pt idx="69">
                  <c:v>1256.6099999999999</c:v>
                </c:pt>
                <c:pt idx="70">
                  <c:v>765.76900000000001</c:v>
                </c:pt>
                <c:pt idx="71">
                  <c:v>537.66399999999999</c:v>
                </c:pt>
                <c:pt idx="72">
                  <c:v>826.08799999999997</c:v>
                </c:pt>
                <c:pt idx="73">
                  <c:v>1211.08</c:v>
                </c:pt>
                <c:pt idx="74">
                  <c:v>1112.55</c:v>
                </c:pt>
                <c:pt idx="75">
                  <c:v>678.952</c:v>
                </c:pt>
                <c:pt idx="76">
                  <c:v>1538.8440000000001</c:v>
                </c:pt>
                <c:pt idx="77">
                  <c:v>479.738</c:v>
                </c:pt>
                <c:pt idx="78">
                  <c:v>1898.0709999999999</c:v>
                </c:pt>
                <c:pt idx="79">
                  <c:v>301.096</c:v>
                </c:pt>
                <c:pt idx="80">
                  <c:v>31.312000000000001</c:v>
                </c:pt>
                <c:pt idx="81">
                  <c:v>29.812000000000001</c:v>
                </c:pt>
                <c:pt idx="82">
                  <c:v>36.481999999999999</c:v>
                </c:pt>
                <c:pt idx="83">
                  <c:v>27.027000000000001</c:v>
                </c:pt>
                <c:pt idx="84">
                  <c:v>32.24</c:v>
                </c:pt>
                <c:pt idx="85">
                  <c:v>31.831</c:v>
                </c:pt>
                <c:pt idx="86">
                  <c:v>57.526000000000003</c:v>
                </c:pt>
                <c:pt idx="87">
                  <c:v>36.415999999999997</c:v>
                </c:pt>
                <c:pt idx="88">
                  <c:v>29.824999999999999</c:v>
                </c:pt>
                <c:pt idx="89">
                  <c:v>18.271999999999998</c:v>
                </c:pt>
                <c:pt idx="90">
                  <c:v>30.411000000000001</c:v>
                </c:pt>
                <c:pt idx="91">
                  <c:v>663.48</c:v>
                </c:pt>
                <c:pt idx="92">
                  <c:v>214.17599999999999</c:v>
                </c:pt>
                <c:pt idx="93">
                  <c:v>34.179000000000002</c:v>
                </c:pt>
                <c:pt idx="94">
                  <c:v>36.872</c:v>
                </c:pt>
                <c:pt idx="95">
                  <c:v>38.540999999999997</c:v>
                </c:pt>
                <c:pt idx="96">
                  <c:v>28.562999999999999</c:v>
                </c:pt>
                <c:pt idx="97">
                  <c:v>24.748000000000001</c:v>
                </c:pt>
                <c:pt idx="98">
                  <c:v>71.91</c:v>
                </c:pt>
                <c:pt idx="99">
                  <c:v>491.09</c:v>
                </c:pt>
                <c:pt idx="100">
                  <c:v>331.858</c:v>
                </c:pt>
                <c:pt idx="101">
                  <c:v>432.90100000000001</c:v>
                </c:pt>
                <c:pt idx="102">
                  <c:v>30.683</c:v>
                </c:pt>
                <c:pt idx="103">
                  <c:v>28.815000000000001</c:v>
                </c:pt>
                <c:pt idx="104">
                  <c:v>28.48</c:v>
                </c:pt>
                <c:pt idx="105">
                  <c:v>40.106999999999999</c:v>
                </c:pt>
                <c:pt idx="106">
                  <c:v>343.22300000000001</c:v>
                </c:pt>
                <c:pt idx="107">
                  <c:v>41.131999999999998</c:v>
                </c:pt>
                <c:pt idx="108">
                  <c:v>19.71</c:v>
                </c:pt>
                <c:pt idx="109">
                  <c:v>23.837</c:v>
                </c:pt>
                <c:pt idx="110">
                  <c:v>29.495000000000001</c:v>
                </c:pt>
                <c:pt idx="111">
                  <c:v>359.19799999999998</c:v>
                </c:pt>
                <c:pt idx="112">
                  <c:v>40.814999999999998</c:v>
                </c:pt>
                <c:pt idx="113">
                  <c:v>465.26</c:v>
                </c:pt>
                <c:pt idx="114">
                  <c:v>43.776000000000003</c:v>
                </c:pt>
                <c:pt idx="115">
                  <c:v>395.137</c:v>
                </c:pt>
                <c:pt idx="116">
                  <c:v>37.875</c:v>
                </c:pt>
                <c:pt idx="117">
                  <c:v>44.863</c:v>
                </c:pt>
                <c:pt idx="118">
                  <c:v>27.858000000000001</c:v>
                </c:pt>
                <c:pt idx="119">
                  <c:v>38.960999999999999</c:v>
                </c:pt>
                <c:pt idx="120">
                  <c:v>156.00899999999999</c:v>
                </c:pt>
                <c:pt idx="121">
                  <c:v>154.25200000000001</c:v>
                </c:pt>
                <c:pt idx="122">
                  <c:v>39.700000000000003</c:v>
                </c:pt>
                <c:pt idx="123">
                  <c:v>40.872</c:v>
                </c:pt>
                <c:pt idx="124">
                  <c:v>33.848999999999997</c:v>
                </c:pt>
                <c:pt idx="125">
                  <c:v>39.186999999999998</c:v>
                </c:pt>
                <c:pt idx="126">
                  <c:v>49.177</c:v>
                </c:pt>
                <c:pt idx="127">
                  <c:v>38.235999999999997</c:v>
                </c:pt>
                <c:pt idx="128">
                  <c:v>34.070999999999998</c:v>
                </c:pt>
                <c:pt idx="129">
                  <c:v>37.25</c:v>
                </c:pt>
                <c:pt idx="130">
                  <c:v>29.401</c:v>
                </c:pt>
                <c:pt idx="131">
                  <c:v>333.97399999999999</c:v>
                </c:pt>
                <c:pt idx="132">
                  <c:v>304.86900000000003</c:v>
                </c:pt>
                <c:pt idx="133">
                  <c:v>394.41300000000001</c:v>
                </c:pt>
                <c:pt idx="134">
                  <c:v>353.50799999999998</c:v>
                </c:pt>
                <c:pt idx="135">
                  <c:v>23.053000000000001</c:v>
                </c:pt>
                <c:pt idx="136">
                  <c:v>62.014000000000003</c:v>
                </c:pt>
                <c:pt idx="137">
                  <c:v>53.033999999999999</c:v>
                </c:pt>
                <c:pt idx="138">
                  <c:v>47.488</c:v>
                </c:pt>
                <c:pt idx="139">
                  <c:v>26.795999999999999</c:v>
                </c:pt>
                <c:pt idx="140">
                  <c:v>28.922999999999998</c:v>
                </c:pt>
                <c:pt idx="141">
                  <c:v>25.242999999999999</c:v>
                </c:pt>
                <c:pt idx="142">
                  <c:v>638.67899999999997</c:v>
                </c:pt>
                <c:pt idx="143">
                  <c:v>29.146000000000001</c:v>
                </c:pt>
                <c:pt idx="144">
                  <c:v>33.89</c:v>
                </c:pt>
                <c:pt idx="145">
                  <c:v>103.154</c:v>
                </c:pt>
                <c:pt idx="146">
                  <c:v>149.459</c:v>
                </c:pt>
                <c:pt idx="147">
                  <c:v>26.007000000000001</c:v>
                </c:pt>
                <c:pt idx="148">
                  <c:v>31.18</c:v>
                </c:pt>
                <c:pt idx="149">
                  <c:v>19.077999999999999</c:v>
                </c:pt>
                <c:pt idx="150">
                  <c:v>26.085999999999999</c:v>
                </c:pt>
                <c:pt idx="151">
                  <c:v>26.411000000000001</c:v>
                </c:pt>
                <c:pt idx="152">
                  <c:v>29.024999999999999</c:v>
                </c:pt>
                <c:pt idx="153">
                  <c:v>35.204999999999998</c:v>
                </c:pt>
                <c:pt idx="154">
                  <c:v>24.494</c:v>
                </c:pt>
                <c:pt idx="155">
                  <c:v>24.827999999999999</c:v>
                </c:pt>
                <c:pt idx="156">
                  <c:v>23.863</c:v>
                </c:pt>
                <c:pt idx="157">
                  <c:v>22.082000000000001</c:v>
                </c:pt>
                <c:pt idx="158">
                  <c:v>29.57</c:v>
                </c:pt>
                <c:pt idx="159">
                  <c:v>31.803999999999998</c:v>
                </c:pt>
                <c:pt idx="160">
                  <c:v>126.619</c:v>
                </c:pt>
                <c:pt idx="161">
                  <c:v>31.597999999999999</c:v>
                </c:pt>
                <c:pt idx="162">
                  <c:v>392.24299999999999</c:v>
                </c:pt>
                <c:pt idx="163">
                  <c:v>49.875</c:v>
                </c:pt>
                <c:pt idx="164">
                  <c:v>107.798</c:v>
                </c:pt>
                <c:pt idx="165">
                  <c:v>17.288</c:v>
                </c:pt>
                <c:pt idx="166">
                  <c:v>13.754</c:v>
                </c:pt>
                <c:pt idx="167">
                  <c:v>369.10500000000002</c:v>
                </c:pt>
                <c:pt idx="168">
                  <c:v>82.010999999999996</c:v>
                </c:pt>
                <c:pt idx="169">
                  <c:v>21.396999999999998</c:v>
                </c:pt>
                <c:pt idx="170">
                  <c:v>30.408999999999999</c:v>
                </c:pt>
                <c:pt idx="171">
                  <c:v>604.62900000000002</c:v>
                </c:pt>
                <c:pt idx="172">
                  <c:v>35.146999999999998</c:v>
                </c:pt>
                <c:pt idx="173">
                  <c:v>36.485999999999997</c:v>
                </c:pt>
                <c:pt idx="174">
                  <c:v>36.771000000000001</c:v>
                </c:pt>
                <c:pt idx="175">
                  <c:v>31.257999999999999</c:v>
                </c:pt>
                <c:pt idx="176">
                  <c:v>27.297999999999998</c:v>
                </c:pt>
                <c:pt idx="177">
                  <c:v>27.382999999999999</c:v>
                </c:pt>
                <c:pt idx="178">
                  <c:v>26.52</c:v>
                </c:pt>
                <c:pt idx="179">
                  <c:v>29.228999999999999</c:v>
                </c:pt>
                <c:pt idx="180">
                  <c:v>20.486999999999998</c:v>
                </c:pt>
                <c:pt idx="181">
                  <c:v>29.931999999999999</c:v>
                </c:pt>
                <c:pt idx="182">
                  <c:v>38.640999999999998</c:v>
                </c:pt>
                <c:pt idx="183">
                  <c:v>35.646999999999998</c:v>
                </c:pt>
                <c:pt idx="184">
                  <c:v>30.045999999999999</c:v>
                </c:pt>
                <c:pt idx="185">
                  <c:v>208.946</c:v>
                </c:pt>
                <c:pt idx="186">
                  <c:v>525.33900000000006</c:v>
                </c:pt>
                <c:pt idx="187">
                  <c:v>27.847999999999999</c:v>
                </c:pt>
                <c:pt idx="188">
                  <c:v>33.853999999999999</c:v>
                </c:pt>
                <c:pt idx="189">
                  <c:v>19.558</c:v>
                </c:pt>
                <c:pt idx="190">
                  <c:v>30.741</c:v>
                </c:pt>
                <c:pt idx="191">
                  <c:v>30.018000000000001</c:v>
                </c:pt>
                <c:pt idx="192">
                  <c:v>27.646000000000001</c:v>
                </c:pt>
                <c:pt idx="193">
                  <c:v>26.355</c:v>
                </c:pt>
                <c:pt idx="194">
                  <c:v>25.306999999999999</c:v>
                </c:pt>
                <c:pt idx="195">
                  <c:v>40.685000000000002</c:v>
                </c:pt>
                <c:pt idx="196">
                  <c:v>35.555999999999997</c:v>
                </c:pt>
                <c:pt idx="197">
                  <c:v>43.609000000000002</c:v>
                </c:pt>
                <c:pt idx="198">
                  <c:v>42.383000000000003</c:v>
                </c:pt>
                <c:pt idx="199">
                  <c:v>31.699000000000002</c:v>
                </c:pt>
                <c:pt idx="200">
                  <c:v>31.391999999999999</c:v>
                </c:pt>
                <c:pt idx="201">
                  <c:v>42.5</c:v>
                </c:pt>
                <c:pt idx="202">
                  <c:v>43.783999999999999</c:v>
                </c:pt>
                <c:pt idx="203">
                  <c:v>41.082999999999998</c:v>
                </c:pt>
                <c:pt idx="204">
                  <c:v>31.53</c:v>
                </c:pt>
                <c:pt idx="205">
                  <c:v>37.523000000000003</c:v>
                </c:pt>
                <c:pt idx="206">
                  <c:v>28.436</c:v>
                </c:pt>
                <c:pt idx="207">
                  <c:v>88.918000000000006</c:v>
                </c:pt>
                <c:pt idx="208">
                  <c:v>46.555999999999997</c:v>
                </c:pt>
                <c:pt idx="209">
                  <c:v>956.44100000000003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0A4-4353-A419-A472526091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latency_with_12topics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Sheet1!$A$2:$A$211</c:f>
              <c:numCache>
                <c:formatCode>General</c:formatCode>
                <c:ptCount val="2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</c:numCache>
            </c:numRef>
          </c:xVal>
          <c:yVal>
            <c:numRef>
              <c:f>Sheet1!$C$2:$C$211</c:f>
              <c:numCache>
                <c:formatCode>General</c:formatCode>
                <c:ptCount val="210"/>
                <c:pt idx="0">
                  <c:v>25.699000000000002</c:v>
                </c:pt>
                <c:pt idx="1">
                  <c:v>13.612</c:v>
                </c:pt>
                <c:pt idx="2">
                  <c:v>11.2</c:v>
                </c:pt>
                <c:pt idx="3">
                  <c:v>13.343</c:v>
                </c:pt>
                <c:pt idx="4">
                  <c:v>86.212000000000003</c:v>
                </c:pt>
                <c:pt idx="5">
                  <c:v>571.82799999999997</c:v>
                </c:pt>
                <c:pt idx="6">
                  <c:v>23.192</c:v>
                </c:pt>
                <c:pt idx="7">
                  <c:v>23.175000000000001</c:v>
                </c:pt>
                <c:pt idx="8">
                  <c:v>17.478000000000002</c:v>
                </c:pt>
                <c:pt idx="9">
                  <c:v>88.066999999999993</c:v>
                </c:pt>
                <c:pt idx="10">
                  <c:v>306.03800000000001</c:v>
                </c:pt>
                <c:pt idx="11">
                  <c:v>35.79</c:v>
                </c:pt>
                <c:pt idx="12">
                  <c:v>20.559000000000001</c:v>
                </c:pt>
                <c:pt idx="13">
                  <c:v>26.98</c:v>
                </c:pt>
                <c:pt idx="14">
                  <c:v>30.477</c:v>
                </c:pt>
                <c:pt idx="15">
                  <c:v>473.04599999999999</c:v>
                </c:pt>
                <c:pt idx="16">
                  <c:v>219.84800000000001</c:v>
                </c:pt>
                <c:pt idx="17">
                  <c:v>37.472000000000001</c:v>
                </c:pt>
                <c:pt idx="18">
                  <c:v>23.824999999999999</c:v>
                </c:pt>
                <c:pt idx="19">
                  <c:v>37.453000000000003</c:v>
                </c:pt>
                <c:pt idx="20">
                  <c:v>632.39400000000001</c:v>
                </c:pt>
                <c:pt idx="21">
                  <c:v>67.858000000000004</c:v>
                </c:pt>
                <c:pt idx="22">
                  <c:v>16.754000000000001</c:v>
                </c:pt>
                <c:pt idx="23">
                  <c:v>19.216000000000001</c:v>
                </c:pt>
                <c:pt idx="24">
                  <c:v>19.175000000000001</c:v>
                </c:pt>
                <c:pt idx="25">
                  <c:v>142.185</c:v>
                </c:pt>
                <c:pt idx="26">
                  <c:v>100.238</c:v>
                </c:pt>
                <c:pt idx="27">
                  <c:v>16.873000000000001</c:v>
                </c:pt>
                <c:pt idx="28">
                  <c:v>27.363</c:v>
                </c:pt>
                <c:pt idx="29">
                  <c:v>77.558999999999997</c:v>
                </c:pt>
                <c:pt idx="30">
                  <c:v>601.18100000000004</c:v>
                </c:pt>
                <c:pt idx="31">
                  <c:v>21.097000000000001</c:v>
                </c:pt>
                <c:pt idx="32">
                  <c:v>14.263999999999999</c:v>
                </c:pt>
                <c:pt idx="33">
                  <c:v>19.832000000000001</c:v>
                </c:pt>
                <c:pt idx="34">
                  <c:v>18.359000000000002</c:v>
                </c:pt>
                <c:pt idx="35">
                  <c:v>1085.7090000000001</c:v>
                </c:pt>
                <c:pt idx="36">
                  <c:v>15.292999999999999</c:v>
                </c:pt>
                <c:pt idx="37">
                  <c:v>15.867000000000001</c:v>
                </c:pt>
                <c:pt idx="38">
                  <c:v>101.017</c:v>
                </c:pt>
                <c:pt idx="39">
                  <c:v>771.01</c:v>
                </c:pt>
                <c:pt idx="40">
                  <c:v>236.81700000000001</c:v>
                </c:pt>
                <c:pt idx="41">
                  <c:v>1190.829</c:v>
                </c:pt>
                <c:pt idx="42">
                  <c:v>106.71599999999999</c:v>
                </c:pt>
                <c:pt idx="43">
                  <c:v>18.606999999999999</c:v>
                </c:pt>
                <c:pt idx="44">
                  <c:v>18.411999999999999</c:v>
                </c:pt>
                <c:pt idx="45">
                  <c:v>756.82399999999996</c:v>
                </c:pt>
                <c:pt idx="46">
                  <c:v>17.056999999999999</c:v>
                </c:pt>
                <c:pt idx="47">
                  <c:v>16.821999999999999</c:v>
                </c:pt>
                <c:pt idx="48">
                  <c:v>17.167999999999999</c:v>
                </c:pt>
                <c:pt idx="49">
                  <c:v>1363.885</c:v>
                </c:pt>
                <c:pt idx="50">
                  <c:v>261.327</c:v>
                </c:pt>
                <c:pt idx="51">
                  <c:v>478.23899999999998</c:v>
                </c:pt>
                <c:pt idx="52">
                  <c:v>701.55399999999997</c:v>
                </c:pt>
                <c:pt idx="53">
                  <c:v>139.41300000000001</c:v>
                </c:pt>
                <c:pt idx="54">
                  <c:v>22.65</c:v>
                </c:pt>
                <c:pt idx="55">
                  <c:v>21.675999999999998</c:v>
                </c:pt>
                <c:pt idx="56">
                  <c:v>319.61500000000001</c:v>
                </c:pt>
                <c:pt idx="57">
                  <c:v>289.42399999999998</c:v>
                </c:pt>
                <c:pt idx="58">
                  <c:v>223.792</c:v>
                </c:pt>
                <c:pt idx="59">
                  <c:v>20.724</c:v>
                </c:pt>
                <c:pt idx="60">
                  <c:v>18.785</c:v>
                </c:pt>
                <c:pt idx="61">
                  <c:v>204.68600000000001</c:v>
                </c:pt>
                <c:pt idx="62">
                  <c:v>17.151</c:v>
                </c:pt>
                <c:pt idx="63">
                  <c:v>18.739000000000001</c:v>
                </c:pt>
                <c:pt idx="64">
                  <c:v>14.458</c:v>
                </c:pt>
                <c:pt idx="65">
                  <c:v>13.340999999999999</c:v>
                </c:pt>
                <c:pt idx="66">
                  <c:v>1037.5999999999999</c:v>
                </c:pt>
                <c:pt idx="67">
                  <c:v>1577.752</c:v>
                </c:pt>
                <c:pt idx="68">
                  <c:v>474.95299999999997</c:v>
                </c:pt>
                <c:pt idx="69">
                  <c:v>1090.6189999999999</c:v>
                </c:pt>
                <c:pt idx="70">
                  <c:v>1306.845</c:v>
                </c:pt>
                <c:pt idx="71">
                  <c:v>1058.5999999999999</c:v>
                </c:pt>
                <c:pt idx="72">
                  <c:v>794.74099999999999</c:v>
                </c:pt>
                <c:pt idx="73">
                  <c:v>927.755</c:v>
                </c:pt>
                <c:pt idx="74">
                  <c:v>1210.752</c:v>
                </c:pt>
                <c:pt idx="75">
                  <c:v>362.87900000000002</c:v>
                </c:pt>
                <c:pt idx="76">
                  <c:v>325.834</c:v>
                </c:pt>
                <c:pt idx="77">
                  <c:v>1063.0409999999999</c:v>
                </c:pt>
                <c:pt idx="78">
                  <c:v>755.44399999999996</c:v>
                </c:pt>
                <c:pt idx="79">
                  <c:v>17.312000000000001</c:v>
                </c:pt>
                <c:pt idx="80">
                  <c:v>12.602</c:v>
                </c:pt>
                <c:pt idx="81">
                  <c:v>11.589</c:v>
                </c:pt>
                <c:pt idx="82">
                  <c:v>15.39</c:v>
                </c:pt>
                <c:pt idx="83">
                  <c:v>13.393000000000001</c:v>
                </c:pt>
                <c:pt idx="84">
                  <c:v>14.583</c:v>
                </c:pt>
                <c:pt idx="85">
                  <c:v>13.894</c:v>
                </c:pt>
                <c:pt idx="86">
                  <c:v>14.25</c:v>
                </c:pt>
                <c:pt idx="87">
                  <c:v>13.824999999999999</c:v>
                </c:pt>
                <c:pt idx="88">
                  <c:v>14.625999999999999</c:v>
                </c:pt>
                <c:pt idx="89">
                  <c:v>16.286999999999999</c:v>
                </c:pt>
                <c:pt idx="90">
                  <c:v>18.619</c:v>
                </c:pt>
                <c:pt idx="91">
                  <c:v>13.375999999999999</c:v>
                </c:pt>
                <c:pt idx="92">
                  <c:v>16.244</c:v>
                </c:pt>
                <c:pt idx="93">
                  <c:v>12.708</c:v>
                </c:pt>
                <c:pt idx="94">
                  <c:v>11.121</c:v>
                </c:pt>
                <c:pt idx="95">
                  <c:v>13.41</c:v>
                </c:pt>
                <c:pt idx="96">
                  <c:v>13.709</c:v>
                </c:pt>
                <c:pt idx="97">
                  <c:v>13.692</c:v>
                </c:pt>
                <c:pt idx="98">
                  <c:v>13.742000000000001</c:v>
                </c:pt>
                <c:pt idx="99">
                  <c:v>12.488</c:v>
                </c:pt>
                <c:pt idx="100">
                  <c:v>19.120999999999999</c:v>
                </c:pt>
                <c:pt idx="101">
                  <c:v>14.817</c:v>
                </c:pt>
                <c:pt idx="102">
                  <c:v>13.705</c:v>
                </c:pt>
                <c:pt idx="103">
                  <c:v>12.071999999999999</c:v>
                </c:pt>
                <c:pt idx="104">
                  <c:v>24.259</c:v>
                </c:pt>
                <c:pt idx="105">
                  <c:v>11.997</c:v>
                </c:pt>
                <c:pt idx="106">
                  <c:v>11.631</c:v>
                </c:pt>
                <c:pt idx="107">
                  <c:v>14.39</c:v>
                </c:pt>
                <c:pt idx="108">
                  <c:v>14.5</c:v>
                </c:pt>
                <c:pt idx="109">
                  <c:v>14.67</c:v>
                </c:pt>
                <c:pt idx="110">
                  <c:v>13.33</c:v>
                </c:pt>
                <c:pt idx="111">
                  <c:v>11.336</c:v>
                </c:pt>
                <c:pt idx="112">
                  <c:v>13.477</c:v>
                </c:pt>
                <c:pt idx="113">
                  <c:v>12.521000000000001</c:v>
                </c:pt>
                <c:pt idx="114">
                  <c:v>11.346</c:v>
                </c:pt>
                <c:pt idx="115">
                  <c:v>14.526999999999999</c:v>
                </c:pt>
                <c:pt idx="116">
                  <c:v>11.114000000000001</c:v>
                </c:pt>
                <c:pt idx="117">
                  <c:v>14.06</c:v>
                </c:pt>
                <c:pt idx="118">
                  <c:v>52.401000000000003</c:v>
                </c:pt>
                <c:pt idx="119">
                  <c:v>32.603999999999999</c:v>
                </c:pt>
                <c:pt idx="120">
                  <c:v>13.541</c:v>
                </c:pt>
                <c:pt idx="121">
                  <c:v>14.43</c:v>
                </c:pt>
                <c:pt idx="122">
                  <c:v>14.266999999999999</c:v>
                </c:pt>
                <c:pt idx="123">
                  <c:v>14.205</c:v>
                </c:pt>
                <c:pt idx="124">
                  <c:v>13.372</c:v>
                </c:pt>
                <c:pt idx="125">
                  <c:v>12.981999999999999</c:v>
                </c:pt>
                <c:pt idx="126">
                  <c:v>11.821999999999999</c:v>
                </c:pt>
                <c:pt idx="127">
                  <c:v>15.395</c:v>
                </c:pt>
                <c:pt idx="128">
                  <c:v>13.327999999999999</c:v>
                </c:pt>
                <c:pt idx="129">
                  <c:v>14.55</c:v>
                </c:pt>
                <c:pt idx="130">
                  <c:v>17.058</c:v>
                </c:pt>
                <c:pt idx="131">
                  <c:v>13.355</c:v>
                </c:pt>
                <c:pt idx="132">
                  <c:v>15.840999999999999</c:v>
                </c:pt>
                <c:pt idx="133">
                  <c:v>11.821999999999999</c:v>
                </c:pt>
                <c:pt idx="134">
                  <c:v>17.457999999999998</c:v>
                </c:pt>
                <c:pt idx="135">
                  <c:v>12.93</c:v>
                </c:pt>
                <c:pt idx="136">
                  <c:v>14.429</c:v>
                </c:pt>
                <c:pt idx="137">
                  <c:v>18.042000000000002</c:v>
                </c:pt>
                <c:pt idx="138">
                  <c:v>16.03</c:v>
                </c:pt>
                <c:pt idx="139">
                  <c:v>14.755000000000001</c:v>
                </c:pt>
                <c:pt idx="140">
                  <c:v>14.798999999999999</c:v>
                </c:pt>
                <c:pt idx="141">
                  <c:v>12.384</c:v>
                </c:pt>
                <c:pt idx="142">
                  <c:v>13.308999999999999</c:v>
                </c:pt>
                <c:pt idx="143">
                  <c:v>15.956</c:v>
                </c:pt>
                <c:pt idx="144">
                  <c:v>13.194000000000001</c:v>
                </c:pt>
                <c:pt idx="145">
                  <c:v>11.728</c:v>
                </c:pt>
                <c:pt idx="146">
                  <c:v>12.225</c:v>
                </c:pt>
                <c:pt idx="147">
                  <c:v>14.757999999999999</c:v>
                </c:pt>
                <c:pt idx="148">
                  <c:v>16.599</c:v>
                </c:pt>
                <c:pt idx="149">
                  <c:v>14.856999999999999</c:v>
                </c:pt>
                <c:pt idx="150">
                  <c:v>16.489000000000001</c:v>
                </c:pt>
                <c:pt idx="151">
                  <c:v>13.601000000000001</c:v>
                </c:pt>
                <c:pt idx="152">
                  <c:v>16.594999999999999</c:v>
                </c:pt>
                <c:pt idx="153">
                  <c:v>12.362</c:v>
                </c:pt>
                <c:pt idx="154">
                  <c:v>17.704999999999998</c:v>
                </c:pt>
                <c:pt idx="155">
                  <c:v>11.645</c:v>
                </c:pt>
                <c:pt idx="156">
                  <c:v>26.262</c:v>
                </c:pt>
                <c:pt idx="157">
                  <c:v>11.101000000000001</c:v>
                </c:pt>
                <c:pt idx="158">
                  <c:v>13.791</c:v>
                </c:pt>
                <c:pt idx="159">
                  <c:v>18.375</c:v>
                </c:pt>
                <c:pt idx="160">
                  <c:v>13.692</c:v>
                </c:pt>
                <c:pt idx="161">
                  <c:v>16.451000000000001</c:v>
                </c:pt>
                <c:pt idx="162">
                  <c:v>14.052</c:v>
                </c:pt>
                <c:pt idx="163">
                  <c:v>12.153</c:v>
                </c:pt>
                <c:pt idx="164">
                  <c:v>14.952999999999999</c:v>
                </c:pt>
                <c:pt idx="165">
                  <c:v>9.56</c:v>
                </c:pt>
                <c:pt idx="166">
                  <c:v>14.677</c:v>
                </c:pt>
                <c:pt idx="167">
                  <c:v>13.218999999999999</c:v>
                </c:pt>
                <c:pt idx="168">
                  <c:v>13.331</c:v>
                </c:pt>
                <c:pt idx="169">
                  <c:v>35.390999999999998</c:v>
                </c:pt>
                <c:pt idx="170">
                  <c:v>13.654999999999999</c:v>
                </c:pt>
                <c:pt idx="171">
                  <c:v>13.677</c:v>
                </c:pt>
                <c:pt idx="172">
                  <c:v>13.794</c:v>
                </c:pt>
                <c:pt idx="173">
                  <c:v>11.981</c:v>
                </c:pt>
                <c:pt idx="174">
                  <c:v>10.691000000000001</c:v>
                </c:pt>
                <c:pt idx="175">
                  <c:v>14.413</c:v>
                </c:pt>
                <c:pt idx="176">
                  <c:v>12.933</c:v>
                </c:pt>
                <c:pt idx="177">
                  <c:v>12.669</c:v>
                </c:pt>
                <c:pt idx="178">
                  <c:v>13.438000000000001</c:v>
                </c:pt>
                <c:pt idx="179">
                  <c:v>13.087</c:v>
                </c:pt>
                <c:pt idx="180">
                  <c:v>13.032999999999999</c:v>
                </c:pt>
                <c:pt idx="181">
                  <c:v>16.068999999999999</c:v>
                </c:pt>
                <c:pt idx="182">
                  <c:v>13.909000000000001</c:v>
                </c:pt>
                <c:pt idx="183">
                  <c:v>11.474</c:v>
                </c:pt>
                <c:pt idx="184">
                  <c:v>13.499000000000001</c:v>
                </c:pt>
                <c:pt idx="185">
                  <c:v>13.956</c:v>
                </c:pt>
                <c:pt idx="186">
                  <c:v>13.656000000000001</c:v>
                </c:pt>
                <c:pt idx="187">
                  <c:v>12.62</c:v>
                </c:pt>
                <c:pt idx="188">
                  <c:v>11.329000000000001</c:v>
                </c:pt>
                <c:pt idx="189">
                  <c:v>12.548999999999999</c:v>
                </c:pt>
                <c:pt idx="190">
                  <c:v>15.327</c:v>
                </c:pt>
                <c:pt idx="191">
                  <c:v>13.002000000000001</c:v>
                </c:pt>
                <c:pt idx="192">
                  <c:v>13.335000000000001</c:v>
                </c:pt>
                <c:pt idx="193">
                  <c:v>10.91</c:v>
                </c:pt>
                <c:pt idx="194">
                  <c:v>14.464</c:v>
                </c:pt>
                <c:pt idx="195">
                  <c:v>11.135999999999999</c:v>
                </c:pt>
                <c:pt idx="196">
                  <c:v>13.712</c:v>
                </c:pt>
                <c:pt idx="197">
                  <c:v>16.050999999999998</c:v>
                </c:pt>
                <c:pt idx="198">
                  <c:v>13.51</c:v>
                </c:pt>
                <c:pt idx="199">
                  <c:v>18.033999999999999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0A4-4353-A419-A472526091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96744015"/>
        <c:axId val="955956880"/>
      </c:scatterChart>
      <c:valAx>
        <c:axId val="139674401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55956880"/>
        <c:crosses val="autoZero"/>
        <c:crossBetween val="midCat"/>
      </c:valAx>
      <c:valAx>
        <c:axId val="955956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96744015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topic,</a:t>
            </a:r>
            <a:r>
              <a:rPr lang="en-US" altLang="ko-KR" baseline="0"/>
              <a:t> service call</a:t>
            </a:r>
            <a:r>
              <a:rPr lang="ko-KR" altLang="en-US" baseline="0"/>
              <a:t>의 </a:t>
            </a:r>
            <a:r>
              <a:rPr lang="en-US" altLang="ko-KR" baseline="0"/>
              <a:t>latency(median)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Sheet2!$C$1</c:f>
              <c:strCache>
                <c:ptCount val="1"/>
                <c:pt idx="0">
                  <c:v>Communication Median (μs)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Sheet2!$B$2:$B$14</c:f>
              <c:strCache>
                <c:ptCount val="13"/>
                <c:pt idx="0">
                  <c:v>cmd/arming (service)</c:v>
                </c:pt>
                <c:pt idx="1">
                  <c:v>setpoint_raw/local</c:v>
                </c:pt>
                <c:pt idx="2">
                  <c:v>setpoint_velocity/cmd_vel</c:v>
                </c:pt>
                <c:pt idx="3">
                  <c:v>setpoint_position/local</c:v>
                </c:pt>
                <c:pt idx="4">
                  <c:v>setpoint_raw/attitude</c:v>
                </c:pt>
                <c:pt idx="5">
                  <c:v>setpoint_accel/accel</c:v>
                </c:pt>
                <c:pt idx="6">
                  <c:v>setpoint_raw/global</c:v>
                </c:pt>
                <c:pt idx="7">
                  <c:v>setpoint_trajectory/local</c:v>
                </c:pt>
                <c:pt idx="8">
                  <c:v>manual_control/send</c:v>
                </c:pt>
                <c:pt idx="9">
                  <c:v>setpoint_position/global</c:v>
                </c:pt>
                <c:pt idx="10">
                  <c:v>actuator_control</c:v>
                </c:pt>
                <c:pt idx="11">
                  <c:v>vision_pose/pose</c:v>
                </c:pt>
                <c:pt idx="12">
                  <c:v>mocap/pose</c:v>
                </c:pt>
              </c:strCache>
            </c:strRef>
          </c:cat>
          <c:val>
            <c:numRef>
              <c:f>Sheet2!$C$2:$C$14</c:f>
              <c:numCache>
                <c:formatCode>General</c:formatCode>
                <c:ptCount val="13"/>
                <c:pt idx="0">
                  <c:v>15.31</c:v>
                </c:pt>
                <c:pt idx="1">
                  <c:v>356.03100000000001</c:v>
                </c:pt>
                <c:pt idx="2">
                  <c:v>979.05899999999997</c:v>
                </c:pt>
                <c:pt idx="3">
                  <c:v>603.60100000000011</c:v>
                </c:pt>
                <c:pt idx="4">
                  <c:v>369.41550000000001</c:v>
                </c:pt>
                <c:pt idx="5">
                  <c:v>606.72199999999998</c:v>
                </c:pt>
                <c:pt idx="6">
                  <c:v>583.41499999999996</c:v>
                </c:pt>
                <c:pt idx="7">
                  <c:v>392.54199999999997</c:v>
                </c:pt>
                <c:pt idx="8">
                  <c:v>514.69749999999999</c:v>
                </c:pt>
                <c:pt idx="9">
                  <c:v>339.05599999999998</c:v>
                </c:pt>
                <c:pt idx="10">
                  <c:v>649.67449999999997</c:v>
                </c:pt>
                <c:pt idx="11">
                  <c:v>573.77750000000003</c:v>
                </c:pt>
                <c:pt idx="12">
                  <c:v>593.24350000000004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AD-4C57-86C0-2D9F705030EE}"/>
            </c:ext>
          </c:extLst>
        </c:ser>
        <c:ser>
          <c:idx val="1"/>
          <c:order val="1"/>
          <c:tx>
            <c:strRef>
              <c:f>Sheet2!$D$1</c:f>
              <c:strCache>
                <c:ptCount val="1"/>
                <c:pt idx="0">
                  <c:v>Processing Median (μs)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Sheet2!$B$2:$B$14</c:f>
              <c:strCache>
                <c:ptCount val="13"/>
                <c:pt idx="0">
                  <c:v>cmd/arming (service)</c:v>
                </c:pt>
                <c:pt idx="1">
                  <c:v>setpoint_raw/local</c:v>
                </c:pt>
                <c:pt idx="2">
                  <c:v>setpoint_velocity/cmd_vel</c:v>
                </c:pt>
                <c:pt idx="3">
                  <c:v>setpoint_position/local</c:v>
                </c:pt>
                <c:pt idx="4">
                  <c:v>setpoint_raw/attitude</c:v>
                </c:pt>
                <c:pt idx="5">
                  <c:v>setpoint_accel/accel</c:v>
                </c:pt>
                <c:pt idx="6">
                  <c:v>setpoint_raw/global</c:v>
                </c:pt>
                <c:pt idx="7">
                  <c:v>setpoint_trajectory/local</c:v>
                </c:pt>
                <c:pt idx="8">
                  <c:v>manual_control/send</c:v>
                </c:pt>
                <c:pt idx="9">
                  <c:v>setpoint_position/global</c:v>
                </c:pt>
                <c:pt idx="10">
                  <c:v>actuator_control</c:v>
                </c:pt>
                <c:pt idx="11">
                  <c:v>vision_pose/pose</c:v>
                </c:pt>
                <c:pt idx="12">
                  <c:v>mocap/pose</c:v>
                </c:pt>
              </c:strCache>
            </c:strRef>
          </c:cat>
          <c:val>
            <c:numRef>
              <c:f>Sheet2!$D$2:$D$14</c:f>
              <c:numCache>
                <c:formatCode>General</c:formatCode>
                <c:ptCount val="13"/>
                <c:pt idx="0">
                  <c:v>14.673500000000001</c:v>
                </c:pt>
                <c:pt idx="1">
                  <c:v>16.318999999999999</c:v>
                </c:pt>
                <c:pt idx="2">
                  <c:v>14.08</c:v>
                </c:pt>
                <c:pt idx="3">
                  <c:v>23.097000000000001</c:v>
                </c:pt>
                <c:pt idx="4">
                  <c:v>18.3385</c:v>
                </c:pt>
                <c:pt idx="5">
                  <c:v>26.726500000000001</c:v>
                </c:pt>
                <c:pt idx="6">
                  <c:v>23.086500000000001</c:v>
                </c:pt>
                <c:pt idx="7">
                  <c:v>22.2285</c:v>
                </c:pt>
                <c:pt idx="8">
                  <c:v>16.657</c:v>
                </c:pt>
                <c:pt idx="9">
                  <c:v>17.367999999999999</c:v>
                </c:pt>
                <c:pt idx="10">
                  <c:v>14.045999999999999</c:v>
                </c:pt>
                <c:pt idx="11">
                  <c:v>25.954499999999999</c:v>
                </c:pt>
                <c:pt idx="12">
                  <c:v>20.678999999999998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AD-4C57-86C0-2D9F705030EE}"/>
            </c:ext>
          </c:extLst>
        </c:ser>
        <c:ser>
          <c:idx val="2"/>
          <c:order val="2"/>
          <c:tx>
            <c:strRef>
              <c:f>Sheet2!$E$1</c:f>
              <c:strCache>
                <c:ptCount val="1"/>
                <c:pt idx="0">
                  <c:v>Total Median (μs)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Sheet2!$B$2:$B$14</c:f>
              <c:strCache>
                <c:ptCount val="13"/>
                <c:pt idx="0">
                  <c:v>cmd/arming (service)</c:v>
                </c:pt>
                <c:pt idx="1">
                  <c:v>setpoint_raw/local</c:v>
                </c:pt>
                <c:pt idx="2">
                  <c:v>setpoint_velocity/cmd_vel</c:v>
                </c:pt>
                <c:pt idx="3">
                  <c:v>setpoint_position/local</c:v>
                </c:pt>
                <c:pt idx="4">
                  <c:v>setpoint_raw/attitude</c:v>
                </c:pt>
                <c:pt idx="5">
                  <c:v>setpoint_accel/accel</c:v>
                </c:pt>
                <c:pt idx="6">
                  <c:v>setpoint_raw/global</c:v>
                </c:pt>
                <c:pt idx="7">
                  <c:v>setpoint_trajectory/local</c:v>
                </c:pt>
                <c:pt idx="8">
                  <c:v>manual_control/send</c:v>
                </c:pt>
                <c:pt idx="9">
                  <c:v>setpoint_position/global</c:v>
                </c:pt>
                <c:pt idx="10">
                  <c:v>actuator_control</c:v>
                </c:pt>
                <c:pt idx="11">
                  <c:v>vision_pose/pose</c:v>
                </c:pt>
                <c:pt idx="12">
                  <c:v>mocap/pose</c:v>
                </c:pt>
              </c:strCache>
            </c:strRef>
          </c:cat>
          <c:val>
            <c:numRef>
              <c:f>Sheet2!$E$2:$E$14</c:f>
              <c:numCache>
                <c:formatCode>General</c:formatCode>
                <c:ptCount val="13"/>
                <c:pt idx="0">
                  <c:v>30.62</c:v>
                </c:pt>
                <c:pt idx="1">
                  <c:v>371.22750000000002</c:v>
                </c:pt>
                <c:pt idx="2">
                  <c:v>992.37</c:v>
                </c:pt>
                <c:pt idx="3">
                  <c:v>627.15349999999989</c:v>
                </c:pt>
                <c:pt idx="4">
                  <c:v>387.18849999999998</c:v>
                </c:pt>
                <c:pt idx="5">
                  <c:v>634.39300000000003</c:v>
                </c:pt>
                <c:pt idx="6">
                  <c:v>612.13599999999997</c:v>
                </c:pt>
                <c:pt idx="7">
                  <c:v>416.83699999999999</c:v>
                </c:pt>
                <c:pt idx="8">
                  <c:v>530.5150000000001</c:v>
                </c:pt>
                <c:pt idx="9">
                  <c:v>356.27650000000011</c:v>
                </c:pt>
                <c:pt idx="10">
                  <c:v>664.19849999999997</c:v>
                </c:pt>
                <c:pt idx="11">
                  <c:v>602.46</c:v>
                </c:pt>
                <c:pt idx="12">
                  <c:v>614.00399999999991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AD-4C57-86C0-2D9F705030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65421456"/>
        <c:axId val="965438256"/>
      </c:barChart>
      <c:catAx>
        <c:axId val="965421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65438256"/>
        <c:crosses val="autoZero"/>
        <c:auto val="1"/>
        <c:lblAlgn val="ctr"/>
        <c:lblOffset val="100"/>
        <c:noMultiLvlLbl val="0"/>
      </c:catAx>
      <c:valAx>
        <c:axId val="965438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65421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 dirty="0"/>
              <a:t>Weekly meeting </a:t>
            </a:r>
            <a:r>
              <a:rPr lang="ko-KR" altLang="en-US" sz="1100" dirty="0"/>
              <a:t>표지</a:t>
            </a: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목표는 </a:t>
            </a:r>
            <a:r>
              <a:rPr lang="en-US" altLang="ko-KR" dirty="0"/>
              <a:t>Drone </a:t>
            </a:r>
            <a:r>
              <a:rPr lang="ko-KR" altLang="en-US" dirty="0"/>
              <a:t>자율 주행 과정에서 발생하는 </a:t>
            </a:r>
            <a:r>
              <a:rPr lang="en-US" altLang="ko-KR" dirty="0"/>
              <a:t>latency</a:t>
            </a:r>
            <a:r>
              <a:rPr lang="ko-KR" altLang="en-US" dirty="0"/>
              <a:t>를 알아보는 것입니다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어떤 이유로 </a:t>
            </a:r>
            <a:r>
              <a:rPr lang="en-US" altLang="ko-KR" dirty="0"/>
              <a:t>latency</a:t>
            </a:r>
            <a:r>
              <a:rPr lang="ko-KR" altLang="en-US" dirty="0"/>
              <a:t>가 발생하는지 여러 과정을 살펴보았는데요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지금까지 봐온 부분들은</a:t>
            </a:r>
            <a:endParaRPr lang="en-US" altLang="ko-KR" dirty="0"/>
          </a:p>
          <a:p>
            <a:r>
              <a:rPr lang="en-US" altLang="ko-KR" dirty="0"/>
              <a:t>MAVROS </a:t>
            </a:r>
            <a:r>
              <a:rPr lang="ko-KR" altLang="en-US" dirty="0"/>
              <a:t>내부 처리 과정</a:t>
            </a:r>
            <a:r>
              <a:rPr lang="en-US" altLang="ko-KR" dirty="0"/>
              <a:t>, ROS2</a:t>
            </a:r>
            <a:r>
              <a:rPr lang="ko-KR" altLang="en-US" dirty="0"/>
              <a:t>와 </a:t>
            </a:r>
            <a:r>
              <a:rPr lang="en-US" altLang="ko-KR" dirty="0"/>
              <a:t>MAVROS</a:t>
            </a:r>
            <a:r>
              <a:rPr lang="ko-KR" altLang="en-US" dirty="0"/>
              <a:t>의 통신</a:t>
            </a:r>
            <a:r>
              <a:rPr lang="en-US" altLang="ko-KR" dirty="0"/>
              <a:t>, PX4</a:t>
            </a:r>
            <a:r>
              <a:rPr lang="ko-KR" altLang="en-US" dirty="0"/>
              <a:t>의 내부 처리 과정</a:t>
            </a:r>
            <a:endParaRPr lang="en-US" altLang="ko-KR" dirty="0"/>
          </a:p>
          <a:p>
            <a:r>
              <a:rPr lang="ko-KR" altLang="en-US" dirty="0"/>
              <a:t>정도를 살펴보았습니다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그리고 앞으로는 </a:t>
            </a:r>
            <a:r>
              <a:rPr lang="en-US" altLang="ko-KR" dirty="0"/>
              <a:t>Lidar </a:t>
            </a:r>
            <a:r>
              <a:rPr lang="ko-KR" altLang="en-US" dirty="0"/>
              <a:t>센서와</a:t>
            </a:r>
            <a:r>
              <a:rPr lang="en-US" altLang="ko-KR" dirty="0"/>
              <a:t>, </a:t>
            </a:r>
            <a:r>
              <a:rPr lang="ko-KR" altLang="en-US" dirty="0"/>
              <a:t>명령 누락 등의 문제로 인한 </a:t>
            </a:r>
            <a:r>
              <a:rPr lang="en-US" altLang="ko-KR" dirty="0"/>
              <a:t>Latency</a:t>
            </a:r>
            <a:r>
              <a:rPr lang="ko-KR" altLang="en-US" dirty="0"/>
              <a:t>를 확인해보고자 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191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7F690-A82E-9D80-B0AA-D21B928F1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3FBDA7-4351-65FD-964C-03AB10422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6A8CA6-F12C-ADEA-872B-E5F8BBEC1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우선</a:t>
            </a:r>
            <a:r>
              <a:rPr lang="en-US" altLang="ko-KR" dirty="0"/>
              <a:t>, </a:t>
            </a:r>
            <a:r>
              <a:rPr lang="ko-KR" altLang="en-US" dirty="0"/>
              <a:t>제가 </a:t>
            </a:r>
            <a:r>
              <a:rPr lang="en-US" altLang="ko-KR" dirty="0"/>
              <a:t>gazebo </a:t>
            </a:r>
            <a:r>
              <a:rPr lang="ko-KR" altLang="en-US" dirty="0"/>
              <a:t>에서 시뮬레이션을 진행했을 때</a:t>
            </a:r>
            <a:r>
              <a:rPr lang="en-US" altLang="ko-KR" dirty="0"/>
              <a:t>, </a:t>
            </a:r>
            <a:r>
              <a:rPr lang="ko-KR" altLang="en-US" dirty="0"/>
              <a:t>발생했던 문제를 다시 말씀드리겠습니다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drone</a:t>
            </a:r>
            <a:r>
              <a:rPr lang="ko-KR" altLang="en-US" dirty="0"/>
              <a:t>에 </a:t>
            </a:r>
            <a:r>
              <a:rPr lang="en-US" altLang="ko-KR" dirty="0"/>
              <a:t>2</a:t>
            </a:r>
            <a:r>
              <a:rPr lang="ko-KR" altLang="en-US" dirty="0"/>
              <a:t>가지 명령을 전달하였습니다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첫 번째 명령은 목표 지점으로 이동하는 명령이고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두 번째 명령은 이동 중</a:t>
            </a:r>
            <a:r>
              <a:rPr lang="en-US" altLang="ko-KR" dirty="0"/>
              <a:t>, </a:t>
            </a:r>
            <a:r>
              <a:rPr lang="ko-KR" altLang="en-US" dirty="0"/>
              <a:t>장애물을 만나면 해당 위치에서 멈추는 명령입니다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그러면</a:t>
            </a:r>
            <a:r>
              <a:rPr lang="en-US" altLang="ko-KR" dirty="0"/>
              <a:t>, </a:t>
            </a:r>
            <a:r>
              <a:rPr lang="ko-KR" altLang="en-US" dirty="0" err="1"/>
              <a:t>드론은</a:t>
            </a:r>
            <a:r>
              <a:rPr lang="ko-KR" altLang="en-US" dirty="0"/>
              <a:t> 첫 번째 명령에 따라 이동하다가</a:t>
            </a:r>
            <a:r>
              <a:rPr lang="en-US" altLang="ko-KR" dirty="0"/>
              <a:t>, </a:t>
            </a:r>
            <a:r>
              <a:rPr lang="ko-KR" altLang="en-US" dirty="0"/>
              <a:t>장애물을 만나</a:t>
            </a:r>
            <a:endParaRPr lang="en-US" altLang="ko-KR" dirty="0"/>
          </a:p>
          <a:p>
            <a:r>
              <a:rPr lang="ko-KR" altLang="en-US" dirty="0"/>
              <a:t>해당 위치에 정지해야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그러나</a:t>
            </a:r>
            <a:r>
              <a:rPr lang="en-US" altLang="ko-KR" dirty="0"/>
              <a:t>, </a:t>
            </a:r>
            <a:r>
              <a:rPr lang="ko-KR" altLang="en-US" dirty="0"/>
              <a:t>실제 시뮬레이션 상에서는 즉시 정지하지 못하고</a:t>
            </a:r>
            <a:r>
              <a:rPr lang="en-US" altLang="ko-KR" dirty="0"/>
              <a:t>, </a:t>
            </a:r>
            <a:r>
              <a:rPr lang="ko-KR" altLang="en-US" dirty="0"/>
              <a:t>충돌이 일어났었습니다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이렇듯</a:t>
            </a:r>
            <a:r>
              <a:rPr lang="en-US" altLang="ko-KR" dirty="0"/>
              <a:t>, </a:t>
            </a:r>
            <a:r>
              <a:rPr lang="ko-KR" altLang="en-US" dirty="0"/>
              <a:t>정지 명령이 반영되지 않은 이유를 알아보고자</a:t>
            </a:r>
            <a:r>
              <a:rPr lang="en-US" altLang="ko-KR" dirty="0"/>
              <a:t>, </a:t>
            </a:r>
            <a:r>
              <a:rPr lang="ko-KR" altLang="en-US" dirty="0"/>
              <a:t>주로 </a:t>
            </a:r>
            <a:r>
              <a:rPr lang="en-US" altLang="ko-KR" dirty="0"/>
              <a:t>MAVROS</a:t>
            </a:r>
            <a:r>
              <a:rPr lang="ko-KR" altLang="en-US" dirty="0"/>
              <a:t>에 집중하여 </a:t>
            </a:r>
            <a:r>
              <a:rPr lang="en-US" altLang="ko-KR" dirty="0"/>
              <a:t>latency </a:t>
            </a:r>
            <a:r>
              <a:rPr lang="ko-KR" altLang="en-US" dirty="0"/>
              <a:t>이유를 살펴보았습니다</a:t>
            </a:r>
            <a:r>
              <a:rPr lang="en-US" altLang="ko-KR" dirty="0"/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07D149-B373-2983-DDFF-F6A51A224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409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98B6B-E598-03E9-0671-36F5A1D3C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94F66C-B41A-C048-A5BE-8C67AC169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B91FD-E8C5-8ACF-7E5B-A4053E877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우선 </a:t>
            </a:r>
            <a:r>
              <a:rPr lang="en-US" altLang="ko-KR" dirty="0"/>
              <a:t>MAVROS</a:t>
            </a:r>
            <a:r>
              <a:rPr lang="ko-KR" altLang="en-US" dirty="0"/>
              <a:t>가 무엇인지 다시 짚고 가면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PX4</a:t>
            </a:r>
            <a:r>
              <a:rPr lang="ko-KR" altLang="en-US" dirty="0"/>
              <a:t>라는 </a:t>
            </a:r>
            <a:r>
              <a:rPr lang="en-US" altLang="ko-KR" dirty="0"/>
              <a:t>drone </a:t>
            </a:r>
            <a:r>
              <a:rPr lang="ko-KR" altLang="en-US" dirty="0"/>
              <a:t>소프트웨어는 </a:t>
            </a:r>
            <a:r>
              <a:rPr lang="en-US" altLang="ko-KR" dirty="0" err="1"/>
              <a:t>mavlink</a:t>
            </a:r>
            <a:r>
              <a:rPr lang="en-US" altLang="ko-KR" dirty="0"/>
              <a:t> </a:t>
            </a:r>
            <a:r>
              <a:rPr lang="ko-KR" altLang="en-US" dirty="0"/>
              <a:t>형태의 </a:t>
            </a:r>
            <a:r>
              <a:rPr lang="en-US" altLang="ko-KR" dirty="0"/>
              <a:t>msg</a:t>
            </a:r>
            <a:r>
              <a:rPr lang="ko-KR" altLang="en-US" dirty="0"/>
              <a:t>를 사용합니다</a:t>
            </a:r>
            <a:r>
              <a:rPr lang="en-US" altLang="ko-KR" dirty="0"/>
              <a:t>. </a:t>
            </a:r>
            <a:r>
              <a:rPr lang="en-US" altLang="ko-KR" dirty="0" err="1"/>
              <a:t>mavlink</a:t>
            </a:r>
            <a:r>
              <a:rPr lang="ko-KR" altLang="en-US" dirty="0"/>
              <a:t>는 주로 무인기에서 사용되는 통신 프로토콜인데요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외부 컴퓨터에서 </a:t>
            </a:r>
            <a:r>
              <a:rPr lang="en-US" altLang="ko-KR" dirty="0"/>
              <a:t>ros2 msg</a:t>
            </a:r>
            <a:r>
              <a:rPr lang="ko-KR" altLang="en-US" dirty="0"/>
              <a:t>로 명령을 내리기 위해</a:t>
            </a:r>
            <a:r>
              <a:rPr lang="en-US" altLang="ko-KR" dirty="0"/>
              <a:t>, ros2 msg</a:t>
            </a:r>
            <a:r>
              <a:rPr lang="ko-KR" altLang="en-US" dirty="0"/>
              <a:t>를 </a:t>
            </a:r>
            <a:r>
              <a:rPr lang="en-US" altLang="ko-KR" dirty="0" err="1"/>
              <a:t>mavklink</a:t>
            </a:r>
            <a:r>
              <a:rPr lang="ko-KR" altLang="en-US" dirty="0"/>
              <a:t>로 변환하는 과정이 필요합니다</a:t>
            </a:r>
            <a:r>
              <a:rPr lang="en-US" altLang="ko-KR" dirty="0"/>
              <a:t>. </a:t>
            </a:r>
            <a:r>
              <a:rPr lang="ko-KR" altLang="en-US" dirty="0"/>
              <a:t>이를 위해 </a:t>
            </a:r>
            <a:r>
              <a:rPr lang="en-US" altLang="ko-KR" dirty="0" err="1"/>
              <a:t>mavros</a:t>
            </a:r>
            <a:r>
              <a:rPr lang="ko-KR" altLang="en-US" dirty="0"/>
              <a:t>라는 </a:t>
            </a:r>
            <a:r>
              <a:rPr lang="en-US" altLang="ko-KR" dirty="0" err="1"/>
              <a:t>bridg</a:t>
            </a:r>
            <a:r>
              <a:rPr lang="ko-KR" altLang="en-US" dirty="0"/>
              <a:t>가 사용됩니다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저는 이 중간에 </a:t>
            </a:r>
            <a:r>
              <a:rPr lang="ko-KR" altLang="en-US" dirty="0" err="1"/>
              <a:t>껴있는</a:t>
            </a:r>
            <a:r>
              <a:rPr lang="ko-KR" altLang="en-US" dirty="0"/>
              <a:t> </a:t>
            </a:r>
            <a:r>
              <a:rPr lang="en-US" altLang="ko-KR" dirty="0" err="1"/>
              <a:t>mavros</a:t>
            </a:r>
            <a:r>
              <a:rPr lang="ko-KR" altLang="en-US" dirty="0"/>
              <a:t>가 주 </a:t>
            </a:r>
            <a:r>
              <a:rPr lang="en-US" altLang="ko-KR" dirty="0"/>
              <a:t>latency </a:t>
            </a:r>
            <a:r>
              <a:rPr lang="ko-KR" altLang="en-US" dirty="0"/>
              <a:t>원인이라 생각되어 </a:t>
            </a:r>
            <a:r>
              <a:rPr lang="en-US" altLang="ko-KR" dirty="0" err="1"/>
              <a:t>mavros</a:t>
            </a:r>
            <a:r>
              <a:rPr lang="ko-KR" altLang="en-US" dirty="0"/>
              <a:t>의 처리 과정을 살펴보고 구조를 파악하였습니다</a:t>
            </a:r>
            <a:r>
              <a:rPr lang="en-US" altLang="ko-KR" dirty="0"/>
              <a:t>. </a:t>
            </a:r>
          </a:p>
          <a:p>
            <a:r>
              <a:rPr lang="en-US" altLang="ko-KR" dirty="0" err="1"/>
              <a:t>mavros</a:t>
            </a:r>
            <a:r>
              <a:rPr lang="ko-KR" altLang="en-US" dirty="0"/>
              <a:t>의 내부 처리 과정을 살펴보면 </a:t>
            </a:r>
            <a:r>
              <a:rPr lang="en-US" altLang="ko-KR" dirty="0"/>
              <a:t>ros2 node</a:t>
            </a:r>
            <a:r>
              <a:rPr lang="ko-KR" altLang="en-US" dirty="0"/>
              <a:t>에서 발행된 </a:t>
            </a:r>
            <a:r>
              <a:rPr lang="en-US" altLang="ko-KR" dirty="0"/>
              <a:t>msg</a:t>
            </a:r>
            <a:r>
              <a:rPr lang="ko-KR" altLang="en-US" dirty="0"/>
              <a:t>가 </a:t>
            </a:r>
            <a:r>
              <a:rPr lang="en-US" altLang="ko-KR" dirty="0" err="1"/>
              <a:t>mavros</a:t>
            </a:r>
            <a:r>
              <a:rPr lang="en-US" altLang="ko-KR" dirty="0"/>
              <a:t> node</a:t>
            </a:r>
            <a:r>
              <a:rPr lang="ko-KR" altLang="en-US" dirty="0"/>
              <a:t>에서</a:t>
            </a:r>
            <a:endParaRPr lang="en-US" altLang="ko-KR" dirty="0"/>
          </a:p>
          <a:p>
            <a:r>
              <a:rPr lang="en-US" altLang="ko-KR" dirty="0"/>
              <a:t>plugin, </a:t>
            </a:r>
            <a:r>
              <a:rPr lang="en-US" altLang="ko-KR" dirty="0" err="1"/>
              <a:t>cb</a:t>
            </a:r>
            <a:r>
              <a:rPr lang="ko-KR" altLang="en-US" dirty="0"/>
              <a:t>함수 호출</a:t>
            </a:r>
            <a:r>
              <a:rPr lang="en-US" altLang="ko-KR" dirty="0"/>
              <a:t>, </a:t>
            </a:r>
            <a:r>
              <a:rPr lang="en-US" altLang="ko-KR" dirty="0" err="1"/>
              <a:t>libamvconn</a:t>
            </a:r>
            <a:r>
              <a:rPr lang="en-US" altLang="ko-KR" dirty="0"/>
              <a:t>, router </a:t>
            </a:r>
            <a:r>
              <a:rPr lang="ko-KR" altLang="en-US" dirty="0"/>
              <a:t>등의 과정을 거쳐 </a:t>
            </a:r>
            <a:r>
              <a:rPr lang="en-US" altLang="ko-KR" dirty="0"/>
              <a:t>px4</a:t>
            </a:r>
            <a:r>
              <a:rPr lang="ko-KR" altLang="en-US" dirty="0"/>
              <a:t>로 전송됨을 확인하였습니다</a:t>
            </a:r>
            <a:r>
              <a:rPr lang="en-US" altLang="ko-KR" dirty="0"/>
              <a:t>. </a:t>
            </a:r>
            <a:r>
              <a:rPr lang="ko-KR" altLang="en-US" dirty="0"/>
              <a:t>이 복잡한 과정으로 인해 처리시간이 지연되어 </a:t>
            </a:r>
            <a:r>
              <a:rPr lang="en-US" altLang="ko-KR" dirty="0" err="1"/>
              <a:t>latenc</a:t>
            </a:r>
            <a:r>
              <a:rPr lang="ko-KR" altLang="en-US" dirty="0"/>
              <a:t>가 발생한다고 생각하였지만</a:t>
            </a:r>
            <a:r>
              <a:rPr lang="en-US" altLang="ko-KR" dirty="0"/>
              <a:t>, </a:t>
            </a:r>
            <a:r>
              <a:rPr lang="ko-KR" altLang="en-US" dirty="0"/>
              <a:t>실제 </a:t>
            </a:r>
            <a:r>
              <a:rPr lang="en-US" altLang="ko-KR" dirty="0" err="1"/>
              <a:t>latenc</a:t>
            </a:r>
            <a:r>
              <a:rPr lang="ko-KR" altLang="en-US" dirty="0"/>
              <a:t>를 측정해보았더니</a:t>
            </a:r>
            <a:r>
              <a:rPr lang="en-US" altLang="ko-KR" dirty="0"/>
              <a:t>, </a:t>
            </a:r>
            <a:r>
              <a:rPr lang="ko-KR" altLang="en-US" dirty="0"/>
              <a:t>크게 영향을 줄 정도의 </a:t>
            </a:r>
            <a:r>
              <a:rPr lang="en-US" altLang="ko-KR" dirty="0" err="1"/>
              <a:t>latenc</a:t>
            </a:r>
            <a:r>
              <a:rPr lang="ko-KR" altLang="en-US" dirty="0"/>
              <a:t>는 아니었습니다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다음으로</a:t>
            </a:r>
            <a:r>
              <a:rPr lang="en-US" altLang="ko-KR" dirty="0"/>
              <a:t>, </a:t>
            </a:r>
            <a:r>
              <a:rPr lang="en-US" altLang="ko-KR" dirty="0" err="1"/>
              <a:t>mavros</a:t>
            </a:r>
            <a:r>
              <a:rPr lang="ko-KR" altLang="en-US" dirty="0"/>
              <a:t>가 단일 </a:t>
            </a:r>
            <a:r>
              <a:rPr lang="en-US" altLang="ko-KR" dirty="0"/>
              <a:t>node</a:t>
            </a:r>
            <a:r>
              <a:rPr lang="ko-KR" altLang="en-US" dirty="0"/>
              <a:t>인 점으로 보아</a:t>
            </a:r>
            <a:r>
              <a:rPr lang="en-US" altLang="ko-KR" dirty="0"/>
              <a:t>, </a:t>
            </a:r>
            <a:r>
              <a:rPr lang="ko-KR" altLang="en-US" dirty="0"/>
              <a:t>여러 </a:t>
            </a:r>
            <a:r>
              <a:rPr lang="en-US" altLang="ko-KR" dirty="0"/>
              <a:t>topic</a:t>
            </a:r>
            <a:r>
              <a:rPr lang="ko-KR" altLang="en-US" dirty="0"/>
              <a:t>과 </a:t>
            </a:r>
            <a:r>
              <a:rPr lang="en-US" altLang="ko-KR" dirty="0"/>
              <a:t>node</a:t>
            </a:r>
            <a:r>
              <a:rPr lang="ko-KR" altLang="en-US" dirty="0"/>
              <a:t>에서 발행되는 </a:t>
            </a:r>
            <a:r>
              <a:rPr lang="en-US" altLang="ko-KR" dirty="0"/>
              <a:t>msg</a:t>
            </a:r>
            <a:r>
              <a:rPr lang="ko-KR" altLang="en-US" dirty="0"/>
              <a:t>들이 </a:t>
            </a:r>
            <a:r>
              <a:rPr lang="en-US" altLang="ko-KR" dirty="0" err="1"/>
              <a:t>mavros</a:t>
            </a:r>
            <a:r>
              <a:rPr lang="en-US" altLang="ko-KR" dirty="0"/>
              <a:t> node</a:t>
            </a:r>
            <a:r>
              <a:rPr lang="ko-KR" altLang="en-US" dirty="0"/>
              <a:t>에서 </a:t>
            </a:r>
            <a:r>
              <a:rPr lang="ko-KR" altLang="en-US" dirty="0" err="1"/>
              <a:t>병목되어</a:t>
            </a:r>
            <a:r>
              <a:rPr lang="ko-KR" altLang="en-US" dirty="0"/>
              <a:t> </a:t>
            </a:r>
            <a:r>
              <a:rPr lang="en-US" altLang="ko-KR" dirty="0"/>
              <a:t>latency</a:t>
            </a:r>
            <a:r>
              <a:rPr lang="ko-KR" altLang="en-US" dirty="0"/>
              <a:t>가 발생한다고 생각하였습니다</a:t>
            </a:r>
            <a:r>
              <a:rPr lang="en-US" altLang="ko-KR" dirty="0"/>
              <a:t>. </a:t>
            </a:r>
            <a:r>
              <a:rPr lang="ko-KR" altLang="en-US" dirty="0"/>
              <a:t>실제 구조를 보면 </a:t>
            </a:r>
            <a:r>
              <a:rPr lang="en-US" altLang="ko-KR" dirty="0"/>
              <a:t>px4</a:t>
            </a:r>
            <a:r>
              <a:rPr lang="ko-KR" altLang="en-US" dirty="0"/>
              <a:t>로 </a:t>
            </a:r>
            <a:r>
              <a:rPr lang="en-US" altLang="ko-KR" dirty="0"/>
              <a:t>msg</a:t>
            </a:r>
            <a:r>
              <a:rPr lang="ko-KR" altLang="en-US" dirty="0"/>
              <a:t>를 전송하는 최종 </a:t>
            </a:r>
            <a:r>
              <a:rPr lang="en-US" altLang="ko-KR" dirty="0"/>
              <a:t>queue</a:t>
            </a:r>
            <a:r>
              <a:rPr lang="ko-KR" altLang="en-US" dirty="0"/>
              <a:t>가 하나로</a:t>
            </a:r>
            <a:r>
              <a:rPr lang="en-US" altLang="ko-KR" dirty="0"/>
              <a:t>, </a:t>
            </a:r>
            <a:r>
              <a:rPr lang="en-US" altLang="ko-KR" dirty="0" err="1"/>
              <a:t>fifo</a:t>
            </a:r>
            <a:r>
              <a:rPr lang="en-US" altLang="ko-KR" dirty="0"/>
              <a:t> queue</a:t>
            </a:r>
            <a:r>
              <a:rPr lang="ko-KR" altLang="en-US" dirty="0"/>
              <a:t>였습니다</a:t>
            </a:r>
            <a:r>
              <a:rPr lang="en-US" altLang="ko-KR" dirty="0"/>
              <a:t>. </a:t>
            </a:r>
            <a:r>
              <a:rPr lang="ko-KR" altLang="en-US" dirty="0" err="1"/>
              <a:t>그러다보니</a:t>
            </a:r>
            <a:r>
              <a:rPr lang="ko-KR" altLang="en-US" dirty="0"/>
              <a:t> 여러 </a:t>
            </a:r>
            <a:r>
              <a:rPr lang="en-US" altLang="ko-KR" dirty="0"/>
              <a:t>msg</a:t>
            </a:r>
            <a:r>
              <a:rPr lang="ko-KR" altLang="en-US" dirty="0"/>
              <a:t>가 쌓여 중요한 명령이 지연된다고 생각하였습니다</a:t>
            </a:r>
            <a:r>
              <a:rPr lang="en-US" altLang="ko-KR" dirty="0"/>
              <a:t>. </a:t>
            </a:r>
            <a:r>
              <a:rPr lang="ko-KR" altLang="en-US" dirty="0"/>
              <a:t>그러나 </a:t>
            </a:r>
            <a:r>
              <a:rPr lang="en-US" altLang="ko-KR" dirty="0" err="1"/>
              <a:t>fifo</a:t>
            </a:r>
            <a:r>
              <a:rPr lang="en-US" altLang="ko-KR" dirty="0"/>
              <a:t> queue</a:t>
            </a:r>
            <a:r>
              <a:rPr lang="ko-KR" altLang="en-US" dirty="0"/>
              <a:t>의 처리 속도와 </a:t>
            </a:r>
            <a:r>
              <a:rPr lang="en-US" altLang="ko-KR" dirty="0"/>
              <a:t>px4</a:t>
            </a:r>
            <a:r>
              <a:rPr lang="ko-KR" altLang="en-US" dirty="0"/>
              <a:t> 내부 처리 속도를 고려했을 때</a:t>
            </a:r>
            <a:r>
              <a:rPr lang="en-US" altLang="ko-KR" dirty="0"/>
              <a:t>, </a:t>
            </a:r>
            <a:r>
              <a:rPr lang="en-US" altLang="ko-KR" dirty="0" err="1"/>
              <a:t>fifo</a:t>
            </a:r>
            <a:r>
              <a:rPr lang="en-US" altLang="ko-KR" dirty="0"/>
              <a:t> </a:t>
            </a:r>
            <a:r>
              <a:rPr lang="ko-KR" altLang="en-US" dirty="0"/>
              <a:t>구조가 큰 문제가 되지 않음을 확인하였습니다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그래서 </a:t>
            </a:r>
            <a:r>
              <a:rPr lang="en-US" altLang="ko-KR" dirty="0" err="1"/>
              <a:t>mavros</a:t>
            </a:r>
            <a:r>
              <a:rPr lang="en-US" altLang="ko-KR" dirty="0"/>
              <a:t> </a:t>
            </a:r>
            <a:r>
              <a:rPr lang="ko-KR" altLang="en-US" dirty="0"/>
              <a:t>자체는 </a:t>
            </a:r>
            <a:r>
              <a:rPr lang="en-US" altLang="ko-KR" dirty="0"/>
              <a:t>latency</a:t>
            </a:r>
            <a:r>
              <a:rPr lang="ko-KR" altLang="en-US" dirty="0"/>
              <a:t>의 주된 원인이 아님을 확인하였습니다</a:t>
            </a:r>
            <a:r>
              <a:rPr lang="en-US" altLang="ko-KR" dirty="0"/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6CADD6-DBA1-C882-F2CA-414CECC1D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567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93ABC-F4D0-87AB-1F1A-4F4D6CD16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520217-A31F-5866-6E56-2253EA16A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1BA441-31C1-7D9D-24B5-A8A8BD4EA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 </a:t>
            </a:r>
            <a:r>
              <a:rPr lang="en-US" altLang="ko-KR" dirty="0"/>
              <a:t>ros2</a:t>
            </a:r>
            <a:r>
              <a:rPr lang="ko-KR" altLang="en-US" dirty="0"/>
              <a:t>에서 </a:t>
            </a:r>
            <a:r>
              <a:rPr lang="en-US" altLang="ko-KR" dirty="0" err="1"/>
              <a:t>mavros</a:t>
            </a:r>
            <a:r>
              <a:rPr lang="en-US" altLang="ko-KR" dirty="0"/>
              <a:t> node</a:t>
            </a:r>
            <a:r>
              <a:rPr lang="ko-KR" altLang="en-US" dirty="0"/>
              <a:t>로의 통신 과정에서 </a:t>
            </a:r>
            <a:r>
              <a:rPr lang="en-US" altLang="ko-KR" dirty="0"/>
              <a:t>latency </a:t>
            </a:r>
            <a:r>
              <a:rPr lang="ko-KR" altLang="en-US" dirty="0"/>
              <a:t>원인이 있을 수 있다고 생각되어 이를 확인해보았습니다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여러 </a:t>
            </a:r>
            <a:r>
              <a:rPr lang="en-US" altLang="ko-KR" dirty="0"/>
              <a:t>topic</a:t>
            </a:r>
            <a:r>
              <a:rPr lang="ko-KR" altLang="en-US" dirty="0"/>
              <a:t>과 </a:t>
            </a:r>
            <a:r>
              <a:rPr lang="en-US" altLang="ko-KR" dirty="0"/>
              <a:t>node</a:t>
            </a:r>
            <a:r>
              <a:rPr lang="ko-KR" altLang="en-US" dirty="0"/>
              <a:t>에서 발행되는 모든 </a:t>
            </a:r>
            <a:r>
              <a:rPr lang="en-US" altLang="ko-KR" dirty="0"/>
              <a:t>msg</a:t>
            </a:r>
            <a:r>
              <a:rPr lang="ko-KR" altLang="en-US" dirty="0"/>
              <a:t>가 </a:t>
            </a:r>
            <a:r>
              <a:rPr lang="en-US" altLang="ko-KR" dirty="0" err="1"/>
              <a:t>mavros</a:t>
            </a:r>
            <a:r>
              <a:rPr lang="en-US" altLang="ko-KR" dirty="0"/>
              <a:t> node</a:t>
            </a:r>
            <a:r>
              <a:rPr lang="ko-KR" altLang="en-US" dirty="0"/>
              <a:t>라는 하나의 </a:t>
            </a:r>
            <a:r>
              <a:rPr lang="en-US" altLang="ko-KR" dirty="0"/>
              <a:t>node</a:t>
            </a:r>
            <a:r>
              <a:rPr lang="ko-KR" altLang="en-US" dirty="0"/>
              <a:t>에서 </a:t>
            </a:r>
            <a:r>
              <a:rPr lang="en-US" altLang="ko-KR" dirty="0"/>
              <a:t>subscribe </a:t>
            </a:r>
            <a:r>
              <a:rPr lang="ko-KR" altLang="en-US" dirty="0"/>
              <a:t>하기 때문에</a:t>
            </a:r>
            <a:r>
              <a:rPr lang="en-US" altLang="ko-KR" dirty="0"/>
              <a:t>, </a:t>
            </a:r>
            <a:r>
              <a:rPr lang="en-US" altLang="ko-KR" dirty="0" err="1"/>
              <a:t>mavros</a:t>
            </a:r>
            <a:r>
              <a:rPr lang="en-US" altLang="ko-KR" dirty="0"/>
              <a:t> node</a:t>
            </a:r>
            <a:r>
              <a:rPr lang="ko-KR" altLang="en-US" dirty="0"/>
              <a:t>에서 </a:t>
            </a:r>
            <a:r>
              <a:rPr lang="en-US" altLang="ko-KR" dirty="0"/>
              <a:t>msg</a:t>
            </a:r>
            <a:r>
              <a:rPr lang="ko-KR" altLang="en-US" dirty="0"/>
              <a:t>를 받는 과정에서 병목이 발생한다고 생각하였습니다</a:t>
            </a:r>
            <a:r>
              <a:rPr lang="en-US" altLang="ko-KR" dirty="0"/>
              <a:t>. </a:t>
            </a:r>
            <a:r>
              <a:rPr lang="ko-KR" altLang="en-US" dirty="0"/>
              <a:t>그러나 각 </a:t>
            </a:r>
            <a:r>
              <a:rPr lang="en-US" altLang="ko-KR" dirty="0"/>
              <a:t>topic, node</a:t>
            </a:r>
            <a:r>
              <a:rPr lang="ko-KR" altLang="en-US" dirty="0"/>
              <a:t>별로 서로 다른 </a:t>
            </a:r>
            <a:r>
              <a:rPr lang="en-US" altLang="ko-KR" dirty="0"/>
              <a:t>subscribe queue</a:t>
            </a:r>
            <a:r>
              <a:rPr lang="ko-KR" altLang="en-US" dirty="0"/>
              <a:t>가 있어서</a:t>
            </a:r>
            <a:r>
              <a:rPr lang="en-US" altLang="ko-KR" dirty="0"/>
              <a:t>, </a:t>
            </a:r>
            <a:r>
              <a:rPr lang="ko-KR" altLang="en-US" dirty="0"/>
              <a:t>여러 개의 </a:t>
            </a:r>
            <a:r>
              <a:rPr lang="en-US" altLang="ko-KR" dirty="0"/>
              <a:t>msg</a:t>
            </a:r>
            <a:r>
              <a:rPr lang="ko-KR" altLang="en-US" dirty="0"/>
              <a:t>가 동시에 발행되더라도 병목이 발생하지 않음을 확인하였습니다</a:t>
            </a:r>
            <a:r>
              <a:rPr lang="en-US" altLang="ko-KR" dirty="0"/>
              <a:t>. </a:t>
            </a:r>
            <a:r>
              <a:rPr lang="ko-KR" altLang="en-US" dirty="0"/>
              <a:t>이를 확인하기 위해 </a:t>
            </a:r>
            <a:r>
              <a:rPr lang="en-US" altLang="ko-KR" dirty="0"/>
              <a:t>topic</a:t>
            </a:r>
            <a:r>
              <a:rPr lang="ko-KR" altLang="en-US" dirty="0"/>
              <a:t>수</a:t>
            </a:r>
            <a:r>
              <a:rPr lang="en-US" altLang="ko-KR" dirty="0"/>
              <a:t>, topic </a:t>
            </a:r>
            <a:r>
              <a:rPr lang="ko-KR" altLang="en-US" dirty="0"/>
              <a:t>활성화 여부 등에 따른 </a:t>
            </a:r>
            <a:r>
              <a:rPr lang="en-US" altLang="ko-KR" dirty="0" err="1"/>
              <a:t>latenc</a:t>
            </a:r>
            <a:r>
              <a:rPr lang="ko-KR" altLang="en-US" dirty="0"/>
              <a:t>를 확인해보았습니다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msg</a:t>
            </a:r>
            <a:r>
              <a:rPr lang="ko-KR" altLang="en-US" dirty="0"/>
              <a:t>가 발행된 시점을 </a:t>
            </a:r>
            <a:r>
              <a:rPr lang="en-US" altLang="ko-KR" dirty="0"/>
              <a:t>t1, </a:t>
            </a:r>
            <a:r>
              <a:rPr lang="en-US" altLang="ko-KR" dirty="0" err="1"/>
              <a:t>mavros</a:t>
            </a:r>
            <a:r>
              <a:rPr lang="en-US" altLang="ko-KR" dirty="0"/>
              <a:t> node</a:t>
            </a:r>
            <a:r>
              <a:rPr lang="ko-KR" altLang="en-US" dirty="0"/>
              <a:t>에서 콜백함수르 호출한 시점을 </a:t>
            </a:r>
            <a:r>
              <a:rPr lang="en-US" altLang="ko-KR" dirty="0"/>
              <a:t>t2, </a:t>
            </a:r>
            <a:r>
              <a:rPr lang="ko-KR" altLang="en-US" dirty="0"/>
              <a:t>최종 </a:t>
            </a:r>
            <a:r>
              <a:rPr lang="en-US" altLang="ko-KR" dirty="0"/>
              <a:t>queue</a:t>
            </a:r>
            <a:r>
              <a:rPr lang="ko-KR" altLang="en-US" dirty="0"/>
              <a:t>에서 </a:t>
            </a:r>
            <a:r>
              <a:rPr lang="en-US" altLang="ko-KR" dirty="0"/>
              <a:t>px4</a:t>
            </a:r>
            <a:r>
              <a:rPr lang="ko-KR" altLang="en-US" dirty="0"/>
              <a:t>로 전송한 시점을 </a:t>
            </a:r>
            <a:r>
              <a:rPr lang="en-US" altLang="ko-KR" dirty="0"/>
              <a:t>t3</a:t>
            </a:r>
            <a:r>
              <a:rPr lang="ko-KR" altLang="en-US" dirty="0"/>
              <a:t>로 정하고</a:t>
            </a:r>
            <a:r>
              <a:rPr lang="en-US" altLang="ko-KR" dirty="0"/>
              <a:t>, t1~t2</a:t>
            </a:r>
            <a:r>
              <a:rPr lang="ko-KR" altLang="en-US" dirty="0"/>
              <a:t>를 통신 </a:t>
            </a:r>
            <a:r>
              <a:rPr lang="en-US" altLang="ko-KR" dirty="0"/>
              <a:t>latency, t2~t3</a:t>
            </a:r>
            <a:r>
              <a:rPr lang="ko-KR" altLang="en-US" dirty="0"/>
              <a:t>를 처리 </a:t>
            </a:r>
            <a:r>
              <a:rPr lang="en-US" altLang="ko-KR" dirty="0"/>
              <a:t>latency </a:t>
            </a:r>
            <a:r>
              <a:rPr lang="ko-KR" altLang="en-US" dirty="0"/>
              <a:t>로 설정하였습니다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2F68A1-1833-7BE4-11EA-20BEE8778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869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2FC6B-36BD-28A2-CA8E-BA7271DDC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3E8EEE-749A-6420-F81A-8FB25ADEC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60AF67-D57F-3662-0E86-FFF3A9AFB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우선</a:t>
            </a:r>
            <a:r>
              <a:rPr lang="en-US" altLang="ko-KR" dirty="0"/>
              <a:t>, topic</a:t>
            </a:r>
            <a:r>
              <a:rPr lang="ko-KR" altLang="en-US" dirty="0"/>
              <a:t> 실행 여부에 따른 정지명령</a:t>
            </a:r>
            <a:r>
              <a:rPr lang="en-US" altLang="ko-KR" dirty="0"/>
              <a:t>(service call)</a:t>
            </a:r>
            <a:r>
              <a:rPr lang="ko-KR" altLang="en-US" dirty="0"/>
              <a:t>의 </a:t>
            </a:r>
            <a:r>
              <a:rPr lang="en-US" altLang="ko-KR" dirty="0"/>
              <a:t>latency</a:t>
            </a:r>
            <a:r>
              <a:rPr lang="ko-KR" altLang="en-US" dirty="0"/>
              <a:t>를 측정하였습니다</a:t>
            </a:r>
            <a:r>
              <a:rPr lang="en-US" altLang="ko-KR" dirty="0"/>
              <a:t>. </a:t>
            </a:r>
            <a:r>
              <a:rPr lang="ko-KR" altLang="en-US" dirty="0"/>
              <a:t>여러 번의 시행 가운데</a:t>
            </a:r>
            <a:r>
              <a:rPr lang="en-US" altLang="ko-KR" dirty="0"/>
              <a:t>, </a:t>
            </a:r>
            <a:r>
              <a:rPr lang="ko-KR" altLang="en-US" dirty="0"/>
              <a:t>하나의 결과입니다</a:t>
            </a:r>
            <a:r>
              <a:rPr lang="en-US" altLang="ko-KR" dirty="0"/>
              <a:t>. </a:t>
            </a:r>
            <a:r>
              <a:rPr lang="ko-KR" altLang="en-US" dirty="0" err="1"/>
              <a:t>보시다시피</a:t>
            </a:r>
            <a:r>
              <a:rPr lang="ko-KR" altLang="en-US" dirty="0"/>
              <a:t> </a:t>
            </a:r>
            <a:r>
              <a:rPr lang="en-US" altLang="ko-KR" dirty="0"/>
              <a:t>topic</a:t>
            </a:r>
            <a:r>
              <a:rPr lang="ko-KR" altLang="en-US" dirty="0"/>
              <a:t>의 실행 여부와 상관없이 </a:t>
            </a:r>
            <a:r>
              <a:rPr lang="en-US" altLang="ko-KR" dirty="0"/>
              <a:t>service call</a:t>
            </a:r>
            <a:r>
              <a:rPr lang="ko-KR" altLang="en-US" dirty="0"/>
              <a:t>의 </a:t>
            </a:r>
            <a:r>
              <a:rPr lang="en-US" altLang="ko-KR" dirty="0" err="1"/>
              <a:t>latenc</a:t>
            </a:r>
            <a:r>
              <a:rPr lang="ko-KR" altLang="en-US" dirty="0"/>
              <a:t>가 측정되었습니다</a:t>
            </a:r>
            <a:r>
              <a:rPr lang="en-US" altLang="ko-KR" dirty="0"/>
              <a:t>. 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토픽 실행 여부와 관계없이</a:t>
            </a:r>
            <a:r>
              <a:rPr lang="en-US" altLang="ko-KR" dirty="0"/>
              <a:t>, service call</a:t>
            </a:r>
            <a:r>
              <a:rPr lang="ko-KR" altLang="en-US" dirty="0"/>
              <a:t>의 </a:t>
            </a:r>
            <a:r>
              <a:rPr lang="en-US" altLang="ko-KR" dirty="0"/>
              <a:t>latency</a:t>
            </a:r>
            <a:r>
              <a:rPr lang="ko-KR" altLang="en-US" dirty="0"/>
              <a:t>가 튀는 문제는 확인이 필요하다고 생각합니다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다음으로</a:t>
            </a:r>
            <a:r>
              <a:rPr lang="en-US" altLang="ko-KR" dirty="0"/>
              <a:t>, topic </a:t>
            </a:r>
            <a:r>
              <a:rPr lang="ko-KR" altLang="en-US" dirty="0"/>
              <a:t>개수에 따른 </a:t>
            </a:r>
            <a:r>
              <a:rPr lang="en-US" altLang="ko-KR" dirty="0"/>
              <a:t>service call</a:t>
            </a:r>
            <a:r>
              <a:rPr lang="ko-KR" altLang="en-US" dirty="0"/>
              <a:t>과 다른 </a:t>
            </a:r>
            <a:r>
              <a:rPr lang="en-US" altLang="ko-KR" dirty="0"/>
              <a:t>topic</a:t>
            </a:r>
            <a:r>
              <a:rPr lang="ko-KR" altLang="en-US" dirty="0"/>
              <a:t>들의 </a:t>
            </a:r>
            <a:r>
              <a:rPr lang="en-US" altLang="ko-KR" dirty="0"/>
              <a:t>latency</a:t>
            </a:r>
            <a:r>
              <a:rPr lang="ko-KR" altLang="en-US" dirty="0"/>
              <a:t>를 측정하였습니다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 또한</a:t>
            </a:r>
            <a:r>
              <a:rPr lang="en-US" altLang="ko-KR" dirty="0"/>
              <a:t>, topic</a:t>
            </a:r>
            <a:r>
              <a:rPr lang="ko-KR" altLang="en-US" dirty="0"/>
              <a:t> 수가 많아져도</a:t>
            </a:r>
            <a:r>
              <a:rPr lang="en-US" altLang="ko-KR" dirty="0"/>
              <a:t>, </a:t>
            </a:r>
            <a:r>
              <a:rPr lang="ko-KR" altLang="en-US" dirty="0"/>
              <a:t>서로 </a:t>
            </a:r>
            <a:r>
              <a:rPr lang="en-US" altLang="ko-KR" dirty="0"/>
              <a:t>topic</a:t>
            </a:r>
            <a:r>
              <a:rPr lang="ko-KR" altLang="en-US" dirty="0"/>
              <a:t>의 통신에 미치는 영향이 없음을 확인하였습니다</a:t>
            </a:r>
            <a:r>
              <a:rPr lang="en-US" altLang="ko-KR" dirty="0"/>
              <a:t>. </a:t>
            </a:r>
            <a:r>
              <a:rPr lang="ko-KR" altLang="en-US" dirty="0"/>
              <a:t>각 </a:t>
            </a:r>
            <a:r>
              <a:rPr lang="ko-KR" altLang="en-US" dirty="0" err="1"/>
              <a:t>토픽간의</a:t>
            </a:r>
            <a:r>
              <a:rPr lang="ko-KR" altLang="en-US" dirty="0"/>
              <a:t> </a:t>
            </a:r>
            <a:r>
              <a:rPr lang="en-US" altLang="ko-KR" dirty="0"/>
              <a:t>latency</a:t>
            </a:r>
            <a:r>
              <a:rPr lang="ko-KR" altLang="en-US" dirty="0"/>
              <a:t>도</a:t>
            </a:r>
            <a:r>
              <a:rPr lang="en-US" altLang="ko-KR" dirty="0"/>
              <a:t>, </a:t>
            </a:r>
            <a:r>
              <a:rPr lang="ko-KR" altLang="en-US" dirty="0"/>
              <a:t>비슷하게 측정되었습니다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이를 통해</a:t>
            </a:r>
            <a:r>
              <a:rPr lang="en-US" altLang="ko-KR" dirty="0"/>
              <a:t>, drone</a:t>
            </a:r>
            <a:r>
              <a:rPr lang="ko-KR" altLang="en-US" dirty="0"/>
              <a:t>의 경우 여러 개의 센서가 있어서 여러 </a:t>
            </a:r>
            <a:r>
              <a:rPr lang="en-US" altLang="ko-KR" dirty="0"/>
              <a:t>topic</a:t>
            </a:r>
            <a:r>
              <a:rPr lang="ko-KR" altLang="en-US" dirty="0"/>
              <a:t>을 통한 </a:t>
            </a:r>
            <a:r>
              <a:rPr lang="en-US" altLang="ko-KR" dirty="0"/>
              <a:t>msg</a:t>
            </a:r>
            <a:r>
              <a:rPr lang="ko-KR" altLang="en-US" dirty="0"/>
              <a:t> 교환이 이뤄지는데</a:t>
            </a:r>
            <a:r>
              <a:rPr lang="en-US" altLang="ko-KR" dirty="0"/>
              <a:t>, </a:t>
            </a:r>
            <a:r>
              <a:rPr lang="ko-KR" altLang="en-US" dirty="0"/>
              <a:t>현재의 </a:t>
            </a:r>
            <a:r>
              <a:rPr lang="en-US" altLang="ko-KR" dirty="0" err="1"/>
              <a:t>mavros</a:t>
            </a:r>
            <a:r>
              <a:rPr lang="en-US" altLang="ko-KR" dirty="0"/>
              <a:t> </a:t>
            </a:r>
            <a:r>
              <a:rPr lang="ko-KR" altLang="en-US" dirty="0"/>
              <a:t>구조가 </a:t>
            </a:r>
            <a:r>
              <a:rPr lang="en-US" altLang="ko-KR" dirty="0"/>
              <a:t>drone </a:t>
            </a:r>
            <a:r>
              <a:rPr lang="ko-KR" altLang="en-US" dirty="0"/>
              <a:t>센서 값들을 전달하는데 있어서</a:t>
            </a:r>
            <a:r>
              <a:rPr lang="en-US" altLang="ko-KR" dirty="0"/>
              <a:t>, </a:t>
            </a:r>
            <a:r>
              <a:rPr lang="ko-KR" altLang="en-US" dirty="0"/>
              <a:t>나름 최선의 구조라고 생각하였습니다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4B21F2-7023-DC10-F1C1-9C05CABC7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240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1A727-08F1-DA0F-55F5-C6376C760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417156-F50E-16C6-3C96-B1CE08829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000D7B-F225-8490-7A83-115AA025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그래서 </a:t>
            </a:r>
            <a:r>
              <a:rPr lang="ko-KR" altLang="en-US" dirty="0" err="1"/>
              <a:t>다음로</a:t>
            </a:r>
            <a:r>
              <a:rPr lang="ko-KR" altLang="en-US" dirty="0"/>
              <a:t> 확인해볼 </a:t>
            </a:r>
            <a:r>
              <a:rPr lang="en-US" altLang="ko-KR" dirty="0"/>
              <a:t>latency</a:t>
            </a:r>
            <a:r>
              <a:rPr lang="ko-KR" altLang="en-US" dirty="0"/>
              <a:t>의 요인들을 말씀드리겠습니다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Lidar </a:t>
            </a:r>
            <a:r>
              <a:rPr lang="ko-KR" altLang="en-US" dirty="0"/>
              <a:t>신호 처리 과정으로 인한 </a:t>
            </a:r>
            <a:r>
              <a:rPr lang="en-US" altLang="ko-KR" dirty="0"/>
              <a:t>latency 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px4</a:t>
            </a:r>
            <a:r>
              <a:rPr lang="ko-KR" altLang="en-US" dirty="0"/>
              <a:t>의 경우</a:t>
            </a:r>
            <a:r>
              <a:rPr lang="en-US" altLang="ko-KR" dirty="0"/>
              <a:t>, lidar</a:t>
            </a:r>
            <a:r>
              <a:rPr lang="ko-KR" altLang="en-US" dirty="0"/>
              <a:t>와 독립적으로 동작하기 때문에</a:t>
            </a:r>
            <a:r>
              <a:rPr lang="en-US" altLang="ko-KR" dirty="0"/>
              <a:t>, lidar</a:t>
            </a:r>
            <a:r>
              <a:rPr lang="ko-KR" altLang="en-US" dirty="0"/>
              <a:t>에서 장애물이 감지되더라도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altLang="ko-KR" dirty="0"/>
              <a:t>px4</a:t>
            </a:r>
            <a:r>
              <a:rPr lang="ko-KR" altLang="en-US" dirty="0"/>
              <a:t>에서 확인하고 정지할 수 없습니다</a:t>
            </a:r>
            <a:r>
              <a:rPr lang="en-US" altLang="ko-KR" dirty="0"/>
              <a:t>. </a:t>
            </a:r>
            <a:r>
              <a:rPr lang="ko-KR" altLang="en-US" dirty="0"/>
              <a:t>따라서</a:t>
            </a:r>
            <a:r>
              <a:rPr lang="en-US" altLang="ko-KR" dirty="0"/>
              <a:t>, lidar </a:t>
            </a:r>
            <a:r>
              <a:rPr lang="ko-KR" altLang="en-US" dirty="0"/>
              <a:t>센서가 값을 </a:t>
            </a:r>
            <a:r>
              <a:rPr lang="en-US" altLang="ko-KR" dirty="0"/>
              <a:t>topic</a:t>
            </a:r>
            <a:r>
              <a:rPr lang="ko-KR" altLang="en-US" dirty="0"/>
              <a:t>에 올리면</a:t>
            </a:r>
            <a:r>
              <a:rPr lang="en-US" altLang="ko-KR" dirty="0"/>
              <a:t>, </a:t>
            </a:r>
            <a:r>
              <a:rPr lang="ko-KR" altLang="en-US" dirty="0"/>
              <a:t>이 </a:t>
            </a:r>
            <a:r>
              <a:rPr lang="en-US" altLang="ko-KR" dirty="0"/>
              <a:t>topic</a:t>
            </a:r>
            <a:r>
              <a:rPr lang="ko-KR" altLang="en-US" dirty="0"/>
              <a:t>을 </a:t>
            </a:r>
            <a:r>
              <a:rPr lang="en-US" altLang="ko-KR" dirty="0"/>
              <a:t>python </a:t>
            </a:r>
            <a:r>
              <a:rPr lang="ko-KR" altLang="en-US" dirty="0"/>
              <a:t>노드가 구독하여</a:t>
            </a:r>
            <a:r>
              <a:rPr lang="en-US" altLang="ko-KR" dirty="0"/>
              <a:t>, </a:t>
            </a:r>
            <a:r>
              <a:rPr lang="ko-KR" altLang="en-US" dirty="0"/>
              <a:t>주기적으로 확인하면서</a:t>
            </a:r>
            <a:r>
              <a:rPr lang="en-US" altLang="ko-KR" dirty="0"/>
              <a:t>, </a:t>
            </a:r>
            <a:r>
              <a:rPr lang="ko-KR" altLang="en-US" dirty="0"/>
              <a:t>장애물 감지 여부를 체크해야 합니다</a:t>
            </a:r>
            <a:r>
              <a:rPr lang="en-US" altLang="ko-KR" dirty="0"/>
              <a:t>. </a:t>
            </a:r>
            <a:r>
              <a:rPr lang="ko-KR" altLang="en-US" dirty="0"/>
              <a:t>그렇게 장애물이 감지되면 </a:t>
            </a:r>
            <a:r>
              <a:rPr lang="en-US" altLang="ko-KR" dirty="0"/>
              <a:t>python node</a:t>
            </a:r>
            <a:r>
              <a:rPr lang="ko-KR" altLang="en-US" dirty="0"/>
              <a:t>는 정지 명령을 발행하면 </a:t>
            </a:r>
            <a:r>
              <a:rPr lang="en-US" altLang="ko-KR" dirty="0" err="1"/>
              <a:t>mavros</a:t>
            </a:r>
            <a:r>
              <a:rPr lang="ko-KR" altLang="en-US" dirty="0"/>
              <a:t>를 거쳐 </a:t>
            </a:r>
            <a:r>
              <a:rPr lang="en-US" altLang="ko-KR" dirty="0"/>
              <a:t>px4</a:t>
            </a:r>
            <a:r>
              <a:rPr lang="ko-KR" altLang="en-US" dirty="0"/>
              <a:t>로 전달됩니다</a:t>
            </a:r>
            <a:r>
              <a:rPr lang="en-US" altLang="ko-KR" dirty="0"/>
              <a:t>. </a:t>
            </a:r>
            <a:r>
              <a:rPr lang="ko-KR" altLang="en-US" dirty="0"/>
              <a:t>이 과정에서 </a:t>
            </a:r>
            <a:r>
              <a:rPr lang="en-US" altLang="ko-KR" dirty="0" err="1"/>
              <a:t>latenc</a:t>
            </a:r>
            <a:r>
              <a:rPr lang="ko-KR" altLang="en-US" dirty="0"/>
              <a:t>가 발생할 수 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다음으로 긴급 정지 명령이 누락되고 있을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최종 </a:t>
            </a:r>
            <a:r>
              <a:rPr lang="en-US" altLang="ko-KR" dirty="0"/>
              <a:t>queue</a:t>
            </a:r>
            <a:r>
              <a:rPr lang="ko-KR" altLang="en-US" dirty="0"/>
              <a:t>에 다음과 같이 위치명령과 정지명령이 있다고 가정합니다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만약 정지명령이 </a:t>
            </a:r>
            <a:r>
              <a:rPr lang="en-US" altLang="ko-KR" dirty="0"/>
              <a:t>disarm </a:t>
            </a:r>
            <a:r>
              <a:rPr lang="ko-KR" altLang="en-US" dirty="0"/>
              <a:t>명령이라면</a:t>
            </a:r>
            <a:r>
              <a:rPr lang="en-US" altLang="ko-KR" dirty="0"/>
              <a:t>, </a:t>
            </a:r>
            <a:r>
              <a:rPr lang="ko-KR" altLang="en-US" dirty="0"/>
              <a:t>정지명령이 </a:t>
            </a:r>
            <a:r>
              <a:rPr lang="en-US" altLang="ko-KR" dirty="0"/>
              <a:t>px4</a:t>
            </a:r>
            <a:r>
              <a:rPr lang="ko-KR" altLang="en-US" dirty="0"/>
              <a:t>로 전송되면 </a:t>
            </a:r>
            <a:r>
              <a:rPr lang="en-US" altLang="ko-KR" dirty="0"/>
              <a:t>drone</a:t>
            </a:r>
            <a:r>
              <a:rPr lang="ko-KR" altLang="en-US" dirty="0"/>
              <a:t>의 모터가 작동을 중지하면서</a:t>
            </a:r>
            <a:r>
              <a:rPr lang="en-US" altLang="ko-KR" dirty="0"/>
              <a:t>, </a:t>
            </a:r>
            <a:r>
              <a:rPr lang="ko-KR" altLang="en-US" dirty="0"/>
              <a:t>이후의 위치명령이 반영되지 않습니다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그러나</a:t>
            </a:r>
            <a:r>
              <a:rPr lang="en-US" altLang="ko-KR" dirty="0"/>
              <a:t>, </a:t>
            </a:r>
            <a:r>
              <a:rPr lang="ko-KR" altLang="en-US" dirty="0"/>
              <a:t>제가 보내는 정지명령은 </a:t>
            </a:r>
            <a:r>
              <a:rPr lang="en-US" altLang="ko-KR" dirty="0"/>
              <a:t>disarm</a:t>
            </a:r>
            <a:r>
              <a:rPr lang="ko-KR" altLang="en-US" dirty="0"/>
              <a:t>이 아니라 제자리에서 </a:t>
            </a:r>
            <a:r>
              <a:rPr lang="ko-KR" altLang="en-US" dirty="0" err="1"/>
              <a:t>호버링</a:t>
            </a:r>
            <a:r>
              <a:rPr lang="ko-KR" altLang="en-US" dirty="0"/>
              <a:t> 하는 것이기 때문에</a:t>
            </a:r>
            <a:r>
              <a:rPr lang="en-US" altLang="ko-KR" dirty="0"/>
              <a:t>, drone</a:t>
            </a:r>
            <a:r>
              <a:rPr lang="ko-KR" altLang="en-US" dirty="0"/>
              <a:t>은 계속 작동하는 상태입니다</a:t>
            </a:r>
            <a:r>
              <a:rPr lang="en-US" altLang="ko-KR" dirty="0"/>
              <a:t>. </a:t>
            </a:r>
            <a:r>
              <a:rPr lang="ko-KR" altLang="en-US" dirty="0" err="1"/>
              <a:t>그러다보니</a:t>
            </a:r>
            <a:r>
              <a:rPr lang="en-US" altLang="ko-KR" dirty="0"/>
              <a:t>, </a:t>
            </a:r>
            <a:r>
              <a:rPr lang="ko-KR" altLang="en-US" dirty="0"/>
              <a:t>이후에 들어온 위치명령으로 인해 정지명령이 반영되지 않고 계속 </a:t>
            </a:r>
            <a:r>
              <a:rPr lang="en-US" altLang="ko-KR" dirty="0"/>
              <a:t>drone</a:t>
            </a:r>
            <a:r>
              <a:rPr lang="ko-KR" altLang="en-US" dirty="0"/>
              <a:t>이 이동하게 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</a:p>
          <a:p>
            <a:r>
              <a:rPr lang="ko-KR" altLang="en-US" dirty="0"/>
              <a:t>이 두 </a:t>
            </a:r>
            <a:r>
              <a:rPr lang="en-US" altLang="ko-KR" dirty="0"/>
              <a:t>latency</a:t>
            </a:r>
            <a:r>
              <a:rPr lang="ko-KR" altLang="en-US" dirty="0"/>
              <a:t>를 시뮬레이터 상에서 확인해보고자 하고 있습니다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605163-1E3F-78F7-E6DF-1682CB410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838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26.01.13.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/>
          <p:cNvSpPr/>
          <p:nvPr/>
        </p:nvSpPr>
        <p:spPr>
          <a:xfrm>
            <a:off x="203760" y="998280"/>
            <a:ext cx="8852760" cy="41905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Drone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자율주행을 위한 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Offboarding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과정에서 발생하는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를 알아보자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요인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MAVROS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내부 처리 과정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ROS2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의 통신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PX4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의 내부 처리 과정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Lidar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C00000"/>
                </a:solidFill>
                <a:latin typeface="Times New Roman"/>
              </a:rPr>
              <a:t>명령 누락</a:t>
            </a:r>
            <a:endParaRPr lang="en-US" altLang="ko-KR" sz="2000" b="1" spc="-1" dirty="0">
              <a:solidFill>
                <a:srgbClr val="C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/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/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/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101" name="직사각형 33"/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C1489-69E0-CDF2-D6B5-035C58F6B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00590BD3-E9CB-0562-3329-499F1F8DE901}"/>
              </a:ext>
            </a:extLst>
          </p:cNvPr>
          <p:cNvSpPr/>
          <p:nvPr/>
        </p:nvSpPr>
        <p:spPr>
          <a:xfrm>
            <a:off x="203760" y="998280"/>
            <a:ext cx="8852760" cy="14197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긴급 정지 명령의 지연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명령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1: (0, 0)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(5,5)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이동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(topic)</a:t>
            </a:r>
            <a:endParaRPr lang="ko-KR" alt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명령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2: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장애물을 만나면 정지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service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)</a:t>
            </a:r>
            <a:endParaRPr lang="ko-KR" altLang="en-US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387907C9-26D6-A628-DB8B-396AE78BAB38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3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6DCEDF3C-8B40-3AAD-81AC-C9DDF49196B3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25202E52-A8DA-9213-B5EE-12FDBEDF56CF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offboarding latency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D883EB3A-E14A-5BC8-C16F-AF52BD9CDC1B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2A7ED32-BF3A-E04B-DF5A-EDF9D8650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923097"/>
              </p:ext>
            </p:extLst>
          </p:nvPr>
        </p:nvGraphicFramePr>
        <p:xfrm>
          <a:off x="617745" y="2701239"/>
          <a:ext cx="7908510" cy="3822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085">
                  <a:extLst>
                    <a:ext uri="{9D8B030D-6E8A-4147-A177-3AD203B41FA5}">
                      <a16:colId xmlns:a16="http://schemas.microsoft.com/office/drawing/2014/main" val="3812162585"/>
                    </a:ext>
                  </a:extLst>
                </a:gridCol>
                <a:gridCol w="1318085">
                  <a:extLst>
                    <a:ext uri="{9D8B030D-6E8A-4147-A177-3AD203B41FA5}">
                      <a16:colId xmlns:a16="http://schemas.microsoft.com/office/drawing/2014/main" val="2191264266"/>
                    </a:ext>
                  </a:extLst>
                </a:gridCol>
                <a:gridCol w="1318085">
                  <a:extLst>
                    <a:ext uri="{9D8B030D-6E8A-4147-A177-3AD203B41FA5}">
                      <a16:colId xmlns:a16="http://schemas.microsoft.com/office/drawing/2014/main" val="1323614644"/>
                    </a:ext>
                  </a:extLst>
                </a:gridCol>
                <a:gridCol w="1318085">
                  <a:extLst>
                    <a:ext uri="{9D8B030D-6E8A-4147-A177-3AD203B41FA5}">
                      <a16:colId xmlns:a16="http://schemas.microsoft.com/office/drawing/2014/main" val="3599856658"/>
                    </a:ext>
                  </a:extLst>
                </a:gridCol>
                <a:gridCol w="1318085">
                  <a:extLst>
                    <a:ext uri="{9D8B030D-6E8A-4147-A177-3AD203B41FA5}">
                      <a16:colId xmlns:a16="http://schemas.microsoft.com/office/drawing/2014/main" val="3956463215"/>
                    </a:ext>
                  </a:extLst>
                </a:gridCol>
                <a:gridCol w="1318085">
                  <a:extLst>
                    <a:ext uri="{9D8B030D-6E8A-4147-A177-3AD203B41FA5}">
                      <a16:colId xmlns:a16="http://schemas.microsoft.com/office/drawing/2014/main" val="405212507"/>
                    </a:ext>
                  </a:extLst>
                </a:gridCol>
              </a:tblGrid>
              <a:tr h="63698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479884"/>
                  </a:ext>
                </a:extLst>
              </a:tr>
              <a:tr h="63698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225846"/>
                  </a:ext>
                </a:extLst>
              </a:tr>
              <a:tr h="63698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215625"/>
                  </a:ext>
                </a:extLst>
              </a:tr>
              <a:tr h="63698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0543"/>
                  </a:ext>
                </a:extLst>
              </a:tr>
              <a:tr h="63698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213775"/>
                  </a:ext>
                </a:extLst>
              </a:tr>
              <a:tr h="63798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503914"/>
                  </a:ext>
                </a:extLst>
              </a:tr>
            </a:tbl>
          </a:graphicData>
        </a:graphic>
      </p:graphicFrame>
      <p:pic>
        <p:nvPicPr>
          <p:cNvPr id="1026" name="Picture 2" descr="소비자 드론 비교하기 - 매빅 시리즈 및 다른 소비자 드론 비교 - DJI">
            <a:extLst>
              <a:ext uri="{FF2B5EF4-FFF2-40B4-BE49-F238E27FC236}">
                <a16:creationId xmlns:a16="http://schemas.microsoft.com/office/drawing/2014/main" id="{EB830F59-53FB-63FA-0C42-C1B4B0D73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60" y="2313616"/>
            <a:ext cx="1423159" cy="142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그래픽 21" descr="자극 물질 단색으로 채워진">
            <a:extLst>
              <a:ext uri="{FF2B5EF4-FFF2-40B4-BE49-F238E27FC236}">
                <a16:creationId xmlns:a16="http://schemas.microsoft.com/office/drawing/2014/main" id="{98B5A50E-53E8-FE5D-2123-465339C75E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4192" y="4412286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CE29D05-9413-6D64-AE04-4842979BE4B8}"/>
              </a:ext>
            </a:extLst>
          </p:cNvPr>
          <p:cNvSpPr txBox="1"/>
          <p:nvPr/>
        </p:nvSpPr>
        <p:spPr>
          <a:xfrm>
            <a:off x="147537" y="2328652"/>
            <a:ext cx="101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(0, 0)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0C9DF8-3BD8-1CF7-959B-DE9151C751B1}"/>
              </a:ext>
            </a:extLst>
          </p:cNvPr>
          <p:cNvSpPr txBox="1"/>
          <p:nvPr/>
        </p:nvSpPr>
        <p:spPr>
          <a:xfrm>
            <a:off x="8018132" y="6440958"/>
            <a:ext cx="101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(5, 5)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C7184A-A4CC-5702-B989-60054DF38516}"/>
              </a:ext>
            </a:extLst>
          </p:cNvPr>
          <p:cNvSpPr txBox="1"/>
          <p:nvPr/>
        </p:nvSpPr>
        <p:spPr>
          <a:xfrm>
            <a:off x="4744192" y="4126160"/>
            <a:ext cx="808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정지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938CD4-074B-1C61-1CFF-F81520E99E3A}"/>
              </a:ext>
            </a:extLst>
          </p:cNvPr>
          <p:cNvSpPr txBox="1"/>
          <p:nvPr/>
        </p:nvSpPr>
        <p:spPr>
          <a:xfrm>
            <a:off x="4949453" y="5100417"/>
            <a:ext cx="3569100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즉시 정지하지 못하고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충돌한다</a:t>
            </a:r>
            <a:endParaRPr lang="en-US" altLang="ko-KR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23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22222E-6 L 0.34688 0.2222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44" y="1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688 0.22222 L 0.40591 0.2761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1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0AA74-1977-6850-9F8F-66CDC796C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674BABB2-E66A-20DC-B119-0715A05B4761}"/>
              </a:ext>
            </a:extLst>
          </p:cNvPr>
          <p:cNvSpPr/>
          <p:nvPr/>
        </p:nvSpPr>
        <p:spPr>
          <a:xfrm>
            <a:off x="203760" y="998280"/>
            <a:ext cx="8852760" cy="28055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MAVROS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MAVROS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명령 처리 과정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4A44F913-AEDC-D529-DC0C-665CEAD25A34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4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CE69A3C5-C7A0-56E5-0BF3-588AA3EEECD9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1AF787A6-69CC-851E-19A1-A7C92DEB6723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Latency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요인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 1: MAVROS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8C349B29-CE2E-F6D5-1DE2-EC78C2DEA13F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5F77335-1CEC-CA0B-D909-FDD039E4AB18}"/>
              </a:ext>
            </a:extLst>
          </p:cNvPr>
          <p:cNvGrpSpPr/>
          <p:nvPr/>
        </p:nvGrpSpPr>
        <p:grpSpPr>
          <a:xfrm>
            <a:off x="560859" y="1717185"/>
            <a:ext cx="1992689" cy="1147317"/>
            <a:chOff x="6073098" y="4814262"/>
            <a:chExt cx="1992689" cy="1147317"/>
          </a:xfrm>
        </p:grpSpPr>
        <p:pic>
          <p:nvPicPr>
            <p:cNvPr id="3" name="Picture 8" descr="ROS2 Part 1 - Create a ROS2 Python Package and Node">
              <a:extLst>
                <a:ext uri="{FF2B5EF4-FFF2-40B4-BE49-F238E27FC236}">
                  <a16:creationId xmlns:a16="http://schemas.microsoft.com/office/drawing/2014/main" id="{6F9B51AC-8269-BFA2-9595-418E602518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1427" y="5014890"/>
              <a:ext cx="1476030" cy="4276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1581AF1-40CE-D20C-9F17-87E0079B5DF0}"/>
                </a:ext>
              </a:extLst>
            </p:cNvPr>
            <p:cNvSpPr/>
            <p:nvPr/>
          </p:nvSpPr>
          <p:spPr>
            <a:xfrm>
              <a:off x="6073098" y="4814262"/>
              <a:ext cx="1992689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B219EF6-5734-4781-5349-BA62AF1DC191}"/>
                </a:ext>
              </a:extLst>
            </p:cNvPr>
            <p:cNvSpPr txBox="1"/>
            <p:nvPr/>
          </p:nvSpPr>
          <p:spPr>
            <a:xfrm>
              <a:off x="6242632" y="5541382"/>
              <a:ext cx="16536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n-ea"/>
                </a:rPr>
                <a:t>Middleware</a:t>
              </a:r>
              <a:endParaRPr lang="ko-KR" altLang="en-US" dirty="0">
                <a:latin typeface="+mn-ea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E8AA47F-A2FA-EA1F-7AF1-50D314EC8AE2}"/>
              </a:ext>
            </a:extLst>
          </p:cNvPr>
          <p:cNvGrpSpPr/>
          <p:nvPr/>
        </p:nvGrpSpPr>
        <p:grpSpPr>
          <a:xfrm>
            <a:off x="3575655" y="1657838"/>
            <a:ext cx="1992689" cy="1206664"/>
            <a:chOff x="421560" y="4754916"/>
            <a:chExt cx="1992689" cy="1206664"/>
          </a:xfrm>
        </p:grpSpPr>
        <p:pic>
          <p:nvPicPr>
            <p:cNvPr id="24" name="Picture 4" descr="PX4 Autopilot 사용자 안내서 | PX4 Guide (main)">
              <a:extLst>
                <a:ext uri="{FF2B5EF4-FFF2-40B4-BE49-F238E27FC236}">
                  <a16:creationId xmlns:a16="http://schemas.microsoft.com/office/drawing/2014/main" id="{7284E16F-13E6-E175-BCA8-C64D806361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723" y="4754916"/>
              <a:ext cx="1216277" cy="9117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D493C3A-AC2D-8AF8-040E-AF0229FB547A}"/>
                </a:ext>
              </a:extLst>
            </p:cNvPr>
            <p:cNvSpPr/>
            <p:nvPr/>
          </p:nvSpPr>
          <p:spPr>
            <a:xfrm>
              <a:off x="421560" y="4814263"/>
              <a:ext cx="1992689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FF826AF-CBA4-381E-BA2C-4E6CFFB06B9B}"/>
                </a:ext>
              </a:extLst>
            </p:cNvPr>
            <p:cNvSpPr txBox="1"/>
            <p:nvPr/>
          </p:nvSpPr>
          <p:spPr>
            <a:xfrm>
              <a:off x="506326" y="5541382"/>
              <a:ext cx="18231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n-ea"/>
                </a:rPr>
                <a:t>Drone Software</a:t>
              </a:r>
              <a:endParaRPr lang="ko-KR" altLang="en-US" dirty="0">
                <a:latin typeface="+mn-ea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9B9FD89-5E75-DE98-A601-1C197E4B2DBF}"/>
              </a:ext>
            </a:extLst>
          </p:cNvPr>
          <p:cNvGrpSpPr/>
          <p:nvPr/>
        </p:nvGrpSpPr>
        <p:grpSpPr>
          <a:xfrm>
            <a:off x="6591011" y="1717185"/>
            <a:ext cx="1992689" cy="1147317"/>
            <a:chOff x="3247329" y="4814262"/>
            <a:chExt cx="1992689" cy="1147317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B622374-BD77-8ADD-A148-C8783FB39141}"/>
                </a:ext>
              </a:extLst>
            </p:cNvPr>
            <p:cNvSpPr/>
            <p:nvPr/>
          </p:nvSpPr>
          <p:spPr>
            <a:xfrm>
              <a:off x="3247329" y="4814262"/>
              <a:ext cx="1992689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1" name="Picture 6">
              <a:extLst>
                <a:ext uri="{FF2B5EF4-FFF2-40B4-BE49-F238E27FC236}">
                  <a16:creationId xmlns:a16="http://schemas.microsoft.com/office/drawing/2014/main" id="{5E43FBFE-F4F2-E61D-A170-12116FF29C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9285" y="4814262"/>
              <a:ext cx="1728775" cy="844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57074E6-E7A3-8B47-D38F-CE27611B3838}"/>
                </a:ext>
              </a:extLst>
            </p:cNvPr>
            <p:cNvSpPr txBox="1"/>
            <p:nvPr/>
          </p:nvSpPr>
          <p:spPr>
            <a:xfrm>
              <a:off x="3416862" y="5541382"/>
              <a:ext cx="16536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n-ea"/>
                </a:rPr>
                <a:t>Simulator</a:t>
              </a:r>
              <a:endParaRPr lang="ko-KR" altLang="en-US" dirty="0">
                <a:latin typeface="+mn-ea"/>
              </a:endParaRPr>
            </a:p>
          </p:txBody>
        </p:sp>
      </p:grp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9138DA6-CE08-2F4C-38E1-07B43548CCED}"/>
              </a:ext>
            </a:extLst>
          </p:cNvPr>
          <p:cNvCxnSpPr>
            <a:cxnSpLocks/>
            <a:stCxn id="27" idx="3"/>
            <a:endCxn id="30" idx="1"/>
          </p:cNvCxnSpPr>
          <p:nvPr/>
        </p:nvCxnSpPr>
        <p:spPr>
          <a:xfrm>
            <a:off x="5568344" y="2290844"/>
            <a:ext cx="102266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C18CA43-A8C7-8768-9664-E1B0EFA3C643}"/>
              </a:ext>
            </a:extLst>
          </p:cNvPr>
          <p:cNvCxnSpPr>
            <a:cxnSpLocks/>
          </p:cNvCxnSpPr>
          <p:nvPr/>
        </p:nvCxnSpPr>
        <p:spPr>
          <a:xfrm>
            <a:off x="2552988" y="2290844"/>
            <a:ext cx="102266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10">
            <a:extLst>
              <a:ext uri="{FF2B5EF4-FFF2-40B4-BE49-F238E27FC236}">
                <a16:creationId xmlns:a16="http://schemas.microsoft.com/office/drawing/2014/main" id="{D0986775-3840-25DA-0A4D-427EC90D4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7175" y="2337564"/>
            <a:ext cx="1022667" cy="24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5F45FE2-6EEB-B672-0036-28C6B60F392B}"/>
              </a:ext>
            </a:extLst>
          </p:cNvPr>
          <p:cNvSpPr txBox="1"/>
          <p:nvPr/>
        </p:nvSpPr>
        <p:spPr>
          <a:xfrm>
            <a:off x="2478332" y="2272055"/>
            <a:ext cx="1216277" cy="369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MAVROS</a:t>
            </a:r>
            <a:endParaRPr lang="ko-KR" altLang="en-US" b="1" dirty="0">
              <a:solidFill>
                <a:srgbClr val="0070C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8E82EF-C14C-70AA-0F18-183DB980A658}"/>
              </a:ext>
            </a:extLst>
          </p:cNvPr>
          <p:cNvSpPr txBox="1"/>
          <p:nvPr/>
        </p:nvSpPr>
        <p:spPr>
          <a:xfrm>
            <a:off x="395830" y="3770544"/>
            <a:ext cx="618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→ plugin →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.. →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router → PX4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1BD1A0C-A14C-AE65-F536-B67B89604D99}"/>
              </a:ext>
            </a:extLst>
          </p:cNvPr>
          <p:cNvSpPr/>
          <p:nvPr/>
        </p:nvSpPr>
        <p:spPr>
          <a:xfrm>
            <a:off x="1298873" y="3749278"/>
            <a:ext cx="4432076" cy="3889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F581835D-0BEB-29BE-93A1-8E58ACD7CC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859" y="4283865"/>
            <a:ext cx="2690635" cy="1924619"/>
          </a:xfrm>
          <a:prstGeom prst="rect">
            <a:avLst/>
          </a:prstGeom>
        </p:spPr>
      </p:pic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181A9EB5-7587-AEB0-AA29-C9ABE7E97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704285"/>
              </p:ext>
            </p:extLst>
          </p:nvPr>
        </p:nvGraphicFramePr>
        <p:xfrm>
          <a:off x="4507401" y="5068429"/>
          <a:ext cx="456217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0362">
                  <a:extLst>
                    <a:ext uri="{9D8B030D-6E8A-4147-A177-3AD203B41FA5}">
                      <a16:colId xmlns:a16="http://schemas.microsoft.com/office/drawing/2014/main" val="3812162585"/>
                    </a:ext>
                  </a:extLst>
                </a:gridCol>
                <a:gridCol w="760362">
                  <a:extLst>
                    <a:ext uri="{9D8B030D-6E8A-4147-A177-3AD203B41FA5}">
                      <a16:colId xmlns:a16="http://schemas.microsoft.com/office/drawing/2014/main" val="2191264266"/>
                    </a:ext>
                  </a:extLst>
                </a:gridCol>
                <a:gridCol w="760362">
                  <a:extLst>
                    <a:ext uri="{9D8B030D-6E8A-4147-A177-3AD203B41FA5}">
                      <a16:colId xmlns:a16="http://schemas.microsoft.com/office/drawing/2014/main" val="1323614644"/>
                    </a:ext>
                  </a:extLst>
                </a:gridCol>
                <a:gridCol w="760362">
                  <a:extLst>
                    <a:ext uri="{9D8B030D-6E8A-4147-A177-3AD203B41FA5}">
                      <a16:colId xmlns:a16="http://schemas.microsoft.com/office/drawing/2014/main" val="3599856658"/>
                    </a:ext>
                  </a:extLst>
                </a:gridCol>
                <a:gridCol w="760362">
                  <a:extLst>
                    <a:ext uri="{9D8B030D-6E8A-4147-A177-3AD203B41FA5}">
                      <a16:colId xmlns:a16="http://schemas.microsoft.com/office/drawing/2014/main" val="3956463215"/>
                    </a:ext>
                  </a:extLst>
                </a:gridCol>
                <a:gridCol w="760362">
                  <a:extLst>
                    <a:ext uri="{9D8B030D-6E8A-4147-A177-3AD203B41FA5}">
                      <a16:colId xmlns:a16="http://schemas.microsoft.com/office/drawing/2014/main" val="405212507"/>
                    </a:ext>
                  </a:extLst>
                </a:gridCol>
              </a:tblGrid>
              <a:tr h="33551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명령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명령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명령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479884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1ABEFA1E-F21D-7456-1B8E-F6309A9FFFAE}"/>
              </a:ext>
            </a:extLst>
          </p:cNvPr>
          <p:cNvSpPr txBox="1"/>
          <p:nvPr/>
        </p:nvSpPr>
        <p:spPr>
          <a:xfrm>
            <a:off x="4461754" y="4653721"/>
            <a:ext cx="3424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Queue (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Queue)</a:t>
            </a: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11D5E682-AE86-3A0B-DC16-6DBD62A75E55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3251494" y="5246175"/>
            <a:ext cx="1255907" cy="513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F7EDCE59-4BB4-0874-0CFF-89557E30FFF6}"/>
              </a:ext>
            </a:extLst>
          </p:cNvPr>
          <p:cNvSpPr/>
          <p:nvPr/>
        </p:nvSpPr>
        <p:spPr>
          <a:xfrm>
            <a:off x="2245716" y="4965213"/>
            <a:ext cx="1005778" cy="44843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285C392-5E22-305E-5AB6-CBEAFBC0697C}"/>
              </a:ext>
            </a:extLst>
          </p:cNvPr>
          <p:cNvSpPr txBox="1"/>
          <p:nvPr/>
        </p:nvSpPr>
        <p:spPr>
          <a:xfrm>
            <a:off x="3800176" y="3419531"/>
            <a:ext cx="17800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복잡한 과정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9DA393A-DF42-CAF9-096D-11ADADD452F6}"/>
              </a:ext>
            </a:extLst>
          </p:cNvPr>
          <p:cNvSpPr txBox="1"/>
          <p:nvPr/>
        </p:nvSpPr>
        <p:spPr>
          <a:xfrm>
            <a:off x="2327115" y="4580354"/>
            <a:ext cx="1504958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단일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47E941-DFD6-7A55-28A1-7DFB2593B749}"/>
              </a:ext>
            </a:extLst>
          </p:cNvPr>
          <p:cNvSpPr txBox="1"/>
          <p:nvPr/>
        </p:nvSpPr>
        <p:spPr>
          <a:xfrm>
            <a:off x="4507401" y="5452100"/>
            <a:ext cx="1504958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Queue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27FD10E-9DB7-05FD-81A3-35226D036049}"/>
              </a:ext>
            </a:extLst>
          </p:cNvPr>
          <p:cNvSpPr txBox="1"/>
          <p:nvPr/>
        </p:nvSpPr>
        <p:spPr>
          <a:xfrm>
            <a:off x="749003" y="3368386"/>
            <a:ext cx="7762274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endParaRPr lang="en-US" altLang="ko-KR" sz="24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ko-KR" altLang="en-US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주된 원인이 아니다</a:t>
            </a:r>
            <a:endParaRPr lang="en-US" altLang="ko-KR" sz="24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ko-KR" altLang="en-US" sz="24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53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 animBg="1"/>
      <p:bldP spid="60" grpId="0"/>
      <p:bldP spid="64" grpId="0" animBg="1"/>
      <p:bldP spid="65" grpId="0" animBg="1"/>
      <p:bldP spid="66" grpId="0" animBg="1"/>
      <p:bldP spid="67" grpId="0" animBg="1"/>
      <p:bldP spid="6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167A9-DD91-5345-ABE6-841DC1C3F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B40B0312-8B87-95F6-7730-ADE84FCC9202}"/>
              </a:ext>
            </a:extLst>
          </p:cNvPr>
          <p:cNvSpPr/>
          <p:nvPr/>
        </p:nvSpPr>
        <p:spPr>
          <a:xfrm>
            <a:off x="203760" y="998280"/>
            <a:ext cx="8852760" cy="4941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ROS2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MAVROS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통신 구조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D55B7207-DE50-F3FA-7F45-278314E8E354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5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6BCFA75B-E82A-3A88-D159-1AA7C5961EF5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02131EE4-FF15-2369-3638-2BDB69228B4A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Latency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요인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 2: ROS2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와 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MAVROS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 통신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391CC50D-592A-76E3-3148-0465C62BB7E4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CA2D8B3-A4D6-1A95-76D9-60E63B3CB9BE}"/>
              </a:ext>
            </a:extLst>
          </p:cNvPr>
          <p:cNvSpPr/>
          <p:nvPr/>
        </p:nvSpPr>
        <p:spPr>
          <a:xfrm>
            <a:off x="306042" y="1554279"/>
            <a:ext cx="8008901" cy="29767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B5CBEE99-A02C-9205-6023-9D79B20E04BD}"/>
              </a:ext>
            </a:extLst>
          </p:cNvPr>
          <p:cNvSpPr/>
          <p:nvPr/>
        </p:nvSpPr>
        <p:spPr>
          <a:xfrm>
            <a:off x="1849043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1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DCD7C207-762E-C46A-1BA5-98D1AE1A064D}"/>
              </a:ext>
            </a:extLst>
          </p:cNvPr>
          <p:cNvSpPr/>
          <p:nvPr/>
        </p:nvSpPr>
        <p:spPr>
          <a:xfrm>
            <a:off x="4315227" y="5983514"/>
            <a:ext cx="133691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A091C8-28A9-5AA0-A4CB-193313058C80}"/>
              </a:ext>
            </a:extLst>
          </p:cNvPr>
          <p:cNvSpPr txBox="1"/>
          <p:nvPr/>
        </p:nvSpPr>
        <p:spPr>
          <a:xfrm>
            <a:off x="440910" y="1646798"/>
            <a:ext cx="86391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BFC6B646-F71D-AEFE-FFA4-B8C73B376F3A}"/>
              </a:ext>
            </a:extLst>
          </p:cNvPr>
          <p:cNvSpPr/>
          <p:nvPr/>
        </p:nvSpPr>
        <p:spPr>
          <a:xfrm>
            <a:off x="2711421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2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325F25E1-71B0-A910-0EF9-8B9DC7A54B2A}"/>
              </a:ext>
            </a:extLst>
          </p:cNvPr>
          <p:cNvSpPr/>
          <p:nvPr/>
        </p:nvSpPr>
        <p:spPr>
          <a:xfrm>
            <a:off x="3573799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3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BA7CAD30-7CDD-8CAD-4876-61E0A34E34DE}"/>
              </a:ext>
            </a:extLst>
          </p:cNvPr>
          <p:cNvSpPr/>
          <p:nvPr/>
        </p:nvSpPr>
        <p:spPr>
          <a:xfrm>
            <a:off x="4436177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4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9C3328CD-3C72-8A50-5F77-0236B45B1D31}"/>
              </a:ext>
            </a:extLst>
          </p:cNvPr>
          <p:cNvSpPr/>
          <p:nvPr/>
        </p:nvSpPr>
        <p:spPr>
          <a:xfrm>
            <a:off x="5298555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5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EAC2AD13-20C5-8C4F-5101-6CF686AD5E62}"/>
              </a:ext>
            </a:extLst>
          </p:cNvPr>
          <p:cNvSpPr/>
          <p:nvPr/>
        </p:nvSpPr>
        <p:spPr>
          <a:xfrm>
            <a:off x="6160933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6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E16EE964-C533-CEA0-0499-BCBC997D332D}"/>
              </a:ext>
            </a:extLst>
          </p:cNvPr>
          <p:cNvSpPr/>
          <p:nvPr/>
        </p:nvSpPr>
        <p:spPr>
          <a:xfrm>
            <a:off x="7023310" y="1646798"/>
            <a:ext cx="1080000" cy="36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7</a:t>
            </a:r>
          </a:p>
        </p:txBody>
      </p:sp>
      <p:cxnSp>
        <p:nvCxnSpPr>
          <p:cNvPr id="65" name="연결선: 구부러짐 64">
            <a:extLst>
              <a:ext uri="{FF2B5EF4-FFF2-40B4-BE49-F238E27FC236}">
                <a16:creationId xmlns:a16="http://schemas.microsoft.com/office/drawing/2014/main" id="{DD13FCAC-26C2-36FA-5E14-086F9F5DF486}"/>
              </a:ext>
            </a:extLst>
          </p:cNvPr>
          <p:cNvCxnSpPr>
            <a:cxnSpLocks/>
            <a:stCxn id="56" idx="2"/>
          </p:cNvCxnSpPr>
          <p:nvPr/>
        </p:nvCxnSpPr>
        <p:spPr>
          <a:xfrm rot="16200000" flipH="1">
            <a:off x="1938714" y="2457127"/>
            <a:ext cx="2085415" cy="1184756"/>
          </a:xfrm>
          <a:prstGeom prst="curved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구부러짐 65">
            <a:extLst>
              <a:ext uri="{FF2B5EF4-FFF2-40B4-BE49-F238E27FC236}">
                <a16:creationId xmlns:a16="http://schemas.microsoft.com/office/drawing/2014/main" id="{FB0C9200-0C56-3E96-91F1-2460CB4C0654}"/>
              </a:ext>
            </a:extLst>
          </p:cNvPr>
          <p:cNvCxnSpPr>
            <a:cxnSpLocks/>
            <a:stCxn id="59" idx="2"/>
            <a:endCxn id="73" idx="0"/>
          </p:cNvCxnSpPr>
          <p:nvPr/>
        </p:nvCxnSpPr>
        <p:spPr>
          <a:xfrm rot="16200000" flipH="1">
            <a:off x="3074848" y="2183371"/>
            <a:ext cx="2085415" cy="1732268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구부러짐 66">
            <a:extLst>
              <a:ext uri="{FF2B5EF4-FFF2-40B4-BE49-F238E27FC236}">
                <a16:creationId xmlns:a16="http://schemas.microsoft.com/office/drawing/2014/main" id="{215C027B-E957-572F-67B5-50E301D41AA2}"/>
              </a:ext>
            </a:extLst>
          </p:cNvPr>
          <p:cNvCxnSpPr>
            <a:cxnSpLocks/>
            <a:stCxn id="61" idx="2"/>
          </p:cNvCxnSpPr>
          <p:nvPr/>
        </p:nvCxnSpPr>
        <p:spPr>
          <a:xfrm rot="16200000" flipH="1">
            <a:off x="4545035" y="2437939"/>
            <a:ext cx="2080724" cy="1218441"/>
          </a:xfrm>
          <a:prstGeom prst="curved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구부러짐 67">
            <a:extLst>
              <a:ext uri="{FF2B5EF4-FFF2-40B4-BE49-F238E27FC236}">
                <a16:creationId xmlns:a16="http://schemas.microsoft.com/office/drawing/2014/main" id="{FA6E859E-DC90-B181-8E85-0AE6F0FB2086}"/>
              </a:ext>
            </a:extLst>
          </p:cNvPr>
          <p:cNvCxnSpPr>
            <a:cxnSpLocks/>
            <a:stCxn id="62" idx="2"/>
          </p:cNvCxnSpPr>
          <p:nvPr/>
        </p:nvCxnSpPr>
        <p:spPr>
          <a:xfrm rot="16200000" flipH="1">
            <a:off x="5034508" y="2810845"/>
            <a:ext cx="2080725" cy="472630"/>
          </a:xfrm>
          <a:prstGeom prst="curved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구부러짐 68">
            <a:extLst>
              <a:ext uri="{FF2B5EF4-FFF2-40B4-BE49-F238E27FC236}">
                <a16:creationId xmlns:a16="http://schemas.microsoft.com/office/drawing/2014/main" id="{45798886-68A2-FEFA-4889-AE3AAA185775}"/>
              </a:ext>
            </a:extLst>
          </p:cNvPr>
          <p:cNvCxnSpPr>
            <a:cxnSpLocks/>
            <a:stCxn id="63" idx="2"/>
          </p:cNvCxnSpPr>
          <p:nvPr/>
        </p:nvCxnSpPr>
        <p:spPr>
          <a:xfrm rot="5400000">
            <a:off x="5525571" y="2912160"/>
            <a:ext cx="2080725" cy="270001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구부러짐 69">
            <a:extLst>
              <a:ext uri="{FF2B5EF4-FFF2-40B4-BE49-F238E27FC236}">
                <a16:creationId xmlns:a16="http://schemas.microsoft.com/office/drawing/2014/main" id="{39194F30-507D-C01E-2327-74694C221823}"/>
              </a:ext>
            </a:extLst>
          </p:cNvPr>
          <p:cNvCxnSpPr>
            <a:cxnSpLocks/>
            <a:stCxn id="64" idx="2"/>
          </p:cNvCxnSpPr>
          <p:nvPr/>
        </p:nvCxnSpPr>
        <p:spPr>
          <a:xfrm rot="5400000">
            <a:off x="6207571" y="2736475"/>
            <a:ext cx="2085417" cy="626062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804F8909-99BD-C170-846D-4A39B65B8BA2}"/>
              </a:ext>
            </a:extLst>
          </p:cNvPr>
          <p:cNvCxnSpPr>
            <a:cxnSpLocks/>
            <a:stCxn id="75" idx="2"/>
            <a:endCxn id="57" idx="0"/>
          </p:cNvCxnSpPr>
          <p:nvPr/>
        </p:nvCxnSpPr>
        <p:spPr>
          <a:xfrm flipH="1">
            <a:off x="4983685" y="5281043"/>
            <a:ext cx="2" cy="702471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0C9A0F09-933B-772B-E2D2-3711D9EFAF1B}"/>
              </a:ext>
            </a:extLst>
          </p:cNvPr>
          <p:cNvSpPr txBox="1"/>
          <p:nvPr/>
        </p:nvSpPr>
        <p:spPr>
          <a:xfrm>
            <a:off x="6893862" y="2284750"/>
            <a:ext cx="1365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service call</a:t>
            </a:r>
          </a:p>
          <a:p>
            <a:r>
              <a:rPr lang="en-US" altLang="ko-KR" b="1" dirty="0">
                <a:solidFill>
                  <a:srgbClr val="C00000"/>
                </a:solidFill>
              </a:rPr>
              <a:t>(1</a:t>
            </a:r>
            <a:r>
              <a:rPr lang="ko-KR" altLang="en-US" b="1" dirty="0">
                <a:solidFill>
                  <a:srgbClr val="C00000"/>
                </a:solidFill>
              </a:rPr>
              <a:t>회성 명령</a:t>
            </a:r>
            <a:r>
              <a:rPr lang="en-US" altLang="ko-KR" b="1" dirty="0">
                <a:solidFill>
                  <a:srgbClr val="C00000"/>
                </a:solidFill>
              </a:rPr>
              <a:t>, </a:t>
            </a:r>
            <a:r>
              <a:rPr lang="ko-KR" altLang="en-US" b="1" dirty="0">
                <a:solidFill>
                  <a:srgbClr val="C00000"/>
                </a:solidFill>
              </a:rPr>
              <a:t>긴급 명령</a:t>
            </a:r>
            <a:r>
              <a:rPr lang="en-US" altLang="ko-KR" b="1" dirty="0">
                <a:solidFill>
                  <a:srgbClr val="C00000"/>
                </a:solidFill>
              </a:rPr>
              <a:t>)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73" name="표 72">
            <a:extLst>
              <a:ext uri="{FF2B5EF4-FFF2-40B4-BE49-F238E27FC236}">
                <a16:creationId xmlns:a16="http://schemas.microsoft.com/office/drawing/2014/main" id="{1E325F83-DBE4-4D19-D169-1E5D5EF63400}"/>
              </a:ext>
            </a:extLst>
          </p:cNvPr>
          <p:cNvGraphicFramePr>
            <a:graphicFrameLocks noGrp="1"/>
          </p:cNvGraphicFramePr>
          <p:nvPr/>
        </p:nvGraphicFramePr>
        <p:xfrm>
          <a:off x="2628012" y="4092213"/>
          <a:ext cx="471135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677">
                  <a:extLst>
                    <a:ext uri="{9D8B030D-6E8A-4147-A177-3AD203B41FA5}">
                      <a16:colId xmlns:a16="http://schemas.microsoft.com/office/drawing/2014/main" val="2143976351"/>
                    </a:ext>
                  </a:extLst>
                </a:gridCol>
                <a:gridCol w="1635677">
                  <a:extLst>
                    <a:ext uri="{9D8B030D-6E8A-4147-A177-3AD203B41FA5}">
                      <a16:colId xmlns:a16="http://schemas.microsoft.com/office/drawing/2014/main" val="31022496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2413416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321860990"/>
                    </a:ext>
                  </a:extLst>
                </a:gridCol>
              </a:tblGrid>
              <a:tr h="2743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SubscribeQ_1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SubscribeQ_2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564566"/>
                  </a:ext>
                </a:extLst>
              </a:tr>
            </a:tbl>
          </a:graphicData>
        </a:graphic>
      </p:graphicFrame>
      <p:cxnSp>
        <p:nvCxnSpPr>
          <p:cNvPr id="74" name="연결선: 구부러짐 73">
            <a:extLst>
              <a:ext uri="{FF2B5EF4-FFF2-40B4-BE49-F238E27FC236}">
                <a16:creationId xmlns:a16="http://schemas.microsoft.com/office/drawing/2014/main" id="{E14D0992-7059-3DBE-6142-0B950901D987}"/>
              </a:ext>
            </a:extLst>
          </p:cNvPr>
          <p:cNvCxnSpPr>
            <a:cxnSpLocks/>
            <a:stCxn id="60" idx="2"/>
          </p:cNvCxnSpPr>
          <p:nvPr/>
        </p:nvCxnSpPr>
        <p:spPr>
          <a:xfrm rot="16200000" flipH="1">
            <a:off x="4053974" y="2066623"/>
            <a:ext cx="2080722" cy="1961072"/>
          </a:xfrm>
          <a:prstGeom prst="curved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3A6BB742-D636-85D1-A4E8-53A55C02FCB2}"/>
              </a:ext>
            </a:extLst>
          </p:cNvPr>
          <p:cNvSpPr/>
          <p:nvPr/>
        </p:nvSpPr>
        <p:spPr>
          <a:xfrm>
            <a:off x="4113799" y="4628843"/>
            <a:ext cx="173977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mavros_node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6" name="연결선: 구부러짐 75">
            <a:extLst>
              <a:ext uri="{FF2B5EF4-FFF2-40B4-BE49-F238E27FC236}">
                <a16:creationId xmlns:a16="http://schemas.microsoft.com/office/drawing/2014/main" id="{8C6388B1-83E4-7790-7BB1-EFFBE65955FA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 rot="5400000">
            <a:off x="4898253" y="4543407"/>
            <a:ext cx="170870" cy="2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FB5DAE8-63EF-93FA-AF15-29ABE741A2D3}"/>
              </a:ext>
            </a:extLst>
          </p:cNvPr>
          <p:cNvSpPr txBox="1"/>
          <p:nvPr/>
        </p:nvSpPr>
        <p:spPr>
          <a:xfrm>
            <a:off x="1652430" y="4750132"/>
            <a:ext cx="2414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callback </a:t>
            </a:r>
            <a:r>
              <a:rPr lang="ko-KR" altLang="en-US" b="1" dirty="0"/>
              <a:t>함수</a:t>
            </a:r>
            <a:r>
              <a:rPr lang="en-US" altLang="ko-KR" b="1" dirty="0"/>
              <a:t> </a:t>
            </a:r>
            <a:r>
              <a:rPr lang="ko-KR" altLang="en-US" b="1" dirty="0"/>
              <a:t>실행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0F5B569-B0CB-51B7-DD0A-8EA9489E3798}"/>
              </a:ext>
            </a:extLst>
          </p:cNvPr>
          <p:cNvSpPr txBox="1"/>
          <p:nvPr/>
        </p:nvSpPr>
        <p:spPr>
          <a:xfrm>
            <a:off x="1065437" y="2284750"/>
            <a:ext cx="136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set_position</a:t>
            </a:r>
            <a:endParaRPr lang="ko-KR" altLang="en-US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1E3F958-2861-923A-57C7-5E4428AD922E}"/>
              </a:ext>
            </a:extLst>
          </p:cNvPr>
          <p:cNvSpPr txBox="1"/>
          <p:nvPr/>
        </p:nvSpPr>
        <p:spPr>
          <a:xfrm>
            <a:off x="2532242" y="2284750"/>
            <a:ext cx="136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set_velocity</a:t>
            </a:r>
            <a:endParaRPr lang="ko-KR" altLang="en-US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87F6833-A6E3-9842-0E61-75FB73A46AFF}"/>
              </a:ext>
            </a:extLst>
          </p:cNvPr>
          <p:cNvSpPr txBox="1"/>
          <p:nvPr/>
        </p:nvSpPr>
        <p:spPr>
          <a:xfrm>
            <a:off x="7727911" y="1914651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ADDC25E-DE9A-BE66-D608-DA7B7077A133}"/>
              </a:ext>
            </a:extLst>
          </p:cNvPr>
          <p:cNvSpPr txBox="1"/>
          <p:nvPr/>
        </p:nvSpPr>
        <p:spPr>
          <a:xfrm>
            <a:off x="3676060" y="4739720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733FEA6-C485-E957-6824-282914C004CB}"/>
              </a:ext>
            </a:extLst>
          </p:cNvPr>
          <p:cNvSpPr txBox="1"/>
          <p:nvPr/>
        </p:nvSpPr>
        <p:spPr>
          <a:xfrm>
            <a:off x="4531247" y="5315546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FDDD908-A9EC-312C-8609-27B47E990F92}"/>
              </a:ext>
            </a:extLst>
          </p:cNvPr>
          <p:cNvSpPr txBox="1"/>
          <p:nvPr/>
        </p:nvSpPr>
        <p:spPr>
          <a:xfrm>
            <a:off x="2367240" y="5322425"/>
            <a:ext cx="2414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px4</a:t>
            </a:r>
            <a:r>
              <a:rPr lang="ko-KR" altLang="en-US" b="1" dirty="0"/>
              <a:t>로 전송하는 시점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96468DD-432A-A392-31F4-E45C7250E107}"/>
              </a:ext>
            </a:extLst>
          </p:cNvPr>
          <p:cNvSpPr txBox="1"/>
          <p:nvPr/>
        </p:nvSpPr>
        <p:spPr>
          <a:xfrm>
            <a:off x="785760" y="3666529"/>
            <a:ext cx="4766279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별로 서로 다른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subscribe Queue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있다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0EFBF1-640A-7734-96BE-1632E676192D}"/>
              </a:ext>
            </a:extLst>
          </p:cNvPr>
          <p:cNvSpPr txBox="1"/>
          <p:nvPr/>
        </p:nvSpPr>
        <p:spPr>
          <a:xfrm>
            <a:off x="6160933" y="4617050"/>
            <a:ext cx="2383140" cy="646331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t1~t2: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통신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b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t2~t3: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처리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62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89" grpId="0" animBg="1"/>
      <p:bldP spid="90" grpId="0" animBg="1"/>
      <p:bldP spid="91" grpId="0" animBg="1"/>
      <p:bldP spid="93" grpId="0"/>
      <p:bldP spid="94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F2AD2-755A-BCC2-44F2-707D38938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F6C1A159-F74F-B195-1112-FC15C0982BC3}"/>
              </a:ext>
            </a:extLst>
          </p:cNvPr>
          <p:cNvSpPr/>
          <p:nvPr/>
        </p:nvSpPr>
        <p:spPr>
          <a:xfrm>
            <a:off x="203760" y="998280"/>
            <a:ext cx="8852760" cy="4941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ROS2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MAVROS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통신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AF8414B8-4C0B-4F84-DE77-4152AE8A120A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6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E9575EA3-B2BD-EC80-2579-9A216293441C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62DEEA3A-3019-06BD-508A-0BC12EA4A0B9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Latency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요인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 2: ROS2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와 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MAVROS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 통신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7DD5F3C6-2436-4A4B-71EA-4F72A6DD1980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06A6705D-8F37-8A21-A4C9-A9CAB32B0E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8566365"/>
              </p:ext>
            </p:extLst>
          </p:nvPr>
        </p:nvGraphicFramePr>
        <p:xfrm>
          <a:off x="203760" y="1453096"/>
          <a:ext cx="4572000" cy="25395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4DE8DE2A-EE58-4C6C-D7A9-658E4C132D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1116392"/>
              </p:ext>
            </p:extLst>
          </p:nvPr>
        </p:nvGraphicFramePr>
        <p:xfrm>
          <a:off x="686790" y="4075546"/>
          <a:ext cx="7886700" cy="2500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200D2FE-F44D-8EF8-441B-F4ED4ADA1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072571"/>
              </p:ext>
            </p:extLst>
          </p:nvPr>
        </p:nvGraphicFramePr>
        <p:xfrm>
          <a:off x="4775760" y="1983252"/>
          <a:ext cx="4055063" cy="1354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1063">
                  <a:extLst>
                    <a:ext uri="{9D8B030D-6E8A-4147-A177-3AD203B41FA5}">
                      <a16:colId xmlns:a16="http://schemas.microsoft.com/office/drawing/2014/main" val="3812162585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191264266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323614644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599856658"/>
                    </a:ext>
                  </a:extLst>
                </a:gridCol>
              </a:tblGrid>
              <a:tr h="38751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단위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통신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latency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처리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latency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전체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latency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479884"/>
                  </a:ext>
                </a:extLst>
              </a:tr>
              <a:tr h="3875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only service call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67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225846"/>
                  </a:ext>
                </a:extLst>
              </a:tr>
              <a:tr h="3875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with topics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215625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5E2A380E-0AB3-DEAD-F047-1FB8E7D4B842}"/>
              </a:ext>
            </a:extLst>
          </p:cNvPr>
          <p:cNvSpPr/>
          <p:nvPr/>
        </p:nvSpPr>
        <p:spPr>
          <a:xfrm>
            <a:off x="203760" y="1544328"/>
            <a:ext cx="8736480" cy="2346552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B50853D-DFE1-C07C-A11F-EBA6BDF5BE4D}"/>
              </a:ext>
            </a:extLst>
          </p:cNvPr>
          <p:cNvSpPr/>
          <p:nvPr/>
        </p:nvSpPr>
        <p:spPr>
          <a:xfrm>
            <a:off x="202140" y="4119815"/>
            <a:ext cx="8736480" cy="2346552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B9CD8-561A-2BBC-9F51-DC73E19BFFA4}"/>
              </a:ext>
            </a:extLst>
          </p:cNvPr>
          <p:cNvSpPr txBox="1"/>
          <p:nvPr/>
        </p:nvSpPr>
        <p:spPr>
          <a:xfrm>
            <a:off x="3858114" y="3480118"/>
            <a:ext cx="534726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call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는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실행여부와 관계 없다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5BA860-C8EE-CA9B-82D3-5D7589CC0300}"/>
              </a:ext>
            </a:extLst>
          </p:cNvPr>
          <p:cNvSpPr txBox="1"/>
          <p:nvPr/>
        </p:nvSpPr>
        <p:spPr>
          <a:xfrm>
            <a:off x="3591360" y="6474016"/>
            <a:ext cx="534726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는 실행중인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개수와 관계 없다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2F3895-FE2D-B0B6-C536-ED85E2701ADF}"/>
              </a:ext>
            </a:extLst>
          </p:cNvPr>
          <p:cNvSpPr txBox="1"/>
          <p:nvPr/>
        </p:nvSpPr>
        <p:spPr>
          <a:xfrm>
            <a:off x="749003" y="3183721"/>
            <a:ext cx="7762274" cy="15696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endParaRPr lang="en-US" altLang="ko-KR" sz="24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ko-KR" altLang="en-US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현재의 구조가 최선의 구조다</a:t>
            </a:r>
            <a:endParaRPr lang="en-US" altLang="ko-KR" sz="24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중간에 값이 튀는 이유는 확인이 필요하다</a:t>
            </a:r>
            <a:r>
              <a:rPr lang="en-US" altLang="ko-KR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endParaRPr lang="ko-KR" altLang="en-US" sz="24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59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D30AE-807C-E492-0CD1-81AD2A54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6CEA6122-10AF-F59A-DDED-AAEF30ECB069}"/>
              </a:ext>
            </a:extLst>
          </p:cNvPr>
          <p:cNvSpPr/>
          <p:nvPr/>
        </p:nvSpPr>
        <p:spPr>
          <a:xfrm>
            <a:off x="203760" y="998280"/>
            <a:ext cx="8852760" cy="5113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px4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내부에서 긴급 정지 불가능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는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px4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와 독립적으로 동작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(gazebo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제공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신호 처리 과정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긴급 정지 명령의 누락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If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정지명령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= </a:t>
            </a:r>
            <a:r>
              <a:rPr lang="en-US" altLang="ko-KR" sz="2000" b="1" spc="-1" dirty="0">
                <a:solidFill>
                  <a:srgbClr val="FF0000"/>
                </a:solidFill>
                <a:latin typeface="Times New Roman"/>
              </a:rPr>
              <a:t>disarm</a:t>
            </a:r>
          </a:p>
          <a:p>
            <a:pPr marL="1257480" lvl="2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FF0000"/>
                </a:solidFill>
                <a:latin typeface="Times New Roman"/>
              </a:rPr>
              <a:t>disarm </a:t>
            </a:r>
            <a:r>
              <a:rPr lang="ko-KR" altLang="en-US" sz="2000" b="1" spc="-1" dirty="0">
                <a:latin typeface="Times New Roman"/>
              </a:rPr>
              <a:t>되면서 더 이상 위치 명령이 반영되지 않음</a:t>
            </a:r>
            <a:endParaRPr lang="en-US" altLang="ko-KR" sz="2000" b="1" spc="-1" dirty="0"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latin typeface="Times New Roman"/>
              </a:rPr>
              <a:t>정지명령 </a:t>
            </a:r>
            <a:r>
              <a:rPr lang="en-US" altLang="ko-KR" sz="2000" b="1" spc="-1" dirty="0">
                <a:latin typeface="Times New Roman"/>
              </a:rPr>
              <a:t>= </a:t>
            </a:r>
            <a:r>
              <a:rPr lang="ko-KR" altLang="en-US" sz="2000" b="1" spc="-1" dirty="0">
                <a:latin typeface="Times New Roman"/>
              </a:rPr>
              <a:t>이동을 멈춤</a:t>
            </a:r>
            <a:r>
              <a:rPr lang="en-US" altLang="ko-KR" sz="2000" b="1" spc="-1" dirty="0">
                <a:latin typeface="Times New Roman"/>
              </a:rPr>
              <a:t>(</a:t>
            </a:r>
            <a:r>
              <a:rPr lang="ko-KR" altLang="en-US" sz="2000" b="1" spc="-1" dirty="0" err="1">
                <a:latin typeface="Times New Roman"/>
              </a:rPr>
              <a:t>드론은</a:t>
            </a:r>
            <a:r>
              <a:rPr lang="ko-KR" altLang="en-US" sz="2000" b="1" spc="-1" dirty="0">
                <a:latin typeface="Times New Roman"/>
              </a:rPr>
              <a:t> 계속 작동한다</a:t>
            </a:r>
            <a:r>
              <a:rPr lang="en-US" altLang="ko-KR" sz="2000" b="1" spc="-1" dirty="0">
                <a:latin typeface="Times New Roman"/>
              </a:rPr>
              <a:t>)</a:t>
            </a:r>
          </a:p>
          <a:p>
            <a:pPr marL="1257480" lvl="2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latin typeface="Times New Roman"/>
              </a:rPr>
              <a:t>위치명령</a:t>
            </a:r>
            <a:r>
              <a:rPr lang="en-US" altLang="ko-KR" sz="2000" b="1" spc="-1" dirty="0">
                <a:latin typeface="Times New Roman"/>
              </a:rPr>
              <a:t>3 </a:t>
            </a:r>
            <a:r>
              <a:rPr lang="ko-KR" altLang="en-US" sz="2000" b="1" spc="-1" dirty="0">
                <a:latin typeface="Times New Roman"/>
              </a:rPr>
              <a:t>으로 인해 </a:t>
            </a:r>
            <a:r>
              <a:rPr lang="ko-KR" altLang="en-US" sz="2000" b="1" spc="-1" dirty="0" err="1">
                <a:latin typeface="Times New Roman"/>
              </a:rPr>
              <a:t>드론이</a:t>
            </a:r>
            <a:r>
              <a:rPr lang="ko-KR" altLang="en-US" sz="2000" b="1" spc="-1" dirty="0">
                <a:latin typeface="Times New Roman"/>
              </a:rPr>
              <a:t> 계속 움직인다</a:t>
            </a:r>
            <a:endParaRPr lang="en-US" altLang="ko-KR" sz="2000" b="1" spc="-1" dirty="0"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505D8588-DB84-53EC-2D16-C5E2438A8279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7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3EC4833B-F79C-30D2-1CB4-7B16434BDE1E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70BC8B68-33D5-D750-CFDB-81511D551D1F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Latency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요인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(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앞으로 할 거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)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8F17669C-B501-6285-DB17-AE38391D1382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73C5E65-32A3-9678-B730-0F666C156CA2}"/>
              </a:ext>
            </a:extLst>
          </p:cNvPr>
          <p:cNvSpPr txBox="1"/>
          <p:nvPr/>
        </p:nvSpPr>
        <p:spPr>
          <a:xfrm>
            <a:off x="649630" y="2369846"/>
            <a:ext cx="8491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sensor → lidar node(ros2) → topic(/scan) → python node → MAVROS → px4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BD19F952-7ED6-A021-8AC2-AADA3B41A27C}"/>
              </a:ext>
            </a:extLst>
          </p:cNvPr>
          <p:cNvSpPr/>
          <p:nvPr/>
        </p:nvSpPr>
        <p:spPr>
          <a:xfrm>
            <a:off x="750175" y="2400853"/>
            <a:ext cx="6207167" cy="33832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C2BE92C-580E-B882-AE84-032DFA9DDB04}"/>
              </a:ext>
            </a:extLst>
          </p:cNvPr>
          <p:cNvSpPr txBox="1"/>
          <p:nvPr/>
        </p:nvSpPr>
        <p:spPr>
          <a:xfrm>
            <a:off x="517860" y="2823282"/>
            <a:ext cx="6125157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장애물이 감지되었을 때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px4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 바로 정지 할 수 없다</a:t>
            </a:r>
          </a:p>
        </p:txBody>
      </p:sp>
      <p:graphicFrame>
        <p:nvGraphicFramePr>
          <p:cNvPr id="104" name="표 103">
            <a:extLst>
              <a:ext uri="{FF2B5EF4-FFF2-40B4-BE49-F238E27FC236}">
                <a16:creationId xmlns:a16="http://schemas.microsoft.com/office/drawing/2014/main" id="{876C2F73-293A-E773-5E53-36121BD08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678986"/>
              </p:ext>
            </p:extLst>
          </p:nvPr>
        </p:nvGraphicFramePr>
        <p:xfrm>
          <a:off x="649630" y="3823847"/>
          <a:ext cx="74098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975">
                  <a:extLst>
                    <a:ext uri="{9D8B030D-6E8A-4147-A177-3AD203B41FA5}">
                      <a16:colId xmlns:a16="http://schemas.microsoft.com/office/drawing/2014/main" val="3812162585"/>
                    </a:ext>
                  </a:extLst>
                </a:gridCol>
                <a:gridCol w="1234975">
                  <a:extLst>
                    <a:ext uri="{9D8B030D-6E8A-4147-A177-3AD203B41FA5}">
                      <a16:colId xmlns:a16="http://schemas.microsoft.com/office/drawing/2014/main" val="2191264266"/>
                    </a:ext>
                  </a:extLst>
                </a:gridCol>
                <a:gridCol w="1234975">
                  <a:extLst>
                    <a:ext uri="{9D8B030D-6E8A-4147-A177-3AD203B41FA5}">
                      <a16:colId xmlns:a16="http://schemas.microsoft.com/office/drawing/2014/main" val="1323614644"/>
                    </a:ext>
                  </a:extLst>
                </a:gridCol>
                <a:gridCol w="1234975">
                  <a:extLst>
                    <a:ext uri="{9D8B030D-6E8A-4147-A177-3AD203B41FA5}">
                      <a16:colId xmlns:a16="http://schemas.microsoft.com/office/drawing/2014/main" val="3599856658"/>
                    </a:ext>
                  </a:extLst>
                </a:gridCol>
                <a:gridCol w="1234975">
                  <a:extLst>
                    <a:ext uri="{9D8B030D-6E8A-4147-A177-3AD203B41FA5}">
                      <a16:colId xmlns:a16="http://schemas.microsoft.com/office/drawing/2014/main" val="3956463215"/>
                    </a:ext>
                  </a:extLst>
                </a:gridCol>
                <a:gridCol w="1234975">
                  <a:extLst>
                    <a:ext uri="{9D8B030D-6E8A-4147-A177-3AD203B41FA5}">
                      <a16:colId xmlns:a16="http://schemas.microsoft.com/office/drawing/2014/main" val="405212507"/>
                    </a:ext>
                  </a:extLst>
                </a:gridCol>
              </a:tblGrid>
              <a:tr h="33551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위치명령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위치명령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정지명령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위치명령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479884"/>
                  </a:ext>
                </a:extLst>
              </a:tr>
            </a:tbl>
          </a:graphicData>
        </a:graphic>
      </p:graphicFrame>
      <p:sp>
        <p:nvSpPr>
          <p:cNvPr id="105" name="TextBox 104">
            <a:extLst>
              <a:ext uri="{FF2B5EF4-FFF2-40B4-BE49-F238E27FC236}">
                <a16:creationId xmlns:a16="http://schemas.microsoft.com/office/drawing/2014/main" id="{FC2DC95F-B101-6DCD-93AD-1758C5601C51}"/>
              </a:ext>
            </a:extLst>
          </p:cNvPr>
          <p:cNvSpPr txBox="1"/>
          <p:nvPr/>
        </p:nvSpPr>
        <p:spPr>
          <a:xfrm>
            <a:off x="750175" y="6011574"/>
            <a:ext cx="2214707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정지 명령이 묻힌다</a:t>
            </a:r>
          </a:p>
        </p:txBody>
      </p:sp>
    </p:spTree>
    <p:extLst>
      <p:ext uri="{BB962C8B-B14F-4D97-AF65-F5344CB8AC3E}">
        <p14:creationId xmlns:p14="http://schemas.microsoft.com/office/powerpoint/2010/main" val="44571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3" grpId="0" animBg="1"/>
      <p:bldP spid="10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77181</TotalTime>
  <Words>1271</Words>
  <Application>Microsoft Office PowerPoint</Application>
  <PresentationFormat>화면 슬라이드 쇼(4:3)</PresentationFormat>
  <Paragraphs>178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맑은 고딕</vt:lpstr>
      <vt:lpstr>Arial</vt:lpstr>
      <vt:lpstr>Calibri</vt:lpstr>
      <vt:lpstr>Calibri Light</vt:lpstr>
      <vt:lpstr>MV Boli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1455</cp:revision>
  <cp:lastPrinted>2021-08-19T05:10:09Z</cp:lastPrinted>
  <dcterms:created xsi:type="dcterms:W3CDTF">2020-05-28T10:10:30Z</dcterms:created>
  <dcterms:modified xsi:type="dcterms:W3CDTF">2026-01-12T23:59:13Z</dcterms:modified>
</cp:coreProperties>
</file>