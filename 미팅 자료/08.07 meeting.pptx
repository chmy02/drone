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699" r:id="rId2"/>
    <p:sldId id="257" r:id="rId3"/>
    <p:sldId id="874" r:id="rId4"/>
    <p:sldId id="851" r:id="rId5"/>
    <p:sldId id="867" r:id="rId6"/>
    <p:sldId id="875" r:id="rId7"/>
    <p:sldId id="886" r:id="rId8"/>
    <p:sldId id="847" r:id="rId9"/>
    <p:sldId id="878" r:id="rId10"/>
    <p:sldId id="888" r:id="rId11"/>
    <p:sldId id="889" r:id="rId12"/>
    <p:sldId id="890" r:id="rId13"/>
    <p:sldId id="898" r:id="rId14"/>
    <p:sldId id="879" r:id="rId15"/>
    <p:sldId id="892" r:id="rId16"/>
    <p:sldId id="893" r:id="rId17"/>
    <p:sldId id="894" r:id="rId18"/>
    <p:sldId id="895" r:id="rId19"/>
    <p:sldId id="896" r:id="rId20"/>
    <p:sldId id="897" r:id="rId21"/>
    <p:sldId id="731" r:id="rId22"/>
  </p:sldIdLst>
  <p:sldSz cx="9144000" cy="6858000" type="screen4x3"/>
  <p:notesSz cx="9928225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8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D7D31"/>
    <a:srgbClr val="D6DCE5"/>
    <a:srgbClr val="FFFFFF"/>
    <a:srgbClr val="DAE3F3"/>
    <a:srgbClr val="404040"/>
    <a:srgbClr val="BDD7EE"/>
    <a:srgbClr val="002060"/>
    <a:srgbClr val="E6E6E6"/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8E9F49-7062-4D18-9086-94FE8A54BEA1}" v="2260" dt="2025-08-07T10:14:46.8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55" autoAdjust="0"/>
    <p:restoredTop sz="76878" autoAdjust="0"/>
  </p:normalViewPr>
  <p:slideViewPr>
    <p:cSldViewPr snapToGrid="0">
      <p:cViewPr varScale="1">
        <p:scale>
          <a:sx n="85" d="100"/>
          <a:sy n="85" d="100"/>
        </p:scale>
        <p:origin x="2478" y="72"/>
      </p:cViewPr>
      <p:guideLst>
        <p:guide orient="horz" pos="338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최문영" userId="c9c2ca5b-20f2-48c9-9e1f-a03229bf2768" providerId="ADAL" clId="{948E9F49-7062-4D18-9086-94FE8A54BEA1}"/>
    <pc:docChg chg="undo custSel addSld delSld modSld sldOrd">
      <pc:chgData name="최문영" userId="c9c2ca5b-20f2-48c9-9e1f-a03229bf2768" providerId="ADAL" clId="{948E9F49-7062-4D18-9086-94FE8A54BEA1}" dt="2025-08-07T10:15:10.352" v="4068" actId="1076"/>
      <pc:docMkLst>
        <pc:docMk/>
      </pc:docMkLst>
      <pc:sldChg chg="modSp mod">
        <pc:chgData name="최문영" userId="c9c2ca5b-20f2-48c9-9e1f-a03229bf2768" providerId="ADAL" clId="{948E9F49-7062-4D18-9086-94FE8A54BEA1}" dt="2025-08-07T09:29:55.806" v="3421" actId="20577"/>
        <pc:sldMkLst>
          <pc:docMk/>
          <pc:sldMk cId="2886263250" sldId="699"/>
        </pc:sldMkLst>
        <pc:spChg chg="mod">
          <ac:chgData name="최문영" userId="c9c2ca5b-20f2-48c9-9e1f-a03229bf2768" providerId="ADAL" clId="{948E9F49-7062-4D18-9086-94FE8A54BEA1}" dt="2025-08-07T09:29:55.806" v="3421" actId="20577"/>
          <ac:spMkLst>
            <pc:docMk/>
            <pc:sldMk cId="2886263250" sldId="699"/>
            <ac:spMk id="14" creationId="{C21A635C-1642-419F-9A80-B71C2DC7C4C4}"/>
          </ac:spMkLst>
        </pc:spChg>
      </pc:sldChg>
      <pc:sldChg chg="addSp modSp mod ord modAnim">
        <pc:chgData name="최문영" userId="c9c2ca5b-20f2-48c9-9e1f-a03229bf2768" providerId="ADAL" clId="{948E9F49-7062-4D18-9086-94FE8A54BEA1}" dt="2025-08-07T09:33:18.284" v="3445"/>
        <pc:sldMkLst>
          <pc:docMk/>
          <pc:sldMk cId="616019989" sldId="847"/>
        </pc:sldMkLst>
        <pc:spChg chg="mod">
          <ac:chgData name="최문영" userId="c9c2ca5b-20f2-48c9-9e1f-a03229bf2768" providerId="ADAL" clId="{948E9F49-7062-4D18-9086-94FE8A54BEA1}" dt="2025-08-07T09:32:31.933" v="3436" actId="1076"/>
          <ac:spMkLst>
            <pc:docMk/>
            <pc:sldMk cId="616019989" sldId="847"/>
            <ac:spMk id="47" creationId="{ACBB9C4D-DB82-DDCA-C310-51E2AFFAB923}"/>
          </ac:spMkLst>
        </pc:spChg>
        <pc:cxnChg chg="add mod">
          <ac:chgData name="최문영" userId="c9c2ca5b-20f2-48c9-9e1f-a03229bf2768" providerId="ADAL" clId="{948E9F49-7062-4D18-9086-94FE8A54BEA1}" dt="2025-08-07T09:33:00.955" v="3440" actId="208"/>
          <ac:cxnSpMkLst>
            <pc:docMk/>
            <pc:sldMk cId="616019989" sldId="847"/>
            <ac:cxnSpMk id="3" creationId="{7CECEAEF-30CD-E68B-F0ED-9A133B96F082}"/>
          </ac:cxnSpMkLst>
        </pc:cxnChg>
      </pc:sldChg>
      <pc:sldChg chg="del">
        <pc:chgData name="최문영" userId="c9c2ca5b-20f2-48c9-9e1f-a03229bf2768" providerId="ADAL" clId="{948E9F49-7062-4D18-9086-94FE8A54BEA1}" dt="2025-08-04T16:11:59.480" v="3401" actId="47"/>
        <pc:sldMkLst>
          <pc:docMk/>
          <pc:sldMk cId="1961948807" sldId="855"/>
        </pc:sldMkLst>
      </pc:sldChg>
      <pc:sldChg chg="addSp delSp modSp mod modAnim">
        <pc:chgData name="최문영" userId="c9c2ca5b-20f2-48c9-9e1f-a03229bf2768" providerId="ADAL" clId="{948E9F49-7062-4D18-9086-94FE8A54BEA1}" dt="2025-08-07T09:48:00.349" v="3994" actId="113"/>
        <pc:sldMkLst>
          <pc:docMk/>
          <pc:sldMk cId="1222702747" sldId="867"/>
        </pc:sldMkLst>
        <pc:spChg chg="add mod">
          <ac:chgData name="최문영" userId="c9c2ca5b-20f2-48c9-9e1f-a03229bf2768" providerId="ADAL" clId="{948E9F49-7062-4D18-9086-94FE8A54BEA1}" dt="2025-08-07T09:48:00.349" v="3994" actId="113"/>
          <ac:spMkLst>
            <pc:docMk/>
            <pc:sldMk cId="1222702747" sldId="867"/>
            <ac:spMk id="3" creationId="{F2A4C2B5-F9BC-6113-6D83-27C34F5FDE44}"/>
          </ac:spMkLst>
        </pc:spChg>
        <pc:spChg chg="mod">
          <ac:chgData name="최문영" userId="c9c2ca5b-20f2-48c9-9e1f-a03229bf2768" providerId="ADAL" clId="{948E9F49-7062-4D18-9086-94FE8A54BEA1}" dt="2025-08-04T15:05:24.457" v="5" actId="1076"/>
          <ac:spMkLst>
            <pc:docMk/>
            <pc:sldMk cId="1222702747" sldId="867"/>
            <ac:spMk id="48" creationId="{CC2CD11C-BE6B-9192-829F-E1894BFFD9A3}"/>
          </ac:spMkLst>
        </pc:spChg>
        <pc:graphicFrameChg chg="modGraphic">
          <ac:chgData name="최문영" userId="c9c2ca5b-20f2-48c9-9e1f-a03229bf2768" providerId="ADAL" clId="{948E9F49-7062-4D18-9086-94FE8A54BEA1}" dt="2025-08-07T09:47:15.010" v="3876" actId="113"/>
          <ac:graphicFrameMkLst>
            <pc:docMk/>
            <pc:sldMk cId="1222702747" sldId="867"/>
            <ac:graphicFrameMk id="9" creationId="{F86591F1-0F14-41A5-E428-60609F162828}"/>
          </ac:graphicFrameMkLst>
        </pc:graphicFrameChg>
      </pc:sldChg>
      <pc:sldChg chg="addSp delSp modSp mod delAnim modAnim">
        <pc:chgData name="최문영" userId="c9c2ca5b-20f2-48c9-9e1f-a03229bf2768" providerId="ADAL" clId="{948E9F49-7062-4D18-9086-94FE8A54BEA1}" dt="2025-08-07T09:31:34.747" v="3425" actId="113"/>
        <pc:sldMkLst>
          <pc:docMk/>
          <pc:sldMk cId="144539616" sldId="875"/>
        </pc:sldMkLst>
        <pc:spChg chg="mod">
          <ac:chgData name="최문영" userId="c9c2ca5b-20f2-48c9-9e1f-a03229bf2768" providerId="ADAL" clId="{948E9F49-7062-4D18-9086-94FE8A54BEA1}" dt="2025-08-04T15:19:18.433" v="737" actId="1036"/>
          <ac:spMkLst>
            <pc:docMk/>
            <pc:sldMk cId="144539616" sldId="875"/>
            <ac:spMk id="22" creationId="{32EB1269-375C-7524-AFCF-8EA3AA67800A}"/>
          </ac:spMkLst>
        </pc:spChg>
        <pc:spChg chg="mod">
          <ac:chgData name="최문영" userId="c9c2ca5b-20f2-48c9-9e1f-a03229bf2768" providerId="ADAL" clId="{948E9F49-7062-4D18-9086-94FE8A54BEA1}" dt="2025-08-04T15:18:59.831" v="672" actId="1035"/>
          <ac:spMkLst>
            <pc:docMk/>
            <pc:sldMk cId="144539616" sldId="875"/>
            <ac:spMk id="23" creationId="{8CF6FE3A-5DE9-7A91-4CE3-A32B6EDFAFF7}"/>
          </ac:spMkLst>
        </pc:spChg>
        <pc:spChg chg="mod">
          <ac:chgData name="최문영" userId="c9c2ca5b-20f2-48c9-9e1f-a03229bf2768" providerId="ADAL" clId="{948E9F49-7062-4D18-9086-94FE8A54BEA1}" dt="2025-08-04T15:19:16.760" v="736" actId="1036"/>
          <ac:spMkLst>
            <pc:docMk/>
            <pc:sldMk cId="144539616" sldId="875"/>
            <ac:spMk id="24" creationId="{5A499212-3EFC-1A4A-93A8-737179F787E8}"/>
          </ac:spMkLst>
        </pc:spChg>
        <pc:spChg chg="mod">
          <ac:chgData name="최문영" userId="c9c2ca5b-20f2-48c9-9e1f-a03229bf2768" providerId="ADAL" clId="{948E9F49-7062-4D18-9086-94FE8A54BEA1}" dt="2025-08-04T15:19:13.892" v="733" actId="1036"/>
          <ac:spMkLst>
            <pc:docMk/>
            <pc:sldMk cId="144539616" sldId="875"/>
            <ac:spMk id="31" creationId="{3FC1F54F-9C85-6B42-F50C-399F4016C15E}"/>
          </ac:spMkLst>
        </pc:spChg>
        <pc:spChg chg="mod">
          <ac:chgData name="최문영" userId="c9c2ca5b-20f2-48c9-9e1f-a03229bf2768" providerId="ADAL" clId="{948E9F49-7062-4D18-9086-94FE8A54BEA1}" dt="2025-08-04T15:24:04.533" v="947" actId="113"/>
          <ac:spMkLst>
            <pc:docMk/>
            <pc:sldMk cId="144539616" sldId="875"/>
            <ac:spMk id="32" creationId="{3DCB7119-FBD3-9E92-2017-C72AC14FC33F}"/>
          </ac:spMkLst>
        </pc:spChg>
        <pc:spChg chg="mod">
          <ac:chgData name="최문영" userId="c9c2ca5b-20f2-48c9-9e1f-a03229bf2768" providerId="ADAL" clId="{948E9F49-7062-4D18-9086-94FE8A54BEA1}" dt="2025-08-04T15:18:17.230" v="601" actId="555"/>
          <ac:spMkLst>
            <pc:docMk/>
            <pc:sldMk cId="144539616" sldId="875"/>
            <ac:spMk id="33" creationId="{650E5ED3-F8C1-D1D1-3C0B-D379721103E3}"/>
          </ac:spMkLst>
        </pc:spChg>
        <pc:spChg chg="mod">
          <ac:chgData name="최문영" userId="c9c2ca5b-20f2-48c9-9e1f-a03229bf2768" providerId="ADAL" clId="{948E9F49-7062-4D18-9086-94FE8A54BEA1}" dt="2025-08-04T15:18:17.230" v="601" actId="555"/>
          <ac:spMkLst>
            <pc:docMk/>
            <pc:sldMk cId="144539616" sldId="875"/>
            <ac:spMk id="36" creationId="{81E2E170-1628-859B-AACA-E2544C6E6A66}"/>
          </ac:spMkLst>
        </pc:spChg>
        <pc:spChg chg="mod">
          <ac:chgData name="최문영" userId="c9c2ca5b-20f2-48c9-9e1f-a03229bf2768" providerId="ADAL" clId="{948E9F49-7062-4D18-9086-94FE8A54BEA1}" dt="2025-08-04T15:18:17.230" v="601" actId="555"/>
          <ac:spMkLst>
            <pc:docMk/>
            <pc:sldMk cId="144539616" sldId="875"/>
            <ac:spMk id="38" creationId="{9212F0C2-2B9D-D50B-7878-E3E85720FCA3}"/>
          </ac:spMkLst>
        </pc:spChg>
        <pc:spChg chg="mod">
          <ac:chgData name="최문영" userId="c9c2ca5b-20f2-48c9-9e1f-a03229bf2768" providerId="ADAL" clId="{948E9F49-7062-4D18-9086-94FE8A54BEA1}" dt="2025-08-04T15:18:17.230" v="601" actId="555"/>
          <ac:spMkLst>
            <pc:docMk/>
            <pc:sldMk cId="144539616" sldId="875"/>
            <ac:spMk id="40" creationId="{067569D7-A42E-5137-BDB8-11DE234D64AC}"/>
          </ac:spMkLst>
        </pc:spChg>
        <pc:spChg chg="mod">
          <ac:chgData name="최문영" userId="c9c2ca5b-20f2-48c9-9e1f-a03229bf2768" providerId="ADAL" clId="{948E9F49-7062-4D18-9086-94FE8A54BEA1}" dt="2025-08-07T09:31:31.528" v="3422" actId="113"/>
          <ac:spMkLst>
            <pc:docMk/>
            <pc:sldMk cId="144539616" sldId="875"/>
            <ac:spMk id="56" creationId="{E10519C9-1087-82E7-128A-8778026285D0}"/>
          </ac:spMkLst>
        </pc:spChg>
        <pc:spChg chg="mod">
          <ac:chgData name="최문영" userId="c9c2ca5b-20f2-48c9-9e1f-a03229bf2768" providerId="ADAL" clId="{948E9F49-7062-4D18-9086-94FE8A54BEA1}" dt="2025-08-07T09:31:32.375" v="3423" actId="113"/>
          <ac:spMkLst>
            <pc:docMk/>
            <pc:sldMk cId="144539616" sldId="875"/>
            <ac:spMk id="57" creationId="{29E82140-E4E0-E305-0753-E0B5FBA62BEF}"/>
          </ac:spMkLst>
        </pc:spChg>
        <pc:spChg chg="mod">
          <ac:chgData name="최문영" userId="c9c2ca5b-20f2-48c9-9e1f-a03229bf2768" providerId="ADAL" clId="{948E9F49-7062-4D18-9086-94FE8A54BEA1}" dt="2025-08-04T15:18:31.101" v="603" actId="555"/>
          <ac:spMkLst>
            <pc:docMk/>
            <pc:sldMk cId="144539616" sldId="875"/>
            <ac:spMk id="58" creationId="{8BBA6157-E362-EA64-FC65-D314644F417C}"/>
          </ac:spMkLst>
        </pc:spChg>
        <pc:spChg chg="mod">
          <ac:chgData name="최문영" userId="c9c2ca5b-20f2-48c9-9e1f-a03229bf2768" providerId="ADAL" clId="{948E9F49-7062-4D18-9086-94FE8A54BEA1}" dt="2025-08-04T15:18:31.101" v="603" actId="555"/>
          <ac:spMkLst>
            <pc:docMk/>
            <pc:sldMk cId="144539616" sldId="875"/>
            <ac:spMk id="59" creationId="{4C5E3EDC-F453-2C9C-80B8-68EFAD3145E2}"/>
          </ac:spMkLst>
        </pc:spChg>
        <pc:spChg chg="mod">
          <ac:chgData name="최문영" userId="c9c2ca5b-20f2-48c9-9e1f-a03229bf2768" providerId="ADAL" clId="{948E9F49-7062-4D18-9086-94FE8A54BEA1}" dt="2025-08-07T09:31:34.747" v="3425" actId="113"/>
          <ac:spMkLst>
            <pc:docMk/>
            <pc:sldMk cId="144539616" sldId="875"/>
            <ac:spMk id="60" creationId="{2AFF44E8-7101-D904-4E2A-364F604C66BC}"/>
          </ac:spMkLst>
        </pc:spChg>
        <pc:spChg chg="mod">
          <ac:chgData name="최문영" userId="c9c2ca5b-20f2-48c9-9e1f-a03229bf2768" providerId="ADAL" clId="{948E9F49-7062-4D18-9086-94FE8A54BEA1}" dt="2025-08-07T09:31:33.835" v="3424" actId="113"/>
          <ac:spMkLst>
            <pc:docMk/>
            <pc:sldMk cId="144539616" sldId="875"/>
            <ac:spMk id="61" creationId="{36C6E9EA-603D-13CD-7800-AC2E8C09827B}"/>
          </ac:spMkLst>
        </pc:spChg>
        <pc:spChg chg="add mod">
          <ac:chgData name="최문영" userId="c9c2ca5b-20f2-48c9-9e1f-a03229bf2768" providerId="ADAL" clId="{948E9F49-7062-4D18-9086-94FE8A54BEA1}" dt="2025-08-04T15:18:23.650" v="602" actId="555"/>
          <ac:spMkLst>
            <pc:docMk/>
            <pc:sldMk cId="144539616" sldId="875"/>
            <ac:spMk id="1042" creationId="{EE3A4DA5-DF23-676A-FB0A-9EAC8D23A37D}"/>
          </ac:spMkLst>
        </pc:spChg>
        <pc:spChg chg="add mod">
          <ac:chgData name="최문영" userId="c9c2ca5b-20f2-48c9-9e1f-a03229bf2768" providerId="ADAL" clId="{948E9F49-7062-4D18-9086-94FE8A54BEA1}" dt="2025-08-04T15:18:23.650" v="602" actId="555"/>
          <ac:spMkLst>
            <pc:docMk/>
            <pc:sldMk cId="144539616" sldId="875"/>
            <ac:spMk id="1043" creationId="{B269E799-3E3D-B26B-B876-7DE4BBBC6BF3}"/>
          </ac:spMkLst>
        </pc:spChg>
        <pc:spChg chg="add mod">
          <ac:chgData name="최문영" userId="c9c2ca5b-20f2-48c9-9e1f-a03229bf2768" providerId="ADAL" clId="{948E9F49-7062-4D18-9086-94FE8A54BEA1}" dt="2025-08-04T15:18:23.650" v="602" actId="555"/>
          <ac:spMkLst>
            <pc:docMk/>
            <pc:sldMk cId="144539616" sldId="875"/>
            <ac:spMk id="1044" creationId="{11767216-CA10-FBE2-6DC5-7B802590266F}"/>
          </ac:spMkLst>
        </pc:spChg>
        <pc:spChg chg="add mod">
          <ac:chgData name="최문영" userId="c9c2ca5b-20f2-48c9-9e1f-a03229bf2768" providerId="ADAL" clId="{948E9F49-7062-4D18-9086-94FE8A54BEA1}" dt="2025-08-04T15:18:23.650" v="602" actId="555"/>
          <ac:spMkLst>
            <pc:docMk/>
            <pc:sldMk cId="144539616" sldId="875"/>
            <ac:spMk id="1045" creationId="{CBF0D627-1290-D3EA-5118-DFB53FD9A554}"/>
          </ac:spMkLst>
        </pc:spChg>
        <pc:spChg chg="add mod ord">
          <ac:chgData name="최문영" userId="c9c2ca5b-20f2-48c9-9e1f-a03229bf2768" providerId="ADAL" clId="{948E9F49-7062-4D18-9086-94FE8A54BEA1}" dt="2025-08-04T15:20:45.352" v="874" actId="1076"/>
          <ac:spMkLst>
            <pc:docMk/>
            <pc:sldMk cId="144539616" sldId="875"/>
            <ac:spMk id="1093" creationId="{3B3B683D-C414-BFBE-0ED8-548876560E54}"/>
          </ac:spMkLst>
        </pc:spChg>
        <pc:spChg chg="add mod ord">
          <ac:chgData name="최문영" userId="c9c2ca5b-20f2-48c9-9e1f-a03229bf2768" providerId="ADAL" clId="{948E9F49-7062-4D18-9086-94FE8A54BEA1}" dt="2025-08-04T15:20:57.324" v="876" actId="14100"/>
          <ac:spMkLst>
            <pc:docMk/>
            <pc:sldMk cId="144539616" sldId="875"/>
            <ac:spMk id="1094" creationId="{5B6BE564-16E9-08C4-99CE-9252B70F2108}"/>
          </ac:spMkLst>
        </pc:spChg>
        <pc:spChg chg="add mod">
          <ac:chgData name="최문영" userId="c9c2ca5b-20f2-48c9-9e1f-a03229bf2768" providerId="ADAL" clId="{948E9F49-7062-4D18-9086-94FE8A54BEA1}" dt="2025-08-04T15:24:46.809" v="1026" actId="1076"/>
          <ac:spMkLst>
            <pc:docMk/>
            <pc:sldMk cId="144539616" sldId="875"/>
            <ac:spMk id="1095" creationId="{4D221EE6-9627-7EFB-A29D-6DC6FB4C8870}"/>
          </ac:spMkLst>
        </pc:spChg>
        <pc:spChg chg="add mod">
          <ac:chgData name="최문영" userId="c9c2ca5b-20f2-48c9-9e1f-a03229bf2768" providerId="ADAL" clId="{948E9F49-7062-4D18-9086-94FE8A54BEA1}" dt="2025-08-04T15:27:04.580" v="1292" actId="20577"/>
          <ac:spMkLst>
            <pc:docMk/>
            <pc:sldMk cId="144539616" sldId="875"/>
            <ac:spMk id="1097" creationId="{7145781E-F9B8-8F40-4588-F0EA10C99137}"/>
          </ac:spMkLst>
        </pc:spChg>
        <pc:picChg chg="add del mod">
          <ac:chgData name="최문영" userId="c9c2ca5b-20f2-48c9-9e1f-a03229bf2768" providerId="ADAL" clId="{948E9F49-7062-4D18-9086-94FE8A54BEA1}" dt="2025-08-04T15:19:50.107" v="805" actId="1036"/>
          <ac:picMkLst>
            <pc:docMk/>
            <pc:sldMk cId="144539616" sldId="875"/>
            <ac:picMk id="1036" creationId="{1C6BF78A-3507-75D3-2F64-97FAF1461C95}"/>
          </ac:picMkLst>
        </pc:picChg>
        <pc:cxnChg chg="mod">
          <ac:chgData name="최문영" userId="c9c2ca5b-20f2-48c9-9e1f-a03229bf2768" providerId="ADAL" clId="{948E9F49-7062-4D18-9086-94FE8A54BEA1}" dt="2025-08-04T15:18:06.050" v="600" actId="465"/>
          <ac:cxnSpMkLst>
            <pc:docMk/>
            <pc:sldMk cId="144539616" sldId="875"/>
            <ac:cxnSpMk id="14" creationId="{CD658884-CA65-6B2D-B088-6A2E09D2BB8B}"/>
          </ac:cxnSpMkLst>
        </pc:cxnChg>
        <pc:cxnChg chg="mod">
          <ac:chgData name="최문영" userId="c9c2ca5b-20f2-48c9-9e1f-a03229bf2768" providerId="ADAL" clId="{948E9F49-7062-4D18-9086-94FE8A54BEA1}" dt="2025-08-04T15:18:06.050" v="600" actId="465"/>
          <ac:cxnSpMkLst>
            <pc:docMk/>
            <pc:sldMk cId="144539616" sldId="875"/>
            <ac:cxnSpMk id="16" creationId="{468B9940-4948-A914-4E53-AA46D7FF0376}"/>
          </ac:cxnSpMkLst>
        </pc:cxnChg>
        <pc:cxnChg chg="mod">
          <ac:chgData name="최문영" userId="c9c2ca5b-20f2-48c9-9e1f-a03229bf2768" providerId="ADAL" clId="{948E9F49-7062-4D18-9086-94FE8A54BEA1}" dt="2025-08-04T15:17:09.461" v="428" actId="1035"/>
          <ac:cxnSpMkLst>
            <pc:docMk/>
            <pc:sldMk cId="144539616" sldId="875"/>
            <ac:cxnSpMk id="18" creationId="{43907ECF-8C2B-619F-2894-9C5750DE8BA4}"/>
          </ac:cxnSpMkLst>
        </pc:cxnChg>
        <pc:cxnChg chg="mod">
          <ac:chgData name="최문영" userId="c9c2ca5b-20f2-48c9-9e1f-a03229bf2768" providerId="ADAL" clId="{948E9F49-7062-4D18-9086-94FE8A54BEA1}" dt="2025-08-04T15:18:06.050" v="600" actId="465"/>
          <ac:cxnSpMkLst>
            <pc:docMk/>
            <pc:sldMk cId="144539616" sldId="875"/>
            <ac:cxnSpMk id="19" creationId="{16399F58-523B-8313-E923-F0BD38BF500C}"/>
          </ac:cxnSpMkLst>
        </pc:cxnChg>
        <pc:cxnChg chg="mod">
          <ac:chgData name="최문영" userId="c9c2ca5b-20f2-48c9-9e1f-a03229bf2768" providerId="ADAL" clId="{948E9F49-7062-4D18-9086-94FE8A54BEA1}" dt="2025-08-04T15:18:39.949" v="605" actId="14100"/>
          <ac:cxnSpMkLst>
            <pc:docMk/>
            <pc:sldMk cId="144539616" sldId="875"/>
            <ac:cxnSpMk id="1024" creationId="{713A4AA8-0660-233C-5F05-37554D6D7437}"/>
          </ac:cxnSpMkLst>
        </pc:cxnChg>
        <pc:cxnChg chg="mod">
          <ac:chgData name="최문영" userId="c9c2ca5b-20f2-48c9-9e1f-a03229bf2768" providerId="ADAL" clId="{948E9F49-7062-4D18-9086-94FE8A54BEA1}" dt="2025-08-04T15:18:42.180" v="606" actId="14100"/>
          <ac:cxnSpMkLst>
            <pc:docMk/>
            <pc:sldMk cId="144539616" sldId="875"/>
            <ac:cxnSpMk id="1025" creationId="{64851C77-F1D5-D34A-3967-FA612032584B}"/>
          </ac:cxnSpMkLst>
        </pc:cxnChg>
        <pc:cxnChg chg="mod">
          <ac:chgData name="최문영" userId="c9c2ca5b-20f2-48c9-9e1f-a03229bf2768" providerId="ADAL" clId="{948E9F49-7062-4D18-9086-94FE8A54BEA1}" dt="2025-08-04T15:18:36.316" v="604" actId="555"/>
          <ac:cxnSpMkLst>
            <pc:docMk/>
            <pc:sldMk cId="144539616" sldId="875"/>
            <ac:cxnSpMk id="1031" creationId="{F464F057-CB42-BEBF-4610-A60E386804D4}"/>
          </ac:cxnSpMkLst>
        </pc:cxnChg>
        <pc:cxnChg chg="mod">
          <ac:chgData name="최문영" userId="c9c2ca5b-20f2-48c9-9e1f-a03229bf2768" providerId="ADAL" clId="{948E9F49-7062-4D18-9086-94FE8A54BEA1}" dt="2025-08-04T15:18:36.316" v="604" actId="555"/>
          <ac:cxnSpMkLst>
            <pc:docMk/>
            <pc:sldMk cId="144539616" sldId="875"/>
            <ac:cxnSpMk id="1032" creationId="{91A16B38-D021-F424-2915-7249A9058085}"/>
          </ac:cxnSpMkLst>
        </pc:cxnChg>
        <pc:cxnChg chg="mod">
          <ac:chgData name="최문영" userId="c9c2ca5b-20f2-48c9-9e1f-a03229bf2768" providerId="ADAL" clId="{948E9F49-7062-4D18-9086-94FE8A54BEA1}" dt="2025-08-04T15:18:44.616" v="607" actId="14100"/>
          <ac:cxnSpMkLst>
            <pc:docMk/>
            <pc:sldMk cId="144539616" sldId="875"/>
            <ac:cxnSpMk id="1033" creationId="{4DB4A2AD-8AA9-558F-505C-3534C5453432}"/>
          </ac:cxnSpMkLst>
        </pc:cxnChg>
        <pc:cxnChg chg="mod">
          <ac:chgData name="최문영" userId="c9c2ca5b-20f2-48c9-9e1f-a03229bf2768" providerId="ADAL" clId="{948E9F49-7062-4D18-9086-94FE8A54BEA1}" dt="2025-08-04T15:18:46.743" v="608" actId="14100"/>
          <ac:cxnSpMkLst>
            <pc:docMk/>
            <pc:sldMk cId="144539616" sldId="875"/>
            <ac:cxnSpMk id="1034" creationId="{CF621A9A-CE21-6DF3-BF01-22FF1EC67B6D}"/>
          </ac:cxnSpMkLst>
        </pc:cxnChg>
        <pc:cxnChg chg="add mod">
          <ac:chgData name="최문영" userId="c9c2ca5b-20f2-48c9-9e1f-a03229bf2768" providerId="ADAL" clId="{948E9F49-7062-4D18-9086-94FE8A54BEA1}" dt="2025-08-04T15:19:57.529" v="807" actId="14100"/>
          <ac:cxnSpMkLst>
            <pc:docMk/>
            <pc:sldMk cId="144539616" sldId="875"/>
            <ac:cxnSpMk id="1037" creationId="{958B0B42-7AA9-212D-C87A-A326C8A90332}"/>
          </ac:cxnSpMkLst>
        </pc:cxnChg>
        <pc:cxnChg chg="add mod">
          <ac:chgData name="최문영" userId="c9c2ca5b-20f2-48c9-9e1f-a03229bf2768" providerId="ADAL" clId="{948E9F49-7062-4D18-9086-94FE8A54BEA1}" dt="2025-08-04T15:18:23.650" v="602" actId="555"/>
          <ac:cxnSpMkLst>
            <pc:docMk/>
            <pc:sldMk cId="144539616" sldId="875"/>
            <ac:cxnSpMk id="1046" creationId="{5B56799F-8400-B4CC-2910-E0C23F6DE2A1}"/>
          </ac:cxnSpMkLst>
        </pc:cxnChg>
        <pc:cxnChg chg="add mod">
          <ac:chgData name="최문영" userId="c9c2ca5b-20f2-48c9-9e1f-a03229bf2768" providerId="ADAL" clId="{948E9F49-7062-4D18-9086-94FE8A54BEA1}" dt="2025-08-04T15:15:34.623" v="286" actId="1076"/>
          <ac:cxnSpMkLst>
            <pc:docMk/>
            <pc:sldMk cId="144539616" sldId="875"/>
            <ac:cxnSpMk id="1049" creationId="{376AA714-CCC3-3ADC-598F-4F829E26F5E6}"/>
          </ac:cxnSpMkLst>
        </pc:cxnChg>
        <pc:cxnChg chg="add mod">
          <ac:chgData name="최문영" userId="c9c2ca5b-20f2-48c9-9e1f-a03229bf2768" providerId="ADAL" clId="{948E9F49-7062-4D18-9086-94FE8A54BEA1}" dt="2025-08-04T15:18:17.230" v="601" actId="555"/>
          <ac:cxnSpMkLst>
            <pc:docMk/>
            <pc:sldMk cId="144539616" sldId="875"/>
            <ac:cxnSpMk id="1052" creationId="{228E114B-4ADD-F46B-E320-393565ECD4A5}"/>
          </ac:cxnSpMkLst>
        </pc:cxnChg>
        <pc:cxnChg chg="add mod">
          <ac:chgData name="최문영" userId="c9c2ca5b-20f2-48c9-9e1f-a03229bf2768" providerId="ADAL" clId="{948E9F49-7062-4D18-9086-94FE8A54BEA1}" dt="2025-08-04T15:18:23.650" v="602" actId="555"/>
          <ac:cxnSpMkLst>
            <pc:docMk/>
            <pc:sldMk cId="144539616" sldId="875"/>
            <ac:cxnSpMk id="1055" creationId="{F20D68E1-A348-9149-662B-F6C666951D90}"/>
          </ac:cxnSpMkLst>
        </pc:cxnChg>
        <pc:cxnChg chg="add mod">
          <ac:chgData name="최문영" userId="c9c2ca5b-20f2-48c9-9e1f-a03229bf2768" providerId="ADAL" clId="{948E9F49-7062-4D18-9086-94FE8A54BEA1}" dt="2025-08-04T15:18:23.650" v="602" actId="555"/>
          <ac:cxnSpMkLst>
            <pc:docMk/>
            <pc:sldMk cId="144539616" sldId="875"/>
            <ac:cxnSpMk id="1060" creationId="{993E2139-DEA0-5364-2FE2-FCF2DA3560DA}"/>
          </ac:cxnSpMkLst>
        </pc:cxnChg>
        <pc:cxnChg chg="add mod">
          <ac:chgData name="최문영" userId="c9c2ca5b-20f2-48c9-9e1f-a03229bf2768" providerId="ADAL" clId="{948E9F49-7062-4D18-9086-94FE8A54BEA1}" dt="2025-08-04T15:18:31.101" v="603" actId="555"/>
          <ac:cxnSpMkLst>
            <pc:docMk/>
            <pc:sldMk cId="144539616" sldId="875"/>
            <ac:cxnSpMk id="1063" creationId="{E06C6F2E-850D-1DB6-B734-B8B8A08D1327}"/>
          </ac:cxnSpMkLst>
        </pc:cxnChg>
        <pc:cxnChg chg="add mod">
          <ac:chgData name="최문영" userId="c9c2ca5b-20f2-48c9-9e1f-a03229bf2768" providerId="ADAL" clId="{948E9F49-7062-4D18-9086-94FE8A54BEA1}" dt="2025-08-04T15:18:31.101" v="603" actId="555"/>
          <ac:cxnSpMkLst>
            <pc:docMk/>
            <pc:sldMk cId="144539616" sldId="875"/>
            <ac:cxnSpMk id="1066" creationId="{8DCB0192-C6F9-68D2-3A3F-C1DE593CE876}"/>
          </ac:cxnSpMkLst>
        </pc:cxnChg>
        <pc:cxnChg chg="add mod">
          <ac:chgData name="최문영" userId="c9c2ca5b-20f2-48c9-9e1f-a03229bf2768" providerId="ADAL" clId="{948E9F49-7062-4D18-9086-94FE8A54BEA1}" dt="2025-08-04T15:18:31.101" v="603" actId="555"/>
          <ac:cxnSpMkLst>
            <pc:docMk/>
            <pc:sldMk cId="144539616" sldId="875"/>
            <ac:cxnSpMk id="1069" creationId="{27279053-1A80-FAB3-DEE8-F38E3FF1F28D}"/>
          </ac:cxnSpMkLst>
        </pc:cxnChg>
        <pc:cxnChg chg="mod">
          <ac:chgData name="최문영" userId="c9c2ca5b-20f2-48c9-9e1f-a03229bf2768" providerId="ADAL" clId="{948E9F49-7062-4D18-9086-94FE8A54BEA1}" dt="2025-08-04T15:18:55.326" v="641" actId="1035"/>
          <ac:cxnSpMkLst>
            <pc:docMk/>
            <pc:sldMk cId="144539616" sldId="875"/>
            <ac:cxnSpMk id="1102" creationId="{297DA167-CDE8-C65A-12B3-24435395610E}"/>
          </ac:cxnSpMkLst>
        </pc:cxnChg>
      </pc:sldChg>
      <pc:sldChg chg="del">
        <pc:chgData name="최문영" userId="c9c2ca5b-20f2-48c9-9e1f-a03229bf2768" providerId="ADAL" clId="{948E9F49-7062-4D18-9086-94FE8A54BEA1}" dt="2025-08-04T15:28:00.534" v="1305" actId="47"/>
        <pc:sldMkLst>
          <pc:docMk/>
          <pc:sldMk cId="3699547722" sldId="877"/>
        </pc:sldMkLst>
      </pc:sldChg>
      <pc:sldChg chg="addSp delSp modSp mod ord delAnim modAnim">
        <pc:chgData name="최문영" userId="c9c2ca5b-20f2-48c9-9e1f-a03229bf2768" providerId="ADAL" clId="{948E9F49-7062-4D18-9086-94FE8A54BEA1}" dt="2025-08-04T15:39:34.376" v="1646" actId="1035"/>
        <pc:sldMkLst>
          <pc:docMk/>
          <pc:sldMk cId="1348128645" sldId="878"/>
        </pc:sldMkLst>
        <pc:spChg chg="add mod">
          <ac:chgData name="최문영" userId="c9c2ca5b-20f2-48c9-9e1f-a03229bf2768" providerId="ADAL" clId="{948E9F49-7062-4D18-9086-94FE8A54BEA1}" dt="2025-08-04T15:29:42.009" v="1316"/>
          <ac:spMkLst>
            <pc:docMk/>
            <pc:sldMk cId="1348128645" sldId="878"/>
            <ac:spMk id="4" creationId="{0355AF22-23FB-F0AA-C7B0-12D8D1B1E782}"/>
          </ac:spMkLst>
        </pc:spChg>
        <pc:spChg chg="add mod">
          <ac:chgData name="최문영" userId="c9c2ca5b-20f2-48c9-9e1f-a03229bf2768" providerId="ADAL" clId="{948E9F49-7062-4D18-9086-94FE8A54BEA1}" dt="2025-08-04T15:29:42.009" v="1316"/>
          <ac:spMkLst>
            <pc:docMk/>
            <pc:sldMk cId="1348128645" sldId="878"/>
            <ac:spMk id="5" creationId="{1FC1B473-52D1-5B88-A02B-008E7AEB738F}"/>
          </ac:spMkLst>
        </pc:spChg>
        <pc:spChg chg="add mod">
          <ac:chgData name="최문영" userId="c9c2ca5b-20f2-48c9-9e1f-a03229bf2768" providerId="ADAL" clId="{948E9F49-7062-4D18-9086-94FE8A54BEA1}" dt="2025-08-04T15:29:42.009" v="1316"/>
          <ac:spMkLst>
            <pc:docMk/>
            <pc:sldMk cId="1348128645" sldId="878"/>
            <ac:spMk id="7" creationId="{A2E5E419-B012-8740-19C1-1A2CEC84067A}"/>
          </ac:spMkLst>
        </pc:spChg>
        <pc:spChg chg="add del mod">
          <ac:chgData name="최문영" userId="c9c2ca5b-20f2-48c9-9e1f-a03229bf2768" providerId="ADAL" clId="{948E9F49-7062-4D18-9086-94FE8A54BEA1}" dt="2025-08-04T15:31:41.555" v="1473" actId="1076"/>
          <ac:spMkLst>
            <pc:docMk/>
            <pc:sldMk cId="1348128645" sldId="878"/>
            <ac:spMk id="18" creationId="{6F8E03BA-0A29-411A-F93A-3FC214C05734}"/>
          </ac:spMkLst>
        </pc:spChg>
        <pc:spChg chg="add mod">
          <ac:chgData name="최문영" userId="c9c2ca5b-20f2-48c9-9e1f-a03229bf2768" providerId="ADAL" clId="{948E9F49-7062-4D18-9086-94FE8A54BEA1}" dt="2025-08-04T15:33:47.711" v="1502" actId="1076"/>
          <ac:spMkLst>
            <pc:docMk/>
            <pc:sldMk cId="1348128645" sldId="878"/>
            <ac:spMk id="20" creationId="{16B96EF4-9322-8473-1939-41230B3F21FB}"/>
          </ac:spMkLst>
        </pc:spChg>
        <pc:spChg chg="add mod">
          <ac:chgData name="최문영" userId="c9c2ca5b-20f2-48c9-9e1f-a03229bf2768" providerId="ADAL" clId="{948E9F49-7062-4D18-9086-94FE8A54BEA1}" dt="2025-08-04T15:33:58.339" v="1504" actId="1076"/>
          <ac:spMkLst>
            <pc:docMk/>
            <pc:sldMk cId="1348128645" sldId="878"/>
            <ac:spMk id="21" creationId="{8B74FB37-66C6-0B4A-31F9-3BD45F822EE3}"/>
          </ac:spMkLst>
        </pc:spChg>
        <pc:spChg chg="add mod">
          <ac:chgData name="최문영" userId="c9c2ca5b-20f2-48c9-9e1f-a03229bf2768" providerId="ADAL" clId="{948E9F49-7062-4D18-9086-94FE8A54BEA1}" dt="2025-08-04T15:39:12.904" v="1608"/>
          <ac:spMkLst>
            <pc:docMk/>
            <pc:sldMk cId="1348128645" sldId="878"/>
            <ac:spMk id="23" creationId="{532FDE13-3DB9-4CFA-3E40-DBE77DB09497}"/>
          </ac:spMkLst>
        </pc:spChg>
        <pc:spChg chg="add mod">
          <ac:chgData name="최문영" userId="c9c2ca5b-20f2-48c9-9e1f-a03229bf2768" providerId="ADAL" clId="{948E9F49-7062-4D18-9086-94FE8A54BEA1}" dt="2025-08-04T15:39:34.376" v="1646" actId="1035"/>
          <ac:spMkLst>
            <pc:docMk/>
            <pc:sldMk cId="1348128645" sldId="878"/>
            <ac:spMk id="26" creationId="{F37B9BF7-0194-6126-7058-022124AAEB73}"/>
          </ac:spMkLst>
        </pc:spChg>
        <pc:cxnChg chg="add mod">
          <ac:chgData name="최문영" userId="c9c2ca5b-20f2-48c9-9e1f-a03229bf2768" providerId="ADAL" clId="{948E9F49-7062-4D18-9086-94FE8A54BEA1}" dt="2025-08-04T15:29:42.009" v="1316"/>
          <ac:cxnSpMkLst>
            <pc:docMk/>
            <pc:sldMk cId="1348128645" sldId="878"/>
            <ac:cxnSpMk id="2" creationId="{936E9329-46E2-B300-8B0E-CB641AE8AF02}"/>
          </ac:cxnSpMkLst>
        </pc:cxnChg>
        <pc:cxnChg chg="add mod">
          <ac:chgData name="최문영" userId="c9c2ca5b-20f2-48c9-9e1f-a03229bf2768" providerId="ADAL" clId="{948E9F49-7062-4D18-9086-94FE8A54BEA1}" dt="2025-08-04T15:31:44.874" v="1483" actId="1035"/>
          <ac:cxnSpMkLst>
            <pc:docMk/>
            <pc:sldMk cId="1348128645" sldId="878"/>
            <ac:cxnSpMk id="3" creationId="{E8640E96-25EC-D76F-3FD7-BD3A9FB65BE0}"/>
          </ac:cxnSpMkLst>
        </pc:cxnChg>
        <pc:cxnChg chg="add mod">
          <ac:chgData name="최문영" userId="c9c2ca5b-20f2-48c9-9e1f-a03229bf2768" providerId="ADAL" clId="{948E9F49-7062-4D18-9086-94FE8A54BEA1}" dt="2025-08-04T15:39:12.904" v="1608"/>
          <ac:cxnSpMkLst>
            <pc:docMk/>
            <pc:sldMk cId="1348128645" sldId="878"/>
            <ac:cxnSpMk id="24" creationId="{455171DF-F7ED-AD8B-440A-C8B2383577BF}"/>
          </ac:cxnSpMkLst>
        </pc:cxnChg>
      </pc:sldChg>
      <pc:sldChg chg="addSp delSp modSp mod ord modAnim">
        <pc:chgData name="최문영" userId="c9c2ca5b-20f2-48c9-9e1f-a03229bf2768" providerId="ADAL" clId="{948E9F49-7062-4D18-9086-94FE8A54BEA1}" dt="2025-08-04T15:45:48.791" v="2002" actId="1076"/>
        <pc:sldMkLst>
          <pc:docMk/>
          <pc:sldMk cId="2280660620" sldId="879"/>
        </pc:sldMkLst>
        <pc:spChg chg="mod">
          <ac:chgData name="최문영" userId="c9c2ca5b-20f2-48c9-9e1f-a03229bf2768" providerId="ADAL" clId="{948E9F49-7062-4D18-9086-94FE8A54BEA1}" dt="2025-08-04T15:43:33.100" v="1904" actId="20577"/>
          <ac:spMkLst>
            <pc:docMk/>
            <pc:sldMk cId="2280660620" sldId="879"/>
            <ac:spMk id="10" creationId="{B4C02687-A589-D250-09C0-B0766D78690C}"/>
          </ac:spMkLst>
        </pc:spChg>
        <pc:spChg chg="mod">
          <ac:chgData name="최문영" userId="c9c2ca5b-20f2-48c9-9e1f-a03229bf2768" providerId="ADAL" clId="{948E9F49-7062-4D18-9086-94FE8A54BEA1}" dt="2025-08-04T15:44:09.925" v="1955" actId="20577"/>
          <ac:spMkLst>
            <pc:docMk/>
            <pc:sldMk cId="2280660620" sldId="879"/>
            <ac:spMk id="47" creationId="{8BCC9D88-F63A-A613-FA75-278418FB7872}"/>
          </ac:spMkLst>
        </pc:spChg>
        <pc:spChg chg="add mod">
          <ac:chgData name="최문영" userId="c9c2ca5b-20f2-48c9-9e1f-a03229bf2768" providerId="ADAL" clId="{948E9F49-7062-4D18-9086-94FE8A54BEA1}" dt="2025-08-04T15:45:23.125" v="1964"/>
          <ac:spMkLst>
            <pc:docMk/>
            <pc:sldMk cId="2280660620" sldId="879"/>
            <ac:spMk id="73" creationId="{870FB055-D8F3-3C84-E725-287D393D9420}"/>
          </ac:spMkLst>
        </pc:spChg>
        <pc:spChg chg="add mod">
          <ac:chgData name="최문영" userId="c9c2ca5b-20f2-48c9-9e1f-a03229bf2768" providerId="ADAL" clId="{948E9F49-7062-4D18-9086-94FE8A54BEA1}" dt="2025-08-04T15:45:23.125" v="1964"/>
          <ac:spMkLst>
            <pc:docMk/>
            <pc:sldMk cId="2280660620" sldId="879"/>
            <ac:spMk id="76" creationId="{BA7E0A72-3A2E-EE83-10BB-77CC6536F151}"/>
          </ac:spMkLst>
        </pc:spChg>
        <pc:spChg chg="add mod">
          <ac:chgData name="최문영" userId="c9c2ca5b-20f2-48c9-9e1f-a03229bf2768" providerId="ADAL" clId="{948E9F49-7062-4D18-9086-94FE8A54BEA1}" dt="2025-08-04T15:45:23.125" v="1964"/>
          <ac:spMkLst>
            <pc:docMk/>
            <pc:sldMk cId="2280660620" sldId="879"/>
            <ac:spMk id="80" creationId="{C8CFB138-E1C5-35D3-C903-E6139639B6ED}"/>
          </ac:spMkLst>
        </pc:spChg>
        <pc:spChg chg="add mod">
          <ac:chgData name="최문영" userId="c9c2ca5b-20f2-48c9-9e1f-a03229bf2768" providerId="ADAL" clId="{948E9F49-7062-4D18-9086-94FE8A54BEA1}" dt="2025-08-04T15:45:23.125" v="1964"/>
          <ac:spMkLst>
            <pc:docMk/>
            <pc:sldMk cId="2280660620" sldId="879"/>
            <ac:spMk id="82" creationId="{37C2BFC4-4C54-B246-DFC7-FD7AEFCD5667}"/>
          </ac:spMkLst>
        </pc:spChg>
        <pc:spChg chg="add mod">
          <ac:chgData name="최문영" userId="c9c2ca5b-20f2-48c9-9e1f-a03229bf2768" providerId="ADAL" clId="{948E9F49-7062-4D18-9086-94FE8A54BEA1}" dt="2025-08-04T15:45:23.125" v="1964"/>
          <ac:spMkLst>
            <pc:docMk/>
            <pc:sldMk cId="2280660620" sldId="879"/>
            <ac:spMk id="83" creationId="{6A17319C-46DB-274F-AD92-D7F2C9809B4F}"/>
          </ac:spMkLst>
        </pc:spChg>
        <pc:spChg chg="add mod">
          <ac:chgData name="최문영" userId="c9c2ca5b-20f2-48c9-9e1f-a03229bf2768" providerId="ADAL" clId="{948E9F49-7062-4D18-9086-94FE8A54BEA1}" dt="2025-08-04T15:45:23.125" v="1964"/>
          <ac:spMkLst>
            <pc:docMk/>
            <pc:sldMk cId="2280660620" sldId="879"/>
            <ac:spMk id="85" creationId="{D6ADF15C-9F84-6F26-BC66-6899E6A22CE2}"/>
          </ac:spMkLst>
        </pc:spChg>
        <pc:spChg chg="add mod">
          <ac:chgData name="최문영" userId="c9c2ca5b-20f2-48c9-9e1f-a03229bf2768" providerId="ADAL" clId="{948E9F49-7062-4D18-9086-94FE8A54BEA1}" dt="2025-08-04T15:45:23.125" v="1964"/>
          <ac:spMkLst>
            <pc:docMk/>
            <pc:sldMk cId="2280660620" sldId="879"/>
            <ac:spMk id="86" creationId="{B2F785E9-2464-B741-5537-5DAD2C757294}"/>
          </ac:spMkLst>
        </pc:spChg>
        <pc:spChg chg="add mod">
          <ac:chgData name="최문영" userId="c9c2ca5b-20f2-48c9-9e1f-a03229bf2768" providerId="ADAL" clId="{948E9F49-7062-4D18-9086-94FE8A54BEA1}" dt="2025-08-04T15:45:23.125" v="1964"/>
          <ac:spMkLst>
            <pc:docMk/>
            <pc:sldMk cId="2280660620" sldId="879"/>
            <ac:spMk id="94" creationId="{6836BCAE-848D-1EE4-E570-BF9C4A469407}"/>
          </ac:spMkLst>
        </pc:spChg>
        <pc:spChg chg="add mod">
          <ac:chgData name="최문영" userId="c9c2ca5b-20f2-48c9-9e1f-a03229bf2768" providerId="ADAL" clId="{948E9F49-7062-4D18-9086-94FE8A54BEA1}" dt="2025-08-04T15:45:23.125" v="1964"/>
          <ac:spMkLst>
            <pc:docMk/>
            <pc:sldMk cId="2280660620" sldId="879"/>
            <ac:spMk id="95" creationId="{5FB1ADB2-0831-EEAF-A6EB-E0D31C367AF8}"/>
          </ac:spMkLst>
        </pc:spChg>
        <pc:spChg chg="add mod">
          <ac:chgData name="최문영" userId="c9c2ca5b-20f2-48c9-9e1f-a03229bf2768" providerId="ADAL" clId="{948E9F49-7062-4D18-9086-94FE8A54BEA1}" dt="2025-08-04T15:45:23.125" v="1964"/>
          <ac:spMkLst>
            <pc:docMk/>
            <pc:sldMk cId="2280660620" sldId="879"/>
            <ac:spMk id="106" creationId="{8747492D-2271-A0DB-EEDA-F6B74FE99422}"/>
          </ac:spMkLst>
        </pc:spChg>
        <pc:spChg chg="add mod">
          <ac:chgData name="최문영" userId="c9c2ca5b-20f2-48c9-9e1f-a03229bf2768" providerId="ADAL" clId="{948E9F49-7062-4D18-9086-94FE8A54BEA1}" dt="2025-08-04T15:45:48.791" v="2002" actId="1076"/>
          <ac:spMkLst>
            <pc:docMk/>
            <pc:sldMk cId="2280660620" sldId="879"/>
            <ac:spMk id="110" creationId="{443214EE-7F01-08FE-E6DD-C3CB4ABC42E4}"/>
          </ac:spMkLst>
        </pc:spChg>
      </pc:sldChg>
      <pc:sldChg chg="addSp modSp del modAnim">
        <pc:chgData name="최문영" userId="c9c2ca5b-20f2-48c9-9e1f-a03229bf2768" providerId="ADAL" clId="{948E9F49-7062-4D18-9086-94FE8A54BEA1}" dt="2025-08-04T16:09:41.369" v="3078" actId="47"/>
        <pc:sldMkLst>
          <pc:docMk/>
          <pc:sldMk cId="3952655488" sldId="880"/>
        </pc:sldMkLst>
      </pc:sldChg>
      <pc:sldChg chg="del">
        <pc:chgData name="최문영" userId="c9c2ca5b-20f2-48c9-9e1f-a03229bf2768" providerId="ADAL" clId="{948E9F49-7062-4D18-9086-94FE8A54BEA1}" dt="2025-08-04T16:09:42.044" v="3079" actId="47"/>
        <pc:sldMkLst>
          <pc:docMk/>
          <pc:sldMk cId="3803115035" sldId="881"/>
        </pc:sldMkLst>
      </pc:sldChg>
      <pc:sldChg chg="del">
        <pc:chgData name="최문영" userId="c9c2ca5b-20f2-48c9-9e1f-a03229bf2768" providerId="ADAL" clId="{948E9F49-7062-4D18-9086-94FE8A54BEA1}" dt="2025-08-04T16:09:42.381" v="3080" actId="47"/>
        <pc:sldMkLst>
          <pc:docMk/>
          <pc:sldMk cId="136431344" sldId="882"/>
        </pc:sldMkLst>
      </pc:sldChg>
      <pc:sldChg chg="delSp del mod ord">
        <pc:chgData name="최문영" userId="c9c2ca5b-20f2-48c9-9e1f-a03229bf2768" providerId="ADAL" clId="{948E9F49-7062-4D18-9086-94FE8A54BEA1}" dt="2025-08-04T16:12:21.827" v="3407" actId="47"/>
        <pc:sldMkLst>
          <pc:docMk/>
          <pc:sldMk cId="738488753" sldId="883"/>
        </pc:sldMkLst>
      </pc:sldChg>
      <pc:sldChg chg="del">
        <pc:chgData name="최문영" userId="c9c2ca5b-20f2-48c9-9e1f-a03229bf2768" providerId="ADAL" clId="{948E9F49-7062-4D18-9086-94FE8A54BEA1}" dt="2025-08-04T15:28:00.739" v="1306" actId="47"/>
        <pc:sldMkLst>
          <pc:docMk/>
          <pc:sldMk cId="1787494701" sldId="884"/>
        </pc:sldMkLst>
      </pc:sldChg>
      <pc:sldChg chg="add del modTransition">
        <pc:chgData name="최문영" userId="c9c2ca5b-20f2-48c9-9e1f-a03229bf2768" providerId="ADAL" clId="{948E9F49-7062-4D18-9086-94FE8A54BEA1}" dt="2025-08-04T15:11:11.054" v="144" actId="47"/>
        <pc:sldMkLst>
          <pc:docMk/>
          <pc:sldMk cId="866312213" sldId="885"/>
        </pc:sldMkLst>
      </pc:sldChg>
      <pc:sldChg chg="modSp add del mod">
        <pc:chgData name="최문영" userId="c9c2ca5b-20f2-48c9-9e1f-a03229bf2768" providerId="ADAL" clId="{948E9F49-7062-4D18-9086-94FE8A54BEA1}" dt="2025-08-04T15:28:00.001" v="1304" actId="47"/>
        <pc:sldMkLst>
          <pc:docMk/>
          <pc:sldMk cId="4068486686" sldId="885"/>
        </pc:sldMkLst>
      </pc:sldChg>
      <pc:sldChg chg="addSp delSp modSp add mod modTransition delAnim modAnim">
        <pc:chgData name="최문영" userId="c9c2ca5b-20f2-48c9-9e1f-a03229bf2768" providerId="ADAL" clId="{948E9F49-7062-4D18-9086-94FE8A54BEA1}" dt="2025-08-07T09:31:40.243" v="3429" actId="113"/>
        <pc:sldMkLst>
          <pc:docMk/>
          <pc:sldMk cId="1220865578" sldId="886"/>
        </pc:sldMkLst>
        <pc:spChg chg="add mod">
          <ac:chgData name="최문영" userId="c9c2ca5b-20f2-48c9-9e1f-a03229bf2768" providerId="ADAL" clId="{948E9F49-7062-4D18-9086-94FE8A54BEA1}" dt="2025-08-04T15:23:56.062" v="946" actId="20577"/>
          <ac:spMkLst>
            <pc:docMk/>
            <pc:sldMk cId="1220865578" sldId="886"/>
            <ac:spMk id="5" creationId="{4E407D47-A367-8617-FBFF-CE22887CB985}"/>
          </ac:spMkLst>
        </pc:spChg>
        <pc:spChg chg="mod">
          <ac:chgData name="최문영" userId="c9c2ca5b-20f2-48c9-9e1f-a03229bf2768" providerId="ADAL" clId="{948E9F49-7062-4D18-9086-94FE8A54BEA1}" dt="2025-08-04T15:27:39.494" v="1302" actId="20577"/>
          <ac:spMkLst>
            <pc:docMk/>
            <pc:sldMk cId="1220865578" sldId="886"/>
            <ac:spMk id="10" creationId="{CEAC7A43-0C81-D2D9-F59D-847E1E547F00}"/>
          </ac:spMkLst>
        </pc:spChg>
        <pc:spChg chg="add mod">
          <ac:chgData name="최문영" userId="c9c2ca5b-20f2-48c9-9e1f-a03229bf2768" providerId="ADAL" clId="{948E9F49-7062-4D18-9086-94FE8A54BEA1}" dt="2025-08-04T15:25:27.092" v="1056" actId="1076"/>
          <ac:spMkLst>
            <pc:docMk/>
            <pc:sldMk cId="1220865578" sldId="886"/>
            <ac:spMk id="13" creationId="{487D2A88-D8B2-08AB-3E4E-E64B7048E632}"/>
          </ac:spMkLst>
        </pc:spChg>
        <pc:spChg chg="add mod">
          <ac:chgData name="최문영" userId="c9c2ca5b-20f2-48c9-9e1f-a03229bf2768" providerId="ADAL" clId="{948E9F49-7062-4D18-9086-94FE8A54BEA1}" dt="2025-08-04T15:26:20.896" v="1218" actId="1076"/>
          <ac:spMkLst>
            <pc:docMk/>
            <pc:sldMk cId="1220865578" sldId="886"/>
            <ac:spMk id="20" creationId="{C27B41D0-62ED-65AA-BE8F-2D7434E16F60}"/>
          </ac:spMkLst>
        </pc:spChg>
        <pc:spChg chg="mod">
          <ac:chgData name="최문영" userId="c9c2ca5b-20f2-48c9-9e1f-a03229bf2768" providerId="ADAL" clId="{948E9F49-7062-4D18-9086-94FE8A54BEA1}" dt="2025-08-04T15:22:32.273" v="899" actId="1036"/>
          <ac:spMkLst>
            <pc:docMk/>
            <pc:sldMk cId="1220865578" sldId="886"/>
            <ac:spMk id="23" creationId="{5C26344D-1125-7A98-E409-7CAE7F7E5429}"/>
          </ac:spMkLst>
        </pc:spChg>
        <pc:spChg chg="mod">
          <ac:chgData name="최문영" userId="c9c2ca5b-20f2-48c9-9e1f-a03229bf2768" providerId="ADAL" clId="{948E9F49-7062-4D18-9086-94FE8A54BEA1}" dt="2025-08-04T15:24:09.627" v="948" actId="113"/>
          <ac:spMkLst>
            <pc:docMk/>
            <pc:sldMk cId="1220865578" sldId="886"/>
            <ac:spMk id="32" creationId="{8C832D65-BD5C-A09D-028E-404B286B39D8}"/>
          </ac:spMkLst>
        </pc:spChg>
        <pc:spChg chg="mod">
          <ac:chgData name="최문영" userId="c9c2ca5b-20f2-48c9-9e1f-a03229bf2768" providerId="ADAL" clId="{948E9F49-7062-4D18-9086-94FE8A54BEA1}" dt="2025-08-07T09:31:37.826" v="3426" actId="113"/>
          <ac:spMkLst>
            <pc:docMk/>
            <pc:sldMk cId="1220865578" sldId="886"/>
            <ac:spMk id="56" creationId="{36811E6E-67FB-E28E-C11F-19B62A42CF5C}"/>
          </ac:spMkLst>
        </pc:spChg>
        <pc:spChg chg="mod">
          <ac:chgData name="최문영" userId="c9c2ca5b-20f2-48c9-9e1f-a03229bf2768" providerId="ADAL" clId="{948E9F49-7062-4D18-9086-94FE8A54BEA1}" dt="2025-08-07T09:31:38.595" v="3427" actId="113"/>
          <ac:spMkLst>
            <pc:docMk/>
            <pc:sldMk cId="1220865578" sldId="886"/>
            <ac:spMk id="57" creationId="{8E0C50E1-1771-F250-11A4-C113FDE617B6}"/>
          </ac:spMkLst>
        </pc:spChg>
        <pc:spChg chg="mod">
          <ac:chgData name="최문영" userId="c9c2ca5b-20f2-48c9-9e1f-a03229bf2768" providerId="ADAL" clId="{948E9F49-7062-4D18-9086-94FE8A54BEA1}" dt="2025-08-07T09:31:40.243" v="3429" actId="113"/>
          <ac:spMkLst>
            <pc:docMk/>
            <pc:sldMk cId="1220865578" sldId="886"/>
            <ac:spMk id="60" creationId="{7BD79923-6924-9585-3475-FD37185551DF}"/>
          </ac:spMkLst>
        </pc:spChg>
        <pc:spChg chg="mod">
          <ac:chgData name="최문영" userId="c9c2ca5b-20f2-48c9-9e1f-a03229bf2768" providerId="ADAL" clId="{948E9F49-7062-4D18-9086-94FE8A54BEA1}" dt="2025-08-07T09:31:39.459" v="3428" actId="113"/>
          <ac:spMkLst>
            <pc:docMk/>
            <pc:sldMk cId="1220865578" sldId="886"/>
            <ac:spMk id="61" creationId="{96DA196B-D88A-D46D-9CEF-1038E759D464}"/>
          </ac:spMkLst>
        </pc:spChg>
        <pc:spChg chg="mod">
          <ac:chgData name="최문영" userId="c9c2ca5b-20f2-48c9-9e1f-a03229bf2768" providerId="ADAL" clId="{948E9F49-7062-4D18-9086-94FE8A54BEA1}" dt="2025-08-04T15:22:42.316" v="926" actId="14100"/>
          <ac:spMkLst>
            <pc:docMk/>
            <pc:sldMk cId="1220865578" sldId="886"/>
            <ac:spMk id="1093" creationId="{7F24DD19-26BD-4B95-D6EF-A7A60FD2CF8E}"/>
          </ac:spMkLst>
        </pc:spChg>
        <pc:spChg chg="mod">
          <ac:chgData name="최문영" userId="c9c2ca5b-20f2-48c9-9e1f-a03229bf2768" providerId="ADAL" clId="{948E9F49-7062-4D18-9086-94FE8A54BEA1}" dt="2025-08-04T15:22:39.179" v="925" actId="1035"/>
          <ac:spMkLst>
            <pc:docMk/>
            <pc:sldMk cId="1220865578" sldId="886"/>
            <ac:spMk id="1094" creationId="{CF38470C-41E6-C142-689C-3E2FEE0D8A9B}"/>
          </ac:spMkLst>
        </pc:spChg>
        <pc:cxnChg chg="add mod">
          <ac:chgData name="최문영" userId="c9c2ca5b-20f2-48c9-9e1f-a03229bf2768" providerId="ADAL" clId="{948E9F49-7062-4D18-9086-94FE8A54BEA1}" dt="2025-08-04T15:23:39.536" v="936" actId="14100"/>
          <ac:cxnSpMkLst>
            <pc:docMk/>
            <pc:sldMk cId="1220865578" sldId="886"/>
            <ac:cxnSpMk id="7" creationId="{FBD98430-AB61-53BD-7D2C-7FFFF2ED6D9C}"/>
          </ac:cxnSpMkLst>
        </pc:cxnChg>
        <pc:cxnChg chg="ord">
          <ac:chgData name="최문영" userId="c9c2ca5b-20f2-48c9-9e1f-a03229bf2768" providerId="ADAL" clId="{948E9F49-7062-4D18-9086-94FE8A54BEA1}" dt="2025-08-04T15:23:23.538" v="933" actId="166"/>
          <ac:cxnSpMkLst>
            <pc:docMk/>
            <pc:sldMk cId="1220865578" sldId="886"/>
            <ac:cxnSpMk id="1024" creationId="{BAE44061-F40E-77C0-8EA0-E5C4C52E16A7}"/>
          </ac:cxnSpMkLst>
        </pc:cxnChg>
        <pc:cxnChg chg="ord">
          <ac:chgData name="최문영" userId="c9c2ca5b-20f2-48c9-9e1f-a03229bf2768" providerId="ADAL" clId="{948E9F49-7062-4D18-9086-94FE8A54BEA1}" dt="2025-08-04T15:23:23.538" v="933" actId="166"/>
          <ac:cxnSpMkLst>
            <pc:docMk/>
            <pc:sldMk cId="1220865578" sldId="886"/>
            <ac:cxnSpMk id="1025" creationId="{BA96A09E-1CE7-1D62-166E-67AFBB6F2E66}"/>
          </ac:cxnSpMkLst>
        </pc:cxnChg>
        <pc:cxnChg chg="mod">
          <ac:chgData name="최문영" userId="c9c2ca5b-20f2-48c9-9e1f-a03229bf2768" providerId="ADAL" clId="{948E9F49-7062-4D18-9086-94FE8A54BEA1}" dt="2025-08-04T15:22:48.792" v="927" actId="14100"/>
          <ac:cxnSpMkLst>
            <pc:docMk/>
            <pc:sldMk cId="1220865578" sldId="886"/>
            <ac:cxnSpMk id="1033" creationId="{E677474A-438F-75B2-20C7-1E9E9AAA34EA}"/>
          </ac:cxnSpMkLst>
        </pc:cxnChg>
        <pc:cxnChg chg="mod">
          <ac:chgData name="최문영" userId="c9c2ca5b-20f2-48c9-9e1f-a03229bf2768" providerId="ADAL" clId="{948E9F49-7062-4D18-9086-94FE8A54BEA1}" dt="2025-08-04T15:22:55.592" v="929" actId="14100"/>
          <ac:cxnSpMkLst>
            <pc:docMk/>
            <pc:sldMk cId="1220865578" sldId="886"/>
            <ac:cxnSpMk id="1034" creationId="{997B6ED7-DABD-54F9-C292-1764CBB967BB}"/>
          </ac:cxnSpMkLst>
        </pc:cxnChg>
        <pc:cxnChg chg="mod">
          <ac:chgData name="최문영" userId="c9c2ca5b-20f2-48c9-9e1f-a03229bf2768" providerId="ADAL" clId="{948E9F49-7062-4D18-9086-94FE8A54BEA1}" dt="2025-08-04T15:23:48.534" v="937" actId="14100"/>
          <ac:cxnSpMkLst>
            <pc:docMk/>
            <pc:sldMk cId="1220865578" sldId="886"/>
            <ac:cxnSpMk id="1037" creationId="{78218BB4-6936-DD49-4873-340C4C789D33}"/>
          </ac:cxnSpMkLst>
        </pc:cxnChg>
      </pc:sldChg>
      <pc:sldChg chg="add del">
        <pc:chgData name="최문영" userId="c9c2ca5b-20f2-48c9-9e1f-a03229bf2768" providerId="ADAL" clId="{948E9F49-7062-4D18-9086-94FE8A54BEA1}" dt="2025-08-04T16:09:40.572" v="3077" actId="47"/>
        <pc:sldMkLst>
          <pc:docMk/>
          <pc:sldMk cId="232283697" sldId="887"/>
        </pc:sldMkLst>
      </pc:sldChg>
      <pc:sldChg chg="add del">
        <pc:chgData name="최문영" userId="c9c2ca5b-20f2-48c9-9e1f-a03229bf2768" providerId="ADAL" clId="{948E9F49-7062-4D18-9086-94FE8A54BEA1}" dt="2025-08-04T15:27:59.560" v="1303" actId="47"/>
        <pc:sldMkLst>
          <pc:docMk/>
          <pc:sldMk cId="2342016425" sldId="887"/>
        </pc:sldMkLst>
      </pc:sldChg>
      <pc:sldChg chg="addSp delSp modSp add mod addAnim delAnim modAnim">
        <pc:chgData name="최문영" userId="c9c2ca5b-20f2-48c9-9e1f-a03229bf2768" providerId="ADAL" clId="{948E9F49-7062-4D18-9086-94FE8A54BEA1}" dt="2025-08-04T15:40:41.572" v="1683"/>
        <pc:sldMkLst>
          <pc:docMk/>
          <pc:sldMk cId="3521996953" sldId="888"/>
        </pc:sldMkLst>
        <pc:spChg chg="add mod">
          <ac:chgData name="최문영" userId="c9c2ca5b-20f2-48c9-9e1f-a03229bf2768" providerId="ADAL" clId="{948E9F49-7062-4D18-9086-94FE8A54BEA1}" dt="2025-08-04T15:39:07.190" v="1607" actId="1036"/>
          <ac:spMkLst>
            <pc:docMk/>
            <pc:sldMk cId="3521996953" sldId="888"/>
            <ac:spMk id="8" creationId="{7860B554-4CB5-FD85-159C-F486B8C7E86F}"/>
          </ac:spMkLst>
        </pc:spChg>
        <pc:spChg chg="add mod">
          <ac:chgData name="최문영" userId="c9c2ca5b-20f2-48c9-9e1f-a03229bf2768" providerId="ADAL" clId="{948E9F49-7062-4D18-9086-94FE8A54BEA1}" dt="2025-08-04T15:39:36.163" v="1647"/>
          <ac:spMkLst>
            <pc:docMk/>
            <pc:sldMk cId="3521996953" sldId="888"/>
            <ac:spMk id="11" creationId="{5719DF22-FE25-5AE3-F357-E20AACBA3631}"/>
          </ac:spMkLst>
        </pc:spChg>
        <pc:spChg chg="add del">
          <ac:chgData name="최문영" userId="c9c2ca5b-20f2-48c9-9e1f-a03229bf2768" providerId="ADAL" clId="{948E9F49-7062-4D18-9086-94FE8A54BEA1}" dt="2025-08-04T15:35:17.864" v="1514" actId="478"/>
          <ac:spMkLst>
            <pc:docMk/>
            <pc:sldMk cId="3521996953" sldId="888"/>
            <ac:spMk id="17" creationId="{3862EBF8-648F-7FC7-EB00-56F84B8751AB}"/>
          </ac:spMkLst>
        </pc:spChg>
        <pc:spChg chg="mod">
          <ac:chgData name="최문영" userId="c9c2ca5b-20f2-48c9-9e1f-a03229bf2768" providerId="ADAL" clId="{948E9F49-7062-4D18-9086-94FE8A54BEA1}" dt="2025-08-04T15:35:33.399" v="1518" actId="1076"/>
          <ac:spMkLst>
            <pc:docMk/>
            <pc:sldMk cId="3521996953" sldId="888"/>
            <ac:spMk id="18" creationId="{BC19647C-5D1A-0D80-5625-0146A851D210}"/>
          </ac:spMkLst>
        </pc:spChg>
        <pc:spChg chg="mod">
          <ac:chgData name="최문영" userId="c9c2ca5b-20f2-48c9-9e1f-a03229bf2768" providerId="ADAL" clId="{948E9F49-7062-4D18-9086-94FE8A54BEA1}" dt="2025-08-04T15:35:27.989" v="1517" actId="1076"/>
          <ac:spMkLst>
            <pc:docMk/>
            <pc:sldMk cId="3521996953" sldId="888"/>
            <ac:spMk id="20" creationId="{F1DB0DEF-D065-5E2B-7A08-B5488E0DBF59}"/>
          </ac:spMkLst>
        </pc:spChg>
        <pc:spChg chg="mod">
          <ac:chgData name="최문영" userId="c9c2ca5b-20f2-48c9-9e1f-a03229bf2768" providerId="ADAL" clId="{948E9F49-7062-4D18-9086-94FE8A54BEA1}" dt="2025-08-04T15:35:25.147" v="1516" actId="1076"/>
          <ac:spMkLst>
            <pc:docMk/>
            <pc:sldMk cId="3521996953" sldId="888"/>
            <ac:spMk id="21" creationId="{936FE3E8-2F1B-177B-EC2A-37A09A217526}"/>
          </ac:spMkLst>
        </pc:spChg>
        <pc:cxnChg chg="add mod">
          <ac:chgData name="최문영" userId="c9c2ca5b-20f2-48c9-9e1f-a03229bf2768" providerId="ADAL" clId="{948E9F49-7062-4D18-9086-94FE8A54BEA1}" dt="2025-08-04T15:39:07.190" v="1607" actId="1036"/>
          <ac:cxnSpMkLst>
            <pc:docMk/>
            <pc:sldMk cId="3521996953" sldId="888"/>
            <ac:cxnSpMk id="9" creationId="{AD791A59-0D52-D9BD-2578-76BB324A1959}"/>
          </ac:cxnSpMkLst>
        </pc:cxnChg>
      </pc:sldChg>
      <pc:sldChg chg="add del">
        <pc:chgData name="최문영" userId="c9c2ca5b-20f2-48c9-9e1f-a03229bf2768" providerId="ADAL" clId="{948E9F49-7062-4D18-9086-94FE8A54BEA1}" dt="2025-08-04T15:35:00.559" v="1510" actId="47"/>
        <pc:sldMkLst>
          <pc:docMk/>
          <pc:sldMk cId="3640782824" sldId="888"/>
        </pc:sldMkLst>
      </pc:sldChg>
      <pc:sldChg chg="addSp modSp add mod modAnim">
        <pc:chgData name="최문영" userId="c9c2ca5b-20f2-48c9-9e1f-a03229bf2768" providerId="ADAL" clId="{948E9F49-7062-4D18-9086-94FE8A54BEA1}" dt="2025-08-04T15:40:53.596" v="1684"/>
        <pc:sldMkLst>
          <pc:docMk/>
          <pc:sldMk cId="2180565821" sldId="889"/>
        </pc:sldMkLst>
        <pc:spChg chg="add mod">
          <ac:chgData name="최문영" userId="c9c2ca5b-20f2-48c9-9e1f-a03229bf2768" providerId="ADAL" clId="{948E9F49-7062-4D18-9086-94FE8A54BEA1}" dt="2025-08-04T15:40:05.763" v="1675" actId="1076"/>
          <ac:spMkLst>
            <pc:docMk/>
            <pc:sldMk cId="2180565821" sldId="889"/>
            <ac:spMk id="8" creationId="{C6034F90-81E0-85E7-AE96-0763CC2E4635}"/>
          </ac:spMkLst>
        </pc:spChg>
        <pc:spChg chg="add mod">
          <ac:chgData name="최문영" userId="c9c2ca5b-20f2-48c9-9e1f-a03229bf2768" providerId="ADAL" clId="{948E9F49-7062-4D18-9086-94FE8A54BEA1}" dt="2025-08-04T15:39:13.920" v="1609"/>
          <ac:spMkLst>
            <pc:docMk/>
            <pc:sldMk cId="2180565821" sldId="889"/>
            <ac:spMk id="9" creationId="{AE8314EC-B544-A82C-D3A8-FE53541E979C}"/>
          </ac:spMkLst>
        </pc:spChg>
        <pc:spChg chg="add mod">
          <ac:chgData name="최문영" userId="c9c2ca5b-20f2-48c9-9e1f-a03229bf2768" providerId="ADAL" clId="{948E9F49-7062-4D18-9086-94FE8A54BEA1}" dt="2025-08-04T15:39:37.433" v="1648"/>
          <ac:spMkLst>
            <pc:docMk/>
            <pc:sldMk cId="2180565821" sldId="889"/>
            <ac:spMk id="12" creationId="{6DE8AD4B-C604-CC49-59F6-C68504AA31FA}"/>
          </ac:spMkLst>
        </pc:spChg>
        <pc:spChg chg="mod">
          <ac:chgData name="최문영" userId="c9c2ca5b-20f2-48c9-9e1f-a03229bf2768" providerId="ADAL" clId="{948E9F49-7062-4D18-9086-94FE8A54BEA1}" dt="2025-08-04T15:38:13.276" v="1536" actId="1076"/>
          <ac:spMkLst>
            <pc:docMk/>
            <pc:sldMk cId="2180565821" sldId="889"/>
            <ac:spMk id="17" creationId="{12E5AB6F-3A82-C550-D967-FFDF6007133F}"/>
          </ac:spMkLst>
        </pc:spChg>
        <pc:spChg chg="mod">
          <ac:chgData name="최문영" userId="c9c2ca5b-20f2-48c9-9e1f-a03229bf2768" providerId="ADAL" clId="{948E9F49-7062-4D18-9086-94FE8A54BEA1}" dt="2025-08-04T15:38:02.664" v="1534" actId="1076"/>
          <ac:spMkLst>
            <pc:docMk/>
            <pc:sldMk cId="2180565821" sldId="889"/>
            <ac:spMk id="20" creationId="{5D90CDE3-D274-FA25-8E10-4F123E89FC50}"/>
          </ac:spMkLst>
        </pc:spChg>
        <pc:spChg chg="mod">
          <ac:chgData name="최문영" userId="c9c2ca5b-20f2-48c9-9e1f-a03229bf2768" providerId="ADAL" clId="{948E9F49-7062-4D18-9086-94FE8A54BEA1}" dt="2025-08-04T15:38:08.298" v="1535" actId="1076"/>
          <ac:spMkLst>
            <pc:docMk/>
            <pc:sldMk cId="2180565821" sldId="889"/>
            <ac:spMk id="21" creationId="{B607A34C-A138-AE21-48F3-36B149A72C9D}"/>
          </ac:spMkLst>
        </pc:spChg>
        <pc:cxnChg chg="add mod">
          <ac:chgData name="최문영" userId="c9c2ca5b-20f2-48c9-9e1f-a03229bf2768" providerId="ADAL" clId="{948E9F49-7062-4D18-9086-94FE8A54BEA1}" dt="2025-08-04T15:39:13.920" v="1609"/>
          <ac:cxnSpMkLst>
            <pc:docMk/>
            <pc:sldMk cId="2180565821" sldId="889"/>
            <ac:cxnSpMk id="11" creationId="{B356BEC6-B9F0-D84B-54EA-A38BB5A78C69}"/>
          </ac:cxnSpMkLst>
        </pc:cxnChg>
      </pc:sldChg>
      <pc:sldChg chg="addSp delSp modSp add mod delAnim modAnim">
        <pc:chgData name="최문영" userId="c9c2ca5b-20f2-48c9-9e1f-a03229bf2768" providerId="ADAL" clId="{948E9F49-7062-4D18-9086-94FE8A54BEA1}" dt="2025-08-07T09:33:58.734" v="3446" actId="1076"/>
        <pc:sldMkLst>
          <pc:docMk/>
          <pc:sldMk cId="3168041184" sldId="890"/>
        </pc:sldMkLst>
        <pc:spChg chg="add mod">
          <ac:chgData name="최문영" userId="c9c2ca5b-20f2-48c9-9e1f-a03229bf2768" providerId="ADAL" clId="{948E9F49-7062-4D18-9086-94FE8A54BEA1}" dt="2025-08-07T09:33:58.734" v="3446" actId="1076"/>
          <ac:spMkLst>
            <pc:docMk/>
            <pc:sldMk cId="3168041184" sldId="890"/>
            <ac:spMk id="13" creationId="{DCB5812C-669A-4788-BA38-D9CCB87DA8D7}"/>
          </ac:spMkLst>
        </pc:spChg>
      </pc:sldChg>
      <pc:sldChg chg="delSp add del mod">
        <pc:chgData name="최문영" userId="c9c2ca5b-20f2-48c9-9e1f-a03229bf2768" providerId="ADAL" clId="{948E9F49-7062-4D18-9086-94FE8A54BEA1}" dt="2025-08-04T15:55:31.171" v="2320" actId="47"/>
        <pc:sldMkLst>
          <pc:docMk/>
          <pc:sldMk cId="66368236" sldId="891"/>
        </pc:sldMkLst>
      </pc:sldChg>
      <pc:sldChg chg="addSp delSp modSp add mod modAnim">
        <pc:chgData name="최문영" userId="c9c2ca5b-20f2-48c9-9e1f-a03229bf2768" providerId="ADAL" clId="{948E9F49-7062-4D18-9086-94FE8A54BEA1}" dt="2025-08-07T09:35:44.173" v="3479" actId="20577"/>
        <pc:sldMkLst>
          <pc:docMk/>
          <pc:sldMk cId="522690634" sldId="892"/>
        </pc:sldMkLst>
        <pc:spChg chg="add mod">
          <ac:chgData name="최문영" userId="c9c2ca5b-20f2-48c9-9e1f-a03229bf2768" providerId="ADAL" clId="{948E9F49-7062-4D18-9086-94FE8A54BEA1}" dt="2025-08-04T15:46:32.948" v="2083"/>
          <ac:spMkLst>
            <pc:docMk/>
            <pc:sldMk cId="522690634" sldId="892"/>
            <ac:spMk id="4" creationId="{CBE6779D-98ED-273E-8EBB-C924C81401BA}"/>
          </ac:spMkLst>
        </pc:spChg>
        <pc:spChg chg="add mod">
          <ac:chgData name="최문영" userId="c9c2ca5b-20f2-48c9-9e1f-a03229bf2768" providerId="ADAL" clId="{948E9F49-7062-4D18-9086-94FE8A54BEA1}" dt="2025-08-07T09:35:44.173" v="3479" actId="20577"/>
          <ac:spMkLst>
            <pc:docMk/>
            <pc:sldMk cId="522690634" sldId="892"/>
            <ac:spMk id="8" creationId="{3524F719-7878-7898-BE94-93006CDE5DFE}"/>
          </ac:spMkLst>
        </pc:spChg>
        <pc:spChg chg="add mod">
          <ac:chgData name="최문영" userId="c9c2ca5b-20f2-48c9-9e1f-a03229bf2768" providerId="ADAL" clId="{948E9F49-7062-4D18-9086-94FE8A54BEA1}" dt="2025-08-04T15:46:32.948" v="2083"/>
          <ac:spMkLst>
            <pc:docMk/>
            <pc:sldMk cId="522690634" sldId="892"/>
            <ac:spMk id="9" creationId="{2CD4F009-D648-1C4C-EDD8-2F415B05B6DF}"/>
          </ac:spMkLst>
        </pc:spChg>
        <pc:spChg chg="add mod">
          <ac:chgData name="최문영" userId="c9c2ca5b-20f2-48c9-9e1f-a03229bf2768" providerId="ADAL" clId="{948E9F49-7062-4D18-9086-94FE8A54BEA1}" dt="2025-08-04T15:46:32.948" v="2083"/>
          <ac:spMkLst>
            <pc:docMk/>
            <pc:sldMk cId="522690634" sldId="892"/>
            <ac:spMk id="11" creationId="{D9BA6BB5-A887-5A04-B44D-FD5EF79CECD6}"/>
          </ac:spMkLst>
        </pc:spChg>
        <pc:spChg chg="add mod">
          <ac:chgData name="최문영" userId="c9c2ca5b-20f2-48c9-9e1f-a03229bf2768" providerId="ADAL" clId="{948E9F49-7062-4D18-9086-94FE8A54BEA1}" dt="2025-08-04T15:46:32.948" v="2083"/>
          <ac:spMkLst>
            <pc:docMk/>
            <pc:sldMk cId="522690634" sldId="892"/>
            <ac:spMk id="12" creationId="{F585DC2F-228A-56C8-35A9-D7CD5836610D}"/>
          </ac:spMkLst>
        </pc:spChg>
        <pc:spChg chg="add mod">
          <ac:chgData name="최문영" userId="c9c2ca5b-20f2-48c9-9e1f-a03229bf2768" providerId="ADAL" clId="{948E9F49-7062-4D18-9086-94FE8A54BEA1}" dt="2025-08-04T15:46:32.948" v="2083"/>
          <ac:spMkLst>
            <pc:docMk/>
            <pc:sldMk cId="522690634" sldId="892"/>
            <ac:spMk id="13" creationId="{F67153CB-8563-BBE4-6DAF-F3B720B52D72}"/>
          </ac:spMkLst>
        </pc:spChg>
        <pc:spChg chg="add mod">
          <ac:chgData name="최문영" userId="c9c2ca5b-20f2-48c9-9e1f-a03229bf2768" providerId="ADAL" clId="{948E9F49-7062-4D18-9086-94FE8A54BEA1}" dt="2025-08-04T15:46:32.948" v="2083"/>
          <ac:spMkLst>
            <pc:docMk/>
            <pc:sldMk cId="522690634" sldId="892"/>
            <ac:spMk id="14" creationId="{A8A6A473-E6E6-B4F6-E124-D52E5D997F79}"/>
          </ac:spMkLst>
        </pc:spChg>
        <pc:spChg chg="add mod">
          <ac:chgData name="최문영" userId="c9c2ca5b-20f2-48c9-9e1f-a03229bf2768" providerId="ADAL" clId="{948E9F49-7062-4D18-9086-94FE8A54BEA1}" dt="2025-08-04T15:46:32.948" v="2083"/>
          <ac:spMkLst>
            <pc:docMk/>
            <pc:sldMk cId="522690634" sldId="892"/>
            <ac:spMk id="16" creationId="{DD47ACD7-CA05-D3AA-9BDB-7E4B6E76CA83}"/>
          </ac:spMkLst>
        </pc:spChg>
        <pc:spChg chg="mod">
          <ac:chgData name="최문영" userId="c9c2ca5b-20f2-48c9-9e1f-a03229bf2768" providerId="ADAL" clId="{948E9F49-7062-4D18-9086-94FE8A54BEA1}" dt="2025-08-04T15:46:25.332" v="2081" actId="20577"/>
          <ac:spMkLst>
            <pc:docMk/>
            <pc:sldMk cId="522690634" sldId="892"/>
            <ac:spMk id="47" creationId="{D4D2AE48-4E77-D9EB-98B7-7B25E4E5CC86}"/>
          </ac:spMkLst>
        </pc:spChg>
        <pc:graphicFrameChg chg="add mod">
          <ac:chgData name="최문영" userId="c9c2ca5b-20f2-48c9-9e1f-a03229bf2768" providerId="ADAL" clId="{948E9F49-7062-4D18-9086-94FE8A54BEA1}" dt="2025-08-04T15:46:32.948" v="2083"/>
          <ac:graphicFrameMkLst>
            <pc:docMk/>
            <pc:sldMk cId="522690634" sldId="892"/>
            <ac:graphicFrameMk id="2" creationId="{3B39D1B7-F54D-1FEE-8E29-A2719C935BAD}"/>
          </ac:graphicFrameMkLst>
        </pc:graphicFrameChg>
        <pc:graphicFrameChg chg="add mod">
          <ac:chgData name="최문영" userId="c9c2ca5b-20f2-48c9-9e1f-a03229bf2768" providerId="ADAL" clId="{948E9F49-7062-4D18-9086-94FE8A54BEA1}" dt="2025-08-04T15:46:32.948" v="2083"/>
          <ac:graphicFrameMkLst>
            <pc:docMk/>
            <pc:sldMk cId="522690634" sldId="892"/>
            <ac:graphicFrameMk id="5" creationId="{7DEAF531-62D4-3397-6C28-528937349E1C}"/>
          </ac:graphicFrameMkLst>
        </pc:graphicFrameChg>
      </pc:sldChg>
      <pc:sldChg chg="addSp delSp modSp add mod modTransition delAnim modAnim">
        <pc:chgData name="최문영" userId="c9c2ca5b-20f2-48c9-9e1f-a03229bf2768" providerId="ADAL" clId="{948E9F49-7062-4D18-9086-94FE8A54BEA1}" dt="2025-08-07T09:37:07.653" v="3499"/>
        <pc:sldMkLst>
          <pc:docMk/>
          <pc:sldMk cId="3607580660" sldId="893"/>
        </pc:sldMkLst>
        <pc:spChg chg="mod">
          <ac:chgData name="최문영" userId="c9c2ca5b-20f2-48c9-9e1f-a03229bf2768" providerId="ADAL" clId="{948E9F49-7062-4D18-9086-94FE8A54BEA1}" dt="2025-08-07T09:35:49.462" v="3480"/>
          <ac:spMkLst>
            <pc:docMk/>
            <pc:sldMk cId="3607580660" sldId="893"/>
            <ac:spMk id="8" creationId="{16269189-D6A9-EC61-293A-3724994C1B69}"/>
          </ac:spMkLst>
        </pc:spChg>
        <pc:spChg chg="mod">
          <ac:chgData name="최문영" userId="c9c2ca5b-20f2-48c9-9e1f-a03229bf2768" providerId="ADAL" clId="{948E9F49-7062-4D18-9086-94FE8A54BEA1}" dt="2025-08-04T15:47:21.215" v="2105" actId="1036"/>
          <ac:spMkLst>
            <pc:docMk/>
            <pc:sldMk cId="3607580660" sldId="893"/>
            <ac:spMk id="9" creationId="{89B1E277-9F07-43B8-96F7-33AB0DD22C9A}"/>
          </ac:spMkLst>
        </pc:spChg>
        <pc:spChg chg="mod">
          <ac:chgData name="최문영" userId="c9c2ca5b-20f2-48c9-9e1f-a03229bf2768" providerId="ADAL" clId="{948E9F49-7062-4D18-9086-94FE8A54BEA1}" dt="2025-08-04T15:47:21.215" v="2105" actId="1036"/>
          <ac:spMkLst>
            <pc:docMk/>
            <pc:sldMk cId="3607580660" sldId="893"/>
            <ac:spMk id="11" creationId="{CB131067-A681-07A1-9241-FBEC9AEAFD3B}"/>
          </ac:spMkLst>
        </pc:spChg>
        <pc:spChg chg="mod">
          <ac:chgData name="최문영" userId="c9c2ca5b-20f2-48c9-9e1f-a03229bf2768" providerId="ADAL" clId="{948E9F49-7062-4D18-9086-94FE8A54BEA1}" dt="2025-08-04T15:47:21.215" v="2105" actId="1036"/>
          <ac:spMkLst>
            <pc:docMk/>
            <pc:sldMk cId="3607580660" sldId="893"/>
            <ac:spMk id="12" creationId="{CBBE57D7-14C1-8B99-CFE9-D2CE60219093}"/>
          </ac:spMkLst>
        </pc:spChg>
        <pc:spChg chg="mod">
          <ac:chgData name="최문영" userId="c9c2ca5b-20f2-48c9-9e1f-a03229bf2768" providerId="ADAL" clId="{948E9F49-7062-4D18-9086-94FE8A54BEA1}" dt="2025-08-04T15:47:21.215" v="2105" actId="1036"/>
          <ac:spMkLst>
            <pc:docMk/>
            <pc:sldMk cId="3607580660" sldId="893"/>
            <ac:spMk id="13" creationId="{9A0B74C4-E4DB-AC41-0F72-A378E2CA70C4}"/>
          </ac:spMkLst>
        </pc:spChg>
        <pc:spChg chg="mod">
          <ac:chgData name="최문영" userId="c9c2ca5b-20f2-48c9-9e1f-a03229bf2768" providerId="ADAL" clId="{948E9F49-7062-4D18-9086-94FE8A54BEA1}" dt="2025-08-04T15:47:21.215" v="2105" actId="1036"/>
          <ac:spMkLst>
            <pc:docMk/>
            <pc:sldMk cId="3607580660" sldId="893"/>
            <ac:spMk id="14" creationId="{1607EC74-B329-EA1A-FC2D-EC8CEE56C02D}"/>
          </ac:spMkLst>
        </pc:spChg>
        <pc:spChg chg="mod">
          <ac:chgData name="최문영" userId="c9c2ca5b-20f2-48c9-9e1f-a03229bf2768" providerId="ADAL" clId="{948E9F49-7062-4D18-9086-94FE8A54BEA1}" dt="2025-08-04T15:47:21.215" v="2105" actId="1036"/>
          <ac:spMkLst>
            <pc:docMk/>
            <pc:sldMk cId="3607580660" sldId="893"/>
            <ac:spMk id="16" creationId="{6B8F37AF-0CA8-603A-F201-83BB87155BC4}"/>
          </ac:spMkLst>
        </pc:spChg>
        <pc:spChg chg="add mod">
          <ac:chgData name="최문영" userId="c9c2ca5b-20f2-48c9-9e1f-a03229bf2768" providerId="ADAL" clId="{948E9F49-7062-4D18-9086-94FE8A54BEA1}" dt="2025-08-04T15:48:11.039" v="2155" actId="1037"/>
          <ac:spMkLst>
            <pc:docMk/>
            <pc:sldMk cId="3607580660" sldId="893"/>
            <ac:spMk id="17" creationId="{5635744D-49DE-139A-F5FA-487137164083}"/>
          </ac:spMkLst>
        </pc:spChg>
        <pc:spChg chg="add mod">
          <ac:chgData name="최문영" userId="c9c2ca5b-20f2-48c9-9e1f-a03229bf2768" providerId="ADAL" clId="{948E9F49-7062-4D18-9086-94FE8A54BEA1}" dt="2025-08-04T15:48:11.039" v="2155" actId="1037"/>
          <ac:spMkLst>
            <pc:docMk/>
            <pc:sldMk cId="3607580660" sldId="893"/>
            <ac:spMk id="18" creationId="{48BED02D-9284-8A15-8C3B-A55BA86171E0}"/>
          </ac:spMkLst>
        </pc:spChg>
        <pc:spChg chg="add mod">
          <ac:chgData name="최문영" userId="c9c2ca5b-20f2-48c9-9e1f-a03229bf2768" providerId="ADAL" clId="{948E9F49-7062-4D18-9086-94FE8A54BEA1}" dt="2025-08-04T15:48:11.039" v="2155" actId="1037"/>
          <ac:spMkLst>
            <pc:docMk/>
            <pc:sldMk cId="3607580660" sldId="893"/>
            <ac:spMk id="19" creationId="{F0AFE2A1-EF10-BF82-AFCB-ADA9E3C08755}"/>
          </ac:spMkLst>
        </pc:spChg>
        <pc:spChg chg="add mod">
          <ac:chgData name="최문영" userId="c9c2ca5b-20f2-48c9-9e1f-a03229bf2768" providerId="ADAL" clId="{948E9F49-7062-4D18-9086-94FE8A54BEA1}" dt="2025-08-04T15:48:11.039" v="2155" actId="1037"/>
          <ac:spMkLst>
            <pc:docMk/>
            <pc:sldMk cId="3607580660" sldId="893"/>
            <ac:spMk id="20" creationId="{31F6A77D-E1FE-956F-2885-D1638490FF74}"/>
          </ac:spMkLst>
        </pc:spChg>
        <pc:spChg chg="add mod">
          <ac:chgData name="최문영" userId="c9c2ca5b-20f2-48c9-9e1f-a03229bf2768" providerId="ADAL" clId="{948E9F49-7062-4D18-9086-94FE8A54BEA1}" dt="2025-08-04T15:48:11.039" v="2155" actId="1037"/>
          <ac:spMkLst>
            <pc:docMk/>
            <pc:sldMk cId="3607580660" sldId="893"/>
            <ac:spMk id="21" creationId="{8E2543DB-9891-3ECE-F5EF-B776EE276895}"/>
          </ac:spMkLst>
        </pc:spChg>
        <pc:spChg chg="add mod">
          <ac:chgData name="최문영" userId="c9c2ca5b-20f2-48c9-9e1f-a03229bf2768" providerId="ADAL" clId="{948E9F49-7062-4D18-9086-94FE8A54BEA1}" dt="2025-08-04T15:51:20.852" v="2213" actId="1076"/>
          <ac:spMkLst>
            <pc:docMk/>
            <pc:sldMk cId="3607580660" sldId="893"/>
            <ac:spMk id="22" creationId="{DC7A54F6-3D1B-84A1-6E60-86F8F7C8CF96}"/>
          </ac:spMkLst>
        </pc:spChg>
        <pc:spChg chg="add mod">
          <ac:chgData name="최문영" userId="c9c2ca5b-20f2-48c9-9e1f-a03229bf2768" providerId="ADAL" clId="{948E9F49-7062-4D18-9086-94FE8A54BEA1}" dt="2025-08-07T09:37:05.088" v="3498" actId="1076"/>
          <ac:spMkLst>
            <pc:docMk/>
            <pc:sldMk cId="3607580660" sldId="893"/>
            <ac:spMk id="23" creationId="{D706DEF9-F991-3467-84F9-E1923EE37D9C}"/>
          </ac:spMkLst>
        </pc:spChg>
        <pc:graphicFrameChg chg="add mod modGraphic">
          <ac:chgData name="최문영" userId="c9c2ca5b-20f2-48c9-9e1f-a03229bf2768" providerId="ADAL" clId="{948E9F49-7062-4D18-9086-94FE8A54BEA1}" dt="2025-08-04T15:53:27.100" v="2284" actId="1076"/>
          <ac:graphicFrameMkLst>
            <pc:docMk/>
            <pc:sldMk cId="3607580660" sldId="893"/>
            <ac:graphicFrameMk id="24" creationId="{693E3A43-F411-7B08-009C-CA9227844BD1}"/>
          </ac:graphicFrameMkLst>
        </pc:graphicFrameChg>
        <pc:picChg chg="add mod">
          <ac:chgData name="최문영" userId="c9c2ca5b-20f2-48c9-9e1f-a03229bf2768" providerId="ADAL" clId="{948E9F49-7062-4D18-9086-94FE8A54BEA1}" dt="2025-08-04T15:50:54.605" v="2164"/>
          <ac:picMkLst>
            <pc:docMk/>
            <pc:sldMk cId="3607580660" sldId="893"/>
            <ac:picMk id="36" creationId="{C3D964BA-45C3-F626-1E2A-191C720FA195}"/>
          </ac:picMkLst>
        </pc:picChg>
      </pc:sldChg>
      <pc:sldChg chg="addSp delSp modSp add del mod delAnim modAnim">
        <pc:chgData name="최문영" userId="c9c2ca5b-20f2-48c9-9e1f-a03229bf2768" providerId="ADAL" clId="{948E9F49-7062-4D18-9086-94FE8A54BEA1}" dt="2025-08-04T15:57:59.949" v="2346" actId="47"/>
        <pc:sldMkLst>
          <pc:docMk/>
          <pc:sldMk cId="577889618" sldId="894"/>
        </pc:sldMkLst>
      </pc:sldChg>
      <pc:sldChg chg="addSp delSp modSp add mod modTransition delAnim modAnim">
        <pc:chgData name="최문영" userId="c9c2ca5b-20f2-48c9-9e1f-a03229bf2768" providerId="ADAL" clId="{948E9F49-7062-4D18-9086-94FE8A54BEA1}" dt="2025-08-07T09:40:51.061" v="3590"/>
        <pc:sldMkLst>
          <pc:docMk/>
          <pc:sldMk cId="3971286872" sldId="894"/>
        </pc:sldMkLst>
        <pc:spChg chg="mod">
          <ac:chgData name="최문영" userId="c9c2ca5b-20f2-48c9-9e1f-a03229bf2768" providerId="ADAL" clId="{948E9F49-7062-4D18-9086-94FE8A54BEA1}" dt="2025-08-07T09:35:51.797" v="3481"/>
          <ac:spMkLst>
            <pc:docMk/>
            <pc:sldMk cId="3971286872" sldId="894"/>
            <ac:spMk id="8" creationId="{E0A4C1DD-BEB6-FC9B-BB9C-387A4179D9E2}"/>
          </ac:spMkLst>
        </pc:spChg>
        <pc:spChg chg="mod">
          <ac:chgData name="최문영" userId="c9c2ca5b-20f2-48c9-9e1f-a03229bf2768" providerId="ADAL" clId="{948E9F49-7062-4D18-9086-94FE8A54BEA1}" dt="2025-08-07T09:39:57.273" v="3576" actId="113"/>
          <ac:spMkLst>
            <pc:docMk/>
            <pc:sldMk cId="3971286872" sldId="894"/>
            <ac:spMk id="17" creationId="{FA4E4F52-CD3E-EF54-5236-C2FF4925674E}"/>
          </ac:spMkLst>
        </pc:spChg>
        <pc:spChg chg="add mod">
          <ac:chgData name="최문영" userId="c9c2ca5b-20f2-48c9-9e1f-a03229bf2768" providerId="ADAL" clId="{948E9F49-7062-4D18-9086-94FE8A54BEA1}" dt="2025-08-07T09:40:22.360" v="3588" actId="20577"/>
          <ac:spMkLst>
            <pc:docMk/>
            <pc:sldMk cId="3971286872" sldId="894"/>
            <ac:spMk id="23" creationId="{DAD749C4-5036-2BFA-37CF-86D7CDACF5C3}"/>
          </ac:spMkLst>
        </pc:spChg>
        <pc:picChg chg="add mod">
          <ac:chgData name="최문영" userId="c9c2ca5b-20f2-48c9-9e1f-a03229bf2768" providerId="ADAL" clId="{948E9F49-7062-4D18-9086-94FE8A54BEA1}" dt="2025-08-07T09:40:48.891" v="3589"/>
          <ac:picMkLst>
            <pc:docMk/>
            <pc:sldMk cId="3971286872" sldId="894"/>
            <ac:picMk id="22" creationId="{47A7A444-D6D2-240E-C5A1-46888078D61F}"/>
          </ac:picMkLst>
        </pc:picChg>
      </pc:sldChg>
      <pc:sldChg chg="delSp add del mod modTransition delAnim">
        <pc:chgData name="최문영" userId="c9c2ca5b-20f2-48c9-9e1f-a03229bf2768" providerId="ADAL" clId="{948E9F49-7062-4D18-9086-94FE8A54BEA1}" dt="2025-08-04T16:01:39.801" v="2546" actId="47"/>
        <pc:sldMkLst>
          <pc:docMk/>
          <pc:sldMk cId="883905651" sldId="895"/>
        </pc:sldMkLst>
      </pc:sldChg>
      <pc:sldChg chg="addSp delSp modSp add mod delAnim modAnim">
        <pc:chgData name="최문영" userId="c9c2ca5b-20f2-48c9-9e1f-a03229bf2768" providerId="ADAL" clId="{948E9F49-7062-4D18-9086-94FE8A54BEA1}" dt="2025-08-07T09:41:54.393" v="3601" actId="14100"/>
        <pc:sldMkLst>
          <pc:docMk/>
          <pc:sldMk cId="3008601842" sldId="895"/>
        </pc:sldMkLst>
        <pc:spChg chg="add mod">
          <ac:chgData name="최문영" userId="c9c2ca5b-20f2-48c9-9e1f-a03229bf2768" providerId="ADAL" clId="{948E9F49-7062-4D18-9086-94FE8A54BEA1}" dt="2025-08-07T09:41:54.393" v="3601" actId="14100"/>
          <ac:spMkLst>
            <pc:docMk/>
            <pc:sldMk cId="3008601842" sldId="895"/>
            <ac:spMk id="2" creationId="{32D02574-829E-B45E-C4D7-F814C2BD4194}"/>
          </ac:spMkLst>
        </pc:spChg>
        <pc:spChg chg="mod">
          <ac:chgData name="최문영" userId="c9c2ca5b-20f2-48c9-9e1f-a03229bf2768" providerId="ADAL" clId="{948E9F49-7062-4D18-9086-94FE8A54BEA1}" dt="2025-08-04T16:01:52.097" v="2577" actId="20577"/>
          <ac:spMkLst>
            <pc:docMk/>
            <pc:sldMk cId="3008601842" sldId="895"/>
            <ac:spMk id="10" creationId="{F71D2C86-74F3-E72D-E5E4-B28BD5A05652}"/>
          </ac:spMkLst>
        </pc:spChg>
        <pc:spChg chg="add mod">
          <ac:chgData name="최문영" userId="c9c2ca5b-20f2-48c9-9e1f-a03229bf2768" providerId="ADAL" clId="{948E9F49-7062-4D18-9086-94FE8A54BEA1}" dt="2025-08-04T16:02:21.654" v="2581"/>
          <ac:spMkLst>
            <pc:docMk/>
            <pc:sldMk cId="3008601842" sldId="895"/>
            <ac:spMk id="22" creationId="{779BA246-32C4-AD24-49C0-04B0AC7DC16C}"/>
          </ac:spMkLst>
        </pc:spChg>
        <pc:spChg chg="add mod">
          <ac:chgData name="최문영" userId="c9c2ca5b-20f2-48c9-9e1f-a03229bf2768" providerId="ADAL" clId="{948E9F49-7062-4D18-9086-94FE8A54BEA1}" dt="2025-08-04T16:02:21.654" v="2581"/>
          <ac:spMkLst>
            <pc:docMk/>
            <pc:sldMk cId="3008601842" sldId="895"/>
            <ac:spMk id="24" creationId="{36B0E992-0746-1298-D334-A87EF21B830B}"/>
          </ac:spMkLst>
        </pc:spChg>
        <pc:spChg chg="add mod">
          <ac:chgData name="최문영" userId="c9c2ca5b-20f2-48c9-9e1f-a03229bf2768" providerId="ADAL" clId="{948E9F49-7062-4D18-9086-94FE8A54BEA1}" dt="2025-08-04T16:02:21.654" v="2581"/>
          <ac:spMkLst>
            <pc:docMk/>
            <pc:sldMk cId="3008601842" sldId="895"/>
            <ac:spMk id="35" creationId="{F8ACD36B-3144-349D-367F-8F851B599DA0}"/>
          </ac:spMkLst>
        </pc:spChg>
        <pc:spChg chg="add mod">
          <ac:chgData name="최문영" userId="c9c2ca5b-20f2-48c9-9e1f-a03229bf2768" providerId="ADAL" clId="{948E9F49-7062-4D18-9086-94FE8A54BEA1}" dt="2025-08-04T16:02:21.654" v="2581"/>
          <ac:spMkLst>
            <pc:docMk/>
            <pc:sldMk cId="3008601842" sldId="895"/>
            <ac:spMk id="38" creationId="{A73D2B5B-A455-172E-D02D-4EFE8A5984AE}"/>
          </ac:spMkLst>
        </pc:spChg>
        <pc:spChg chg="add mod">
          <ac:chgData name="최문영" userId="c9c2ca5b-20f2-48c9-9e1f-a03229bf2768" providerId="ADAL" clId="{948E9F49-7062-4D18-9086-94FE8A54BEA1}" dt="2025-08-04T16:02:21.654" v="2581"/>
          <ac:spMkLst>
            <pc:docMk/>
            <pc:sldMk cId="3008601842" sldId="895"/>
            <ac:spMk id="41" creationId="{9F79A9B8-5EFE-A4FA-E3F5-9586AC994F20}"/>
          </ac:spMkLst>
        </pc:spChg>
        <pc:spChg chg="add mod">
          <ac:chgData name="최문영" userId="c9c2ca5b-20f2-48c9-9e1f-a03229bf2768" providerId="ADAL" clId="{948E9F49-7062-4D18-9086-94FE8A54BEA1}" dt="2025-08-04T16:02:21.654" v="2581"/>
          <ac:spMkLst>
            <pc:docMk/>
            <pc:sldMk cId="3008601842" sldId="895"/>
            <ac:spMk id="44" creationId="{64B95428-A2A9-BADF-BB2E-5319DC7D38CA}"/>
          </ac:spMkLst>
        </pc:spChg>
        <pc:spChg chg="add mod">
          <ac:chgData name="최문영" userId="c9c2ca5b-20f2-48c9-9e1f-a03229bf2768" providerId="ADAL" clId="{948E9F49-7062-4D18-9086-94FE8A54BEA1}" dt="2025-08-04T16:02:21.654" v="2581"/>
          <ac:spMkLst>
            <pc:docMk/>
            <pc:sldMk cId="3008601842" sldId="895"/>
            <ac:spMk id="45" creationId="{643F39DD-7E19-9F61-47B6-B5E6F7E5A25A}"/>
          </ac:spMkLst>
        </pc:spChg>
        <pc:spChg chg="mod">
          <ac:chgData name="최문영" userId="c9c2ca5b-20f2-48c9-9e1f-a03229bf2768" providerId="ADAL" clId="{948E9F49-7062-4D18-9086-94FE8A54BEA1}" dt="2025-08-04T16:02:45.595" v="2651" actId="113"/>
          <ac:spMkLst>
            <pc:docMk/>
            <pc:sldMk cId="3008601842" sldId="895"/>
            <ac:spMk id="47" creationId="{A5BE51A8-EAE7-1757-C445-18D7ED9A1338}"/>
          </ac:spMkLst>
        </pc:spChg>
        <pc:spChg chg="add mod">
          <ac:chgData name="최문영" userId="c9c2ca5b-20f2-48c9-9e1f-a03229bf2768" providerId="ADAL" clId="{948E9F49-7062-4D18-9086-94FE8A54BEA1}" dt="2025-08-04T16:02:21.654" v="2581"/>
          <ac:spMkLst>
            <pc:docMk/>
            <pc:sldMk cId="3008601842" sldId="895"/>
            <ac:spMk id="54" creationId="{8301AE47-CD44-7D73-887E-44AA4D8717CD}"/>
          </ac:spMkLst>
        </pc:spChg>
        <pc:spChg chg="add mod">
          <ac:chgData name="최문영" userId="c9c2ca5b-20f2-48c9-9e1f-a03229bf2768" providerId="ADAL" clId="{948E9F49-7062-4D18-9086-94FE8A54BEA1}" dt="2025-08-04T16:02:21.654" v="2581"/>
          <ac:spMkLst>
            <pc:docMk/>
            <pc:sldMk cId="3008601842" sldId="895"/>
            <ac:spMk id="55" creationId="{324BFD19-D8E7-6EA3-2C1E-2F824F50636D}"/>
          </ac:spMkLst>
        </pc:spChg>
        <pc:spChg chg="add mod">
          <ac:chgData name="최문영" userId="c9c2ca5b-20f2-48c9-9e1f-a03229bf2768" providerId="ADAL" clId="{948E9F49-7062-4D18-9086-94FE8A54BEA1}" dt="2025-08-04T16:02:21.654" v="2581"/>
          <ac:spMkLst>
            <pc:docMk/>
            <pc:sldMk cId="3008601842" sldId="895"/>
            <ac:spMk id="66" creationId="{51E77B35-A42F-298E-9AA0-B7456C43140A}"/>
          </ac:spMkLst>
        </pc:spChg>
        <pc:spChg chg="mod">
          <ac:chgData name="최문영" userId="c9c2ca5b-20f2-48c9-9e1f-a03229bf2768" providerId="ADAL" clId="{948E9F49-7062-4D18-9086-94FE8A54BEA1}" dt="2025-08-04T16:03:02.813" v="2715" actId="20577"/>
          <ac:spMkLst>
            <pc:docMk/>
            <pc:sldMk cId="3008601842" sldId="895"/>
            <ac:spMk id="70" creationId="{FC97A049-4FA7-0EA8-DB3F-B846CF0EAA8B}"/>
          </ac:spMkLst>
        </pc:spChg>
      </pc:sldChg>
      <pc:sldChg chg="delSp modSp add del mod delAnim modAnim">
        <pc:chgData name="최문영" userId="c9c2ca5b-20f2-48c9-9e1f-a03229bf2768" providerId="ADAL" clId="{948E9F49-7062-4D18-9086-94FE8A54BEA1}" dt="2025-08-04T15:58:00.394" v="2347" actId="47"/>
        <pc:sldMkLst>
          <pc:docMk/>
          <pc:sldMk cId="3565589069" sldId="895"/>
        </pc:sldMkLst>
      </pc:sldChg>
      <pc:sldChg chg="addSp delSp modSp add mod delAnim modAnim">
        <pc:chgData name="최문영" userId="c9c2ca5b-20f2-48c9-9e1f-a03229bf2768" providerId="ADAL" clId="{948E9F49-7062-4D18-9086-94FE8A54BEA1}" dt="2025-08-07T09:44:01.748" v="3829"/>
        <pc:sldMkLst>
          <pc:docMk/>
          <pc:sldMk cId="893925083" sldId="896"/>
        </pc:sldMkLst>
        <pc:spChg chg="add mod">
          <ac:chgData name="최문영" userId="c9c2ca5b-20f2-48c9-9e1f-a03229bf2768" providerId="ADAL" clId="{948E9F49-7062-4D18-9086-94FE8A54BEA1}" dt="2025-08-04T16:04:44.747" v="2751" actId="1036"/>
          <ac:spMkLst>
            <pc:docMk/>
            <pc:sldMk cId="893925083" sldId="896"/>
            <ac:spMk id="4" creationId="{537D8F6F-3039-3E92-8FDB-A3F8BD118026}"/>
          </ac:spMkLst>
        </pc:spChg>
        <pc:spChg chg="add mod">
          <ac:chgData name="최문영" userId="c9c2ca5b-20f2-48c9-9e1f-a03229bf2768" providerId="ADAL" clId="{948E9F49-7062-4D18-9086-94FE8A54BEA1}" dt="2025-08-07T09:35:56.541" v="3482"/>
          <ac:spMkLst>
            <pc:docMk/>
            <pc:sldMk cId="893925083" sldId="896"/>
            <ac:spMk id="8" creationId="{96B49E51-C04D-EB67-932E-611157AC594D}"/>
          </ac:spMkLst>
        </pc:spChg>
        <pc:spChg chg="add mod">
          <ac:chgData name="최문영" userId="c9c2ca5b-20f2-48c9-9e1f-a03229bf2768" providerId="ADAL" clId="{948E9F49-7062-4D18-9086-94FE8A54BEA1}" dt="2025-08-04T16:04:44.747" v="2751" actId="1036"/>
          <ac:spMkLst>
            <pc:docMk/>
            <pc:sldMk cId="893925083" sldId="896"/>
            <ac:spMk id="9" creationId="{70491382-1C63-E389-2082-82297F02EDB8}"/>
          </ac:spMkLst>
        </pc:spChg>
        <pc:spChg chg="add mod">
          <ac:chgData name="최문영" userId="c9c2ca5b-20f2-48c9-9e1f-a03229bf2768" providerId="ADAL" clId="{948E9F49-7062-4D18-9086-94FE8A54BEA1}" dt="2025-08-04T16:04:44.747" v="2751" actId="1036"/>
          <ac:spMkLst>
            <pc:docMk/>
            <pc:sldMk cId="893925083" sldId="896"/>
            <ac:spMk id="11" creationId="{640BBF14-687C-586B-829E-A443395DDC80}"/>
          </ac:spMkLst>
        </pc:spChg>
        <pc:spChg chg="add mod">
          <ac:chgData name="최문영" userId="c9c2ca5b-20f2-48c9-9e1f-a03229bf2768" providerId="ADAL" clId="{948E9F49-7062-4D18-9086-94FE8A54BEA1}" dt="2025-08-04T16:04:44.747" v="2751" actId="1036"/>
          <ac:spMkLst>
            <pc:docMk/>
            <pc:sldMk cId="893925083" sldId="896"/>
            <ac:spMk id="12" creationId="{5567E9E2-7945-FFB8-AE06-2CEA318308DA}"/>
          </ac:spMkLst>
        </pc:spChg>
        <pc:spChg chg="add mod">
          <ac:chgData name="최문영" userId="c9c2ca5b-20f2-48c9-9e1f-a03229bf2768" providerId="ADAL" clId="{948E9F49-7062-4D18-9086-94FE8A54BEA1}" dt="2025-08-04T16:04:44.747" v="2751" actId="1036"/>
          <ac:spMkLst>
            <pc:docMk/>
            <pc:sldMk cId="893925083" sldId="896"/>
            <ac:spMk id="13" creationId="{A5A54132-1C9A-38D2-A37C-B7010DBBF519}"/>
          </ac:spMkLst>
        </pc:spChg>
        <pc:spChg chg="add mod">
          <ac:chgData name="최문영" userId="c9c2ca5b-20f2-48c9-9e1f-a03229bf2768" providerId="ADAL" clId="{948E9F49-7062-4D18-9086-94FE8A54BEA1}" dt="2025-08-04T16:04:44.747" v="2751" actId="1036"/>
          <ac:spMkLst>
            <pc:docMk/>
            <pc:sldMk cId="893925083" sldId="896"/>
            <ac:spMk id="17" creationId="{23E49345-EB38-F02E-707D-A41C70BDDE4A}"/>
          </ac:spMkLst>
        </pc:spChg>
        <pc:spChg chg="add mod">
          <ac:chgData name="최문영" userId="c9c2ca5b-20f2-48c9-9e1f-a03229bf2768" providerId="ADAL" clId="{948E9F49-7062-4D18-9086-94FE8A54BEA1}" dt="2025-08-04T16:04:44.747" v="2751" actId="1036"/>
          <ac:spMkLst>
            <pc:docMk/>
            <pc:sldMk cId="893925083" sldId="896"/>
            <ac:spMk id="18" creationId="{4B81827B-ECA8-F8E3-3B32-A2AEF41E9886}"/>
          </ac:spMkLst>
        </pc:spChg>
        <pc:spChg chg="add mod">
          <ac:chgData name="최문영" userId="c9c2ca5b-20f2-48c9-9e1f-a03229bf2768" providerId="ADAL" clId="{948E9F49-7062-4D18-9086-94FE8A54BEA1}" dt="2025-08-04T16:04:44.747" v="2751" actId="1036"/>
          <ac:spMkLst>
            <pc:docMk/>
            <pc:sldMk cId="893925083" sldId="896"/>
            <ac:spMk id="19" creationId="{E563CBC0-BA93-6752-F635-6860A845AE73}"/>
          </ac:spMkLst>
        </pc:spChg>
        <pc:spChg chg="add mod">
          <ac:chgData name="최문영" userId="c9c2ca5b-20f2-48c9-9e1f-a03229bf2768" providerId="ADAL" clId="{948E9F49-7062-4D18-9086-94FE8A54BEA1}" dt="2025-08-04T16:04:44.747" v="2751" actId="1036"/>
          <ac:spMkLst>
            <pc:docMk/>
            <pc:sldMk cId="893925083" sldId="896"/>
            <ac:spMk id="20" creationId="{EFEC0DA7-0991-00D8-E6EF-CBB2B61CC391}"/>
          </ac:spMkLst>
        </pc:spChg>
        <pc:spChg chg="add mod">
          <ac:chgData name="최문영" userId="c9c2ca5b-20f2-48c9-9e1f-a03229bf2768" providerId="ADAL" clId="{948E9F49-7062-4D18-9086-94FE8A54BEA1}" dt="2025-08-07T09:43:36.027" v="3823" actId="1076"/>
          <ac:spMkLst>
            <pc:docMk/>
            <pc:sldMk cId="893925083" sldId="896"/>
            <ac:spMk id="22" creationId="{76999412-37FE-7C92-7D5F-DC4D9FC104C9}"/>
          </ac:spMkLst>
        </pc:spChg>
        <pc:spChg chg="add mod">
          <ac:chgData name="최문영" userId="c9c2ca5b-20f2-48c9-9e1f-a03229bf2768" providerId="ADAL" clId="{948E9F49-7062-4D18-9086-94FE8A54BEA1}" dt="2025-08-04T16:04:44.960" v="2752"/>
          <ac:spMkLst>
            <pc:docMk/>
            <pc:sldMk cId="893925083" sldId="896"/>
            <ac:spMk id="72" creationId="{64A9AE43-7C91-A1F0-D6E4-5DDFFCB2D304}"/>
          </ac:spMkLst>
        </pc:spChg>
        <pc:spChg chg="add mod">
          <ac:chgData name="최문영" userId="c9c2ca5b-20f2-48c9-9e1f-a03229bf2768" providerId="ADAL" clId="{948E9F49-7062-4D18-9086-94FE8A54BEA1}" dt="2025-08-04T16:04:44.960" v="2752"/>
          <ac:spMkLst>
            <pc:docMk/>
            <pc:sldMk cId="893925083" sldId="896"/>
            <ac:spMk id="73" creationId="{CDD172F4-7487-0446-09C2-576A4FE10ACA}"/>
          </ac:spMkLst>
        </pc:spChg>
        <pc:spChg chg="add mod">
          <ac:chgData name="최문영" userId="c9c2ca5b-20f2-48c9-9e1f-a03229bf2768" providerId="ADAL" clId="{948E9F49-7062-4D18-9086-94FE8A54BEA1}" dt="2025-08-04T16:04:44.960" v="2752"/>
          <ac:spMkLst>
            <pc:docMk/>
            <pc:sldMk cId="893925083" sldId="896"/>
            <ac:spMk id="74" creationId="{EC55F22F-4BD8-E6AC-C6CD-46A3E65C5954}"/>
          </ac:spMkLst>
        </pc:spChg>
        <pc:spChg chg="add mod">
          <ac:chgData name="최문영" userId="c9c2ca5b-20f2-48c9-9e1f-a03229bf2768" providerId="ADAL" clId="{948E9F49-7062-4D18-9086-94FE8A54BEA1}" dt="2025-08-04T16:04:44.960" v="2752"/>
          <ac:spMkLst>
            <pc:docMk/>
            <pc:sldMk cId="893925083" sldId="896"/>
            <ac:spMk id="75" creationId="{526ED88B-4DE2-B64F-F07C-6F194FD19F4C}"/>
          </ac:spMkLst>
        </pc:spChg>
        <pc:spChg chg="add mod">
          <ac:chgData name="최문영" userId="c9c2ca5b-20f2-48c9-9e1f-a03229bf2768" providerId="ADAL" clId="{948E9F49-7062-4D18-9086-94FE8A54BEA1}" dt="2025-08-04T16:04:44.960" v="2752"/>
          <ac:spMkLst>
            <pc:docMk/>
            <pc:sldMk cId="893925083" sldId="896"/>
            <ac:spMk id="76" creationId="{468CAECA-A154-B962-985F-4BA1296D329F}"/>
          </ac:spMkLst>
        </pc:spChg>
        <pc:spChg chg="add mod">
          <ac:chgData name="최문영" userId="c9c2ca5b-20f2-48c9-9e1f-a03229bf2768" providerId="ADAL" clId="{948E9F49-7062-4D18-9086-94FE8A54BEA1}" dt="2025-08-04T16:05:10.250" v="2762" actId="1076"/>
          <ac:spMkLst>
            <pc:docMk/>
            <pc:sldMk cId="893925083" sldId="896"/>
            <ac:spMk id="77" creationId="{056B76CF-4860-4955-5BA7-465C7A70126E}"/>
          </ac:spMkLst>
        </pc:spChg>
        <pc:spChg chg="add mod">
          <ac:chgData name="최문영" userId="c9c2ca5b-20f2-48c9-9e1f-a03229bf2768" providerId="ADAL" clId="{948E9F49-7062-4D18-9086-94FE8A54BEA1}" dt="2025-08-04T16:08:28.901" v="2937" actId="1076"/>
          <ac:spMkLst>
            <pc:docMk/>
            <pc:sldMk cId="893925083" sldId="896"/>
            <ac:spMk id="78" creationId="{876CBD39-F17B-C7EF-6B07-198D687BED57}"/>
          </ac:spMkLst>
        </pc:spChg>
        <pc:spChg chg="add mod">
          <ac:chgData name="최문영" userId="c9c2ca5b-20f2-48c9-9e1f-a03229bf2768" providerId="ADAL" clId="{948E9F49-7062-4D18-9086-94FE8A54BEA1}" dt="2025-08-07T09:42:47.882" v="3603" actId="1076"/>
          <ac:spMkLst>
            <pc:docMk/>
            <pc:sldMk cId="893925083" sldId="896"/>
            <ac:spMk id="79" creationId="{4235F709-EDDA-BB85-ABB4-14C276596F36}"/>
          </ac:spMkLst>
        </pc:spChg>
        <pc:cxnChg chg="add mod">
          <ac:chgData name="최문영" userId="c9c2ca5b-20f2-48c9-9e1f-a03229bf2768" providerId="ADAL" clId="{948E9F49-7062-4D18-9086-94FE8A54BEA1}" dt="2025-08-04T16:04:44.960" v="2752"/>
          <ac:cxnSpMkLst>
            <pc:docMk/>
            <pc:sldMk cId="893925083" sldId="896"/>
            <ac:cxnSpMk id="23" creationId="{E6E2ECBF-E3ED-3741-BB41-AC5D5BE112A1}"/>
          </ac:cxnSpMkLst>
        </pc:cxnChg>
      </pc:sldChg>
      <pc:sldChg chg="addSp delSp modSp add mod delAnim modAnim">
        <pc:chgData name="최문영" userId="c9c2ca5b-20f2-48c9-9e1f-a03229bf2768" providerId="ADAL" clId="{948E9F49-7062-4D18-9086-94FE8A54BEA1}" dt="2025-08-07T10:15:10.352" v="4068" actId="1076"/>
        <pc:sldMkLst>
          <pc:docMk/>
          <pc:sldMk cId="3476017697" sldId="897"/>
        </pc:sldMkLst>
        <pc:spChg chg="add mod">
          <ac:chgData name="최문영" userId="c9c2ca5b-20f2-48c9-9e1f-a03229bf2768" providerId="ADAL" clId="{948E9F49-7062-4D18-9086-94FE8A54BEA1}" dt="2025-08-07T10:15:10.352" v="4068" actId="1076"/>
          <ac:spMkLst>
            <pc:docMk/>
            <pc:sldMk cId="3476017697" sldId="897"/>
            <ac:spMk id="4" creationId="{C202221A-13E8-4396-AAAA-16C3D2297DB3}"/>
          </ac:spMkLst>
        </pc:spChg>
        <pc:spChg chg="mod">
          <ac:chgData name="최문영" userId="c9c2ca5b-20f2-48c9-9e1f-a03229bf2768" providerId="ADAL" clId="{948E9F49-7062-4D18-9086-94FE8A54BEA1}" dt="2025-08-04T16:11:02.228" v="3238" actId="20577"/>
          <ac:spMkLst>
            <pc:docMk/>
            <pc:sldMk cId="3476017697" sldId="897"/>
            <ac:spMk id="10" creationId="{208C32CF-8E80-2006-C147-1E3F14FBC25F}"/>
          </ac:spMkLst>
        </pc:spChg>
        <pc:spChg chg="add mod">
          <ac:chgData name="최문영" userId="c9c2ca5b-20f2-48c9-9e1f-a03229bf2768" providerId="ADAL" clId="{948E9F49-7062-4D18-9086-94FE8A54BEA1}" dt="2025-08-04T16:09:58.451" v="3081"/>
          <ac:spMkLst>
            <pc:docMk/>
            <pc:sldMk cId="3476017697" sldId="897"/>
            <ac:spMk id="22" creationId="{9CE9CB53-A932-CE51-8FA6-D3F20D1CF0D2}"/>
          </ac:spMkLst>
        </pc:spChg>
        <pc:spChg chg="add mod">
          <ac:chgData name="최문영" userId="c9c2ca5b-20f2-48c9-9e1f-a03229bf2768" providerId="ADAL" clId="{948E9F49-7062-4D18-9086-94FE8A54BEA1}" dt="2025-08-04T16:09:58.451" v="3081"/>
          <ac:spMkLst>
            <pc:docMk/>
            <pc:sldMk cId="3476017697" sldId="897"/>
            <ac:spMk id="30" creationId="{143B0826-4395-9C9D-EC88-C24A41795346}"/>
          </ac:spMkLst>
        </pc:spChg>
        <pc:spChg chg="add mod">
          <ac:chgData name="최문영" userId="c9c2ca5b-20f2-48c9-9e1f-a03229bf2768" providerId="ADAL" clId="{948E9F49-7062-4D18-9086-94FE8A54BEA1}" dt="2025-08-04T16:09:58.451" v="3081"/>
          <ac:spMkLst>
            <pc:docMk/>
            <pc:sldMk cId="3476017697" sldId="897"/>
            <ac:spMk id="32" creationId="{B416FB74-2C17-90C5-B777-DBF4FCD08E9B}"/>
          </ac:spMkLst>
        </pc:spChg>
        <pc:spChg chg="add mod">
          <ac:chgData name="최문영" userId="c9c2ca5b-20f2-48c9-9e1f-a03229bf2768" providerId="ADAL" clId="{948E9F49-7062-4D18-9086-94FE8A54BEA1}" dt="2025-08-04T16:09:58.451" v="3081"/>
          <ac:spMkLst>
            <pc:docMk/>
            <pc:sldMk cId="3476017697" sldId="897"/>
            <ac:spMk id="37" creationId="{E10A5AA1-7FCC-1E54-95B3-5994188AC207}"/>
          </ac:spMkLst>
        </pc:spChg>
        <pc:spChg chg="add mod">
          <ac:chgData name="최문영" userId="c9c2ca5b-20f2-48c9-9e1f-a03229bf2768" providerId="ADAL" clId="{948E9F49-7062-4D18-9086-94FE8A54BEA1}" dt="2025-08-04T16:09:58.451" v="3081"/>
          <ac:spMkLst>
            <pc:docMk/>
            <pc:sldMk cId="3476017697" sldId="897"/>
            <ac:spMk id="38" creationId="{59E55DFA-18FD-DFC0-5BB9-2C4A91EC6212}"/>
          </ac:spMkLst>
        </pc:spChg>
        <pc:spChg chg="add mod">
          <ac:chgData name="최문영" userId="c9c2ca5b-20f2-48c9-9e1f-a03229bf2768" providerId="ADAL" clId="{948E9F49-7062-4D18-9086-94FE8A54BEA1}" dt="2025-08-04T16:09:58.451" v="3081"/>
          <ac:spMkLst>
            <pc:docMk/>
            <pc:sldMk cId="3476017697" sldId="897"/>
            <ac:spMk id="39" creationId="{20B2B775-D9C3-0125-45B0-DEAADFEE44F1}"/>
          </ac:spMkLst>
        </pc:spChg>
        <pc:spChg chg="add mod">
          <ac:chgData name="최문영" userId="c9c2ca5b-20f2-48c9-9e1f-a03229bf2768" providerId="ADAL" clId="{948E9F49-7062-4D18-9086-94FE8A54BEA1}" dt="2025-08-04T16:09:58.451" v="3081"/>
          <ac:spMkLst>
            <pc:docMk/>
            <pc:sldMk cId="3476017697" sldId="897"/>
            <ac:spMk id="40" creationId="{147B902D-A930-586D-8228-988F248CA1CC}"/>
          </ac:spMkLst>
        </pc:spChg>
        <pc:spChg chg="add mod">
          <ac:chgData name="최문영" userId="c9c2ca5b-20f2-48c9-9e1f-a03229bf2768" providerId="ADAL" clId="{948E9F49-7062-4D18-9086-94FE8A54BEA1}" dt="2025-08-04T16:09:58.451" v="3081"/>
          <ac:spMkLst>
            <pc:docMk/>
            <pc:sldMk cId="3476017697" sldId="897"/>
            <ac:spMk id="41" creationId="{4E803C4D-13AB-0297-74D6-97766D2AF7D7}"/>
          </ac:spMkLst>
        </pc:spChg>
        <pc:spChg chg="add mod">
          <ac:chgData name="최문영" userId="c9c2ca5b-20f2-48c9-9e1f-a03229bf2768" providerId="ADAL" clId="{948E9F49-7062-4D18-9086-94FE8A54BEA1}" dt="2025-08-04T16:09:58.451" v="3081"/>
          <ac:spMkLst>
            <pc:docMk/>
            <pc:sldMk cId="3476017697" sldId="897"/>
            <ac:spMk id="42" creationId="{CE58FD7E-6467-BF69-8EA2-E16A6DB93447}"/>
          </ac:spMkLst>
        </pc:spChg>
        <pc:spChg chg="add mod">
          <ac:chgData name="최문영" userId="c9c2ca5b-20f2-48c9-9e1f-a03229bf2768" providerId="ADAL" clId="{948E9F49-7062-4D18-9086-94FE8A54BEA1}" dt="2025-08-04T16:09:58.451" v="3081"/>
          <ac:spMkLst>
            <pc:docMk/>
            <pc:sldMk cId="3476017697" sldId="897"/>
            <ac:spMk id="45" creationId="{4C2C7B18-3440-A5A0-9EF2-4AC7A15422CE}"/>
          </ac:spMkLst>
        </pc:spChg>
        <pc:spChg chg="mod">
          <ac:chgData name="최문영" userId="c9c2ca5b-20f2-48c9-9e1f-a03229bf2768" providerId="ADAL" clId="{948E9F49-7062-4D18-9086-94FE8A54BEA1}" dt="2025-08-04T16:09:37.477" v="3075" actId="20577"/>
          <ac:spMkLst>
            <pc:docMk/>
            <pc:sldMk cId="3476017697" sldId="897"/>
            <ac:spMk id="47" creationId="{8EFEF008-A6A4-6FD5-B179-BD9BEEE5752F}"/>
          </ac:spMkLst>
        </pc:spChg>
        <pc:spChg chg="add mod">
          <ac:chgData name="최문영" userId="c9c2ca5b-20f2-48c9-9e1f-a03229bf2768" providerId="ADAL" clId="{948E9F49-7062-4D18-9086-94FE8A54BEA1}" dt="2025-08-04T16:10:20.003" v="3115" actId="1076"/>
          <ac:spMkLst>
            <pc:docMk/>
            <pc:sldMk cId="3476017697" sldId="897"/>
            <ac:spMk id="69" creationId="{D1D1582D-F3B5-D75E-5821-BE49A5DA36D8}"/>
          </ac:spMkLst>
        </pc:spChg>
        <pc:spChg chg="add mod">
          <ac:chgData name="최문영" userId="c9c2ca5b-20f2-48c9-9e1f-a03229bf2768" providerId="ADAL" clId="{948E9F49-7062-4D18-9086-94FE8A54BEA1}" dt="2025-08-07T10:03:38.816" v="4013" actId="20577"/>
          <ac:spMkLst>
            <pc:docMk/>
            <pc:sldMk cId="3476017697" sldId="897"/>
            <ac:spMk id="70" creationId="{31E29082-3CD1-1033-6FC8-54DB62775387}"/>
          </ac:spMkLst>
        </pc:spChg>
        <pc:picChg chg="add mod">
          <ac:chgData name="최문영" userId="c9c2ca5b-20f2-48c9-9e1f-a03229bf2768" providerId="ADAL" clId="{948E9F49-7062-4D18-9086-94FE8A54BEA1}" dt="2025-08-07T10:14:39.546" v="4017" actId="1076"/>
          <ac:picMkLst>
            <pc:docMk/>
            <pc:sldMk cId="3476017697" sldId="897"/>
            <ac:picMk id="3" creationId="{3B2E535A-B592-A3B3-F08C-A573E67D409C}"/>
          </ac:picMkLst>
        </pc:picChg>
        <pc:picChg chg="add mod">
          <ac:chgData name="최문영" userId="c9c2ca5b-20f2-48c9-9e1f-a03229bf2768" providerId="ADAL" clId="{948E9F49-7062-4D18-9086-94FE8A54BEA1}" dt="2025-08-04T16:10:04.028" v="3083"/>
          <ac:picMkLst>
            <pc:docMk/>
            <pc:sldMk cId="3476017697" sldId="897"/>
            <ac:picMk id="68" creationId="{DCF3204A-029F-44BE-DB5E-538CDBF6BE5A}"/>
          </ac:picMkLst>
        </pc:picChg>
      </pc:sldChg>
      <pc:sldChg chg="modSp add del mod">
        <pc:chgData name="최문영" userId="c9c2ca5b-20f2-48c9-9e1f-a03229bf2768" providerId="ADAL" clId="{948E9F49-7062-4D18-9086-94FE8A54BEA1}" dt="2025-08-04T16:09:40.442" v="3076" actId="47"/>
        <pc:sldMkLst>
          <pc:docMk/>
          <pc:sldMk cId="515724053" sldId="898"/>
        </pc:sldMkLst>
      </pc:sldChg>
      <pc:sldChg chg="addSp delSp modSp add mod delAnim modAnim">
        <pc:chgData name="최문영" userId="c9c2ca5b-20f2-48c9-9e1f-a03229bf2768" providerId="ADAL" clId="{948E9F49-7062-4D18-9086-94FE8A54BEA1}" dt="2025-08-07T09:35:11.201" v="3467"/>
        <pc:sldMkLst>
          <pc:docMk/>
          <pc:sldMk cId="3752739866" sldId="898"/>
        </pc:sldMkLst>
        <pc:spChg chg="add mod">
          <ac:chgData name="최문영" userId="c9c2ca5b-20f2-48c9-9e1f-a03229bf2768" providerId="ADAL" clId="{948E9F49-7062-4D18-9086-94FE8A54BEA1}" dt="2025-08-07T09:34:25.240" v="3450" actId="1076"/>
          <ac:spMkLst>
            <pc:docMk/>
            <pc:sldMk cId="3752739866" sldId="898"/>
            <ac:spMk id="9" creationId="{23CCE587-1E1B-286C-5088-88C88611781F}"/>
          </ac:spMkLst>
        </pc:spChg>
        <pc:spChg chg="add mod">
          <ac:chgData name="최문영" userId="c9c2ca5b-20f2-48c9-9e1f-a03229bf2768" providerId="ADAL" clId="{948E9F49-7062-4D18-9086-94FE8A54BEA1}" dt="2025-08-07T09:34:30.993" v="3452" actId="1076"/>
          <ac:spMkLst>
            <pc:docMk/>
            <pc:sldMk cId="3752739866" sldId="898"/>
            <ac:spMk id="11" creationId="{3E5EAC29-4FD5-7F23-1616-ACEF54BBFE26}"/>
          </ac:spMkLst>
        </pc:spChg>
        <pc:spChg chg="add mod">
          <ac:chgData name="최문영" userId="c9c2ca5b-20f2-48c9-9e1f-a03229bf2768" providerId="ADAL" clId="{948E9F49-7062-4D18-9086-94FE8A54BEA1}" dt="2025-08-07T09:34:37.421" v="3454" actId="1076"/>
          <ac:spMkLst>
            <pc:docMk/>
            <pc:sldMk cId="3752739866" sldId="898"/>
            <ac:spMk id="13" creationId="{F50AD5C9-FCDB-2DF2-1938-47199A5A9925}"/>
          </ac:spMkLst>
        </pc:spChg>
        <pc:spChg chg="add mod">
          <ac:chgData name="최문영" userId="c9c2ca5b-20f2-48c9-9e1f-a03229bf2768" providerId="ADAL" clId="{948E9F49-7062-4D18-9086-94FE8A54BEA1}" dt="2025-08-07T09:34:42.387" v="3456" actId="1076"/>
          <ac:spMkLst>
            <pc:docMk/>
            <pc:sldMk cId="3752739866" sldId="898"/>
            <ac:spMk id="14" creationId="{28240245-7D94-E603-B0BA-CBE054907DA0}"/>
          </ac:spMkLst>
        </pc:spChg>
        <pc:spChg chg="add mod">
          <ac:chgData name="최문영" userId="c9c2ca5b-20f2-48c9-9e1f-a03229bf2768" providerId="ADAL" clId="{948E9F49-7062-4D18-9086-94FE8A54BEA1}" dt="2025-08-07T09:34:46.471" v="3458" actId="1076"/>
          <ac:spMkLst>
            <pc:docMk/>
            <pc:sldMk cId="3752739866" sldId="898"/>
            <ac:spMk id="16" creationId="{35ECB5DA-5402-E440-1EE3-2891FC630B39}"/>
          </ac:spMkLst>
        </pc:spChg>
        <pc:spChg chg="add mod">
          <ac:chgData name="최문영" userId="c9c2ca5b-20f2-48c9-9e1f-a03229bf2768" providerId="ADAL" clId="{948E9F49-7062-4D18-9086-94FE8A54BEA1}" dt="2025-08-07T09:34:51.423" v="3460" actId="1076"/>
          <ac:spMkLst>
            <pc:docMk/>
            <pc:sldMk cId="3752739866" sldId="898"/>
            <ac:spMk id="17" creationId="{9DE3C2D6-48E5-6A2B-1ADA-A22D55D1D1DE}"/>
          </ac:spMkLst>
        </pc:spChg>
        <pc:spChg chg="add mod">
          <ac:chgData name="최문영" userId="c9c2ca5b-20f2-48c9-9e1f-a03229bf2768" providerId="ADAL" clId="{948E9F49-7062-4D18-9086-94FE8A54BEA1}" dt="2025-08-07T09:34:55.993" v="3462" actId="1076"/>
          <ac:spMkLst>
            <pc:docMk/>
            <pc:sldMk cId="3752739866" sldId="898"/>
            <ac:spMk id="18" creationId="{1E5A9D17-A804-031E-7830-D1F01B000CFD}"/>
          </ac:spMkLst>
        </pc:spChg>
        <pc:spChg chg="add del mod">
          <ac:chgData name="최문영" userId="c9c2ca5b-20f2-48c9-9e1f-a03229bf2768" providerId="ADAL" clId="{948E9F49-7062-4D18-9086-94FE8A54BEA1}" dt="2025-08-07T09:35:04.260" v="3466" actId="478"/>
          <ac:spMkLst>
            <pc:docMk/>
            <pc:sldMk cId="3752739866" sldId="898"/>
            <ac:spMk id="19" creationId="{5D87A53E-025D-4E28-D9C1-73478DAC90D9}"/>
          </ac:spMkLst>
        </pc:spChg>
        <pc:picChg chg="add mod">
          <ac:chgData name="최문영" userId="c9c2ca5b-20f2-48c9-9e1f-a03229bf2768" providerId="ADAL" clId="{948E9F49-7062-4D18-9086-94FE8A54BEA1}" dt="2025-08-07T09:34:58.096" v="3465" actId="1076"/>
          <ac:picMkLst>
            <pc:docMk/>
            <pc:sldMk cId="3752739866" sldId="898"/>
            <ac:picMk id="8" creationId="{6CD99B65-D5A3-57FC-B06A-F5BB96DD49F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702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6E78C-6F24-4C47-8404-8F319E51B92F}" type="datetimeFigureOut">
              <a:rPr lang="ko-KR" altLang="en-US" smtClean="0"/>
              <a:t>2025-08-07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435350" y="849313"/>
            <a:ext cx="3057525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71385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702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CEE1C-692C-4CC6-A2F1-3935922D1E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088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100" dirty="0"/>
              <a:t>Weekly meeting </a:t>
            </a:r>
            <a:r>
              <a:rPr lang="ko-KR" altLang="en-US" sz="1100" dirty="0"/>
              <a:t>표지</a:t>
            </a:r>
            <a:endParaRPr lang="en-US" altLang="ko-KR" sz="11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4527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E6D11-BA15-9A9E-04F0-12EBE0BFA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1A1ADF-EAA9-E4DC-D4FA-71189C1DB3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DC56A5-053B-9DED-C33A-DA0E4CBA79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544710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E2565-4A9D-73C3-5CB5-F801A8835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307BFF-7FF4-7B3C-67B0-C6172AE9B5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790C0CB-BEE3-183C-0480-39AB5D5A7D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18345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E17CF-599D-D653-7455-09EBF3A4A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4585BDF-280D-438A-42E6-51C3C5762E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A1648D-F91D-9C75-D361-6090FCF8F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052834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D73C4-8AB4-C7D6-F8A7-019353692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E97B44-179F-620E-06F1-FE7C772F9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682B717-B9CB-267E-FC82-E7EC9FBDE1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713966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E7353-8775-7F46-33DC-C7416FA6F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79470A-F3FD-3DC0-3251-5C13C2F29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8A8B91D-070B-1486-F3B7-91BABE1F1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434299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07E96-5A74-5163-26C5-053A4B1BD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68C943-3C23-8D88-0CE5-9C6394C135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E600D9-6884-6F4F-667F-DC8D406F91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004330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03CB7-044B-57A0-77B8-BC0E602DB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A7B321-3BC8-5EBB-E174-1E7A03BCF3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AAB625-1BB3-5A5D-DD86-1650BDA2BA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12463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041F1-F04B-2E50-36E2-08DD2ADE8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4AC450-8B7E-6073-6AA0-173B094085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AAA3E86-674D-4164-BE57-16E7CA5206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497497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90F63-7D0D-69AC-90C6-7DA715644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547E0E-23D8-EBE9-299F-718E8975D1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6E8283-CD7D-023F-607E-CC7FFB2F9D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834734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5E71F-6D3B-B3C1-2039-D4FF4FE64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19D283-FE71-3588-E668-A5716DCCDF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1E4337-4228-CBD4-E47B-C0110A3991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895894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E8BFA-B01C-0C73-BFCA-7C7E8D00D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320130-340A-7804-E1D6-D5E88B82F8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4C921BB-E20E-7D79-68B2-C814B60C31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025707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16113-94DE-EC1C-560E-503861E98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1F8BEE-60F3-0C87-482D-67237AEE21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42824D-B471-B029-1AB4-013278D96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850009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78540-6676-A1EC-BC5E-25A42CF81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FCBD092-77EE-5E0D-6E9F-BB5138E65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62859E3-1C5E-17B7-1ED1-3A3C475492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066753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8224C-33CA-99D3-2BEC-5B597B37A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71F910-DAAE-F9EF-00F8-2883142233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6D17A8-99A2-4BE0-7889-E6A640638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341444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7F4F0-CDAC-112E-C7D1-658BC79AC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FD606DF-CE49-EAE9-237F-05A6F6F4B5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88234D-A197-3DD3-608D-92B3B9E952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436287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202FA-1D3D-CDA3-EB76-2B4407A5C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8048791-F015-93C1-2A9E-5B1955D75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7F6748C-CCDB-A90B-2040-7C620300B9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703230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58473-C300-0B17-6AF2-06A55F256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4B68A4-0B4F-13A8-6CD3-184B9812E8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01B78C-DDFF-E60A-18EF-63A04ACD7B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798234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473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570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612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455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42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63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2025-08-07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991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2025-08-07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852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452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761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751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182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62595-2691-45CA-A9C9-B57440176AD7}" type="datetimeFigureOut">
              <a:rPr lang="ko-KR" altLang="en-US" smtClean="0"/>
              <a:t>2025-08-07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333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90A73214-B533-452F-8554-666DE071E9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09D70B81-8235-441B-B034-F866362B81CF}"/>
              </a:ext>
            </a:extLst>
          </p:cNvPr>
          <p:cNvGrpSpPr/>
          <p:nvPr/>
        </p:nvGrpSpPr>
        <p:grpSpPr>
          <a:xfrm>
            <a:off x="0" y="1744278"/>
            <a:ext cx="9144000" cy="2831291"/>
            <a:chOff x="0" y="1682575"/>
            <a:chExt cx="9144000" cy="2831291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1139A42-2018-48E7-94CA-8E5B7303B85A}"/>
                </a:ext>
              </a:extLst>
            </p:cNvPr>
            <p:cNvSpPr/>
            <p:nvPr/>
          </p:nvSpPr>
          <p:spPr>
            <a:xfrm>
              <a:off x="0" y="436966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F41A9F0-8D2F-43C3-9541-536B37B0E4FE}"/>
                </a:ext>
              </a:extLst>
            </p:cNvPr>
            <p:cNvSpPr/>
            <p:nvPr/>
          </p:nvSpPr>
          <p:spPr>
            <a:xfrm>
              <a:off x="0" y="168257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E4A91DB-303A-4F81-99F8-0D2A77C39D5B}"/>
              </a:ext>
            </a:extLst>
          </p:cNvPr>
          <p:cNvSpPr/>
          <p:nvPr/>
        </p:nvSpPr>
        <p:spPr>
          <a:xfrm>
            <a:off x="1113754" y="2202214"/>
            <a:ext cx="6978825" cy="14333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ko-KR" sz="6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Weekly Meeting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1A635C-1642-419F-9A80-B71C2DC7C4C4}"/>
              </a:ext>
            </a:extLst>
          </p:cNvPr>
          <p:cNvSpPr txBox="1"/>
          <p:nvPr/>
        </p:nvSpPr>
        <p:spPr>
          <a:xfrm>
            <a:off x="2285994" y="3628769"/>
            <a:ext cx="4572000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25.08.07.</a:t>
            </a:r>
            <a:endParaRPr lang="en-US" altLang="ko-KR" sz="20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385A0FD-5E48-4E0E-9C94-D53FC4C10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45F7EC6-6702-4AD9-B6D4-4B401C3A4168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A9E7AC-451E-4B40-B0C0-4FAEDB5A95A9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  <a:buNone/>
            </a:pPr>
            <a:r>
              <a:rPr lang="en-US" altLang="ko-KR" sz="1600" b="0" strike="noStrike" spc="-1">
                <a:solidFill>
                  <a:srgbClr val="3B3838"/>
                </a:solidFill>
                <a:latin typeface="Times New Roman"/>
                <a:ea typeface="DejaVu Sans"/>
              </a:rPr>
              <a:t>Moonyoung Choi (cmy021205@dgist.ac.kr)</a:t>
            </a:r>
            <a:endParaRPr lang="en-US" altLang="ko-KR" sz="16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86263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/>
          <p:cNvSpPr/>
          <p:nvPr/>
        </p:nvSpPr>
        <p:spPr>
          <a:xfrm>
            <a:off x="203760" y="998280"/>
            <a:ext cx="8852760" cy="37288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Goal: Analyzing Latency in Autonomous Drone Navigation via Offboarding</a:t>
            </a:r>
          </a:p>
          <a:p>
            <a:pPr>
              <a:lnSpc>
                <a:spcPct val="150000"/>
              </a:lnSpc>
              <a:buClr>
                <a:srgbClr val="000000"/>
              </a:buClr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Requirement: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spc="-1" dirty="0">
                <a:solidFill>
                  <a:srgbClr val="000000"/>
                </a:solidFill>
                <a:latin typeface="Times New Roman"/>
              </a:rPr>
              <a:t>Understanding the Logic of Autonomous Drone Navigation via Offboarding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C00000"/>
                </a:solidFill>
                <a:latin typeface="Times New Roman"/>
              </a:rPr>
              <a:t>Analyzing Latency at Each Stage of the Process</a:t>
            </a:r>
          </a:p>
          <a:p>
            <a:pPr marL="1257480" lvl="2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C00000"/>
                </a:solidFill>
                <a:latin typeface="Times New Roman"/>
              </a:rPr>
              <a:t>MAVROS Communication Flow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spc="-1" dirty="0">
                <a:solidFill>
                  <a:srgbClr val="000000"/>
                </a:solidFill>
                <a:latin typeface="Times New Roman"/>
              </a:rPr>
              <a:t>Testing ROS Topics Required for Latency Measurement and Autonomous Navigation</a:t>
            </a:r>
          </a:p>
        </p:txBody>
      </p:sp>
      <p:sp>
        <p:nvSpPr>
          <p:cNvPr id="98" name="슬라이드 번호 개체 틀 1"/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2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/>
          <p:cNvPicPr/>
          <p:nvPr/>
        </p:nvPicPr>
        <p:blipFill>
          <a:blip r:embed="rId2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/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>
                <a:solidFill>
                  <a:srgbClr val="002060"/>
                </a:solidFill>
                <a:latin typeface="Times New Roman"/>
                <a:ea typeface="DejaVu Sans"/>
              </a:rPr>
              <a:t>Goal</a:t>
            </a:r>
          </a:p>
        </p:txBody>
      </p:sp>
      <p:sp>
        <p:nvSpPr>
          <p:cNvPr id="101" name="직사각형 33"/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B4CE2-759E-96A5-ED1D-7FBB3CF6B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BD7EA963-5914-B911-3106-D2A3C11FED2F}"/>
              </a:ext>
            </a:extLst>
          </p:cNvPr>
          <p:cNvSpPr/>
          <p:nvPr/>
        </p:nvSpPr>
        <p:spPr>
          <a:xfrm>
            <a:off x="203760" y="998280"/>
            <a:ext cx="8852760" cy="326719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PX4 commander by On-boarding vs Off-boarding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ko-KR" sz="2000" spc="-1" dirty="0">
                <a:solidFill>
                  <a:srgbClr val="000000"/>
                </a:solidFill>
                <a:latin typeface="Times New Roman"/>
              </a:rPr>
              <a:t>On-boarding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altLang="ko-KR" sz="2000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altLang="ko-KR" sz="2000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altLang="ko-KR" sz="2000" spc="-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endParaRPr lang="en-US" altLang="ko-KR" sz="2000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ko-KR" sz="2000" spc="-1" dirty="0">
                <a:solidFill>
                  <a:srgbClr val="000000"/>
                </a:solidFill>
                <a:latin typeface="Times New Roman"/>
              </a:rPr>
              <a:t>Off-boarding</a:t>
            </a: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274BA352-113D-F05B-FF36-D664B73586A6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3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3EDDD283-718B-C0A0-9E0B-054B0BF3B3D4}"/>
              </a:ext>
            </a:extLst>
          </p:cNvPr>
          <p:cNvPicPr/>
          <p:nvPr/>
        </p:nvPicPr>
        <p:blipFill>
          <a:blip r:embed="rId2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50D47DE9-A80B-8C79-B1AB-D4DB29B0141E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Background</a:t>
            </a: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999D6F20-C4AC-4AD9-15AC-93B8CB6B94BE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D13DECC-4BB0-E3E3-260F-4293224E8FD0}"/>
              </a:ext>
            </a:extLst>
          </p:cNvPr>
          <p:cNvGrpSpPr/>
          <p:nvPr/>
        </p:nvGrpSpPr>
        <p:grpSpPr>
          <a:xfrm>
            <a:off x="533659" y="1996965"/>
            <a:ext cx="1992689" cy="1206664"/>
            <a:chOff x="421560" y="4754916"/>
            <a:chExt cx="1992689" cy="1206664"/>
          </a:xfrm>
        </p:grpSpPr>
        <p:pic>
          <p:nvPicPr>
            <p:cNvPr id="1028" name="Picture 4" descr="PX4 Autopilot 사용자 안내서 | PX4 Guide (main)">
              <a:extLst>
                <a:ext uri="{FF2B5EF4-FFF2-40B4-BE49-F238E27FC236}">
                  <a16:creationId xmlns:a16="http://schemas.microsoft.com/office/drawing/2014/main" id="{60CFB8B8-8A47-CC96-B827-EB2901BF87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5723" y="4754916"/>
              <a:ext cx="1216277" cy="9117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23AD620-26F9-94CA-5696-DF94C5E265F4}"/>
                </a:ext>
              </a:extLst>
            </p:cNvPr>
            <p:cNvSpPr/>
            <p:nvPr/>
          </p:nvSpPr>
          <p:spPr>
            <a:xfrm>
              <a:off x="421560" y="4814263"/>
              <a:ext cx="1992689" cy="114731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AB51E3A-4345-5B33-907F-082E316768C0}"/>
                </a:ext>
              </a:extLst>
            </p:cNvPr>
            <p:cNvSpPr txBox="1"/>
            <p:nvPr/>
          </p:nvSpPr>
          <p:spPr>
            <a:xfrm>
              <a:off x="506326" y="5541382"/>
              <a:ext cx="18231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+mn-ea"/>
                </a:rPr>
                <a:t>Drone Software</a:t>
              </a:r>
              <a:endParaRPr lang="ko-KR" altLang="en-US" dirty="0">
                <a:latin typeface="+mn-ea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2043549-D3F5-1F3D-5246-5CC4CED1C821}"/>
              </a:ext>
            </a:extLst>
          </p:cNvPr>
          <p:cNvGrpSpPr/>
          <p:nvPr/>
        </p:nvGrpSpPr>
        <p:grpSpPr>
          <a:xfrm>
            <a:off x="3549015" y="2056312"/>
            <a:ext cx="1992689" cy="1147317"/>
            <a:chOff x="3247329" y="4814262"/>
            <a:chExt cx="1992689" cy="1147317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F69CA7BD-68EB-B499-C69B-564576B4C928}"/>
                </a:ext>
              </a:extLst>
            </p:cNvPr>
            <p:cNvSpPr/>
            <p:nvPr/>
          </p:nvSpPr>
          <p:spPr>
            <a:xfrm>
              <a:off x="3247329" y="4814262"/>
              <a:ext cx="1992689" cy="114731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5" name="Picture 6">
              <a:extLst>
                <a:ext uri="{FF2B5EF4-FFF2-40B4-BE49-F238E27FC236}">
                  <a16:creationId xmlns:a16="http://schemas.microsoft.com/office/drawing/2014/main" id="{48E33C3B-F8E8-1B81-2FB8-7E38AD04F6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9285" y="4814262"/>
              <a:ext cx="1728775" cy="8448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281449C-988E-BF5A-B736-AC8643FCBE51}"/>
                </a:ext>
              </a:extLst>
            </p:cNvPr>
            <p:cNvSpPr txBox="1"/>
            <p:nvPr/>
          </p:nvSpPr>
          <p:spPr>
            <a:xfrm>
              <a:off x="3416862" y="5541382"/>
              <a:ext cx="16536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+mn-ea"/>
                </a:rPr>
                <a:t>Simulator</a:t>
              </a:r>
              <a:endParaRPr lang="ko-KR" altLang="en-US" dirty="0">
                <a:latin typeface="+mn-ea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6676940-1BE5-1407-B238-EE6E636A7585}"/>
              </a:ext>
            </a:extLst>
          </p:cNvPr>
          <p:cNvGrpSpPr/>
          <p:nvPr/>
        </p:nvGrpSpPr>
        <p:grpSpPr>
          <a:xfrm>
            <a:off x="534219" y="4388261"/>
            <a:ext cx="1992689" cy="1147317"/>
            <a:chOff x="6073098" y="4814262"/>
            <a:chExt cx="1992689" cy="1147317"/>
          </a:xfrm>
        </p:grpSpPr>
        <p:pic>
          <p:nvPicPr>
            <p:cNvPr id="1032" name="Picture 8" descr="ROS2 Part 1 - Create a ROS2 Python Package and Node">
              <a:extLst>
                <a:ext uri="{FF2B5EF4-FFF2-40B4-BE49-F238E27FC236}">
                  <a16:creationId xmlns:a16="http://schemas.microsoft.com/office/drawing/2014/main" id="{C1E25E13-BFF0-BCB3-2346-CED2F6826D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31427" y="5014890"/>
              <a:ext cx="1476030" cy="4276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E7C23FCA-9E9A-FFFE-1095-19451F319CA8}"/>
                </a:ext>
              </a:extLst>
            </p:cNvPr>
            <p:cNvSpPr/>
            <p:nvPr/>
          </p:nvSpPr>
          <p:spPr>
            <a:xfrm>
              <a:off x="6073098" y="4814262"/>
              <a:ext cx="1992689" cy="114731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44C8270-D6E1-F4ED-4107-736DB23A99FE}"/>
                </a:ext>
              </a:extLst>
            </p:cNvPr>
            <p:cNvSpPr txBox="1"/>
            <p:nvPr/>
          </p:nvSpPr>
          <p:spPr>
            <a:xfrm>
              <a:off x="6242632" y="5541382"/>
              <a:ext cx="16536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+mn-ea"/>
                </a:rPr>
                <a:t>Middleware</a:t>
              </a:r>
              <a:endParaRPr lang="ko-KR" altLang="en-US" dirty="0">
                <a:latin typeface="+mn-ea"/>
              </a:endParaRPr>
            </a:p>
          </p:txBody>
        </p:sp>
      </p:grp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4B2F5A9-CD5F-A2D1-EABF-80A3ABCFF009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2526348" y="2629971"/>
            <a:ext cx="102266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BBD3AEFD-1844-D899-74D6-EFA4EEA3270C}"/>
              </a:ext>
            </a:extLst>
          </p:cNvPr>
          <p:cNvGrpSpPr/>
          <p:nvPr/>
        </p:nvGrpSpPr>
        <p:grpSpPr>
          <a:xfrm>
            <a:off x="3549015" y="4328914"/>
            <a:ext cx="1992689" cy="1206664"/>
            <a:chOff x="421560" y="4754916"/>
            <a:chExt cx="1992689" cy="1206664"/>
          </a:xfrm>
        </p:grpSpPr>
        <p:pic>
          <p:nvPicPr>
            <p:cNvPr id="37" name="Picture 4" descr="PX4 Autopilot 사용자 안내서 | PX4 Guide (main)">
              <a:extLst>
                <a:ext uri="{FF2B5EF4-FFF2-40B4-BE49-F238E27FC236}">
                  <a16:creationId xmlns:a16="http://schemas.microsoft.com/office/drawing/2014/main" id="{4D7C3E9A-B76C-0F1D-FA57-01E7B7E1F6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5723" y="4754916"/>
              <a:ext cx="1216277" cy="9117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A53CB832-ED2B-F418-06F2-9863DCD6D4C8}"/>
                </a:ext>
              </a:extLst>
            </p:cNvPr>
            <p:cNvSpPr/>
            <p:nvPr/>
          </p:nvSpPr>
          <p:spPr>
            <a:xfrm>
              <a:off x="421560" y="4814263"/>
              <a:ext cx="1992689" cy="114731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823D231-CA2C-3551-1778-63A03B6B33E2}"/>
                </a:ext>
              </a:extLst>
            </p:cNvPr>
            <p:cNvSpPr txBox="1"/>
            <p:nvPr/>
          </p:nvSpPr>
          <p:spPr>
            <a:xfrm>
              <a:off x="506326" y="5541382"/>
              <a:ext cx="18231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+mn-ea"/>
                </a:rPr>
                <a:t>Drone Software</a:t>
              </a:r>
              <a:endParaRPr lang="ko-KR" altLang="en-US" dirty="0">
                <a:latin typeface="+mn-ea"/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09A2E02F-53E8-114E-FB0E-F2423550E961}"/>
              </a:ext>
            </a:extLst>
          </p:cNvPr>
          <p:cNvGrpSpPr/>
          <p:nvPr/>
        </p:nvGrpSpPr>
        <p:grpSpPr>
          <a:xfrm>
            <a:off x="6564371" y="4388261"/>
            <a:ext cx="1992689" cy="1147317"/>
            <a:chOff x="3247329" y="4814262"/>
            <a:chExt cx="1992689" cy="1147317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9DF61616-8047-BFF6-1487-DFF094D217F0}"/>
                </a:ext>
              </a:extLst>
            </p:cNvPr>
            <p:cNvSpPr/>
            <p:nvPr/>
          </p:nvSpPr>
          <p:spPr>
            <a:xfrm>
              <a:off x="3247329" y="4814262"/>
              <a:ext cx="1992689" cy="114731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42" name="Picture 6">
              <a:extLst>
                <a:ext uri="{FF2B5EF4-FFF2-40B4-BE49-F238E27FC236}">
                  <a16:creationId xmlns:a16="http://schemas.microsoft.com/office/drawing/2014/main" id="{BBE3A241-4EFD-2024-4F52-2AAE3B25E8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9285" y="4814262"/>
              <a:ext cx="1728775" cy="8448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235399D-EF53-A11A-D925-21D28D25C00E}"/>
                </a:ext>
              </a:extLst>
            </p:cNvPr>
            <p:cNvSpPr txBox="1"/>
            <p:nvPr/>
          </p:nvSpPr>
          <p:spPr>
            <a:xfrm>
              <a:off x="3416862" y="5541382"/>
              <a:ext cx="16536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+mn-ea"/>
                </a:rPr>
                <a:t>Simulator</a:t>
              </a:r>
              <a:endParaRPr lang="ko-KR" altLang="en-US" dirty="0">
                <a:latin typeface="+mn-ea"/>
              </a:endParaRPr>
            </a:p>
          </p:txBody>
        </p:sp>
      </p:grp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6621CDEF-7A35-72DD-D5D7-EDCC84D487DF}"/>
              </a:ext>
            </a:extLst>
          </p:cNvPr>
          <p:cNvCxnSpPr>
            <a:cxnSpLocks/>
            <a:stCxn id="38" idx="3"/>
            <a:endCxn id="41" idx="1"/>
          </p:cNvCxnSpPr>
          <p:nvPr/>
        </p:nvCxnSpPr>
        <p:spPr>
          <a:xfrm>
            <a:off x="5541704" y="4961920"/>
            <a:ext cx="102266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DE0615B-EC42-F2EF-0F43-85F1BCDCDE52}"/>
              </a:ext>
            </a:extLst>
          </p:cNvPr>
          <p:cNvCxnSpPr>
            <a:cxnSpLocks/>
          </p:cNvCxnSpPr>
          <p:nvPr/>
        </p:nvCxnSpPr>
        <p:spPr>
          <a:xfrm>
            <a:off x="2526348" y="4961920"/>
            <a:ext cx="102266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A21E5928-BC50-00DF-A5D2-81193E16BF70}"/>
              </a:ext>
            </a:extLst>
          </p:cNvPr>
          <p:cNvSpPr txBox="1"/>
          <p:nvPr/>
        </p:nvSpPr>
        <p:spPr>
          <a:xfrm>
            <a:off x="1481565" y="1939943"/>
            <a:ext cx="1780013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 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생성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13756C9-8A91-2192-3E62-1BD8F9737098}"/>
              </a:ext>
            </a:extLst>
          </p:cNvPr>
          <p:cNvSpPr txBox="1"/>
          <p:nvPr/>
        </p:nvSpPr>
        <p:spPr>
          <a:xfrm>
            <a:off x="1535960" y="4250607"/>
            <a:ext cx="1780013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 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생성</a:t>
            </a:r>
          </a:p>
        </p:txBody>
      </p:sp>
      <p:pic>
        <p:nvPicPr>
          <p:cNvPr id="48" name="Picture 10">
            <a:extLst>
              <a:ext uri="{FF2B5EF4-FFF2-40B4-BE49-F238E27FC236}">
                <a16:creationId xmlns:a16="http://schemas.microsoft.com/office/drawing/2014/main" id="{E2EBB3CE-DA6A-C095-DB25-D5A23742A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0535" y="5008640"/>
            <a:ext cx="1022667" cy="245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87B968B0-AF35-DF70-B6F1-D06B1AA146CF}"/>
              </a:ext>
            </a:extLst>
          </p:cNvPr>
          <p:cNvSpPr txBox="1"/>
          <p:nvPr/>
        </p:nvSpPr>
        <p:spPr>
          <a:xfrm>
            <a:off x="2451692" y="4943131"/>
            <a:ext cx="1216277" cy="369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MAVROS</a:t>
            </a:r>
            <a:endParaRPr lang="ko-KR" altLang="en-US" b="1" dirty="0">
              <a:solidFill>
                <a:srgbClr val="0070C0"/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027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5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A2E23-BF7E-C6FB-7B83-D26107570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508A8C8B-65B3-C310-93E4-19677FC41F43}"/>
              </a:ext>
            </a:extLst>
          </p:cNvPr>
          <p:cNvSpPr txBox="1"/>
          <p:nvPr/>
        </p:nvSpPr>
        <p:spPr>
          <a:xfrm>
            <a:off x="203699" y="998257"/>
            <a:ext cx="8686301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vs Service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58206D70-57DE-6E11-B44B-E5D5E6FC7B3E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4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3016219-716F-7D1B-A1F4-ADFA74DDC2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F2F8EA54-2046-E6F8-1681-56A9802D5DA9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Background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81F98FD-CF8A-A4A4-C05C-CA837D9FE8A6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A4541B1-1AA0-1F13-C89A-0D0F9BF99F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754470"/>
              </p:ext>
            </p:extLst>
          </p:nvPr>
        </p:nvGraphicFramePr>
        <p:xfrm>
          <a:off x="629699" y="1503146"/>
          <a:ext cx="758720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9067">
                  <a:extLst>
                    <a:ext uri="{9D8B030D-6E8A-4147-A177-3AD203B41FA5}">
                      <a16:colId xmlns:a16="http://schemas.microsoft.com/office/drawing/2014/main" val="3697497788"/>
                    </a:ext>
                  </a:extLst>
                </a:gridCol>
                <a:gridCol w="2529067">
                  <a:extLst>
                    <a:ext uri="{9D8B030D-6E8A-4147-A177-3AD203B41FA5}">
                      <a16:colId xmlns:a16="http://schemas.microsoft.com/office/drawing/2014/main" val="3675343210"/>
                    </a:ext>
                  </a:extLst>
                </a:gridCol>
                <a:gridCol w="2529067">
                  <a:extLst>
                    <a:ext uri="{9D8B030D-6E8A-4147-A177-3AD203B41FA5}">
                      <a16:colId xmlns:a16="http://schemas.microsoft.com/office/drawing/2014/main" val="31078167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Topic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Service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3743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Communication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Publisher-Subscriber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Request-Response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2765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Activation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지속적인 데이터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일회성 명령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807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Command (by user)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218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sensor, position, status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4919115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7A8C7239-0C5C-543F-8275-2A26106140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699" y="3579355"/>
            <a:ext cx="4886712" cy="2746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6995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8E025-7061-FAD9-272D-4A9C33274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4D70E24C-5B41-E699-054E-11318E26A4CC}"/>
              </a:ext>
            </a:extLst>
          </p:cNvPr>
          <p:cNvSpPr txBox="1"/>
          <p:nvPr/>
        </p:nvSpPr>
        <p:spPr>
          <a:xfrm>
            <a:off x="203699" y="998257"/>
            <a:ext cx="8686301" cy="1421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 of Service Commands under topic traffic in MAVROS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call: arming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pub: </a:t>
            </a:r>
            <a:r>
              <a:rPr lang="en-US" altLang="ko-K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set_position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DF89D8A8-55EF-E325-CFAF-89502770F1E5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5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7153A93-C6D1-90B6-ED6A-CD8DBDC400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8BE3F08A-E616-A769-E7DF-EE34A94E5FC7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To do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64292D9-905E-23EA-2412-FDD5613E1E23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12D4905-382B-79D3-A56B-12317BD72156}"/>
              </a:ext>
            </a:extLst>
          </p:cNvPr>
          <p:cNvSpPr/>
          <p:nvPr/>
        </p:nvSpPr>
        <p:spPr>
          <a:xfrm>
            <a:off x="774720" y="3533487"/>
            <a:ext cx="1332000" cy="36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arming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6AFC8E2-9A98-1E10-082F-F6EB552F81A6}"/>
              </a:ext>
            </a:extLst>
          </p:cNvPr>
          <p:cNvSpPr/>
          <p:nvPr/>
        </p:nvSpPr>
        <p:spPr>
          <a:xfrm>
            <a:off x="763412" y="2993444"/>
            <a:ext cx="1354617" cy="36261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set_position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F0E4469-6A1C-F5F3-DF7D-C8EEC67B053D}"/>
              </a:ext>
            </a:extLst>
          </p:cNvPr>
          <p:cNvSpPr/>
          <p:nvPr/>
        </p:nvSpPr>
        <p:spPr>
          <a:xfrm>
            <a:off x="580434" y="2629265"/>
            <a:ext cx="1720574" cy="142199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ROS2</a:t>
            </a: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FE786C9-712E-098B-6EB0-9F228379DE05}"/>
              </a:ext>
            </a:extLst>
          </p:cNvPr>
          <p:cNvSpPr/>
          <p:nvPr/>
        </p:nvSpPr>
        <p:spPr>
          <a:xfrm>
            <a:off x="2959199" y="2617916"/>
            <a:ext cx="1720574" cy="3597353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MAVROS</a:t>
            </a: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F86591F1-0F14-41A5-E428-60609F162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413346"/>
              </p:ext>
            </p:extLst>
          </p:nvPr>
        </p:nvGraphicFramePr>
        <p:xfrm>
          <a:off x="3146078" y="2973244"/>
          <a:ext cx="1354616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16">
                  <a:extLst>
                    <a:ext uri="{9D8B030D-6E8A-4147-A177-3AD203B41FA5}">
                      <a16:colId xmlns:a16="http://schemas.microsoft.com/office/drawing/2014/main" val="41412981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 err="1">
                          <a:solidFill>
                            <a:schemeClr val="tx1"/>
                          </a:solidFill>
                        </a:rPr>
                        <a:t>set_position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114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 err="1">
                          <a:solidFill>
                            <a:schemeClr val="tx1"/>
                          </a:solidFill>
                        </a:rPr>
                        <a:t>set_position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677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 err="1">
                          <a:solidFill>
                            <a:schemeClr val="tx1"/>
                          </a:solidFill>
                        </a:rPr>
                        <a:t>set_position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238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 err="1">
                          <a:solidFill>
                            <a:schemeClr val="tx1"/>
                          </a:solidFill>
                        </a:rPr>
                        <a:t>set_position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412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arming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86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094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696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817638"/>
                  </a:ext>
                </a:extLst>
              </a:tr>
            </a:tbl>
          </a:graphicData>
        </a:graphic>
      </p:graphicFrame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9AFC3478-F4A8-6819-DE70-0B8CB592F496}"/>
              </a:ext>
            </a:extLst>
          </p:cNvPr>
          <p:cNvCxnSpPr>
            <a:stCxn id="4" idx="3"/>
          </p:cNvCxnSpPr>
          <p:nvPr/>
        </p:nvCxnSpPr>
        <p:spPr>
          <a:xfrm flipV="1">
            <a:off x="2118029" y="3147400"/>
            <a:ext cx="1028049" cy="27354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4E2AB69D-3552-E9F9-FE7F-64FB0D806548}"/>
              </a:ext>
            </a:extLst>
          </p:cNvPr>
          <p:cNvCxnSpPr>
            <a:cxnSpLocks/>
          </p:cNvCxnSpPr>
          <p:nvPr/>
        </p:nvCxnSpPr>
        <p:spPr>
          <a:xfrm>
            <a:off x="2118029" y="3174754"/>
            <a:ext cx="1028049" cy="36261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90D411F-FE1E-95F8-568F-CFAD18221DF6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118029" y="3174754"/>
            <a:ext cx="1028049" cy="718733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1136086A-56B7-B177-6F38-3ADE2166D781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118029" y="3174754"/>
            <a:ext cx="1028049" cy="108551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1E2FECE2-1755-9585-88F0-81F51B7EAAD8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2106720" y="3713487"/>
            <a:ext cx="1035458" cy="965675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6DF56CE-6A0B-1B2E-524E-5E6AAA1B1D44}"/>
              </a:ext>
            </a:extLst>
          </p:cNvPr>
          <p:cNvSpPr/>
          <p:nvPr/>
        </p:nvSpPr>
        <p:spPr>
          <a:xfrm>
            <a:off x="5337964" y="2617916"/>
            <a:ext cx="1720574" cy="1433341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PX4</a:t>
            </a: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29" name="Picture 4" descr="PX4 Autopilot 사용자 안내서 | PX4 Guide (main)">
            <a:extLst>
              <a:ext uri="{FF2B5EF4-FFF2-40B4-BE49-F238E27FC236}">
                <a16:creationId xmlns:a16="http://schemas.microsoft.com/office/drawing/2014/main" id="{E5269E44-62BE-624B-FC7A-1BA15D0E0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1121" y="2900170"/>
            <a:ext cx="1216277" cy="911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F8503303-2A73-A2E0-A2DA-E7F6EC377AAC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4504594" y="3174753"/>
            <a:ext cx="1106527" cy="18131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6524024-FC3C-AEC4-34A5-4BE38B5D068F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4500694" y="3356063"/>
            <a:ext cx="1110427" cy="177424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77DB7E72-B8A7-B605-08FF-060DBB7FF814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4500694" y="3356063"/>
            <a:ext cx="1110427" cy="537424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12BC9E41-1707-28D5-FCC7-D026722D51E8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4504594" y="3356063"/>
            <a:ext cx="1106527" cy="892861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A05F7B34-F6C3-4DD7-0199-4AF3EAB07767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4504594" y="3356063"/>
            <a:ext cx="1106527" cy="129228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C2CD11C-BE6B-9192-829F-E1894BFFD9A3}"/>
              </a:ext>
            </a:extLst>
          </p:cNvPr>
          <p:cNvSpPr txBox="1"/>
          <p:nvPr/>
        </p:nvSpPr>
        <p:spPr>
          <a:xfrm>
            <a:off x="3270920" y="1794161"/>
            <a:ext cx="2275784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keep-alive message</a:t>
            </a:r>
          </a:p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(offboard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유지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A4C2B5-F9BC-6113-6D83-27C34F5FDE44}"/>
              </a:ext>
            </a:extLst>
          </p:cNvPr>
          <p:cNvSpPr txBox="1"/>
          <p:nvPr/>
        </p:nvSpPr>
        <p:spPr>
          <a:xfrm>
            <a:off x="3994657" y="4455060"/>
            <a:ext cx="4819750" cy="9233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 check!</a:t>
            </a:r>
          </a:p>
          <a:p>
            <a:r>
              <a:rPr lang="en-US" altLang="ko-KR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set_position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명령에 의해 </a:t>
            </a:r>
            <a:endParaRPr lang="en-US" altLang="ko-KR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arming 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명령이 지연되는 문제를 해결해보자</a:t>
            </a:r>
          </a:p>
        </p:txBody>
      </p:sp>
    </p:spTree>
    <p:extLst>
      <p:ext uri="{BB962C8B-B14F-4D97-AF65-F5344CB8AC3E}">
        <p14:creationId xmlns:p14="http://schemas.microsoft.com/office/powerpoint/2010/main" val="1222702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8D384-C5B7-4324-5264-3949BE4FE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직사각형 1093">
            <a:extLst>
              <a:ext uri="{FF2B5EF4-FFF2-40B4-BE49-F238E27FC236}">
                <a16:creationId xmlns:a16="http://schemas.microsoft.com/office/drawing/2014/main" id="{5B6BE564-16E9-08C4-99CE-9252B70F2108}"/>
              </a:ext>
            </a:extLst>
          </p:cNvPr>
          <p:cNvSpPr/>
          <p:nvPr/>
        </p:nvSpPr>
        <p:spPr>
          <a:xfrm>
            <a:off x="203198" y="3969049"/>
            <a:ext cx="8686800" cy="11690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3" name="직사각형 1092">
            <a:extLst>
              <a:ext uri="{FF2B5EF4-FFF2-40B4-BE49-F238E27FC236}">
                <a16:creationId xmlns:a16="http://schemas.microsoft.com/office/drawing/2014/main" id="{3B3B683D-C414-BFBE-0ED8-548876560E54}"/>
              </a:ext>
            </a:extLst>
          </p:cNvPr>
          <p:cNvSpPr/>
          <p:nvPr/>
        </p:nvSpPr>
        <p:spPr>
          <a:xfrm>
            <a:off x="203198" y="2193289"/>
            <a:ext cx="8686800" cy="164101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D3CB9E3-D748-3F3C-E688-87A6DE5EBB99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명령 처리 과정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43B66494-C100-CAF0-3864-8D4A5B9AA9DE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6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960EA09-80B2-B559-16B5-71D1F6F04B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BD0E0D9C-42EE-26D8-E3FB-C1DA4C957E26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명령 처리 과정</a:t>
            </a: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(Old)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AAF0ADD-5780-B301-372B-362FA343D399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C81CDD9-918D-C018-A00E-02A67B722760}"/>
              </a:ext>
            </a:extLst>
          </p:cNvPr>
          <p:cNvCxnSpPr>
            <a:cxnSpLocks/>
          </p:cNvCxnSpPr>
          <p:nvPr/>
        </p:nvCxnSpPr>
        <p:spPr>
          <a:xfrm flipH="1">
            <a:off x="203698" y="1539369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D658884-CA65-6B2D-B088-6A2E09D2BB8B}"/>
              </a:ext>
            </a:extLst>
          </p:cNvPr>
          <p:cNvCxnSpPr>
            <a:cxnSpLocks/>
          </p:cNvCxnSpPr>
          <p:nvPr/>
        </p:nvCxnSpPr>
        <p:spPr>
          <a:xfrm flipH="1">
            <a:off x="203198" y="2130428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468B9940-4948-A914-4E53-AA46D7FF0376}"/>
              </a:ext>
            </a:extLst>
          </p:cNvPr>
          <p:cNvCxnSpPr>
            <a:cxnSpLocks/>
          </p:cNvCxnSpPr>
          <p:nvPr/>
        </p:nvCxnSpPr>
        <p:spPr>
          <a:xfrm flipH="1">
            <a:off x="203698" y="2721487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43907ECF-8C2B-619F-2894-9C5750DE8BA4}"/>
              </a:ext>
            </a:extLst>
          </p:cNvPr>
          <p:cNvCxnSpPr>
            <a:cxnSpLocks/>
          </p:cNvCxnSpPr>
          <p:nvPr/>
        </p:nvCxnSpPr>
        <p:spPr>
          <a:xfrm flipH="1">
            <a:off x="203698" y="3312546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6399F58-523B-8313-E923-F0BD38BF500C}"/>
              </a:ext>
            </a:extLst>
          </p:cNvPr>
          <p:cNvCxnSpPr>
            <a:cxnSpLocks/>
          </p:cNvCxnSpPr>
          <p:nvPr/>
        </p:nvCxnSpPr>
        <p:spPr>
          <a:xfrm flipH="1">
            <a:off x="203698" y="3903605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2EB1269-375C-7524-AFCF-8EA3AA67800A}"/>
              </a:ext>
            </a:extLst>
          </p:cNvPr>
          <p:cNvSpPr txBox="1"/>
          <p:nvPr/>
        </p:nvSpPr>
        <p:spPr>
          <a:xfrm>
            <a:off x="203698" y="155154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F6FE3A-5DE9-7A91-4CE3-A32B6EDFAFF7}"/>
              </a:ext>
            </a:extLst>
          </p:cNvPr>
          <p:cNvSpPr txBox="1"/>
          <p:nvPr/>
        </p:nvSpPr>
        <p:spPr>
          <a:xfrm>
            <a:off x="203698" y="3913128"/>
            <a:ext cx="1358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499212-3EFC-1A4A-93A8-737179F787E8}"/>
              </a:ext>
            </a:extLst>
          </p:cNvPr>
          <p:cNvSpPr txBox="1"/>
          <p:nvPr/>
        </p:nvSpPr>
        <p:spPr>
          <a:xfrm>
            <a:off x="203698" y="2148324"/>
            <a:ext cx="1218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C1F54F-9C85-6B42-F50C-399F4016C15E}"/>
              </a:ext>
            </a:extLst>
          </p:cNvPr>
          <p:cNvSpPr txBox="1"/>
          <p:nvPr/>
        </p:nvSpPr>
        <p:spPr>
          <a:xfrm>
            <a:off x="203698" y="3331592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DCB7119-FBD3-9E92-2017-C72AC14FC33F}"/>
              </a:ext>
            </a:extLst>
          </p:cNvPr>
          <p:cNvSpPr/>
          <p:nvPr/>
        </p:nvSpPr>
        <p:spPr>
          <a:xfrm>
            <a:off x="2175396" y="4022457"/>
            <a:ext cx="6546947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81E2E170-1628-859B-AACA-E2544C6E6A66}"/>
              </a:ext>
            </a:extLst>
          </p:cNvPr>
          <p:cNvSpPr/>
          <p:nvPr/>
        </p:nvSpPr>
        <p:spPr>
          <a:xfrm>
            <a:off x="3919404" y="1658220"/>
            <a:ext cx="1332000" cy="360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650E5ED3-F8C1-D1D1-3C0B-D379721103E3}"/>
              </a:ext>
            </a:extLst>
          </p:cNvPr>
          <p:cNvSpPr/>
          <p:nvPr/>
        </p:nvSpPr>
        <p:spPr>
          <a:xfrm>
            <a:off x="2244159" y="1658220"/>
            <a:ext cx="1332000" cy="360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9212F0C2-2B9D-D50B-7878-E3E85720FCA3}"/>
              </a:ext>
            </a:extLst>
          </p:cNvPr>
          <p:cNvSpPr/>
          <p:nvPr/>
        </p:nvSpPr>
        <p:spPr>
          <a:xfrm>
            <a:off x="5605882" y="1658220"/>
            <a:ext cx="1332000" cy="3600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067569D7-A42E-5137-BDB8-11DE234D64AC}"/>
              </a:ext>
            </a:extLst>
          </p:cNvPr>
          <p:cNvSpPr/>
          <p:nvPr/>
        </p:nvSpPr>
        <p:spPr>
          <a:xfrm>
            <a:off x="7295168" y="1658220"/>
            <a:ext cx="1332000" cy="3600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heartbeat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E10519C9-1087-82E7-128A-8778026285D0}"/>
              </a:ext>
            </a:extLst>
          </p:cNvPr>
          <p:cNvSpPr/>
          <p:nvPr/>
        </p:nvSpPr>
        <p:spPr>
          <a:xfrm>
            <a:off x="2175397" y="2840338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29E82140-E4E0-E305-0753-E0B5FBA62BEF}"/>
              </a:ext>
            </a:extLst>
          </p:cNvPr>
          <p:cNvSpPr/>
          <p:nvPr/>
        </p:nvSpPr>
        <p:spPr>
          <a:xfrm>
            <a:off x="3859067" y="2840338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BBA6157-E362-EA64-FC65-D314644F417C}"/>
              </a:ext>
            </a:extLst>
          </p:cNvPr>
          <p:cNvSpPr/>
          <p:nvPr/>
        </p:nvSpPr>
        <p:spPr>
          <a:xfrm>
            <a:off x="5542737" y="2840338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function_1()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C5E3EDC-F453-2C9C-80B8-68EFAD3145E2}"/>
              </a:ext>
            </a:extLst>
          </p:cNvPr>
          <p:cNvSpPr/>
          <p:nvPr/>
        </p:nvSpPr>
        <p:spPr>
          <a:xfrm>
            <a:off x="7226406" y="2840338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function_2()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2AFF44E8-7101-D904-4E2A-364F604C66BC}"/>
              </a:ext>
            </a:extLst>
          </p:cNvPr>
          <p:cNvSpPr/>
          <p:nvPr/>
        </p:nvSpPr>
        <p:spPr>
          <a:xfrm>
            <a:off x="2175397" y="3431397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send_to_lib</a:t>
            </a:r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36C6E9EA-603D-13CD-7800-AC2E8C09827B}"/>
              </a:ext>
            </a:extLst>
          </p:cNvPr>
          <p:cNvSpPr/>
          <p:nvPr/>
        </p:nvSpPr>
        <p:spPr>
          <a:xfrm>
            <a:off x="3856259" y="3431397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send_to_lib</a:t>
            </a:r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cxnSp>
        <p:nvCxnSpPr>
          <p:cNvPr id="1024" name="직선 화살표 연결선 1023">
            <a:extLst>
              <a:ext uri="{FF2B5EF4-FFF2-40B4-BE49-F238E27FC236}">
                <a16:creationId xmlns:a16="http://schemas.microsoft.com/office/drawing/2014/main" id="{713A4AA8-0660-233C-5F05-37554D6D7437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2910159" y="3791397"/>
            <a:ext cx="0" cy="23106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5" name="직선 화살표 연결선 1024">
            <a:extLst>
              <a:ext uri="{FF2B5EF4-FFF2-40B4-BE49-F238E27FC236}">
                <a16:creationId xmlns:a16="http://schemas.microsoft.com/office/drawing/2014/main" id="{64851C77-F1D5-D34A-3967-FA612032584B}"/>
              </a:ext>
            </a:extLst>
          </p:cNvPr>
          <p:cNvCxnSpPr>
            <a:cxnSpLocks/>
            <a:stCxn id="61" idx="2"/>
          </p:cNvCxnSpPr>
          <p:nvPr/>
        </p:nvCxnSpPr>
        <p:spPr>
          <a:xfrm flipH="1">
            <a:off x="4585404" y="3791397"/>
            <a:ext cx="5617" cy="23106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직선 화살표 연결선 1030">
            <a:extLst>
              <a:ext uri="{FF2B5EF4-FFF2-40B4-BE49-F238E27FC236}">
                <a16:creationId xmlns:a16="http://schemas.microsoft.com/office/drawing/2014/main" id="{F464F057-CB42-BEBF-4610-A60E386804D4}"/>
              </a:ext>
            </a:extLst>
          </p:cNvPr>
          <p:cNvCxnSpPr>
            <a:cxnSpLocks/>
            <a:stCxn id="56" idx="2"/>
            <a:endCxn id="60" idx="0"/>
          </p:cNvCxnSpPr>
          <p:nvPr/>
        </p:nvCxnSpPr>
        <p:spPr>
          <a:xfrm>
            <a:off x="2910159" y="3200338"/>
            <a:ext cx="0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2" name="직선 화살표 연결선 1031">
            <a:extLst>
              <a:ext uri="{FF2B5EF4-FFF2-40B4-BE49-F238E27FC236}">
                <a16:creationId xmlns:a16="http://schemas.microsoft.com/office/drawing/2014/main" id="{91A16B38-D021-F424-2915-7249A9058085}"/>
              </a:ext>
            </a:extLst>
          </p:cNvPr>
          <p:cNvCxnSpPr>
            <a:stCxn id="57" idx="2"/>
            <a:endCxn id="61" idx="0"/>
          </p:cNvCxnSpPr>
          <p:nvPr/>
        </p:nvCxnSpPr>
        <p:spPr>
          <a:xfrm flipH="1">
            <a:off x="4591021" y="3200338"/>
            <a:ext cx="2808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직선 화살표 연결선 1032">
            <a:extLst>
              <a:ext uri="{FF2B5EF4-FFF2-40B4-BE49-F238E27FC236}">
                <a16:creationId xmlns:a16="http://schemas.microsoft.com/office/drawing/2014/main" id="{4DB4A2AD-8AA9-558F-505C-3534C5453432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6277499" y="3200338"/>
            <a:ext cx="0" cy="82211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직선 화살표 연결선 1033">
            <a:extLst>
              <a:ext uri="{FF2B5EF4-FFF2-40B4-BE49-F238E27FC236}">
                <a16:creationId xmlns:a16="http://schemas.microsoft.com/office/drawing/2014/main" id="{CF621A9A-CE21-6DF3-BF01-22FF1EC67B6D}"/>
              </a:ext>
            </a:extLst>
          </p:cNvPr>
          <p:cNvCxnSpPr>
            <a:cxnSpLocks/>
            <a:stCxn id="59" idx="2"/>
          </p:cNvCxnSpPr>
          <p:nvPr/>
        </p:nvCxnSpPr>
        <p:spPr>
          <a:xfrm>
            <a:off x="7961168" y="3200338"/>
            <a:ext cx="0" cy="82211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2" name="직선 연결선 1101">
            <a:extLst>
              <a:ext uri="{FF2B5EF4-FFF2-40B4-BE49-F238E27FC236}">
                <a16:creationId xmlns:a16="http://schemas.microsoft.com/office/drawing/2014/main" id="{297DA167-CDE8-C65A-12B3-24435395610E}"/>
              </a:ext>
            </a:extLst>
          </p:cNvPr>
          <p:cNvCxnSpPr>
            <a:cxnSpLocks/>
          </p:cNvCxnSpPr>
          <p:nvPr/>
        </p:nvCxnSpPr>
        <p:spPr>
          <a:xfrm flipH="1">
            <a:off x="203698" y="4483065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36" name="Picture 4" descr="PX4 Autopilot 사용자 안내서 | PX4 Guide (main)">
            <a:extLst>
              <a:ext uri="{FF2B5EF4-FFF2-40B4-BE49-F238E27FC236}">
                <a16:creationId xmlns:a16="http://schemas.microsoft.com/office/drawing/2014/main" id="{1C6BF78A-3507-75D3-2F64-97FAF1461C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0730" y="5474182"/>
            <a:ext cx="1216277" cy="911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7" name="직선 화살표 연결선 1036">
            <a:extLst>
              <a:ext uri="{FF2B5EF4-FFF2-40B4-BE49-F238E27FC236}">
                <a16:creationId xmlns:a16="http://schemas.microsoft.com/office/drawing/2014/main" id="{958B0B42-7AA9-212D-C87A-A326C8A90332}"/>
              </a:ext>
            </a:extLst>
          </p:cNvPr>
          <p:cNvCxnSpPr>
            <a:cxnSpLocks/>
            <a:stCxn id="32" idx="2"/>
          </p:cNvCxnSpPr>
          <p:nvPr/>
        </p:nvCxnSpPr>
        <p:spPr>
          <a:xfrm flipH="1">
            <a:off x="5448868" y="4382457"/>
            <a:ext cx="2" cy="139331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2" name="직사각형 1041">
            <a:extLst>
              <a:ext uri="{FF2B5EF4-FFF2-40B4-BE49-F238E27FC236}">
                <a16:creationId xmlns:a16="http://schemas.microsoft.com/office/drawing/2014/main" id="{EE3A4DA5-DF23-676A-FB0A-9EAC8D23A37D}"/>
              </a:ext>
            </a:extLst>
          </p:cNvPr>
          <p:cNvSpPr/>
          <p:nvPr/>
        </p:nvSpPr>
        <p:spPr>
          <a:xfrm>
            <a:off x="2175396" y="2249279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service_plugin</a:t>
            </a:r>
            <a:endParaRPr lang="en-US" altLang="ko-K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3" name="직사각형 1042">
            <a:extLst>
              <a:ext uri="{FF2B5EF4-FFF2-40B4-BE49-F238E27FC236}">
                <a16:creationId xmlns:a16="http://schemas.microsoft.com/office/drawing/2014/main" id="{B269E799-3E3D-B26B-B876-7DE4BBBC6BF3}"/>
              </a:ext>
            </a:extLst>
          </p:cNvPr>
          <p:cNvSpPr/>
          <p:nvPr/>
        </p:nvSpPr>
        <p:spPr>
          <a:xfrm>
            <a:off x="3856259" y="2249279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topic_plugin</a:t>
            </a:r>
            <a:endParaRPr lang="en-US" altLang="ko-K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4" name="직사각형 1043">
            <a:extLst>
              <a:ext uri="{FF2B5EF4-FFF2-40B4-BE49-F238E27FC236}">
                <a16:creationId xmlns:a16="http://schemas.microsoft.com/office/drawing/2014/main" id="{11767216-CA10-FBE2-6DC5-7B802590266F}"/>
              </a:ext>
            </a:extLst>
          </p:cNvPr>
          <p:cNvSpPr/>
          <p:nvPr/>
        </p:nvSpPr>
        <p:spPr>
          <a:xfrm>
            <a:off x="5542737" y="2249279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param_plugin</a:t>
            </a:r>
            <a:endParaRPr lang="en-US" altLang="ko-K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5" name="직사각형 1044">
            <a:extLst>
              <a:ext uri="{FF2B5EF4-FFF2-40B4-BE49-F238E27FC236}">
                <a16:creationId xmlns:a16="http://schemas.microsoft.com/office/drawing/2014/main" id="{CBF0D627-1290-D3EA-5118-DFB53FD9A554}"/>
              </a:ext>
            </a:extLst>
          </p:cNvPr>
          <p:cNvSpPr/>
          <p:nvPr/>
        </p:nvSpPr>
        <p:spPr>
          <a:xfrm>
            <a:off x="7217982" y="2249279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heartb_plugin</a:t>
            </a:r>
            <a:endParaRPr lang="en-US" altLang="ko-K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46" name="직선 화살표 연결선 1045">
            <a:extLst>
              <a:ext uri="{FF2B5EF4-FFF2-40B4-BE49-F238E27FC236}">
                <a16:creationId xmlns:a16="http://schemas.microsoft.com/office/drawing/2014/main" id="{5B56799F-8400-B4CC-2910-E0C23F6DE2A1}"/>
              </a:ext>
            </a:extLst>
          </p:cNvPr>
          <p:cNvCxnSpPr>
            <a:cxnSpLocks/>
            <a:stCxn id="33" idx="2"/>
            <a:endCxn id="1042" idx="0"/>
          </p:cNvCxnSpPr>
          <p:nvPr/>
        </p:nvCxnSpPr>
        <p:spPr>
          <a:xfrm flipH="1">
            <a:off x="2910158" y="2018220"/>
            <a:ext cx="1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9" name="직선 화살표 연결선 1048">
            <a:extLst>
              <a:ext uri="{FF2B5EF4-FFF2-40B4-BE49-F238E27FC236}">
                <a16:creationId xmlns:a16="http://schemas.microsoft.com/office/drawing/2014/main" id="{376AA714-CCC3-3ADC-598F-4F829E26F5E6}"/>
              </a:ext>
            </a:extLst>
          </p:cNvPr>
          <p:cNvCxnSpPr>
            <a:cxnSpLocks/>
            <a:stCxn id="1042" idx="2"/>
            <a:endCxn id="56" idx="0"/>
          </p:cNvCxnSpPr>
          <p:nvPr/>
        </p:nvCxnSpPr>
        <p:spPr>
          <a:xfrm>
            <a:off x="2910158" y="2609279"/>
            <a:ext cx="1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2" name="직선 화살표 연결선 1051">
            <a:extLst>
              <a:ext uri="{FF2B5EF4-FFF2-40B4-BE49-F238E27FC236}">
                <a16:creationId xmlns:a16="http://schemas.microsoft.com/office/drawing/2014/main" id="{228E114B-4ADD-F46B-E320-393565ECD4A5}"/>
              </a:ext>
            </a:extLst>
          </p:cNvPr>
          <p:cNvCxnSpPr>
            <a:cxnSpLocks/>
            <a:stCxn id="36" idx="2"/>
            <a:endCxn id="1043" idx="0"/>
          </p:cNvCxnSpPr>
          <p:nvPr/>
        </p:nvCxnSpPr>
        <p:spPr>
          <a:xfrm>
            <a:off x="4585404" y="2018220"/>
            <a:ext cx="5617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5" name="직선 화살표 연결선 1054">
            <a:extLst>
              <a:ext uri="{FF2B5EF4-FFF2-40B4-BE49-F238E27FC236}">
                <a16:creationId xmlns:a16="http://schemas.microsoft.com/office/drawing/2014/main" id="{F20D68E1-A348-9149-662B-F6C666951D90}"/>
              </a:ext>
            </a:extLst>
          </p:cNvPr>
          <p:cNvCxnSpPr>
            <a:cxnSpLocks/>
            <a:stCxn id="38" idx="2"/>
            <a:endCxn id="1044" idx="0"/>
          </p:cNvCxnSpPr>
          <p:nvPr/>
        </p:nvCxnSpPr>
        <p:spPr>
          <a:xfrm>
            <a:off x="6271882" y="2018220"/>
            <a:ext cx="5617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0" name="직선 화살표 연결선 1059">
            <a:extLst>
              <a:ext uri="{FF2B5EF4-FFF2-40B4-BE49-F238E27FC236}">
                <a16:creationId xmlns:a16="http://schemas.microsoft.com/office/drawing/2014/main" id="{993E2139-DEA0-5364-2FE2-FCF2DA3560DA}"/>
              </a:ext>
            </a:extLst>
          </p:cNvPr>
          <p:cNvCxnSpPr>
            <a:cxnSpLocks/>
            <a:stCxn id="40" idx="2"/>
            <a:endCxn id="1045" idx="0"/>
          </p:cNvCxnSpPr>
          <p:nvPr/>
        </p:nvCxnSpPr>
        <p:spPr>
          <a:xfrm flipH="1">
            <a:off x="7952744" y="2018220"/>
            <a:ext cx="8424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3" name="직선 화살표 연결선 1062">
            <a:extLst>
              <a:ext uri="{FF2B5EF4-FFF2-40B4-BE49-F238E27FC236}">
                <a16:creationId xmlns:a16="http://schemas.microsoft.com/office/drawing/2014/main" id="{E06C6F2E-850D-1DB6-B734-B8B8A08D1327}"/>
              </a:ext>
            </a:extLst>
          </p:cNvPr>
          <p:cNvCxnSpPr>
            <a:cxnSpLocks/>
            <a:stCxn id="1043" idx="2"/>
            <a:endCxn id="57" idx="0"/>
          </p:cNvCxnSpPr>
          <p:nvPr/>
        </p:nvCxnSpPr>
        <p:spPr>
          <a:xfrm>
            <a:off x="4591021" y="2609279"/>
            <a:ext cx="2808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6" name="직선 화살표 연결선 1065">
            <a:extLst>
              <a:ext uri="{FF2B5EF4-FFF2-40B4-BE49-F238E27FC236}">
                <a16:creationId xmlns:a16="http://schemas.microsoft.com/office/drawing/2014/main" id="{8DCB0192-C6F9-68D2-3A3F-C1DE593CE876}"/>
              </a:ext>
            </a:extLst>
          </p:cNvPr>
          <p:cNvCxnSpPr>
            <a:cxnSpLocks/>
            <a:stCxn id="1044" idx="2"/>
            <a:endCxn id="58" idx="0"/>
          </p:cNvCxnSpPr>
          <p:nvPr/>
        </p:nvCxnSpPr>
        <p:spPr>
          <a:xfrm>
            <a:off x="6277499" y="2609279"/>
            <a:ext cx="0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9" name="직선 화살표 연결선 1068">
            <a:extLst>
              <a:ext uri="{FF2B5EF4-FFF2-40B4-BE49-F238E27FC236}">
                <a16:creationId xmlns:a16="http://schemas.microsoft.com/office/drawing/2014/main" id="{27279053-1A80-FAB3-DEE8-F38E3FF1F28D}"/>
              </a:ext>
            </a:extLst>
          </p:cNvPr>
          <p:cNvCxnSpPr>
            <a:cxnSpLocks/>
            <a:stCxn id="1045" idx="2"/>
            <a:endCxn id="59" idx="0"/>
          </p:cNvCxnSpPr>
          <p:nvPr/>
        </p:nvCxnSpPr>
        <p:spPr>
          <a:xfrm>
            <a:off x="7952744" y="2609279"/>
            <a:ext cx="8424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5" name="TextBox 1094">
            <a:extLst>
              <a:ext uri="{FF2B5EF4-FFF2-40B4-BE49-F238E27FC236}">
                <a16:creationId xmlns:a16="http://schemas.microsoft.com/office/drawing/2014/main" id="{4D221EE6-9627-7EFB-A29D-6DC6FB4C8870}"/>
              </a:ext>
            </a:extLst>
          </p:cNvPr>
          <p:cNvSpPr txBox="1"/>
          <p:nvPr/>
        </p:nvSpPr>
        <p:spPr>
          <a:xfrm>
            <a:off x="2318764" y="4017791"/>
            <a:ext cx="2652311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여기서 모든 명령이 모임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7" name="TextBox 1096">
            <a:extLst>
              <a:ext uri="{FF2B5EF4-FFF2-40B4-BE49-F238E27FC236}">
                <a16:creationId xmlns:a16="http://schemas.microsoft.com/office/drawing/2014/main" id="{7145781E-F9B8-8F40-4588-F0EA10C99137}"/>
              </a:ext>
            </a:extLst>
          </p:cNvPr>
          <p:cNvSpPr txBox="1"/>
          <p:nvPr/>
        </p:nvSpPr>
        <p:spPr>
          <a:xfrm>
            <a:off x="5803644" y="1042847"/>
            <a:ext cx="2652311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 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초기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실행시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기본으로 동작하는 </a:t>
            </a:r>
          </a:p>
        </p:txBody>
      </p:sp>
    </p:spTree>
    <p:extLst>
      <p:ext uri="{BB962C8B-B14F-4D97-AF65-F5344CB8AC3E}">
        <p14:creationId xmlns:p14="http://schemas.microsoft.com/office/powerpoint/2010/main" val="144539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" grpId="0" animBg="1"/>
      <p:bldP spid="109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C7F8E-35FC-FEC5-1C29-7A1A9B6BD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직사각형 1093">
            <a:extLst>
              <a:ext uri="{FF2B5EF4-FFF2-40B4-BE49-F238E27FC236}">
                <a16:creationId xmlns:a16="http://schemas.microsoft.com/office/drawing/2014/main" id="{CF38470C-41E6-C142-689C-3E2FEE0D8A9B}"/>
              </a:ext>
            </a:extLst>
          </p:cNvPr>
          <p:cNvSpPr/>
          <p:nvPr/>
        </p:nvSpPr>
        <p:spPr>
          <a:xfrm>
            <a:off x="203198" y="4548169"/>
            <a:ext cx="8686800" cy="11690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3" name="직사각형 1092">
            <a:extLst>
              <a:ext uri="{FF2B5EF4-FFF2-40B4-BE49-F238E27FC236}">
                <a16:creationId xmlns:a16="http://schemas.microsoft.com/office/drawing/2014/main" id="{7F24DD19-26BD-4B95-D6EF-A7A60FD2CF8E}"/>
              </a:ext>
            </a:extLst>
          </p:cNvPr>
          <p:cNvSpPr/>
          <p:nvPr/>
        </p:nvSpPr>
        <p:spPr>
          <a:xfrm>
            <a:off x="203198" y="2193288"/>
            <a:ext cx="8686800" cy="223131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9D91F93-EC8D-5C4C-68BE-1B0BE5246202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명령 처리 과정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E6513F7A-9B60-EC3C-3035-AA74A8D2CD42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7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3E4B1C9-DA7F-3480-560B-35E0637357F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CEAC7A43-0C81-D2D9-F59D-847E1E547F00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명령 처리 과정</a:t>
            </a: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(</a:t>
            </a: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New</a:t>
            </a: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)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F03B4CF-8D80-F095-E905-F3E6BC443B2C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8ECB471A-71B6-0E6C-2349-001724C47098}"/>
              </a:ext>
            </a:extLst>
          </p:cNvPr>
          <p:cNvCxnSpPr>
            <a:cxnSpLocks/>
          </p:cNvCxnSpPr>
          <p:nvPr/>
        </p:nvCxnSpPr>
        <p:spPr>
          <a:xfrm flipH="1">
            <a:off x="203698" y="1539369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2F987BCD-7E1B-D10E-E1B5-A0B528CAD5AD}"/>
              </a:ext>
            </a:extLst>
          </p:cNvPr>
          <p:cNvCxnSpPr>
            <a:cxnSpLocks/>
          </p:cNvCxnSpPr>
          <p:nvPr/>
        </p:nvCxnSpPr>
        <p:spPr>
          <a:xfrm flipH="1">
            <a:off x="203198" y="2130428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C135D9EE-ED56-68E5-4A3E-7915D64A539F}"/>
              </a:ext>
            </a:extLst>
          </p:cNvPr>
          <p:cNvCxnSpPr>
            <a:cxnSpLocks/>
          </p:cNvCxnSpPr>
          <p:nvPr/>
        </p:nvCxnSpPr>
        <p:spPr>
          <a:xfrm flipH="1">
            <a:off x="203698" y="2721487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DACE208D-8179-1A1B-BD0C-787247FDE3DD}"/>
              </a:ext>
            </a:extLst>
          </p:cNvPr>
          <p:cNvCxnSpPr>
            <a:cxnSpLocks/>
          </p:cNvCxnSpPr>
          <p:nvPr/>
        </p:nvCxnSpPr>
        <p:spPr>
          <a:xfrm flipH="1">
            <a:off x="203698" y="3312546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6A98F18-C3B6-9550-4DF2-46FE192F55CD}"/>
              </a:ext>
            </a:extLst>
          </p:cNvPr>
          <p:cNvCxnSpPr>
            <a:cxnSpLocks/>
          </p:cNvCxnSpPr>
          <p:nvPr/>
        </p:nvCxnSpPr>
        <p:spPr>
          <a:xfrm flipH="1">
            <a:off x="203698" y="3903605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BFFF1C8-9B90-9118-3660-E8B07A5218CD}"/>
              </a:ext>
            </a:extLst>
          </p:cNvPr>
          <p:cNvSpPr txBox="1"/>
          <p:nvPr/>
        </p:nvSpPr>
        <p:spPr>
          <a:xfrm>
            <a:off x="203698" y="155154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26344D-1125-7A98-E409-7CAE7F7E5429}"/>
              </a:ext>
            </a:extLst>
          </p:cNvPr>
          <p:cNvSpPr txBox="1"/>
          <p:nvPr/>
        </p:nvSpPr>
        <p:spPr>
          <a:xfrm>
            <a:off x="203698" y="4492248"/>
            <a:ext cx="1358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B73F5A-3E4E-01FB-0502-A7888932A52B}"/>
              </a:ext>
            </a:extLst>
          </p:cNvPr>
          <p:cNvSpPr txBox="1"/>
          <p:nvPr/>
        </p:nvSpPr>
        <p:spPr>
          <a:xfrm>
            <a:off x="203698" y="2148324"/>
            <a:ext cx="1218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A822769-9518-4A16-1966-8FEEAED11B54}"/>
              </a:ext>
            </a:extLst>
          </p:cNvPr>
          <p:cNvSpPr txBox="1"/>
          <p:nvPr/>
        </p:nvSpPr>
        <p:spPr>
          <a:xfrm>
            <a:off x="203698" y="3331592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C832D65-BD5C-A09D-028E-404B286B39D8}"/>
              </a:ext>
            </a:extLst>
          </p:cNvPr>
          <p:cNvSpPr/>
          <p:nvPr/>
        </p:nvSpPr>
        <p:spPr>
          <a:xfrm>
            <a:off x="2175396" y="4601577"/>
            <a:ext cx="6546947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EAEBB70-32CB-98C2-CABD-5006BD766C08}"/>
              </a:ext>
            </a:extLst>
          </p:cNvPr>
          <p:cNvSpPr/>
          <p:nvPr/>
        </p:nvSpPr>
        <p:spPr>
          <a:xfrm>
            <a:off x="3919404" y="1658220"/>
            <a:ext cx="1332000" cy="360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93DCF2B9-9E55-6A1D-B624-A76E22A24D49}"/>
              </a:ext>
            </a:extLst>
          </p:cNvPr>
          <p:cNvSpPr/>
          <p:nvPr/>
        </p:nvSpPr>
        <p:spPr>
          <a:xfrm>
            <a:off x="2244159" y="1658220"/>
            <a:ext cx="1332000" cy="360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ACEF0715-96A9-9898-A016-DE9B1123C16D}"/>
              </a:ext>
            </a:extLst>
          </p:cNvPr>
          <p:cNvSpPr/>
          <p:nvPr/>
        </p:nvSpPr>
        <p:spPr>
          <a:xfrm>
            <a:off x="5605882" y="1658220"/>
            <a:ext cx="1332000" cy="3600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D3307096-D0DB-805A-71AD-10E43A8590F1}"/>
              </a:ext>
            </a:extLst>
          </p:cNvPr>
          <p:cNvSpPr/>
          <p:nvPr/>
        </p:nvSpPr>
        <p:spPr>
          <a:xfrm>
            <a:off x="7295168" y="1658220"/>
            <a:ext cx="1332000" cy="3600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heartbeat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6811E6E-67FB-E28E-C11F-19B62A42CF5C}"/>
              </a:ext>
            </a:extLst>
          </p:cNvPr>
          <p:cNvSpPr/>
          <p:nvPr/>
        </p:nvSpPr>
        <p:spPr>
          <a:xfrm>
            <a:off x="2175397" y="2840338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8E0C50E1-1771-F250-11A4-C113FDE617B6}"/>
              </a:ext>
            </a:extLst>
          </p:cNvPr>
          <p:cNvSpPr/>
          <p:nvPr/>
        </p:nvSpPr>
        <p:spPr>
          <a:xfrm>
            <a:off x="3859067" y="2840338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95509DAD-7B3A-289B-3BFD-F2B111085009}"/>
              </a:ext>
            </a:extLst>
          </p:cNvPr>
          <p:cNvSpPr/>
          <p:nvPr/>
        </p:nvSpPr>
        <p:spPr>
          <a:xfrm>
            <a:off x="5542737" y="2840338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function_1()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393EA452-97A3-98D9-589C-75F6CE3B88BD}"/>
              </a:ext>
            </a:extLst>
          </p:cNvPr>
          <p:cNvSpPr/>
          <p:nvPr/>
        </p:nvSpPr>
        <p:spPr>
          <a:xfrm>
            <a:off x="7226406" y="2840338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function_2()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BD79923-6924-9585-3475-FD37185551DF}"/>
              </a:ext>
            </a:extLst>
          </p:cNvPr>
          <p:cNvSpPr/>
          <p:nvPr/>
        </p:nvSpPr>
        <p:spPr>
          <a:xfrm>
            <a:off x="2175397" y="3431397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send_to_lib</a:t>
            </a:r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96DA196B-D88A-D46D-9CEF-1038E759D464}"/>
              </a:ext>
            </a:extLst>
          </p:cNvPr>
          <p:cNvSpPr/>
          <p:nvPr/>
        </p:nvSpPr>
        <p:spPr>
          <a:xfrm>
            <a:off x="3856259" y="3431397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send_to_lib</a:t>
            </a:r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cxnSp>
        <p:nvCxnSpPr>
          <p:cNvPr id="1031" name="직선 화살표 연결선 1030">
            <a:extLst>
              <a:ext uri="{FF2B5EF4-FFF2-40B4-BE49-F238E27FC236}">
                <a16:creationId xmlns:a16="http://schemas.microsoft.com/office/drawing/2014/main" id="{338D4583-E580-59B7-5AB0-24CE3FBE6418}"/>
              </a:ext>
            </a:extLst>
          </p:cNvPr>
          <p:cNvCxnSpPr>
            <a:cxnSpLocks/>
            <a:stCxn id="56" idx="2"/>
            <a:endCxn id="60" idx="0"/>
          </p:cNvCxnSpPr>
          <p:nvPr/>
        </p:nvCxnSpPr>
        <p:spPr>
          <a:xfrm>
            <a:off x="2910159" y="3200338"/>
            <a:ext cx="0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2" name="직선 화살표 연결선 1031">
            <a:extLst>
              <a:ext uri="{FF2B5EF4-FFF2-40B4-BE49-F238E27FC236}">
                <a16:creationId xmlns:a16="http://schemas.microsoft.com/office/drawing/2014/main" id="{83BD75F1-56DE-3EAA-A688-260D2681728E}"/>
              </a:ext>
            </a:extLst>
          </p:cNvPr>
          <p:cNvCxnSpPr>
            <a:stCxn id="57" idx="2"/>
            <a:endCxn id="61" idx="0"/>
          </p:cNvCxnSpPr>
          <p:nvPr/>
        </p:nvCxnSpPr>
        <p:spPr>
          <a:xfrm flipH="1">
            <a:off x="4591021" y="3200338"/>
            <a:ext cx="2808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직선 화살표 연결선 1032">
            <a:extLst>
              <a:ext uri="{FF2B5EF4-FFF2-40B4-BE49-F238E27FC236}">
                <a16:creationId xmlns:a16="http://schemas.microsoft.com/office/drawing/2014/main" id="{E677474A-438F-75B2-20C7-1E9E9AAA34EA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6277499" y="3200338"/>
            <a:ext cx="0" cy="140123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직선 화살표 연결선 1033">
            <a:extLst>
              <a:ext uri="{FF2B5EF4-FFF2-40B4-BE49-F238E27FC236}">
                <a16:creationId xmlns:a16="http://schemas.microsoft.com/office/drawing/2014/main" id="{997B6ED7-DABD-54F9-C292-1764CBB967BB}"/>
              </a:ext>
            </a:extLst>
          </p:cNvPr>
          <p:cNvCxnSpPr>
            <a:cxnSpLocks/>
            <a:stCxn id="59" idx="2"/>
          </p:cNvCxnSpPr>
          <p:nvPr/>
        </p:nvCxnSpPr>
        <p:spPr>
          <a:xfrm>
            <a:off x="7961168" y="3200338"/>
            <a:ext cx="0" cy="140123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2" name="직선 연결선 1101">
            <a:extLst>
              <a:ext uri="{FF2B5EF4-FFF2-40B4-BE49-F238E27FC236}">
                <a16:creationId xmlns:a16="http://schemas.microsoft.com/office/drawing/2014/main" id="{73368D1D-A929-2876-36CC-CCAA55760872}"/>
              </a:ext>
            </a:extLst>
          </p:cNvPr>
          <p:cNvCxnSpPr>
            <a:cxnSpLocks/>
          </p:cNvCxnSpPr>
          <p:nvPr/>
        </p:nvCxnSpPr>
        <p:spPr>
          <a:xfrm flipH="1">
            <a:off x="203698" y="4483065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36" name="Picture 4" descr="PX4 Autopilot 사용자 안내서 | PX4 Guide (main)">
            <a:extLst>
              <a:ext uri="{FF2B5EF4-FFF2-40B4-BE49-F238E27FC236}">
                <a16:creationId xmlns:a16="http://schemas.microsoft.com/office/drawing/2014/main" id="{E1573FF0-F828-423F-F18A-B61B90DF9C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0730" y="5474182"/>
            <a:ext cx="1216277" cy="911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7" name="직선 화살표 연결선 1036">
            <a:extLst>
              <a:ext uri="{FF2B5EF4-FFF2-40B4-BE49-F238E27FC236}">
                <a16:creationId xmlns:a16="http://schemas.microsoft.com/office/drawing/2014/main" id="{78218BB4-6936-DD49-4873-340C4C789D33}"/>
              </a:ext>
            </a:extLst>
          </p:cNvPr>
          <p:cNvCxnSpPr>
            <a:cxnSpLocks/>
            <a:stCxn id="32" idx="2"/>
          </p:cNvCxnSpPr>
          <p:nvPr/>
        </p:nvCxnSpPr>
        <p:spPr>
          <a:xfrm>
            <a:off x="5448870" y="4961577"/>
            <a:ext cx="0" cy="656903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2" name="직사각형 1041">
            <a:extLst>
              <a:ext uri="{FF2B5EF4-FFF2-40B4-BE49-F238E27FC236}">
                <a16:creationId xmlns:a16="http://schemas.microsoft.com/office/drawing/2014/main" id="{06F35C0F-7FEE-EEA6-70A7-D3E405523F88}"/>
              </a:ext>
            </a:extLst>
          </p:cNvPr>
          <p:cNvSpPr/>
          <p:nvPr/>
        </p:nvSpPr>
        <p:spPr>
          <a:xfrm>
            <a:off x="2175396" y="2249279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service_plugin</a:t>
            </a:r>
            <a:endParaRPr lang="en-US" altLang="ko-K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3" name="직사각형 1042">
            <a:extLst>
              <a:ext uri="{FF2B5EF4-FFF2-40B4-BE49-F238E27FC236}">
                <a16:creationId xmlns:a16="http://schemas.microsoft.com/office/drawing/2014/main" id="{C0F14457-C100-E580-2B88-1EFD37719BD7}"/>
              </a:ext>
            </a:extLst>
          </p:cNvPr>
          <p:cNvSpPr/>
          <p:nvPr/>
        </p:nvSpPr>
        <p:spPr>
          <a:xfrm>
            <a:off x="3856259" y="2249279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topic_plugin</a:t>
            </a:r>
            <a:endParaRPr lang="en-US" altLang="ko-K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4" name="직사각형 1043">
            <a:extLst>
              <a:ext uri="{FF2B5EF4-FFF2-40B4-BE49-F238E27FC236}">
                <a16:creationId xmlns:a16="http://schemas.microsoft.com/office/drawing/2014/main" id="{8B9AAA32-1961-EEAD-F2AF-BFE4CF37D86A}"/>
              </a:ext>
            </a:extLst>
          </p:cNvPr>
          <p:cNvSpPr/>
          <p:nvPr/>
        </p:nvSpPr>
        <p:spPr>
          <a:xfrm>
            <a:off x="5542737" y="2249279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param_plugin</a:t>
            </a:r>
            <a:endParaRPr lang="en-US" altLang="ko-K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5" name="직사각형 1044">
            <a:extLst>
              <a:ext uri="{FF2B5EF4-FFF2-40B4-BE49-F238E27FC236}">
                <a16:creationId xmlns:a16="http://schemas.microsoft.com/office/drawing/2014/main" id="{87FED832-6B09-653C-CD27-03564B8AAC02}"/>
              </a:ext>
            </a:extLst>
          </p:cNvPr>
          <p:cNvSpPr/>
          <p:nvPr/>
        </p:nvSpPr>
        <p:spPr>
          <a:xfrm>
            <a:off x="7217982" y="2249279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heartb_plugin</a:t>
            </a:r>
            <a:endParaRPr lang="en-US" altLang="ko-K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46" name="직선 화살표 연결선 1045">
            <a:extLst>
              <a:ext uri="{FF2B5EF4-FFF2-40B4-BE49-F238E27FC236}">
                <a16:creationId xmlns:a16="http://schemas.microsoft.com/office/drawing/2014/main" id="{B71190E7-C5D9-D7C8-D4BA-4B771627C467}"/>
              </a:ext>
            </a:extLst>
          </p:cNvPr>
          <p:cNvCxnSpPr>
            <a:cxnSpLocks/>
            <a:stCxn id="33" idx="2"/>
            <a:endCxn id="1042" idx="0"/>
          </p:cNvCxnSpPr>
          <p:nvPr/>
        </p:nvCxnSpPr>
        <p:spPr>
          <a:xfrm flipH="1">
            <a:off x="2910158" y="2018220"/>
            <a:ext cx="1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9" name="직선 화살표 연결선 1048">
            <a:extLst>
              <a:ext uri="{FF2B5EF4-FFF2-40B4-BE49-F238E27FC236}">
                <a16:creationId xmlns:a16="http://schemas.microsoft.com/office/drawing/2014/main" id="{262AF7D8-CA3B-FE26-373B-D3B497FE654E}"/>
              </a:ext>
            </a:extLst>
          </p:cNvPr>
          <p:cNvCxnSpPr>
            <a:cxnSpLocks/>
            <a:stCxn id="1042" idx="2"/>
            <a:endCxn id="56" idx="0"/>
          </p:cNvCxnSpPr>
          <p:nvPr/>
        </p:nvCxnSpPr>
        <p:spPr>
          <a:xfrm>
            <a:off x="2910158" y="2609279"/>
            <a:ext cx="1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2" name="직선 화살표 연결선 1051">
            <a:extLst>
              <a:ext uri="{FF2B5EF4-FFF2-40B4-BE49-F238E27FC236}">
                <a16:creationId xmlns:a16="http://schemas.microsoft.com/office/drawing/2014/main" id="{2D83C201-B6F2-D664-5B56-D92F0DDE0F78}"/>
              </a:ext>
            </a:extLst>
          </p:cNvPr>
          <p:cNvCxnSpPr>
            <a:cxnSpLocks/>
            <a:stCxn id="36" idx="2"/>
            <a:endCxn id="1043" idx="0"/>
          </p:cNvCxnSpPr>
          <p:nvPr/>
        </p:nvCxnSpPr>
        <p:spPr>
          <a:xfrm>
            <a:off x="4585404" y="2018220"/>
            <a:ext cx="5617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5" name="직선 화살표 연결선 1054">
            <a:extLst>
              <a:ext uri="{FF2B5EF4-FFF2-40B4-BE49-F238E27FC236}">
                <a16:creationId xmlns:a16="http://schemas.microsoft.com/office/drawing/2014/main" id="{1834D648-78F7-F35E-74AE-97204F475256}"/>
              </a:ext>
            </a:extLst>
          </p:cNvPr>
          <p:cNvCxnSpPr>
            <a:cxnSpLocks/>
            <a:stCxn id="38" idx="2"/>
            <a:endCxn id="1044" idx="0"/>
          </p:cNvCxnSpPr>
          <p:nvPr/>
        </p:nvCxnSpPr>
        <p:spPr>
          <a:xfrm>
            <a:off x="6271882" y="2018220"/>
            <a:ext cx="5617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0" name="직선 화살표 연결선 1059">
            <a:extLst>
              <a:ext uri="{FF2B5EF4-FFF2-40B4-BE49-F238E27FC236}">
                <a16:creationId xmlns:a16="http://schemas.microsoft.com/office/drawing/2014/main" id="{323C9EE5-A067-21DF-7935-97EA48B5F961}"/>
              </a:ext>
            </a:extLst>
          </p:cNvPr>
          <p:cNvCxnSpPr>
            <a:cxnSpLocks/>
            <a:stCxn id="40" idx="2"/>
            <a:endCxn id="1045" idx="0"/>
          </p:cNvCxnSpPr>
          <p:nvPr/>
        </p:nvCxnSpPr>
        <p:spPr>
          <a:xfrm flipH="1">
            <a:off x="7952744" y="2018220"/>
            <a:ext cx="8424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3" name="직선 화살표 연결선 1062">
            <a:extLst>
              <a:ext uri="{FF2B5EF4-FFF2-40B4-BE49-F238E27FC236}">
                <a16:creationId xmlns:a16="http://schemas.microsoft.com/office/drawing/2014/main" id="{661CA1FF-D792-A55B-DE55-B219A9C3FF78}"/>
              </a:ext>
            </a:extLst>
          </p:cNvPr>
          <p:cNvCxnSpPr>
            <a:cxnSpLocks/>
            <a:stCxn id="1043" idx="2"/>
            <a:endCxn id="57" idx="0"/>
          </p:cNvCxnSpPr>
          <p:nvPr/>
        </p:nvCxnSpPr>
        <p:spPr>
          <a:xfrm>
            <a:off x="4591021" y="2609279"/>
            <a:ext cx="2808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6" name="직선 화살표 연결선 1065">
            <a:extLst>
              <a:ext uri="{FF2B5EF4-FFF2-40B4-BE49-F238E27FC236}">
                <a16:creationId xmlns:a16="http://schemas.microsoft.com/office/drawing/2014/main" id="{50BD5F9E-36FF-2BA9-ED6E-8422F5169046}"/>
              </a:ext>
            </a:extLst>
          </p:cNvPr>
          <p:cNvCxnSpPr>
            <a:cxnSpLocks/>
            <a:stCxn id="1044" idx="2"/>
            <a:endCxn id="58" idx="0"/>
          </p:cNvCxnSpPr>
          <p:nvPr/>
        </p:nvCxnSpPr>
        <p:spPr>
          <a:xfrm>
            <a:off x="6277499" y="2609279"/>
            <a:ext cx="0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9" name="직선 화살표 연결선 1068">
            <a:extLst>
              <a:ext uri="{FF2B5EF4-FFF2-40B4-BE49-F238E27FC236}">
                <a16:creationId xmlns:a16="http://schemas.microsoft.com/office/drawing/2014/main" id="{1DAB85BF-1FDD-5FE3-D26B-CC4B6CA41A6B}"/>
              </a:ext>
            </a:extLst>
          </p:cNvPr>
          <p:cNvCxnSpPr>
            <a:cxnSpLocks/>
            <a:stCxn id="1045" idx="2"/>
            <a:endCxn id="59" idx="0"/>
          </p:cNvCxnSpPr>
          <p:nvPr/>
        </p:nvCxnSpPr>
        <p:spPr>
          <a:xfrm>
            <a:off x="7952744" y="2609279"/>
            <a:ext cx="8424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4E407D47-A367-8617-FBFF-CE22887CB985}"/>
              </a:ext>
            </a:extLst>
          </p:cNvPr>
          <p:cNvSpPr/>
          <p:nvPr/>
        </p:nvSpPr>
        <p:spPr>
          <a:xfrm>
            <a:off x="2175396" y="3992183"/>
            <a:ext cx="3150387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</a:t>
            </a:r>
            <a:endParaRPr lang="en-US" altLang="ko-KR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24" name="직선 화살표 연결선 1023">
            <a:extLst>
              <a:ext uri="{FF2B5EF4-FFF2-40B4-BE49-F238E27FC236}">
                <a16:creationId xmlns:a16="http://schemas.microsoft.com/office/drawing/2014/main" id="{BAE44061-F40E-77C0-8EA0-E5C4C52E16A7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2910159" y="3791397"/>
            <a:ext cx="0" cy="23106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5" name="직선 화살표 연결선 1024">
            <a:extLst>
              <a:ext uri="{FF2B5EF4-FFF2-40B4-BE49-F238E27FC236}">
                <a16:creationId xmlns:a16="http://schemas.microsoft.com/office/drawing/2014/main" id="{BA96A09E-1CE7-1D62-166E-67AFBB6F2E66}"/>
              </a:ext>
            </a:extLst>
          </p:cNvPr>
          <p:cNvCxnSpPr>
            <a:cxnSpLocks/>
            <a:stCxn id="61" idx="2"/>
          </p:cNvCxnSpPr>
          <p:nvPr/>
        </p:nvCxnSpPr>
        <p:spPr>
          <a:xfrm flipH="1">
            <a:off x="4585404" y="3791397"/>
            <a:ext cx="5617" cy="23106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FBD98430-AB61-53BD-7D2C-7FFFF2ED6D9C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750590" y="4352183"/>
            <a:ext cx="0" cy="249394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87D2A88-D8B2-08AB-3E4E-E64B7048E632}"/>
              </a:ext>
            </a:extLst>
          </p:cNvPr>
          <p:cNvSpPr txBox="1"/>
          <p:nvPr/>
        </p:nvSpPr>
        <p:spPr>
          <a:xfrm>
            <a:off x="5194641" y="3435523"/>
            <a:ext cx="1720574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우선순위 부여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7B41D0-62ED-65AA-BE8F-2D7434E16F60}"/>
              </a:ext>
            </a:extLst>
          </p:cNvPr>
          <p:cNvSpPr txBox="1"/>
          <p:nvPr/>
        </p:nvSpPr>
        <p:spPr>
          <a:xfrm>
            <a:off x="1562100" y="4469567"/>
            <a:ext cx="2107411" cy="9233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명령과 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명령은</a:t>
            </a:r>
            <a:endParaRPr lang="en-US" altLang="ko-K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우선순위를 따른다</a:t>
            </a:r>
          </a:p>
        </p:txBody>
      </p:sp>
    </p:spTree>
    <p:extLst>
      <p:ext uri="{BB962C8B-B14F-4D97-AF65-F5344CB8AC3E}">
        <p14:creationId xmlns:p14="http://schemas.microsoft.com/office/powerpoint/2010/main" val="12208655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BD2A7-C96B-3144-F3EA-300B59715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ACBB9C4D-DB82-DDCA-C310-51E2AFFAB923}"/>
              </a:ext>
            </a:extLst>
          </p:cNvPr>
          <p:cNvSpPr txBox="1"/>
          <p:nvPr/>
        </p:nvSpPr>
        <p:spPr>
          <a:xfrm>
            <a:off x="203699" y="998257"/>
            <a:ext cx="8686301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 code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61DAD42B-247B-2347-B886-432AA927E739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8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81CE039-9F5D-1879-7243-B767CB1F54F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9A7C2494-BEFF-CA5D-00D5-360FE2CF82EF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Priority Queue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38C5ED0-8136-FB59-8769-EAC0CD9D6AC6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1F0F6BB-ADD2-20E4-0317-12E727B72B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9814"/>
          <a:stretch>
            <a:fillRect/>
          </a:stretch>
        </p:blipFill>
        <p:spPr>
          <a:xfrm>
            <a:off x="567042" y="1938073"/>
            <a:ext cx="3135581" cy="48519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E3B72AF2-4C42-4DD7-38C4-BF76053BC6B5}"/>
              </a:ext>
            </a:extLst>
          </p:cNvPr>
          <p:cNvSpPr/>
          <p:nvPr/>
        </p:nvSpPr>
        <p:spPr>
          <a:xfrm>
            <a:off x="519301" y="1536941"/>
            <a:ext cx="3231064" cy="946378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Old</a:t>
            </a: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9B006D4-78B1-DCFC-D0EA-77EE6AFA9A4A}"/>
              </a:ext>
            </a:extLst>
          </p:cNvPr>
          <p:cNvSpPr/>
          <p:nvPr/>
        </p:nvSpPr>
        <p:spPr>
          <a:xfrm>
            <a:off x="519301" y="2742112"/>
            <a:ext cx="3231064" cy="1187010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New</a:t>
            </a: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438BB4E-20F6-57D5-37B3-93FB616313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927" b="13260"/>
          <a:stretch>
            <a:fillRect/>
          </a:stretch>
        </p:blipFill>
        <p:spPr>
          <a:xfrm>
            <a:off x="4319290" y="1938073"/>
            <a:ext cx="3135581" cy="323024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1ACA442-23C9-9766-B24A-8A0F1D0530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5000"/>
          <a:stretch>
            <a:fillRect/>
          </a:stretch>
        </p:blipFill>
        <p:spPr>
          <a:xfrm>
            <a:off x="567042" y="3143245"/>
            <a:ext cx="3135581" cy="714498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BFB49452-438A-2EB3-9442-B4C81AE8C433}"/>
              </a:ext>
            </a:extLst>
          </p:cNvPr>
          <p:cNvSpPr/>
          <p:nvPr/>
        </p:nvSpPr>
        <p:spPr>
          <a:xfrm>
            <a:off x="4271549" y="1541260"/>
            <a:ext cx="3231064" cy="3694883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추가된 함수</a:t>
            </a:r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28A6AEE-3032-A1F7-F0F1-96E5DF34181A}"/>
              </a:ext>
            </a:extLst>
          </p:cNvPr>
          <p:cNvSpPr/>
          <p:nvPr/>
        </p:nvSpPr>
        <p:spPr>
          <a:xfrm>
            <a:off x="813346" y="3401436"/>
            <a:ext cx="2702013" cy="4563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99148BF-5E21-72BE-AEA6-D3D8927A5BA8}"/>
              </a:ext>
            </a:extLst>
          </p:cNvPr>
          <p:cNvSpPr/>
          <p:nvPr/>
        </p:nvSpPr>
        <p:spPr>
          <a:xfrm>
            <a:off x="4546849" y="4919845"/>
            <a:ext cx="2046991" cy="2281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7CECEAEF-30CD-E68B-F0ED-9A133B96F082}"/>
              </a:ext>
            </a:extLst>
          </p:cNvPr>
          <p:cNvCxnSpPr>
            <a:stCxn id="19" idx="3"/>
          </p:cNvCxnSpPr>
          <p:nvPr/>
        </p:nvCxnSpPr>
        <p:spPr>
          <a:xfrm flipV="1">
            <a:off x="3515359" y="3335617"/>
            <a:ext cx="803931" cy="29397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6019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445D3-0D3A-0462-E33C-15EE9BBAC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03090684-F92F-6C81-96A2-788C77DB2647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처리 방식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14583D24-3A77-9CCC-6A16-4040C3494945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9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B2C9C31A-F8DA-E72A-B563-B402EC4715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533F57DA-F990-ECCC-7629-38ECB512B30B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Priority Queue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F9A512E-1668-5FB7-E47B-5247BE8576EB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E09D6020-1C19-D359-BA89-3D8BEE581F9B}"/>
              </a:ext>
            </a:extLst>
          </p:cNvPr>
          <p:cNvSpPr/>
          <p:nvPr/>
        </p:nvSpPr>
        <p:spPr>
          <a:xfrm>
            <a:off x="5010312" y="4690436"/>
            <a:ext cx="108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F7CE2751-B723-DA3A-4CF3-7BC2C508600B}"/>
              </a:ext>
            </a:extLst>
          </p:cNvPr>
          <p:cNvSpPr/>
          <p:nvPr/>
        </p:nvSpPr>
        <p:spPr>
          <a:xfrm>
            <a:off x="3240000" y="4052536"/>
            <a:ext cx="108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</a:t>
            </a: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6B72E472-450A-617E-7D9B-FF2E44527C6A}"/>
              </a:ext>
            </a:extLst>
          </p:cNvPr>
          <p:cNvSpPr/>
          <p:nvPr/>
        </p:nvSpPr>
        <p:spPr>
          <a:xfrm>
            <a:off x="1532012" y="4690436"/>
            <a:ext cx="108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5DCEDD6F-5D17-8ADA-D321-777FC3CD6412}"/>
              </a:ext>
            </a:extLst>
          </p:cNvPr>
          <p:cNvSpPr/>
          <p:nvPr/>
        </p:nvSpPr>
        <p:spPr>
          <a:xfrm>
            <a:off x="5880175" y="5321698"/>
            <a:ext cx="108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DCA27D87-4210-813F-CF09-94BC4CDB6A41}"/>
              </a:ext>
            </a:extLst>
          </p:cNvPr>
          <p:cNvSpPr/>
          <p:nvPr/>
        </p:nvSpPr>
        <p:spPr>
          <a:xfrm>
            <a:off x="4138188" y="5321698"/>
            <a:ext cx="108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6B7D857A-D1BF-7D65-FDB3-C54614DD08F0}"/>
              </a:ext>
            </a:extLst>
          </p:cNvPr>
          <p:cNvSpPr/>
          <p:nvPr/>
        </p:nvSpPr>
        <p:spPr>
          <a:xfrm>
            <a:off x="2396200" y="5321698"/>
            <a:ext cx="108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7F515AFF-F5B4-D9BF-A809-1E533FA55863}"/>
              </a:ext>
            </a:extLst>
          </p:cNvPr>
          <p:cNvSpPr/>
          <p:nvPr/>
        </p:nvSpPr>
        <p:spPr>
          <a:xfrm>
            <a:off x="654212" y="5321698"/>
            <a:ext cx="108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DAC1FF7B-41CA-06FB-E144-29723EC32B69}"/>
              </a:ext>
            </a:extLst>
          </p:cNvPr>
          <p:cNvCxnSpPr>
            <a:stCxn id="68" idx="2"/>
            <a:endCxn id="72" idx="0"/>
          </p:cNvCxnSpPr>
          <p:nvPr/>
        </p:nvCxnSpPr>
        <p:spPr>
          <a:xfrm flipH="1">
            <a:off x="1194212" y="5050436"/>
            <a:ext cx="877800" cy="27126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24D8C084-B62E-17AD-5D1A-1877562AAB3B}"/>
              </a:ext>
            </a:extLst>
          </p:cNvPr>
          <p:cNvCxnSpPr>
            <a:cxnSpLocks/>
            <a:stCxn id="68" idx="2"/>
            <a:endCxn id="71" idx="0"/>
          </p:cNvCxnSpPr>
          <p:nvPr/>
        </p:nvCxnSpPr>
        <p:spPr>
          <a:xfrm>
            <a:off x="2072012" y="5050436"/>
            <a:ext cx="864188" cy="27126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9810C888-39CE-751A-E4D4-DFC52DA3683E}"/>
              </a:ext>
            </a:extLst>
          </p:cNvPr>
          <p:cNvCxnSpPr>
            <a:cxnSpLocks/>
            <a:stCxn id="66" idx="2"/>
            <a:endCxn id="70" idx="0"/>
          </p:cNvCxnSpPr>
          <p:nvPr/>
        </p:nvCxnSpPr>
        <p:spPr>
          <a:xfrm flipH="1">
            <a:off x="4678188" y="5050436"/>
            <a:ext cx="872124" cy="27126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770E4AA1-98BB-D407-F9FC-4AE9363B288B}"/>
              </a:ext>
            </a:extLst>
          </p:cNvPr>
          <p:cNvCxnSpPr>
            <a:cxnSpLocks/>
            <a:stCxn id="66" idx="2"/>
            <a:endCxn id="69" idx="0"/>
          </p:cNvCxnSpPr>
          <p:nvPr/>
        </p:nvCxnSpPr>
        <p:spPr>
          <a:xfrm>
            <a:off x="5550312" y="5050436"/>
            <a:ext cx="869863" cy="27126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01355018-BF84-E4C8-C56F-495CA05C7111}"/>
              </a:ext>
            </a:extLst>
          </p:cNvPr>
          <p:cNvCxnSpPr>
            <a:cxnSpLocks/>
            <a:stCxn id="67" idx="2"/>
            <a:endCxn id="66" idx="0"/>
          </p:cNvCxnSpPr>
          <p:nvPr/>
        </p:nvCxnSpPr>
        <p:spPr>
          <a:xfrm>
            <a:off x="3780000" y="4412536"/>
            <a:ext cx="1770312" cy="27790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EFBDC2E4-E651-2E7E-932F-132DEE085BF9}"/>
              </a:ext>
            </a:extLst>
          </p:cNvPr>
          <p:cNvCxnSpPr>
            <a:cxnSpLocks/>
            <a:stCxn id="67" idx="2"/>
            <a:endCxn id="68" idx="0"/>
          </p:cNvCxnSpPr>
          <p:nvPr/>
        </p:nvCxnSpPr>
        <p:spPr>
          <a:xfrm flipH="1">
            <a:off x="2072012" y="4412536"/>
            <a:ext cx="1707988" cy="27790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EE2018F0-909D-1648-4497-C84E23ECFD2E}"/>
              </a:ext>
            </a:extLst>
          </p:cNvPr>
          <p:cNvSpPr/>
          <p:nvPr/>
        </p:nvSpPr>
        <p:spPr>
          <a:xfrm>
            <a:off x="4138187" y="5321698"/>
            <a:ext cx="108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936E9329-46E2-B300-8B0E-CB641AE8AF02}"/>
              </a:ext>
            </a:extLst>
          </p:cNvPr>
          <p:cNvCxnSpPr>
            <a:cxnSpLocks/>
          </p:cNvCxnSpPr>
          <p:nvPr/>
        </p:nvCxnSpPr>
        <p:spPr>
          <a:xfrm flipH="1">
            <a:off x="203698" y="1539369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8640E96-25EC-D76F-3FD7-BD3A9FB65BE0}"/>
              </a:ext>
            </a:extLst>
          </p:cNvPr>
          <p:cNvCxnSpPr>
            <a:cxnSpLocks/>
          </p:cNvCxnSpPr>
          <p:nvPr/>
        </p:nvCxnSpPr>
        <p:spPr>
          <a:xfrm flipH="1">
            <a:off x="203198" y="2668908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355AF22-23FB-F0AA-C7B0-12D8D1B1E782}"/>
              </a:ext>
            </a:extLst>
          </p:cNvPr>
          <p:cNvSpPr txBox="1"/>
          <p:nvPr/>
        </p:nvSpPr>
        <p:spPr>
          <a:xfrm>
            <a:off x="203698" y="155154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FC1B473-52D1-5B88-A02B-008E7AEB738F}"/>
              </a:ext>
            </a:extLst>
          </p:cNvPr>
          <p:cNvSpPr/>
          <p:nvPr/>
        </p:nvSpPr>
        <p:spPr>
          <a:xfrm>
            <a:off x="3919404" y="1658220"/>
            <a:ext cx="1332000" cy="360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2E5E419-B012-8740-19C1-1A2CEC84067A}"/>
              </a:ext>
            </a:extLst>
          </p:cNvPr>
          <p:cNvSpPr/>
          <p:nvPr/>
        </p:nvSpPr>
        <p:spPr>
          <a:xfrm>
            <a:off x="2244159" y="1658220"/>
            <a:ext cx="1332000" cy="360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sp>
        <p:nvSpPr>
          <p:cNvPr id="18" name="사각형: 잘린 한쪽 모서리 17">
            <a:extLst>
              <a:ext uri="{FF2B5EF4-FFF2-40B4-BE49-F238E27FC236}">
                <a16:creationId xmlns:a16="http://schemas.microsoft.com/office/drawing/2014/main" id="{6F8E03BA-0A29-411A-F93A-3FC214C05734}"/>
              </a:ext>
            </a:extLst>
          </p:cNvPr>
          <p:cNvSpPr/>
          <p:nvPr/>
        </p:nvSpPr>
        <p:spPr>
          <a:xfrm>
            <a:off x="4063683" y="2121095"/>
            <a:ext cx="1016628" cy="440982"/>
          </a:xfrm>
          <a:prstGeom prst="snip1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com_T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사각형: 잘린 한쪽 모서리 19">
            <a:extLst>
              <a:ext uri="{FF2B5EF4-FFF2-40B4-BE49-F238E27FC236}">
                <a16:creationId xmlns:a16="http://schemas.microsoft.com/office/drawing/2014/main" id="{16B96EF4-9322-8473-1939-41230B3F21FB}"/>
              </a:ext>
            </a:extLst>
          </p:cNvPr>
          <p:cNvSpPr/>
          <p:nvPr/>
        </p:nvSpPr>
        <p:spPr>
          <a:xfrm>
            <a:off x="4063683" y="2121095"/>
            <a:ext cx="1016628" cy="440982"/>
          </a:xfrm>
          <a:prstGeom prst="snip1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com_T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사각형: 잘린 한쪽 모서리 20">
            <a:extLst>
              <a:ext uri="{FF2B5EF4-FFF2-40B4-BE49-F238E27FC236}">
                <a16:creationId xmlns:a16="http://schemas.microsoft.com/office/drawing/2014/main" id="{8B74FB37-66C6-0B4A-31F9-3BD45F822EE3}"/>
              </a:ext>
            </a:extLst>
          </p:cNvPr>
          <p:cNvSpPr/>
          <p:nvPr/>
        </p:nvSpPr>
        <p:spPr>
          <a:xfrm>
            <a:off x="4063683" y="2121095"/>
            <a:ext cx="1016628" cy="440982"/>
          </a:xfrm>
          <a:prstGeom prst="snip1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com_T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2FDE13-3DB9-4CFA-3E40-DBE77DB09497}"/>
              </a:ext>
            </a:extLst>
          </p:cNvPr>
          <p:cNvSpPr txBox="1"/>
          <p:nvPr/>
        </p:nvSpPr>
        <p:spPr>
          <a:xfrm>
            <a:off x="203698" y="5788609"/>
            <a:ext cx="1358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455171DF-F7ED-AD8B-440A-C8B2383577BF}"/>
              </a:ext>
            </a:extLst>
          </p:cNvPr>
          <p:cNvCxnSpPr>
            <a:cxnSpLocks/>
          </p:cNvCxnSpPr>
          <p:nvPr/>
        </p:nvCxnSpPr>
        <p:spPr>
          <a:xfrm flipH="1">
            <a:off x="203698" y="5779426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37B9BF7-0194-6126-7058-022124AAEB73}"/>
              </a:ext>
            </a:extLst>
          </p:cNvPr>
          <p:cNvSpPr txBox="1"/>
          <p:nvPr/>
        </p:nvSpPr>
        <p:spPr>
          <a:xfrm>
            <a:off x="203697" y="2683409"/>
            <a:ext cx="1243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128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4.81481E-6 L -0.08663 0.26851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40" y="134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4.81481E-6 L -0.27344 0.36319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681" y="18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500"/>
                            </p:stCondLst>
                            <p:childTnLst>
                              <p:par>
                                <p:cTn id="23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4.81481E-6 L 0.10694 0.36319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47" y="18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20" grpId="0" animBg="1"/>
      <p:bldP spid="20" grpId="1" animBg="1"/>
      <p:bldP spid="21" grpId="0" animBg="1"/>
      <p:bldP spid="21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C9DD3-FF20-E469-A16B-79BF1B2A0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27F42AD5-128F-56B9-1061-8AF84BF5D9BC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처리 방식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51E049D1-2F0A-7908-1927-2CB7CF3116F7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10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9428DF38-81A7-62A2-404B-AE88FE0F5D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54FB6485-0387-15E0-2FDC-2B069EA99089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Priority Queue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2775EE3-1E64-5F60-8A46-E01B10A63B7C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E687CC95-C240-A5E3-A5D1-63E743A123DB}"/>
              </a:ext>
            </a:extLst>
          </p:cNvPr>
          <p:cNvSpPr/>
          <p:nvPr/>
        </p:nvSpPr>
        <p:spPr>
          <a:xfrm>
            <a:off x="5010312" y="4690436"/>
            <a:ext cx="108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2D9DE7CC-4AAA-9449-BE47-870CE94888CA}"/>
              </a:ext>
            </a:extLst>
          </p:cNvPr>
          <p:cNvSpPr/>
          <p:nvPr/>
        </p:nvSpPr>
        <p:spPr>
          <a:xfrm>
            <a:off x="3240000" y="4052536"/>
            <a:ext cx="108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</a:t>
            </a: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3E354F4F-48C6-6105-D05C-668704E48165}"/>
              </a:ext>
            </a:extLst>
          </p:cNvPr>
          <p:cNvSpPr/>
          <p:nvPr/>
        </p:nvSpPr>
        <p:spPr>
          <a:xfrm>
            <a:off x="1532012" y="4690436"/>
            <a:ext cx="108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15D48C0C-AF4F-EDDB-2CD8-ACFA4AC04E40}"/>
              </a:ext>
            </a:extLst>
          </p:cNvPr>
          <p:cNvSpPr/>
          <p:nvPr/>
        </p:nvSpPr>
        <p:spPr>
          <a:xfrm>
            <a:off x="5880175" y="5321698"/>
            <a:ext cx="108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4795FF42-A8CC-689A-AE90-7A9062E84E5A}"/>
              </a:ext>
            </a:extLst>
          </p:cNvPr>
          <p:cNvSpPr/>
          <p:nvPr/>
        </p:nvSpPr>
        <p:spPr>
          <a:xfrm>
            <a:off x="4138188" y="5321698"/>
            <a:ext cx="108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C18731F7-103F-2CA0-7F93-CA3B65B95FDE}"/>
              </a:ext>
            </a:extLst>
          </p:cNvPr>
          <p:cNvSpPr/>
          <p:nvPr/>
        </p:nvSpPr>
        <p:spPr>
          <a:xfrm>
            <a:off x="2396200" y="5321698"/>
            <a:ext cx="108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30593FAA-CBCB-6143-575A-D1A9160D4AE6}"/>
              </a:ext>
            </a:extLst>
          </p:cNvPr>
          <p:cNvSpPr/>
          <p:nvPr/>
        </p:nvSpPr>
        <p:spPr>
          <a:xfrm>
            <a:off x="654212" y="5321698"/>
            <a:ext cx="108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7CA9AD6A-6282-B825-B200-B31940775B8C}"/>
              </a:ext>
            </a:extLst>
          </p:cNvPr>
          <p:cNvCxnSpPr>
            <a:stCxn id="68" idx="2"/>
            <a:endCxn id="72" idx="0"/>
          </p:cNvCxnSpPr>
          <p:nvPr/>
        </p:nvCxnSpPr>
        <p:spPr>
          <a:xfrm flipH="1">
            <a:off x="1194212" y="5050436"/>
            <a:ext cx="877800" cy="27126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F5731ACE-0563-CB6F-C212-7660712ECA34}"/>
              </a:ext>
            </a:extLst>
          </p:cNvPr>
          <p:cNvCxnSpPr>
            <a:cxnSpLocks/>
            <a:stCxn id="68" idx="2"/>
            <a:endCxn id="71" idx="0"/>
          </p:cNvCxnSpPr>
          <p:nvPr/>
        </p:nvCxnSpPr>
        <p:spPr>
          <a:xfrm>
            <a:off x="2072012" y="5050436"/>
            <a:ext cx="864188" cy="27126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A3C3075C-97A5-990E-D624-4A6FE565002F}"/>
              </a:ext>
            </a:extLst>
          </p:cNvPr>
          <p:cNvCxnSpPr>
            <a:cxnSpLocks/>
            <a:stCxn id="66" idx="2"/>
            <a:endCxn id="70" idx="0"/>
          </p:cNvCxnSpPr>
          <p:nvPr/>
        </p:nvCxnSpPr>
        <p:spPr>
          <a:xfrm flipH="1">
            <a:off x="4678188" y="5050436"/>
            <a:ext cx="872124" cy="27126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822A15BD-C338-71E3-4BBF-8E8A980388A8}"/>
              </a:ext>
            </a:extLst>
          </p:cNvPr>
          <p:cNvCxnSpPr>
            <a:cxnSpLocks/>
            <a:stCxn id="66" idx="2"/>
            <a:endCxn id="69" idx="0"/>
          </p:cNvCxnSpPr>
          <p:nvPr/>
        </p:nvCxnSpPr>
        <p:spPr>
          <a:xfrm>
            <a:off x="5550312" y="5050436"/>
            <a:ext cx="869863" cy="27126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0A3A5E9B-0E3E-E904-DD83-6304086DF72B}"/>
              </a:ext>
            </a:extLst>
          </p:cNvPr>
          <p:cNvCxnSpPr>
            <a:cxnSpLocks/>
            <a:stCxn id="67" idx="2"/>
            <a:endCxn id="66" idx="0"/>
          </p:cNvCxnSpPr>
          <p:nvPr/>
        </p:nvCxnSpPr>
        <p:spPr>
          <a:xfrm>
            <a:off x="3780000" y="4412536"/>
            <a:ext cx="1770312" cy="27790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204CF98F-5990-F575-22C3-97ED17FD4BB4}"/>
              </a:ext>
            </a:extLst>
          </p:cNvPr>
          <p:cNvCxnSpPr>
            <a:cxnSpLocks/>
            <a:stCxn id="67" idx="2"/>
            <a:endCxn id="68" idx="0"/>
          </p:cNvCxnSpPr>
          <p:nvPr/>
        </p:nvCxnSpPr>
        <p:spPr>
          <a:xfrm flipH="1">
            <a:off x="2072012" y="4412536"/>
            <a:ext cx="1707988" cy="27790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94E4E30B-0E5B-035A-249D-9375959FE9B6}"/>
              </a:ext>
            </a:extLst>
          </p:cNvPr>
          <p:cNvSpPr/>
          <p:nvPr/>
        </p:nvSpPr>
        <p:spPr>
          <a:xfrm>
            <a:off x="4138187" y="5321698"/>
            <a:ext cx="108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32973DE0-14E0-23C6-17B4-0B19073ACB3F}"/>
              </a:ext>
            </a:extLst>
          </p:cNvPr>
          <p:cNvCxnSpPr>
            <a:cxnSpLocks/>
          </p:cNvCxnSpPr>
          <p:nvPr/>
        </p:nvCxnSpPr>
        <p:spPr>
          <a:xfrm flipH="1">
            <a:off x="203698" y="1539369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FD00523-4E69-BEED-40F2-68178982F850}"/>
              </a:ext>
            </a:extLst>
          </p:cNvPr>
          <p:cNvCxnSpPr>
            <a:cxnSpLocks/>
          </p:cNvCxnSpPr>
          <p:nvPr/>
        </p:nvCxnSpPr>
        <p:spPr>
          <a:xfrm flipH="1">
            <a:off x="203198" y="2668908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2DB2C4D-0205-524B-F31E-C82FA0A7C740}"/>
              </a:ext>
            </a:extLst>
          </p:cNvPr>
          <p:cNvSpPr txBox="1"/>
          <p:nvPr/>
        </p:nvSpPr>
        <p:spPr>
          <a:xfrm>
            <a:off x="203698" y="155154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4E58B992-F487-AD6B-EC81-FE4E4ACFB402}"/>
              </a:ext>
            </a:extLst>
          </p:cNvPr>
          <p:cNvSpPr/>
          <p:nvPr/>
        </p:nvSpPr>
        <p:spPr>
          <a:xfrm>
            <a:off x="3919404" y="1658220"/>
            <a:ext cx="1332000" cy="360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BB6E3DC-DFC2-9677-E454-0D25592A8D5A}"/>
              </a:ext>
            </a:extLst>
          </p:cNvPr>
          <p:cNvSpPr/>
          <p:nvPr/>
        </p:nvSpPr>
        <p:spPr>
          <a:xfrm>
            <a:off x="2244159" y="1658220"/>
            <a:ext cx="1332000" cy="360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sp>
        <p:nvSpPr>
          <p:cNvPr id="17" name="사각형: 잘린 한쪽 모서리 16">
            <a:extLst>
              <a:ext uri="{FF2B5EF4-FFF2-40B4-BE49-F238E27FC236}">
                <a16:creationId xmlns:a16="http://schemas.microsoft.com/office/drawing/2014/main" id="{3862EBF8-648F-7FC7-EB00-56F84B8751AB}"/>
              </a:ext>
            </a:extLst>
          </p:cNvPr>
          <p:cNvSpPr/>
          <p:nvPr/>
        </p:nvSpPr>
        <p:spPr>
          <a:xfrm>
            <a:off x="2427886" y="2121095"/>
            <a:ext cx="1016628" cy="440982"/>
          </a:xfrm>
          <a:prstGeom prst="snip1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com_S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사각형: 잘린 한쪽 모서리 17">
            <a:extLst>
              <a:ext uri="{FF2B5EF4-FFF2-40B4-BE49-F238E27FC236}">
                <a16:creationId xmlns:a16="http://schemas.microsoft.com/office/drawing/2014/main" id="{BC19647C-5D1A-0D80-5625-0146A851D210}"/>
              </a:ext>
            </a:extLst>
          </p:cNvPr>
          <p:cNvSpPr/>
          <p:nvPr/>
        </p:nvSpPr>
        <p:spPr>
          <a:xfrm>
            <a:off x="5041998" y="4609454"/>
            <a:ext cx="1016628" cy="440982"/>
          </a:xfrm>
          <a:prstGeom prst="snip1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com_T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사각형: 잘린 한쪽 모서리 19">
            <a:extLst>
              <a:ext uri="{FF2B5EF4-FFF2-40B4-BE49-F238E27FC236}">
                <a16:creationId xmlns:a16="http://schemas.microsoft.com/office/drawing/2014/main" id="{F1DB0DEF-D065-5E2B-7A08-B5488E0DBF59}"/>
              </a:ext>
            </a:extLst>
          </p:cNvPr>
          <p:cNvSpPr/>
          <p:nvPr/>
        </p:nvSpPr>
        <p:spPr>
          <a:xfrm>
            <a:off x="1563698" y="4609454"/>
            <a:ext cx="1016628" cy="440982"/>
          </a:xfrm>
          <a:prstGeom prst="snip1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com_T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사각형: 잘린 한쪽 모서리 20">
            <a:extLst>
              <a:ext uri="{FF2B5EF4-FFF2-40B4-BE49-F238E27FC236}">
                <a16:creationId xmlns:a16="http://schemas.microsoft.com/office/drawing/2014/main" id="{936FE3E8-2F1B-177B-EC2A-37A09A217526}"/>
              </a:ext>
            </a:extLst>
          </p:cNvPr>
          <p:cNvSpPr/>
          <p:nvPr/>
        </p:nvSpPr>
        <p:spPr>
          <a:xfrm>
            <a:off x="3271686" y="3971554"/>
            <a:ext cx="1016628" cy="440982"/>
          </a:xfrm>
          <a:prstGeom prst="snip1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com_T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60B554-4CB5-FD85-159C-F486B8C7E86F}"/>
              </a:ext>
            </a:extLst>
          </p:cNvPr>
          <p:cNvSpPr txBox="1"/>
          <p:nvPr/>
        </p:nvSpPr>
        <p:spPr>
          <a:xfrm>
            <a:off x="203698" y="5788609"/>
            <a:ext cx="1358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D791A59-0D52-D9BD-2578-76BB324A1959}"/>
              </a:ext>
            </a:extLst>
          </p:cNvPr>
          <p:cNvCxnSpPr>
            <a:cxnSpLocks/>
          </p:cNvCxnSpPr>
          <p:nvPr/>
        </p:nvCxnSpPr>
        <p:spPr>
          <a:xfrm flipH="1">
            <a:off x="203698" y="5779426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719DF22-FE25-5AE3-F357-E20AACBA3631}"/>
              </a:ext>
            </a:extLst>
          </p:cNvPr>
          <p:cNvSpPr txBox="1"/>
          <p:nvPr/>
        </p:nvSpPr>
        <p:spPr>
          <a:xfrm>
            <a:off x="203697" y="2683409"/>
            <a:ext cx="1243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996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2.59259E-6 L -0.18681 0.09283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340" y="463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3.33333E-6 L 0.38038 -3.7037E-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10" y="-23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3.33333E-6 L -0.47638 0.0923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819" y="4606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4.81481E-6 L 0.09236 0.2699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18" y="134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8" grpId="0" animBg="1"/>
      <p:bldP spid="20" grpId="0" animBg="1"/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34259-24F3-BCD3-3000-6A6A9B9D3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71AAA352-FCCB-933F-02D3-76D7DBB8CB54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처리 방식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FB31E08B-02BA-2382-E2A6-333EBA816BE4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11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AC0CE6B-90BF-752F-86DE-CA8F46BBC91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95DFF1A2-227F-3477-BB1C-73810CA09AAA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Priority Queue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F52645D-E462-EE81-0205-651CEBA07031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F6563DC0-84AE-2280-1798-DF19354A0441}"/>
              </a:ext>
            </a:extLst>
          </p:cNvPr>
          <p:cNvSpPr/>
          <p:nvPr/>
        </p:nvSpPr>
        <p:spPr>
          <a:xfrm>
            <a:off x="5010312" y="4690436"/>
            <a:ext cx="108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D84257E5-8F9D-2BA1-DA26-00AA6935A8B1}"/>
              </a:ext>
            </a:extLst>
          </p:cNvPr>
          <p:cNvSpPr/>
          <p:nvPr/>
        </p:nvSpPr>
        <p:spPr>
          <a:xfrm>
            <a:off x="3240000" y="4052536"/>
            <a:ext cx="108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</a:t>
            </a: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4711D50E-00F5-510A-1DE2-A815316124C5}"/>
              </a:ext>
            </a:extLst>
          </p:cNvPr>
          <p:cNvSpPr/>
          <p:nvPr/>
        </p:nvSpPr>
        <p:spPr>
          <a:xfrm>
            <a:off x="1532012" y="4690436"/>
            <a:ext cx="108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F3AB0169-76A8-4596-9007-0334D08841B4}"/>
              </a:ext>
            </a:extLst>
          </p:cNvPr>
          <p:cNvSpPr/>
          <p:nvPr/>
        </p:nvSpPr>
        <p:spPr>
          <a:xfrm>
            <a:off x="5880175" y="5321698"/>
            <a:ext cx="108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415DDB62-AB43-2DEA-223E-FD995E927273}"/>
              </a:ext>
            </a:extLst>
          </p:cNvPr>
          <p:cNvSpPr/>
          <p:nvPr/>
        </p:nvSpPr>
        <p:spPr>
          <a:xfrm>
            <a:off x="4138188" y="5321698"/>
            <a:ext cx="108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C9A294F4-45DD-62E7-CB2A-02AD9291C959}"/>
              </a:ext>
            </a:extLst>
          </p:cNvPr>
          <p:cNvSpPr/>
          <p:nvPr/>
        </p:nvSpPr>
        <p:spPr>
          <a:xfrm>
            <a:off x="2396200" y="5321698"/>
            <a:ext cx="108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806869B6-4885-C048-C4C5-6BED22B5D9C3}"/>
              </a:ext>
            </a:extLst>
          </p:cNvPr>
          <p:cNvSpPr/>
          <p:nvPr/>
        </p:nvSpPr>
        <p:spPr>
          <a:xfrm>
            <a:off x="654212" y="5321698"/>
            <a:ext cx="108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085D8A99-1CBB-D980-46B6-69272875C9A8}"/>
              </a:ext>
            </a:extLst>
          </p:cNvPr>
          <p:cNvCxnSpPr>
            <a:stCxn id="68" idx="2"/>
            <a:endCxn id="72" idx="0"/>
          </p:cNvCxnSpPr>
          <p:nvPr/>
        </p:nvCxnSpPr>
        <p:spPr>
          <a:xfrm flipH="1">
            <a:off x="1194212" y="5050436"/>
            <a:ext cx="877800" cy="27126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6F76C8E2-B159-5E33-C877-93E622EF5701}"/>
              </a:ext>
            </a:extLst>
          </p:cNvPr>
          <p:cNvCxnSpPr>
            <a:cxnSpLocks/>
            <a:stCxn id="68" idx="2"/>
            <a:endCxn id="71" idx="0"/>
          </p:cNvCxnSpPr>
          <p:nvPr/>
        </p:nvCxnSpPr>
        <p:spPr>
          <a:xfrm>
            <a:off x="2072012" y="5050436"/>
            <a:ext cx="864188" cy="27126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595A4EF6-363F-D614-DA62-44643DAA0402}"/>
              </a:ext>
            </a:extLst>
          </p:cNvPr>
          <p:cNvCxnSpPr>
            <a:cxnSpLocks/>
            <a:stCxn id="66" idx="2"/>
            <a:endCxn id="70" idx="0"/>
          </p:cNvCxnSpPr>
          <p:nvPr/>
        </p:nvCxnSpPr>
        <p:spPr>
          <a:xfrm flipH="1">
            <a:off x="4678188" y="5050436"/>
            <a:ext cx="872124" cy="27126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C77802C4-0C56-832A-DFAF-9ED7454D26D4}"/>
              </a:ext>
            </a:extLst>
          </p:cNvPr>
          <p:cNvCxnSpPr>
            <a:cxnSpLocks/>
            <a:stCxn id="66" idx="2"/>
            <a:endCxn id="69" idx="0"/>
          </p:cNvCxnSpPr>
          <p:nvPr/>
        </p:nvCxnSpPr>
        <p:spPr>
          <a:xfrm>
            <a:off x="5550312" y="5050436"/>
            <a:ext cx="869863" cy="27126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BF667CCD-D158-B10D-6E5A-2ECD3A06BC82}"/>
              </a:ext>
            </a:extLst>
          </p:cNvPr>
          <p:cNvCxnSpPr>
            <a:cxnSpLocks/>
            <a:stCxn id="67" idx="2"/>
            <a:endCxn id="66" idx="0"/>
          </p:cNvCxnSpPr>
          <p:nvPr/>
        </p:nvCxnSpPr>
        <p:spPr>
          <a:xfrm>
            <a:off x="3780000" y="4412536"/>
            <a:ext cx="1770312" cy="27790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AB8E5237-4341-2B3E-2F45-C28CFEC05FFB}"/>
              </a:ext>
            </a:extLst>
          </p:cNvPr>
          <p:cNvCxnSpPr>
            <a:cxnSpLocks/>
            <a:stCxn id="67" idx="2"/>
            <a:endCxn id="68" idx="0"/>
          </p:cNvCxnSpPr>
          <p:nvPr/>
        </p:nvCxnSpPr>
        <p:spPr>
          <a:xfrm flipH="1">
            <a:off x="2072012" y="4412536"/>
            <a:ext cx="1707988" cy="27790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62EE80CF-0B11-ABE3-EE89-A08F97B42E7B}"/>
              </a:ext>
            </a:extLst>
          </p:cNvPr>
          <p:cNvSpPr/>
          <p:nvPr/>
        </p:nvSpPr>
        <p:spPr>
          <a:xfrm>
            <a:off x="4138187" y="5321698"/>
            <a:ext cx="108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81BB24C1-AE74-4938-5979-E310C96F364C}"/>
              </a:ext>
            </a:extLst>
          </p:cNvPr>
          <p:cNvCxnSpPr>
            <a:cxnSpLocks/>
          </p:cNvCxnSpPr>
          <p:nvPr/>
        </p:nvCxnSpPr>
        <p:spPr>
          <a:xfrm flipH="1">
            <a:off x="203698" y="1539369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0C8E793-8D95-D3D1-333C-1D0753FD0E59}"/>
              </a:ext>
            </a:extLst>
          </p:cNvPr>
          <p:cNvCxnSpPr>
            <a:cxnSpLocks/>
          </p:cNvCxnSpPr>
          <p:nvPr/>
        </p:nvCxnSpPr>
        <p:spPr>
          <a:xfrm flipH="1">
            <a:off x="203198" y="2668908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0D63813-995A-50AE-BC9D-D1C92510253C}"/>
              </a:ext>
            </a:extLst>
          </p:cNvPr>
          <p:cNvSpPr txBox="1"/>
          <p:nvPr/>
        </p:nvSpPr>
        <p:spPr>
          <a:xfrm>
            <a:off x="203698" y="155154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5D0A8D0-9CBE-2915-DAF7-CBF65979E78F}"/>
              </a:ext>
            </a:extLst>
          </p:cNvPr>
          <p:cNvSpPr/>
          <p:nvPr/>
        </p:nvSpPr>
        <p:spPr>
          <a:xfrm>
            <a:off x="3919404" y="1658220"/>
            <a:ext cx="1332000" cy="360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DB6B4FA-24AE-D18B-2907-6AA2C6299125}"/>
              </a:ext>
            </a:extLst>
          </p:cNvPr>
          <p:cNvSpPr/>
          <p:nvPr/>
        </p:nvSpPr>
        <p:spPr>
          <a:xfrm>
            <a:off x="2244159" y="1658220"/>
            <a:ext cx="1332000" cy="360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sp>
        <p:nvSpPr>
          <p:cNvPr id="17" name="사각형: 잘린 한쪽 모서리 16">
            <a:extLst>
              <a:ext uri="{FF2B5EF4-FFF2-40B4-BE49-F238E27FC236}">
                <a16:creationId xmlns:a16="http://schemas.microsoft.com/office/drawing/2014/main" id="{12E5AB6F-3A82-C550-D967-FFDF6007133F}"/>
              </a:ext>
            </a:extLst>
          </p:cNvPr>
          <p:cNvSpPr/>
          <p:nvPr/>
        </p:nvSpPr>
        <p:spPr>
          <a:xfrm>
            <a:off x="3271686" y="3961959"/>
            <a:ext cx="1016628" cy="440982"/>
          </a:xfrm>
          <a:prstGeom prst="snip1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com_S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사각형: 잘린 한쪽 모서리 17">
            <a:extLst>
              <a:ext uri="{FF2B5EF4-FFF2-40B4-BE49-F238E27FC236}">
                <a16:creationId xmlns:a16="http://schemas.microsoft.com/office/drawing/2014/main" id="{2030E440-D0F4-4935-FC4A-B6FB99038C46}"/>
              </a:ext>
            </a:extLst>
          </p:cNvPr>
          <p:cNvSpPr/>
          <p:nvPr/>
        </p:nvSpPr>
        <p:spPr>
          <a:xfrm>
            <a:off x="5041998" y="4609454"/>
            <a:ext cx="1016628" cy="440982"/>
          </a:xfrm>
          <a:prstGeom prst="snip1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com_T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사각형: 잘린 한쪽 모서리 19">
            <a:extLst>
              <a:ext uri="{FF2B5EF4-FFF2-40B4-BE49-F238E27FC236}">
                <a16:creationId xmlns:a16="http://schemas.microsoft.com/office/drawing/2014/main" id="{5D90CDE3-D274-FA25-8E10-4F123E89FC50}"/>
              </a:ext>
            </a:extLst>
          </p:cNvPr>
          <p:cNvSpPr/>
          <p:nvPr/>
        </p:nvSpPr>
        <p:spPr>
          <a:xfrm>
            <a:off x="1563698" y="4609454"/>
            <a:ext cx="1016628" cy="440982"/>
          </a:xfrm>
          <a:prstGeom prst="snip1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com_T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사각형: 잘린 한쪽 모서리 20">
            <a:extLst>
              <a:ext uri="{FF2B5EF4-FFF2-40B4-BE49-F238E27FC236}">
                <a16:creationId xmlns:a16="http://schemas.microsoft.com/office/drawing/2014/main" id="{B607A34C-A138-AE21-48F3-36B149A72C9D}"/>
              </a:ext>
            </a:extLst>
          </p:cNvPr>
          <p:cNvSpPr/>
          <p:nvPr/>
        </p:nvSpPr>
        <p:spPr>
          <a:xfrm>
            <a:off x="685897" y="5240716"/>
            <a:ext cx="1016628" cy="440982"/>
          </a:xfrm>
          <a:prstGeom prst="snip1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com_T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034F90-81E0-85E7-AE96-0763CC2E4635}"/>
              </a:ext>
            </a:extLst>
          </p:cNvPr>
          <p:cNvSpPr txBox="1"/>
          <p:nvPr/>
        </p:nvSpPr>
        <p:spPr>
          <a:xfrm>
            <a:off x="4977181" y="3904254"/>
            <a:ext cx="3912817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주기적으로 </a:t>
            </a:r>
            <a:r>
              <a:rPr lang="en-US" altLang="ko-KR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으로 보낸다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8314EC-B544-A82C-D3A8-FE53541E979C}"/>
              </a:ext>
            </a:extLst>
          </p:cNvPr>
          <p:cNvSpPr txBox="1"/>
          <p:nvPr/>
        </p:nvSpPr>
        <p:spPr>
          <a:xfrm>
            <a:off x="203698" y="5788609"/>
            <a:ext cx="1358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56BEC6-B9F0-D84B-54EA-A38BB5A78C69}"/>
              </a:ext>
            </a:extLst>
          </p:cNvPr>
          <p:cNvCxnSpPr>
            <a:cxnSpLocks/>
          </p:cNvCxnSpPr>
          <p:nvPr/>
        </p:nvCxnSpPr>
        <p:spPr>
          <a:xfrm flipH="1">
            <a:off x="203698" y="5779426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DE8AD4B-C604-CC49-59F6-C68504AA31FA}"/>
              </a:ext>
            </a:extLst>
          </p:cNvPr>
          <p:cNvSpPr txBox="1"/>
          <p:nvPr/>
        </p:nvSpPr>
        <p:spPr>
          <a:xfrm>
            <a:off x="203697" y="2683409"/>
            <a:ext cx="1243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0565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68272-BF96-FB60-59F3-CAABF82A0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30831ED6-BF3D-F92D-DF75-BD9EB528D19E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처리 방식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7A4669C9-7E9F-D822-BEB2-924303AD8FEA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12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132F916-D833-D45F-C79E-F238EE3B180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47B58411-5E86-58ED-CC41-E9D106C62A60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Priority Queue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48B31D5-D6DE-9B60-4A25-D7F5031E6CA8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90E1BF7D-2E86-339A-02DB-7C4A5364BD1E}"/>
              </a:ext>
            </a:extLst>
          </p:cNvPr>
          <p:cNvSpPr/>
          <p:nvPr/>
        </p:nvSpPr>
        <p:spPr>
          <a:xfrm>
            <a:off x="5010312" y="4690436"/>
            <a:ext cx="108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1E56CE2D-D8AB-FE6A-D1E6-E93C6479BEEC}"/>
              </a:ext>
            </a:extLst>
          </p:cNvPr>
          <p:cNvSpPr/>
          <p:nvPr/>
        </p:nvSpPr>
        <p:spPr>
          <a:xfrm>
            <a:off x="3240000" y="4052536"/>
            <a:ext cx="108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</a:t>
            </a: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55467CCE-3D35-BD6E-C427-521AD3D503CD}"/>
              </a:ext>
            </a:extLst>
          </p:cNvPr>
          <p:cNvSpPr/>
          <p:nvPr/>
        </p:nvSpPr>
        <p:spPr>
          <a:xfrm>
            <a:off x="1532012" y="4690436"/>
            <a:ext cx="108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FD07ECAB-A35B-16B5-9A30-D50E26A1318F}"/>
              </a:ext>
            </a:extLst>
          </p:cNvPr>
          <p:cNvSpPr/>
          <p:nvPr/>
        </p:nvSpPr>
        <p:spPr>
          <a:xfrm>
            <a:off x="5880175" y="5321698"/>
            <a:ext cx="108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4FF6D118-8022-409F-EBE0-5356F0596B68}"/>
              </a:ext>
            </a:extLst>
          </p:cNvPr>
          <p:cNvSpPr/>
          <p:nvPr/>
        </p:nvSpPr>
        <p:spPr>
          <a:xfrm>
            <a:off x="4138188" y="5321698"/>
            <a:ext cx="108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E421BE72-7685-C3CD-4E9E-5B44B613C9B1}"/>
              </a:ext>
            </a:extLst>
          </p:cNvPr>
          <p:cNvSpPr/>
          <p:nvPr/>
        </p:nvSpPr>
        <p:spPr>
          <a:xfrm>
            <a:off x="2396200" y="5321698"/>
            <a:ext cx="108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CE3B2660-3C12-8878-57A9-A2372BCCE586}"/>
              </a:ext>
            </a:extLst>
          </p:cNvPr>
          <p:cNvSpPr/>
          <p:nvPr/>
        </p:nvSpPr>
        <p:spPr>
          <a:xfrm>
            <a:off x="654212" y="5321698"/>
            <a:ext cx="108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9FA6E687-9F36-5F99-CC51-BE5BC9A76F5F}"/>
              </a:ext>
            </a:extLst>
          </p:cNvPr>
          <p:cNvCxnSpPr>
            <a:stCxn id="68" idx="2"/>
            <a:endCxn id="72" idx="0"/>
          </p:cNvCxnSpPr>
          <p:nvPr/>
        </p:nvCxnSpPr>
        <p:spPr>
          <a:xfrm flipH="1">
            <a:off x="1194212" y="5050436"/>
            <a:ext cx="877800" cy="27126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C203F091-54C4-6831-20EB-3FF9FE534955}"/>
              </a:ext>
            </a:extLst>
          </p:cNvPr>
          <p:cNvCxnSpPr>
            <a:cxnSpLocks/>
            <a:stCxn id="68" idx="2"/>
            <a:endCxn id="71" idx="0"/>
          </p:cNvCxnSpPr>
          <p:nvPr/>
        </p:nvCxnSpPr>
        <p:spPr>
          <a:xfrm>
            <a:off x="2072012" y="5050436"/>
            <a:ext cx="864188" cy="27126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FA1ED34F-1A48-3D04-9283-BA2564CC3F12}"/>
              </a:ext>
            </a:extLst>
          </p:cNvPr>
          <p:cNvCxnSpPr>
            <a:cxnSpLocks/>
            <a:stCxn id="66" idx="2"/>
            <a:endCxn id="70" idx="0"/>
          </p:cNvCxnSpPr>
          <p:nvPr/>
        </p:nvCxnSpPr>
        <p:spPr>
          <a:xfrm flipH="1">
            <a:off x="4678188" y="5050436"/>
            <a:ext cx="872124" cy="27126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73CC9424-E0D8-CC9B-6E21-E272F77EE129}"/>
              </a:ext>
            </a:extLst>
          </p:cNvPr>
          <p:cNvCxnSpPr>
            <a:cxnSpLocks/>
            <a:stCxn id="66" idx="2"/>
            <a:endCxn id="69" idx="0"/>
          </p:cNvCxnSpPr>
          <p:nvPr/>
        </p:nvCxnSpPr>
        <p:spPr>
          <a:xfrm>
            <a:off x="5550312" y="5050436"/>
            <a:ext cx="869863" cy="27126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3631F31B-949B-501F-72A2-0FB8C3E2380C}"/>
              </a:ext>
            </a:extLst>
          </p:cNvPr>
          <p:cNvCxnSpPr>
            <a:cxnSpLocks/>
            <a:stCxn id="67" idx="2"/>
            <a:endCxn id="66" idx="0"/>
          </p:cNvCxnSpPr>
          <p:nvPr/>
        </p:nvCxnSpPr>
        <p:spPr>
          <a:xfrm>
            <a:off x="3780000" y="4412536"/>
            <a:ext cx="1770312" cy="27790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03C8B7F1-41E8-CED9-BC9C-530A7F207A8A}"/>
              </a:ext>
            </a:extLst>
          </p:cNvPr>
          <p:cNvCxnSpPr>
            <a:cxnSpLocks/>
            <a:stCxn id="67" idx="2"/>
            <a:endCxn id="68" idx="0"/>
          </p:cNvCxnSpPr>
          <p:nvPr/>
        </p:nvCxnSpPr>
        <p:spPr>
          <a:xfrm flipH="1">
            <a:off x="2072012" y="4412536"/>
            <a:ext cx="1707988" cy="27790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F7D41980-4386-DD1C-15D5-933FBD1218D5}"/>
              </a:ext>
            </a:extLst>
          </p:cNvPr>
          <p:cNvSpPr/>
          <p:nvPr/>
        </p:nvSpPr>
        <p:spPr>
          <a:xfrm>
            <a:off x="4138187" y="5321698"/>
            <a:ext cx="108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186ECD4E-163E-3914-678B-4038669F3BD1}"/>
              </a:ext>
            </a:extLst>
          </p:cNvPr>
          <p:cNvCxnSpPr>
            <a:cxnSpLocks/>
          </p:cNvCxnSpPr>
          <p:nvPr/>
        </p:nvCxnSpPr>
        <p:spPr>
          <a:xfrm flipH="1">
            <a:off x="203698" y="1539369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71B8EA6-1E8B-02D3-ED75-22E3D6BB9897}"/>
              </a:ext>
            </a:extLst>
          </p:cNvPr>
          <p:cNvCxnSpPr>
            <a:cxnSpLocks/>
          </p:cNvCxnSpPr>
          <p:nvPr/>
        </p:nvCxnSpPr>
        <p:spPr>
          <a:xfrm flipH="1">
            <a:off x="203198" y="2668908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C2085F5-3052-DBA2-1E27-D6A3671BAE2E}"/>
              </a:ext>
            </a:extLst>
          </p:cNvPr>
          <p:cNvSpPr txBox="1"/>
          <p:nvPr/>
        </p:nvSpPr>
        <p:spPr>
          <a:xfrm>
            <a:off x="203698" y="155154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C1A964D-D735-EEA0-A056-C7C89018BE99}"/>
              </a:ext>
            </a:extLst>
          </p:cNvPr>
          <p:cNvSpPr/>
          <p:nvPr/>
        </p:nvSpPr>
        <p:spPr>
          <a:xfrm>
            <a:off x="3919404" y="1658220"/>
            <a:ext cx="1332000" cy="360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A0EF87B-C21B-CC74-117E-30BF3BD33FB8}"/>
              </a:ext>
            </a:extLst>
          </p:cNvPr>
          <p:cNvSpPr/>
          <p:nvPr/>
        </p:nvSpPr>
        <p:spPr>
          <a:xfrm>
            <a:off x="2244159" y="1658220"/>
            <a:ext cx="1332000" cy="360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sp>
        <p:nvSpPr>
          <p:cNvPr id="17" name="사각형: 잘린 한쪽 모서리 16">
            <a:extLst>
              <a:ext uri="{FF2B5EF4-FFF2-40B4-BE49-F238E27FC236}">
                <a16:creationId xmlns:a16="http://schemas.microsoft.com/office/drawing/2014/main" id="{613EC50C-5E75-DBC9-B49D-A9EC992A008B}"/>
              </a:ext>
            </a:extLst>
          </p:cNvPr>
          <p:cNvSpPr/>
          <p:nvPr/>
        </p:nvSpPr>
        <p:spPr>
          <a:xfrm>
            <a:off x="3271686" y="3961959"/>
            <a:ext cx="1016628" cy="440982"/>
          </a:xfrm>
          <a:prstGeom prst="snip1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com_S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사각형: 잘린 한쪽 모서리 17">
            <a:extLst>
              <a:ext uri="{FF2B5EF4-FFF2-40B4-BE49-F238E27FC236}">
                <a16:creationId xmlns:a16="http://schemas.microsoft.com/office/drawing/2014/main" id="{A745E081-3F71-2C81-FC0D-E33A1E74A4B7}"/>
              </a:ext>
            </a:extLst>
          </p:cNvPr>
          <p:cNvSpPr/>
          <p:nvPr/>
        </p:nvSpPr>
        <p:spPr>
          <a:xfrm>
            <a:off x="5041998" y="4609454"/>
            <a:ext cx="1016628" cy="440982"/>
          </a:xfrm>
          <a:prstGeom prst="snip1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com_T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사각형: 잘린 한쪽 모서리 19">
            <a:extLst>
              <a:ext uri="{FF2B5EF4-FFF2-40B4-BE49-F238E27FC236}">
                <a16:creationId xmlns:a16="http://schemas.microsoft.com/office/drawing/2014/main" id="{9112EC58-4A7D-1F0E-A9B9-57F515EAB61F}"/>
              </a:ext>
            </a:extLst>
          </p:cNvPr>
          <p:cNvSpPr/>
          <p:nvPr/>
        </p:nvSpPr>
        <p:spPr>
          <a:xfrm>
            <a:off x="1563698" y="4609454"/>
            <a:ext cx="1016628" cy="440982"/>
          </a:xfrm>
          <a:prstGeom prst="snip1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com_T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사각형: 잘린 한쪽 모서리 20">
            <a:extLst>
              <a:ext uri="{FF2B5EF4-FFF2-40B4-BE49-F238E27FC236}">
                <a16:creationId xmlns:a16="http://schemas.microsoft.com/office/drawing/2014/main" id="{90F28DBE-61E6-1078-A943-DE820D62F50F}"/>
              </a:ext>
            </a:extLst>
          </p:cNvPr>
          <p:cNvSpPr/>
          <p:nvPr/>
        </p:nvSpPr>
        <p:spPr>
          <a:xfrm>
            <a:off x="685897" y="5240716"/>
            <a:ext cx="1016628" cy="440982"/>
          </a:xfrm>
          <a:prstGeom prst="snip1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com_T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455D16-B755-6D08-ED09-04E3C9EBC732}"/>
              </a:ext>
            </a:extLst>
          </p:cNvPr>
          <p:cNvSpPr txBox="1"/>
          <p:nvPr/>
        </p:nvSpPr>
        <p:spPr>
          <a:xfrm>
            <a:off x="203698" y="5788609"/>
            <a:ext cx="1358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F879A30-36A0-2CB1-F508-30A709DDDBF4}"/>
              </a:ext>
            </a:extLst>
          </p:cNvPr>
          <p:cNvCxnSpPr>
            <a:cxnSpLocks/>
          </p:cNvCxnSpPr>
          <p:nvPr/>
        </p:nvCxnSpPr>
        <p:spPr>
          <a:xfrm flipH="1">
            <a:off x="203698" y="5779426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FB5CC76-C8A0-BC8D-A94D-AE5ACFB44435}"/>
              </a:ext>
            </a:extLst>
          </p:cNvPr>
          <p:cNvSpPr txBox="1"/>
          <p:nvPr/>
        </p:nvSpPr>
        <p:spPr>
          <a:xfrm>
            <a:off x="203697" y="2683409"/>
            <a:ext cx="1243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B5812C-669A-4788-BA38-D9CCB87DA8D7}"/>
              </a:ext>
            </a:extLst>
          </p:cNvPr>
          <p:cNvSpPr txBox="1"/>
          <p:nvPr/>
        </p:nvSpPr>
        <p:spPr>
          <a:xfrm>
            <a:off x="5114250" y="6058089"/>
            <a:ext cx="3912817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정렬된 순서에 맞춰서 실행된다</a:t>
            </a:r>
          </a:p>
        </p:txBody>
      </p:sp>
    </p:spTree>
    <p:extLst>
      <p:ext uri="{BB962C8B-B14F-4D97-AF65-F5344CB8AC3E}">
        <p14:creationId xmlns:p14="http://schemas.microsoft.com/office/powerpoint/2010/main" val="3168041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3.7037E-6 L -0.1283 0.2879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424" y="1439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3.33333E-6 L 0.18646 0.19375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323" y="967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3.7037E-6 L 0.53541 0.1016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771" y="5069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3.33333E-6 L -0.06961 0.19375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90" y="96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0" grpId="0" animBg="1"/>
      <p:bldP spid="21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EEDDC-C0B8-E1B1-09FC-A7F095DAD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9B3F30AD-903F-590A-31EE-670674D719DC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처리 방식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179D041D-C625-6461-63DD-C3C1FD9FF584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13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C96D8D0-9953-9F5C-61AA-3ACB1EECCDF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16FA285C-3D49-076C-A461-788304A0BAFF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Priority Queue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0F75F18-9F12-BB1D-5F00-D696CE916BED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C26E022E-4F16-0ED0-6275-EF5680B57D0E}"/>
              </a:ext>
            </a:extLst>
          </p:cNvPr>
          <p:cNvCxnSpPr>
            <a:cxnSpLocks/>
          </p:cNvCxnSpPr>
          <p:nvPr/>
        </p:nvCxnSpPr>
        <p:spPr>
          <a:xfrm flipH="1">
            <a:off x="203698" y="1539369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703FFD9-4655-79EB-F53E-BA117919AC34}"/>
              </a:ext>
            </a:extLst>
          </p:cNvPr>
          <p:cNvCxnSpPr>
            <a:cxnSpLocks/>
          </p:cNvCxnSpPr>
          <p:nvPr/>
        </p:nvCxnSpPr>
        <p:spPr>
          <a:xfrm flipH="1">
            <a:off x="203198" y="2668908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6B51978-4F20-410B-4C28-D8307E6E256E}"/>
              </a:ext>
            </a:extLst>
          </p:cNvPr>
          <p:cNvSpPr txBox="1"/>
          <p:nvPr/>
        </p:nvSpPr>
        <p:spPr>
          <a:xfrm>
            <a:off x="203698" y="155154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7EA2769-DCF4-2BE2-687A-CBD0C63C31D7}"/>
              </a:ext>
            </a:extLst>
          </p:cNvPr>
          <p:cNvSpPr/>
          <p:nvPr/>
        </p:nvSpPr>
        <p:spPr>
          <a:xfrm>
            <a:off x="3919404" y="1658220"/>
            <a:ext cx="1332000" cy="360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131F141-C922-72EF-E73E-51EA27320702}"/>
              </a:ext>
            </a:extLst>
          </p:cNvPr>
          <p:cNvSpPr/>
          <p:nvPr/>
        </p:nvSpPr>
        <p:spPr>
          <a:xfrm>
            <a:off x="2244159" y="1658220"/>
            <a:ext cx="1332000" cy="360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CA7ADB-45DC-E0D2-6CB9-C4F950C34062}"/>
              </a:ext>
            </a:extLst>
          </p:cNvPr>
          <p:cNvSpPr txBox="1"/>
          <p:nvPr/>
        </p:nvSpPr>
        <p:spPr>
          <a:xfrm>
            <a:off x="203697" y="2683409"/>
            <a:ext cx="1243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CD99B65-D5A3-57FC-B06A-F5BB96DD49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85802"/>
            <a:ext cx="9144000" cy="2248669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23CCE587-1E1B-286C-5088-88C88611781F}"/>
              </a:ext>
            </a:extLst>
          </p:cNvPr>
          <p:cNvSpPr/>
          <p:nvPr/>
        </p:nvSpPr>
        <p:spPr>
          <a:xfrm>
            <a:off x="3584539" y="3635728"/>
            <a:ext cx="669729" cy="241176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3E5EAC29-4FD5-7F23-1616-ACEF54BBFE26}"/>
              </a:ext>
            </a:extLst>
          </p:cNvPr>
          <p:cNvSpPr/>
          <p:nvPr/>
        </p:nvSpPr>
        <p:spPr>
          <a:xfrm>
            <a:off x="4237132" y="4188923"/>
            <a:ext cx="669729" cy="241176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50AD5C9-FCDB-2DF2-1938-47199A5A9925}"/>
              </a:ext>
            </a:extLst>
          </p:cNvPr>
          <p:cNvSpPr/>
          <p:nvPr/>
        </p:nvSpPr>
        <p:spPr>
          <a:xfrm>
            <a:off x="6797131" y="4188923"/>
            <a:ext cx="669729" cy="241176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28240245-7D94-E603-B0BA-CBE054907DA0}"/>
              </a:ext>
            </a:extLst>
          </p:cNvPr>
          <p:cNvSpPr/>
          <p:nvPr/>
        </p:nvSpPr>
        <p:spPr>
          <a:xfrm>
            <a:off x="3584539" y="4468960"/>
            <a:ext cx="669729" cy="241176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5ECB5DA-5402-E440-1EE3-2891FC630B39}"/>
              </a:ext>
            </a:extLst>
          </p:cNvPr>
          <p:cNvSpPr/>
          <p:nvPr/>
        </p:nvSpPr>
        <p:spPr>
          <a:xfrm>
            <a:off x="5041483" y="4765267"/>
            <a:ext cx="669729" cy="241176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9DE3C2D6-48E5-6A2B-1ADA-A22D55D1D1DE}"/>
              </a:ext>
            </a:extLst>
          </p:cNvPr>
          <p:cNvSpPr/>
          <p:nvPr/>
        </p:nvSpPr>
        <p:spPr>
          <a:xfrm>
            <a:off x="3567403" y="5318631"/>
            <a:ext cx="669729" cy="241176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1E5A9D17-A804-031E-7830-D1F01B000CFD}"/>
              </a:ext>
            </a:extLst>
          </p:cNvPr>
          <p:cNvSpPr/>
          <p:nvPr/>
        </p:nvSpPr>
        <p:spPr>
          <a:xfrm>
            <a:off x="5041482" y="5618567"/>
            <a:ext cx="669729" cy="241176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2739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28A1B-F56C-F82B-9F26-B82C5EAAC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8BCC9D88-F63A-A613-FA75-278418FB7872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구현 방식의 난이도가 낮다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534557A3-7B3E-4BA3-98E8-0BB9B4B3CD3D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14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94DC9BB9-E5CA-AFBC-48AF-8A221B2115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B4C02687-A589-D250-09C0-B0766D78690C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왜 이런 방식을 선택했는가</a:t>
            </a: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?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0C6C39D-AA36-E47A-0E7A-74A482431A46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74006833-418E-A786-82DE-7429A2911005}"/>
              </a:ext>
            </a:extLst>
          </p:cNvPr>
          <p:cNvSpPr/>
          <p:nvPr/>
        </p:nvSpPr>
        <p:spPr>
          <a:xfrm>
            <a:off x="203198" y="4548169"/>
            <a:ext cx="8686800" cy="11690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C9FC1418-D66D-39A4-7CD8-98DAF30E36B7}"/>
              </a:ext>
            </a:extLst>
          </p:cNvPr>
          <p:cNvSpPr/>
          <p:nvPr/>
        </p:nvSpPr>
        <p:spPr>
          <a:xfrm>
            <a:off x="203198" y="2193288"/>
            <a:ext cx="8686800" cy="223131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8F53DE47-5B4E-A4AA-4059-033F332D5546}"/>
              </a:ext>
            </a:extLst>
          </p:cNvPr>
          <p:cNvCxnSpPr>
            <a:cxnSpLocks/>
          </p:cNvCxnSpPr>
          <p:nvPr/>
        </p:nvCxnSpPr>
        <p:spPr>
          <a:xfrm flipH="1">
            <a:off x="203698" y="1539369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F1DD2C48-FBF7-0F50-0970-40C96464D09D}"/>
              </a:ext>
            </a:extLst>
          </p:cNvPr>
          <p:cNvCxnSpPr>
            <a:cxnSpLocks/>
          </p:cNvCxnSpPr>
          <p:nvPr/>
        </p:nvCxnSpPr>
        <p:spPr>
          <a:xfrm flipH="1">
            <a:off x="203198" y="2130428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BF777F04-A441-CE45-7C0E-759FBA588B23}"/>
              </a:ext>
            </a:extLst>
          </p:cNvPr>
          <p:cNvCxnSpPr>
            <a:cxnSpLocks/>
          </p:cNvCxnSpPr>
          <p:nvPr/>
        </p:nvCxnSpPr>
        <p:spPr>
          <a:xfrm flipH="1">
            <a:off x="203698" y="2721487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6C4AFF21-3397-CC3A-DEC4-2223758BD126}"/>
              </a:ext>
            </a:extLst>
          </p:cNvPr>
          <p:cNvCxnSpPr>
            <a:cxnSpLocks/>
          </p:cNvCxnSpPr>
          <p:nvPr/>
        </p:nvCxnSpPr>
        <p:spPr>
          <a:xfrm flipH="1">
            <a:off x="203698" y="3312546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31AD7F6C-C503-1348-A1EF-E700A9179E66}"/>
              </a:ext>
            </a:extLst>
          </p:cNvPr>
          <p:cNvCxnSpPr>
            <a:cxnSpLocks/>
          </p:cNvCxnSpPr>
          <p:nvPr/>
        </p:nvCxnSpPr>
        <p:spPr>
          <a:xfrm flipH="1">
            <a:off x="203698" y="3903605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984D0E1C-8B6C-5D19-A736-5418A3D51F98}"/>
              </a:ext>
            </a:extLst>
          </p:cNvPr>
          <p:cNvSpPr txBox="1"/>
          <p:nvPr/>
        </p:nvSpPr>
        <p:spPr>
          <a:xfrm>
            <a:off x="203698" y="155154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70FB055-D8F3-3C84-E725-287D393D9420}"/>
              </a:ext>
            </a:extLst>
          </p:cNvPr>
          <p:cNvSpPr txBox="1"/>
          <p:nvPr/>
        </p:nvSpPr>
        <p:spPr>
          <a:xfrm>
            <a:off x="203698" y="4492248"/>
            <a:ext cx="1358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DAA7EF8-04A5-168B-632B-41910155ED1F}"/>
              </a:ext>
            </a:extLst>
          </p:cNvPr>
          <p:cNvSpPr txBox="1"/>
          <p:nvPr/>
        </p:nvSpPr>
        <p:spPr>
          <a:xfrm>
            <a:off x="203698" y="2148324"/>
            <a:ext cx="1218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9F73161-35D8-DFFE-30D3-5C337B08BD0F}"/>
              </a:ext>
            </a:extLst>
          </p:cNvPr>
          <p:cNvSpPr txBox="1"/>
          <p:nvPr/>
        </p:nvSpPr>
        <p:spPr>
          <a:xfrm>
            <a:off x="203698" y="3331592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A7E0A72-3A2E-EE83-10BB-77CC6536F151}"/>
              </a:ext>
            </a:extLst>
          </p:cNvPr>
          <p:cNvSpPr/>
          <p:nvPr/>
        </p:nvSpPr>
        <p:spPr>
          <a:xfrm>
            <a:off x="2175396" y="4601577"/>
            <a:ext cx="6546947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C09EE864-0537-DECB-FC9A-D8768564F6D1}"/>
              </a:ext>
            </a:extLst>
          </p:cNvPr>
          <p:cNvSpPr/>
          <p:nvPr/>
        </p:nvSpPr>
        <p:spPr>
          <a:xfrm>
            <a:off x="3919404" y="1658220"/>
            <a:ext cx="1332000" cy="360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0C9B1817-1A13-1138-1CA5-46F59AEC6C68}"/>
              </a:ext>
            </a:extLst>
          </p:cNvPr>
          <p:cNvSpPr/>
          <p:nvPr/>
        </p:nvSpPr>
        <p:spPr>
          <a:xfrm>
            <a:off x="2244159" y="1658220"/>
            <a:ext cx="1332000" cy="360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6BBAEECE-2C1A-BA86-FAAA-19F4D3AA22C0}"/>
              </a:ext>
            </a:extLst>
          </p:cNvPr>
          <p:cNvSpPr/>
          <p:nvPr/>
        </p:nvSpPr>
        <p:spPr>
          <a:xfrm>
            <a:off x="5605882" y="1658220"/>
            <a:ext cx="1332000" cy="3600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</a:t>
            </a: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C8CFB138-E1C5-35D3-C903-E6139639B6ED}"/>
              </a:ext>
            </a:extLst>
          </p:cNvPr>
          <p:cNvSpPr/>
          <p:nvPr/>
        </p:nvSpPr>
        <p:spPr>
          <a:xfrm>
            <a:off x="7295168" y="1658220"/>
            <a:ext cx="1332000" cy="3600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heartbeat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EED820F5-E004-7849-77F0-4858ACE93582}"/>
              </a:ext>
            </a:extLst>
          </p:cNvPr>
          <p:cNvSpPr/>
          <p:nvPr/>
        </p:nvSpPr>
        <p:spPr>
          <a:xfrm>
            <a:off x="2175397" y="2840338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37C2BFC4-4C54-B246-DFC7-FD7AEFCD5667}"/>
              </a:ext>
            </a:extLst>
          </p:cNvPr>
          <p:cNvSpPr/>
          <p:nvPr/>
        </p:nvSpPr>
        <p:spPr>
          <a:xfrm>
            <a:off x="3859067" y="2840338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6A17319C-46DB-274F-AD92-D7F2C9809B4F}"/>
              </a:ext>
            </a:extLst>
          </p:cNvPr>
          <p:cNvSpPr/>
          <p:nvPr/>
        </p:nvSpPr>
        <p:spPr>
          <a:xfrm>
            <a:off x="5542737" y="2840338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function_1()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5084CAF4-831D-9B05-9248-F92493D4E2BD}"/>
              </a:ext>
            </a:extLst>
          </p:cNvPr>
          <p:cNvSpPr/>
          <p:nvPr/>
        </p:nvSpPr>
        <p:spPr>
          <a:xfrm>
            <a:off x="7226406" y="2840338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function_2()</a:t>
            </a: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D6ADF15C-9F84-6F26-BC66-6899E6A22CE2}"/>
              </a:ext>
            </a:extLst>
          </p:cNvPr>
          <p:cNvSpPr/>
          <p:nvPr/>
        </p:nvSpPr>
        <p:spPr>
          <a:xfrm>
            <a:off x="2175397" y="3431397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send_to_lib</a:t>
            </a:r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B2F785E9-2464-B741-5537-5DAD2C757294}"/>
              </a:ext>
            </a:extLst>
          </p:cNvPr>
          <p:cNvSpPr/>
          <p:nvPr/>
        </p:nvSpPr>
        <p:spPr>
          <a:xfrm>
            <a:off x="3856259" y="3431397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send_to_lib</a:t>
            </a:r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D805E3AD-9C5E-8BBA-4840-D7709B1CC1FE}"/>
              </a:ext>
            </a:extLst>
          </p:cNvPr>
          <p:cNvCxnSpPr>
            <a:cxnSpLocks/>
            <a:stCxn id="81" idx="2"/>
            <a:endCxn id="85" idx="0"/>
          </p:cNvCxnSpPr>
          <p:nvPr/>
        </p:nvCxnSpPr>
        <p:spPr>
          <a:xfrm>
            <a:off x="2910159" y="3200338"/>
            <a:ext cx="0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51A8F8D6-570A-57C5-37F3-D65CFE87CD72}"/>
              </a:ext>
            </a:extLst>
          </p:cNvPr>
          <p:cNvCxnSpPr>
            <a:stCxn id="82" idx="2"/>
            <a:endCxn id="86" idx="0"/>
          </p:cNvCxnSpPr>
          <p:nvPr/>
        </p:nvCxnSpPr>
        <p:spPr>
          <a:xfrm flipH="1">
            <a:off x="4591021" y="3200338"/>
            <a:ext cx="2808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F9BF7C6B-BB35-CE53-76C0-742AE8390B61}"/>
              </a:ext>
            </a:extLst>
          </p:cNvPr>
          <p:cNvCxnSpPr>
            <a:cxnSpLocks/>
            <a:stCxn id="83" idx="2"/>
          </p:cNvCxnSpPr>
          <p:nvPr/>
        </p:nvCxnSpPr>
        <p:spPr>
          <a:xfrm>
            <a:off x="6277499" y="3200338"/>
            <a:ext cx="0" cy="140123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DDF5906A-D7CA-065E-CB74-60081491A8EC}"/>
              </a:ext>
            </a:extLst>
          </p:cNvPr>
          <p:cNvCxnSpPr>
            <a:cxnSpLocks/>
            <a:stCxn id="84" idx="2"/>
          </p:cNvCxnSpPr>
          <p:nvPr/>
        </p:nvCxnSpPr>
        <p:spPr>
          <a:xfrm>
            <a:off x="7961168" y="3200338"/>
            <a:ext cx="0" cy="140123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7BC7595C-45A0-41D4-7BA4-2E068E0CE921}"/>
              </a:ext>
            </a:extLst>
          </p:cNvPr>
          <p:cNvCxnSpPr>
            <a:cxnSpLocks/>
          </p:cNvCxnSpPr>
          <p:nvPr/>
        </p:nvCxnSpPr>
        <p:spPr>
          <a:xfrm flipH="1">
            <a:off x="203698" y="4483065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92" name="Picture 4" descr="PX4 Autopilot 사용자 안내서 | PX4 Guide (main)">
            <a:extLst>
              <a:ext uri="{FF2B5EF4-FFF2-40B4-BE49-F238E27FC236}">
                <a16:creationId xmlns:a16="http://schemas.microsoft.com/office/drawing/2014/main" id="{0F269C69-7E47-C2E7-864B-5431E90C8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0730" y="5474182"/>
            <a:ext cx="1216277" cy="911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882BA326-B073-9712-6E3E-5D792F06E07F}"/>
              </a:ext>
            </a:extLst>
          </p:cNvPr>
          <p:cNvCxnSpPr>
            <a:cxnSpLocks/>
            <a:stCxn id="76" idx="2"/>
          </p:cNvCxnSpPr>
          <p:nvPr/>
        </p:nvCxnSpPr>
        <p:spPr>
          <a:xfrm>
            <a:off x="5448870" y="4961577"/>
            <a:ext cx="0" cy="656903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6836BCAE-848D-1EE4-E570-BF9C4A469407}"/>
              </a:ext>
            </a:extLst>
          </p:cNvPr>
          <p:cNvSpPr/>
          <p:nvPr/>
        </p:nvSpPr>
        <p:spPr>
          <a:xfrm>
            <a:off x="2175396" y="2249279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service_plugin</a:t>
            </a:r>
            <a:endParaRPr lang="en-US" altLang="ko-K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5FB1ADB2-0831-EEAF-A6EB-E0D31C367AF8}"/>
              </a:ext>
            </a:extLst>
          </p:cNvPr>
          <p:cNvSpPr/>
          <p:nvPr/>
        </p:nvSpPr>
        <p:spPr>
          <a:xfrm>
            <a:off x="3856259" y="2249279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topic_plugin</a:t>
            </a:r>
            <a:endParaRPr lang="en-US" altLang="ko-K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B0395E95-B188-349C-8A9F-949EBC6E2307}"/>
              </a:ext>
            </a:extLst>
          </p:cNvPr>
          <p:cNvSpPr/>
          <p:nvPr/>
        </p:nvSpPr>
        <p:spPr>
          <a:xfrm>
            <a:off x="5542737" y="2249279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param_plugin</a:t>
            </a:r>
            <a:endParaRPr lang="en-US" altLang="ko-K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6750BE6F-20DF-959D-0B6C-6574CB7C1163}"/>
              </a:ext>
            </a:extLst>
          </p:cNvPr>
          <p:cNvSpPr/>
          <p:nvPr/>
        </p:nvSpPr>
        <p:spPr>
          <a:xfrm>
            <a:off x="7217982" y="2249279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heartb_plugin</a:t>
            </a:r>
            <a:endParaRPr lang="en-US" altLang="ko-K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72EC5943-2A31-8FD6-C6A6-7460937C966E}"/>
              </a:ext>
            </a:extLst>
          </p:cNvPr>
          <p:cNvCxnSpPr>
            <a:cxnSpLocks/>
            <a:stCxn id="78" idx="2"/>
            <a:endCxn id="94" idx="0"/>
          </p:cNvCxnSpPr>
          <p:nvPr/>
        </p:nvCxnSpPr>
        <p:spPr>
          <a:xfrm flipH="1">
            <a:off x="2910158" y="2018220"/>
            <a:ext cx="1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81C33431-0D5E-3E8E-32AC-1408E4305945}"/>
              </a:ext>
            </a:extLst>
          </p:cNvPr>
          <p:cNvCxnSpPr>
            <a:cxnSpLocks/>
            <a:stCxn id="94" idx="2"/>
            <a:endCxn id="81" idx="0"/>
          </p:cNvCxnSpPr>
          <p:nvPr/>
        </p:nvCxnSpPr>
        <p:spPr>
          <a:xfrm>
            <a:off x="2910158" y="2609279"/>
            <a:ext cx="1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7BE300A9-6193-2806-11E0-BF86D26E5829}"/>
              </a:ext>
            </a:extLst>
          </p:cNvPr>
          <p:cNvCxnSpPr>
            <a:cxnSpLocks/>
            <a:stCxn id="77" idx="2"/>
            <a:endCxn id="95" idx="0"/>
          </p:cNvCxnSpPr>
          <p:nvPr/>
        </p:nvCxnSpPr>
        <p:spPr>
          <a:xfrm>
            <a:off x="4585404" y="2018220"/>
            <a:ext cx="5617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06447772-C3DA-05E4-9848-8B2B0957E000}"/>
              </a:ext>
            </a:extLst>
          </p:cNvPr>
          <p:cNvCxnSpPr>
            <a:cxnSpLocks/>
            <a:stCxn id="79" idx="2"/>
            <a:endCxn id="96" idx="0"/>
          </p:cNvCxnSpPr>
          <p:nvPr/>
        </p:nvCxnSpPr>
        <p:spPr>
          <a:xfrm>
            <a:off x="6271882" y="2018220"/>
            <a:ext cx="5617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D81D0EB3-BC02-B38E-ECE6-6E5E71B6170A}"/>
              </a:ext>
            </a:extLst>
          </p:cNvPr>
          <p:cNvCxnSpPr>
            <a:cxnSpLocks/>
            <a:stCxn id="80" idx="2"/>
            <a:endCxn id="97" idx="0"/>
          </p:cNvCxnSpPr>
          <p:nvPr/>
        </p:nvCxnSpPr>
        <p:spPr>
          <a:xfrm flipH="1">
            <a:off x="7952744" y="2018220"/>
            <a:ext cx="8424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D5C8045C-E313-5E06-33D5-E1061ACF974B}"/>
              </a:ext>
            </a:extLst>
          </p:cNvPr>
          <p:cNvCxnSpPr>
            <a:cxnSpLocks/>
            <a:stCxn id="95" idx="2"/>
            <a:endCxn id="82" idx="0"/>
          </p:cNvCxnSpPr>
          <p:nvPr/>
        </p:nvCxnSpPr>
        <p:spPr>
          <a:xfrm>
            <a:off x="4591021" y="2609279"/>
            <a:ext cx="2808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FB436EC9-19C4-9735-F43B-4F0DA4750770}"/>
              </a:ext>
            </a:extLst>
          </p:cNvPr>
          <p:cNvCxnSpPr>
            <a:cxnSpLocks/>
            <a:stCxn id="96" idx="2"/>
            <a:endCxn id="83" idx="0"/>
          </p:cNvCxnSpPr>
          <p:nvPr/>
        </p:nvCxnSpPr>
        <p:spPr>
          <a:xfrm>
            <a:off x="6277499" y="2609279"/>
            <a:ext cx="0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4AB2764E-537A-55C6-18D5-0124B5596D70}"/>
              </a:ext>
            </a:extLst>
          </p:cNvPr>
          <p:cNvCxnSpPr>
            <a:cxnSpLocks/>
            <a:stCxn id="97" idx="2"/>
            <a:endCxn id="84" idx="0"/>
          </p:cNvCxnSpPr>
          <p:nvPr/>
        </p:nvCxnSpPr>
        <p:spPr>
          <a:xfrm>
            <a:off x="7952744" y="2609279"/>
            <a:ext cx="8424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8747492D-2271-A0DB-EEDA-F6B74FE99422}"/>
              </a:ext>
            </a:extLst>
          </p:cNvPr>
          <p:cNvSpPr/>
          <p:nvPr/>
        </p:nvSpPr>
        <p:spPr>
          <a:xfrm>
            <a:off x="2175396" y="3992183"/>
            <a:ext cx="3150387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</a:t>
            </a:r>
            <a:endParaRPr lang="en-US" altLang="ko-KR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D44A9763-877B-5C48-5557-2887465F0800}"/>
              </a:ext>
            </a:extLst>
          </p:cNvPr>
          <p:cNvCxnSpPr>
            <a:cxnSpLocks/>
            <a:stCxn id="85" idx="2"/>
          </p:cNvCxnSpPr>
          <p:nvPr/>
        </p:nvCxnSpPr>
        <p:spPr>
          <a:xfrm>
            <a:off x="2910159" y="3791397"/>
            <a:ext cx="0" cy="23106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111BA942-A927-0F3D-4399-1E0D1795B06A}"/>
              </a:ext>
            </a:extLst>
          </p:cNvPr>
          <p:cNvCxnSpPr>
            <a:cxnSpLocks/>
            <a:stCxn id="86" idx="2"/>
          </p:cNvCxnSpPr>
          <p:nvPr/>
        </p:nvCxnSpPr>
        <p:spPr>
          <a:xfrm flipH="1">
            <a:off x="4585404" y="3791397"/>
            <a:ext cx="5617" cy="23106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BBB03B4F-FE7B-249A-FB22-892B814490A5}"/>
              </a:ext>
            </a:extLst>
          </p:cNvPr>
          <p:cNvCxnSpPr>
            <a:cxnSpLocks/>
            <a:stCxn id="106" idx="2"/>
          </p:cNvCxnSpPr>
          <p:nvPr/>
        </p:nvCxnSpPr>
        <p:spPr>
          <a:xfrm>
            <a:off x="3750590" y="4352183"/>
            <a:ext cx="0" cy="249394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443214EE-7F01-08FE-E6DD-C3CB4ABC42E4}"/>
              </a:ext>
            </a:extLst>
          </p:cNvPr>
          <p:cNvSpPr txBox="1"/>
          <p:nvPr/>
        </p:nvSpPr>
        <p:spPr>
          <a:xfrm>
            <a:off x="1997301" y="3756433"/>
            <a:ext cx="3912817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여기만 수정하면 된다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660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D6084-4CE6-B05C-1142-512454CAE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D4D2AE48-4E77-D9EB-98B7-7B25E4E5CC86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우선순위가 보장된다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C11ABF6C-FA49-7699-B371-3D79C1488BD6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15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9F82FC1-1EC1-A57D-6D68-DE16EB41D3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691BEF27-07DB-F282-F11D-145ACE77565D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왜 이런 방식을 선택했는가</a:t>
            </a: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?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2851F4B-BD29-4D2B-AAAE-7CC69D0D15CE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B39D1B7-F54D-1FEE-8E29-A2719C935BAD}"/>
              </a:ext>
            </a:extLst>
          </p:cNvPr>
          <p:cNvGraphicFramePr>
            <a:graphicFrameLocks noGrp="1"/>
          </p:cNvGraphicFramePr>
          <p:nvPr/>
        </p:nvGraphicFramePr>
        <p:xfrm>
          <a:off x="1402198" y="1711649"/>
          <a:ext cx="6095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21686931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78840378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41540987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62566307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820395656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40402909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813901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51223"/>
                  </a:ext>
                </a:extLst>
              </a:tr>
            </a:tbl>
          </a:graphicData>
        </a:graphic>
      </p:graphicFrame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265F207-B73E-1D1C-6438-8CC9412B46B2}"/>
              </a:ext>
            </a:extLst>
          </p:cNvPr>
          <p:cNvCxnSpPr>
            <a:cxnSpLocks/>
          </p:cNvCxnSpPr>
          <p:nvPr/>
        </p:nvCxnSpPr>
        <p:spPr>
          <a:xfrm flipH="1">
            <a:off x="203698" y="1539369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BE6779D-98ED-273E-8EBB-C924C81401BA}"/>
              </a:ext>
            </a:extLst>
          </p:cNvPr>
          <p:cNvSpPr txBox="1"/>
          <p:nvPr/>
        </p:nvSpPr>
        <p:spPr>
          <a:xfrm>
            <a:off x="203698" y="154392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PQ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DEAF531-62D4-3397-6C28-528937349E1C}"/>
              </a:ext>
            </a:extLst>
          </p:cNvPr>
          <p:cNvGraphicFramePr>
            <a:graphicFrameLocks noGrp="1"/>
          </p:cNvGraphicFramePr>
          <p:nvPr/>
        </p:nvGraphicFramePr>
        <p:xfrm>
          <a:off x="1401700" y="2447469"/>
          <a:ext cx="6095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21686931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78840378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41540987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62566307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820395656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40402909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813901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51223"/>
                  </a:ext>
                </a:extLst>
              </a:tr>
            </a:tbl>
          </a:graphicData>
        </a:graphic>
      </p:graphicFrame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391A165-5E44-E8AA-01EF-E1734C51911C}"/>
              </a:ext>
            </a:extLst>
          </p:cNvPr>
          <p:cNvCxnSpPr>
            <a:cxnSpLocks/>
          </p:cNvCxnSpPr>
          <p:nvPr/>
        </p:nvCxnSpPr>
        <p:spPr>
          <a:xfrm flipH="1">
            <a:off x="203200" y="2275189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524F719-7878-7898-BE94-93006CDE5DFE}"/>
              </a:ext>
            </a:extLst>
          </p:cNvPr>
          <p:cNvSpPr txBox="1"/>
          <p:nvPr/>
        </p:nvSpPr>
        <p:spPr>
          <a:xfrm>
            <a:off x="203200" y="2279748"/>
            <a:ext cx="974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CD4F009-D648-1C4C-EDD8-2F415B05B6DF}"/>
              </a:ext>
            </a:extLst>
          </p:cNvPr>
          <p:cNvSpPr/>
          <p:nvPr/>
        </p:nvSpPr>
        <p:spPr>
          <a:xfrm>
            <a:off x="1416940" y="171164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9BA6BB5-A887-5A04-B44D-FD5EF79CECD6}"/>
              </a:ext>
            </a:extLst>
          </p:cNvPr>
          <p:cNvSpPr/>
          <p:nvPr/>
        </p:nvSpPr>
        <p:spPr>
          <a:xfrm>
            <a:off x="5775580" y="171164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585DC2F-228A-56C8-35A9-D7CD5836610D}"/>
              </a:ext>
            </a:extLst>
          </p:cNvPr>
          <p:cNvSpPr/>
          <p:nvPr/>
        </p:nvSpPr>
        <p:spPr>
          <a:xfrm>
            <a:off x="2288668" y="171164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67153CB-8563-BBE4-6DAF-F3B720B52D72}"/>
              </a:ext>
            </a:extLst>
          </p:cNvPr>
          <p:cNvSpPr/>
          <p:nvPr/>
        </p:nvSpPr>
        <p:spPr>
          <a:xfrm>
            <a:off x="4032124" y="171164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8A6A473-E6E6-B4F6-E124-D52E5D997F79}"/>
              </a:ext>
            </a:extLst>
          </p:cNvPr>
          <p:cNvSpPr/>
          <p:nvPr/>
        </p:nvSpPr>
        <p:spPr>
          <a:xfrm>
            <a:off x="3160396" y="171164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D47ACD7-CA05-D3AA-9BDB-7E4B6E76CA83}"/>
              </a:ext>
            </a:extLst>
          </p:cNvPr>
          <p:cNvSpPr/>
          <p:nvPr/>
        </p:nvSpPr>
        <p:spPr>
          <a:xfrm>
            <a:off x="4903852" y="171164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</p:txBody>
      </p:sp>
    </p:spTree>
    <p:extLst>
      <p:ext uri="{BB962C8B-B14F-4D97-AF65-F5344CB8AC3E}">
        <p14:creationId xmlns:p14="http://schemas.microsoft.com/office/powerpoint/2010/main" val="522690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041D6-25A0-C842-26E9-63194A780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3A2B464C-3629-3147-9FF8-229E8A0A051A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우선순위가 보장된다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0CB9F049-371B-D6EE-B300-E68C3BAEE532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16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D6B1746-A622-EFBD-D110-50AB8F40DE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0148EE43-8501-0BCA-D75D-02725F25A846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왜 이런 방식을 선택했는가</a:t>
            </a: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?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FA226A1-7761-7C14-A91A-55E342347CDD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228C892-4C52-8A7A-9ACC-19EBF579DF0E}"/>
              </a:ext>
            </a:extLst>
          </p:cNvPr>
          <p:cNvGraphicFramePr>
            <a:graphicFrameLocks noGrp="1"/>
          </p:cNvGraphicFramePr>
          <p:nvPr/>
        </p:nvGraphicFramePr>
        <p:xfrm>
          <a:off x="1402198" y="1711649"/>
          <a:ext cx="6095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21686931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78840378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41540987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62566307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820395656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40402909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813901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51223"/>
                  </a:ext>
                </a:extLst>
              </a:tr>
            </a:tbl>
          </a:graphicData>
        </a:graphic>
      </p:graphicFrame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B91ED91-335D-603D-FA42-B6C93842FDC5}"/>
              </a:ext>
            </a:extLst>
          </p:cNvPr>
          <p:cNvCxnSpPr>
            <a:cxnSpLocks/>
          </p:cNvCxnSpPr>
          <p:nvPr/>
        </p:nvCxnSpPr>
        <p:spPr>
          <a:xfrm flipH="1">
            <a:off x="203698" y="1539369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464667-2E45-30A5-400E-43D367391E83}"/>
              </a:ext>
            </a:extLst>
          </p:cNvPr>
          <p:cNvSpPr txBox="1"/>
          <p:nvPr/>
        </p:nvSpPr>
        <p:spPr>
          <a:xfrm>
            <a:off x="203698" y="154392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PQ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4BA0E99-2A37-09C8-263E-EE945937DFF2}"/>
              </a:ext>
            </a:extLst>
          </p:cNvPr>
          <p:cNvGraphicFramePr>
            <a:graphicFrameLocks noGrp="1"/>
          </p:cNvGraphicFramePr>
          <p:nvPr/>
        </p:nvGraphicFramePr>
        <p:xfrm>
          <a:off x="1401700" y="2447469"/>
          <a:ext cx="6095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21686931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78840378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41540987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62566307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820395656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40402909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813901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51223"/>
                  </a:ext>
                </a:extLst>
              </a:tr>
            </a:tbl>
          </a:graphicData>
        </a:graphic>
      </p:graphicFrame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9F474D0-804B-EF39-D35C-D44CA7FA2965}"/>
              </a:ext>
            </a:extLst>
          </p:cNvPr>
          <p:cNvCxnSpPr>
            <a:cxnSpLocks/>
          </p:cNvCxnSpPr>
          <p:nvPr/>
        </p:nvCxnSpPr>
        <p:spPr>
          <a:xfrm flipH="1">
            <a:off x="203200" y="2275189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6269189-D6A9-EC61-293A-3724994C1B69}"/>
              </a:ext>
            </a:extLst>
          </p:cNvPr>
          <p:cNvSpPr txBox="1"/>
          <p:nvPr/>
        </p:nvSpPr>
        <p:spPr>
          <a:xfrm>
            <a:off x="203200" y="2279748"/>
            <a:ext cx="974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9B1E277-9F07-43B8-96F7-33AB0DD22C9A}"/>
              </a:ext>
            </a:extLst>
          </p:cNvPr>
          <p:cNvSpPr/>
          <p:nvPr/>
        </p:nvSpPr>
        <p:spPr>
          <a:xfrm>
            <a:off x="1416940" y="2464003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B131067-A681-07A1-9241-FBEC9AEAFD3B}"/>
              </a:ext>
            </a:extLst>
          </p:cNvPr>
          <p:cNvSpPr/>
          <p:nvPr/>
        </p:nvSpPr>
        <p:spPr>
          <a:xfrm>
            <a:off x="5775580" y="2464003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BBE57D7-14C1-8B99-CFE9-D2CE60219093}"/>
              </a:ext>
            </a:extLst>
          </p:cNvPr>
          <p:cNvSpPr/>
          <p:nvPr/>
        </p:nvSpPr>
        <p:spPr>
          <a:xfrm>
            <a:off x="2288668" y="2464003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A0B74C4-E4DB-AC41-0F72-A378E2CA70C4}"/>
              </a:ext>
            </a:extLst>
          </p:cNvPr>
          <p:cNvSpPr/>
          <p:nvPr/>
        </p:nvSpPr>
        <p:spPr>
          <a:xfrm>
            <a:off x="4032124" y="2464003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607EC74-B329-EA1A-FC2D-EC8CEE56C02D}"/>
              </a:ext>
            </a:extLst>
          </p:cNvPr>
          <p:cNvSpPr/>
          <p:nvPr/>
        </p:nvSpPr>
        <p:spPr>
          <a:xfrm>
            <a:off x="3160396" y="2464003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B8F37AF-0CA8-603A-F201-83BB87155BC4}"/>
              </a:ext>
            </a:extLst>
          </p:cNvPr>
          <p:cNvSpPr/>
          <p:nvPr/>
        </p:nvSpPr>
        <p:spPr>
          <a:xfrm>
            <a:off x="4903852" y="2464003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635744D-49DE-139A-F5FA-487137164083}"/>
              </a:ext>
            </a:extLst>
          </p:cNvPr>
          <p:cNvSpPr/>
          <p:nvPr/>
        </p:nvSpPr>
        <p:spPr>
          <a:xfrm>
            <a:off x="4909948" y="171164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8BED02D-9284-8A15-8C3B-A55BA86171E0}"/>
              </a:ext>
            </a:extLst>
          </p:cNvPr>
          <p:cNvSpPr/>
          <p:nvPr/>
        </p:nvSpPr>
        <p:spPr>
          <a:xfrm>
            <a:off x="1423036" y="171164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F0AFE2A1-EF10-BF82-AFCB-ADA9E3C08755}"/>
              </a:ext>
            </a:extLst>
          </p:cNvPr>
          <p:cNvSpPr/>
          <p:nvPr/>
        </p:nvSpPr>
        <p:spPr>
          <a:xfrm>
            <a:off x="3166492" y="171164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1F6A77D-E1FE-956F-2885-D1638490FF74}"/>
              </a:ext>
            </a:extLst>
          </p:cNvPr>
          <p:cNvSpPr/>
          <p:nvPr/>
        </p:nvSpPr>
        <p:spPr>
          <a:xfrm>
            <a:off x="2294764" y="171164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8E2543DB-9891-3ECE-F5EF-B776EE276895}"/>
              </a:ext>
            </a:extLst>
          </p:cNvPr>
          <p:cNvSpPr/>
          <p:nvPr/>
        </p:nvSpPr>
        <p:spPr>
          <a:xfrm>
            <a:off x="4038220" y="171164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C3D964BA-45C3-F626-1E2A-191C720FA1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01" y="3763949"/>
            <a:ext cx="6346486" cy="183505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C7A54F6-3D1B-84A1-6E60-86F8F7C8CF96}"/>
              </a:ext>
            </a:extLst>
          </p:cNvPr>
          <p:cNvSpPr txBox="1"/>
          <p:nvPr/>
        </p:nvSpPr>
        <p:spPr>
          <a:xfrm>
            <a:off x="571427" y="3226793"/>
            <a:ext cx="3912817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C++ Priority Queue: heap 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기반</a:t>
            </a: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693E3A43-F411-7B08-009C-CA9227844B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057750"/>
              </p:ext>
            </p:extLst>
          </p:nvPr>
        </p:nvGraphicFramePr>
        <p:xfrm>
          <a:off x="6393705" y="3296605"/>
          <a:ext cx="223099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730">
                  <a:extLst>
                    <a:ext uri="{9D8B030D-6E8A-4147-A177-3AD203B41FA5}">
                      <a16:colId xmlns:a16="http://schemas.microsoft.com/office/drawing/2014/main" val="3056453509"/>
                    </a:ext>
                  </a:extLst>
                </a:gridCol>
                <a:gridCol w="862132">
                  <a:extLst>
                    <a:ext uri="{9D8B030D-6E8A-4147-A177-3AD203B41FA5}">
                      <a16:colId xmlns:a16="http://schemas.microsoft.com/office/drawing/2014/main" val="4192013657"/>
                    </a:ext>
                  </a:extLst>
                </a:gridCol>
                <a:gridCol w="862132">
                  <a:extLst>
                    <a:ext uri="{9D8B030D-6E8A-4147-A177-3AD203B41FA5}">
                      <a16:colId xmlns:a16="http://schemas.microsoft.com/office/drawing/2014/main" val="4998262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삽입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삭제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6980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PQ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O(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</a:rPr>
                        <a:t>logN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O(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</a:rPr>
                        <a:t>logN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2793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Q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O(1)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O(1)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5613104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D706DEF9-F991-3467-84F9-E1923EE37D9C}"/>
              </a:ext>
            </a:extLst>
          </p:cNvPr>
          <p:cNvSpPr txBox="1"/>
          <p:nvPr/>
        </p:nvSpPr>
        <p:spPr>
          <a:xfrm>
            <a:off x="260912" y="2623192"/>
            <a:ext cx="1385389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FIFO Q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5806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0"/>
                            </p:stCondLst>
                            <p:childTnLst>
                              <p:par>
                                <p:cTn id="51" presetID="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  <p:bldP spid="13" grpId="0"/>
      <p:bldP spid="14" grpId="0"/>
      <p:bldP spid="16" grpId="0"/>
      <p:bldP spid="17" grpId="0"/>
      <p:bldP spid="18" grpId="0"/>
      <p:bldP spid="19" grpId="0"/>
      <p:bldP spid="20" grpId="0"/>
      <p:bldP spid="21" grpId="0"/>
      <p:bldP spid="22" grpId="0" animBg="1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124E5-4A86-8F3D-98DB-D318C02EE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112207E0-1C07-220B-A1E9-2857D6B517D1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우선순위가 보장된다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B869679E-299A-0AFE-DB57-A9648247FF36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17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69B8172-F327-D3CE-0276-DB0E1051B56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584BBF6B-A6DE-0C4F-B4EC-6888B362C3D7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왜 이런 방식을 선택했는가</a:t>
            </a: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?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AE4DF10-F05F-0A3A-5B29-ECBF3BB0D6B1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3ED255B-699F-6FE3-E8D1-610E9CBAE5D9}"/>
              </a:ext>
            </a:extLst>
          </p:cNvPr>
          <p:cNvGraphicFramePr>
            <a:graphicFrameLocks noGrp="1"/>
          </p:cNvGraphicFramePr>
          <p:nvPr/>
        </p:nvGraphicFramePr>
        <p:xfrm>
          <a:off x="1402198" y="1711649"/>
          <a:ext cx="6095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21686931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78840378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41540987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62566307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820395656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40402909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813901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51223"/>
                  </a:ext>
                </a:extLst>
              </a:tr>
            </a:tbl>
          </a:graphicData>
        </a:graphic>
      </p:graphicFrame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585D9AF-001D-FA1A-D558-16749D0A5825}"/>
              </a:ext>
            </a:extLst>
          </p:cNvPr>
          <p:cNvCxnSpPr>
            <a:cxnSpLocks/>
          </p:cNvCxnSpPr>
          <p:nvPr/>
        </p:nvCxnSpPr>
        <p:spPr>
          <a:xfrm flipH="1">
            <a:off x="203698" y="1539369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5845F4E-8167-1926-04A1-A03EC46D425E}"/>
              </a:ext>
            </a:extLst>
          </p:cNvPr>
          <p:cNvSpPr txBox="1"/>
          <p:nvPr/>
        </p:nvSpPr>
        <p:spPr>
          <a:xfrm>
            <a:off x="203698" y="154392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PQ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D6BE87C-513B-8B3A-5DDC-0656A43068E2}"/>
              </a:ext>
            </a:extLst>
          </p:cNvPr>
          <p:cNvGraphicFramePr>
            <a:graphicFrameLocks noGrp="1"/>
          </p:cNvGraphicFramePr>
          <p:nvPr/>
        </p:nvGraphicFramePr>
        <p:xfrm>
          <a:off x="1401700" y="2447469"/>
          <a:ext cx="6095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21686931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78840378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41540987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62566307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820395656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40402909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813901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51223"/>
                  </a:ext>
                </a:extLst>
              </a:tr>
            </a:tbl>
          </a:graphicData>
        </a:graphic>
      </p:graphicFrame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47A2FBA-773A-9D4F-6203-60C4784955F0}"/>
              </a:ext>
            </a:extLst>
          </p:cNvPr>
          <p:cNvCxnSpPr>
            <a:cxnSpLocks/>
          </p:cNvCxnSpPr>
          <p:nvPr/>
        </p:nvCxnSpPr>
        <p:spPr>
          <a:xfrm flipH="1">
            <a:off x="203200" y="2275189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0A4C1DD-BEB6-FC9B-BB9C-387A4179D9E2}"/>
              </a:ext>
            </a:extLst>
          </p:cNvPr>
          <p:cNvSpPr txBox="1"/>
          <p:nvPr/>
        </p:nvSpPr>
        <p:spPr>
          <a:xfrm>
            <a:off x="203200" y="2279748"/>
            <a:ext cx="974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5E729E8-503A-64F1-AFD0-453B8B6291D0}"/>
              </a:ext>
            </a:extLst>
          </p:cNvPr>
          <p:cNvSpPr/>
          <p:nvPr/>
        </p:nvSpPr>
        <p:spPr>
          <a:xfrm>
            <a:off x="1416940" y="2464003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195A8B4-CEFA-12A8-6EFE-181F8D0AA2C2}"/>
              </a:ext>
            </a:extLst>
          </p:cNvPr>
          <p:cNvSpPr/>
          <p:nvPr/>
        </p:nvSpPr>
        <p:spPr>
          <a:xfrm>
            <a:off x="5775580" y="2464003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4D92A5D-A4F2-B2C2-E243-185F21C8FBEB}"/>
              </a:ext>
            </a:extLst>
          </p:cNvPr>
          <p:cNvSpPr/>
          <p:nvPr/>
        </p:nvSpPr>
        <p:spPr>
          <a:xfrm>
            <a:off x="2288668" y="2464003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429AF89-8983-29E3-C513-9FF3027B2BE4}"/>
              </a:ext>
            </a:extLst>
          </p:cNvPr>
          <p:cNvSpPr/>
          <p:nvPr/>
        </p:nvSpPr>
        <p:spPr>
          <a:xfrm>
            <a:off x="4032124" y="2464003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1D6B29C-6E70-0E50-F2C9-F9AA7474B87F}"/>
              </a:ext>
            </a:extLst>
          </p:cNvPr>
          <p:cNvSpPr/>
          <p:nvPr/>
        </p:nvSpPr>
        <p:spPr>
          <a:xfrm>
            <a:off x="3160396" y="2464003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63DF525-493C-50F8-F0AC-B8083DC3A30A}"/>
              </a:ext>
            </a:extLst>
          </p:cNvPr>
          <p:cNvSpPr/>
          <p:nvPr/>
        </p:nvSpPr>
        <p:spPr>
          <a:xfrm>
            <a:off x="4903852" y="2464003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A4E4F52-CD3E-EF54-5236-C2FF4925674E}"/>
              </a:ext>
            </a:extLst>
          </p:cNvPr>
          <p:cNvSpPr/>
          <p:nvPr/>
        </p:nvSpPr>
        <p:spPr>
          <a:xfrm>
            <a:off x="4909948" y="171164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275BCFD-1093-4C95-6D96-877DCA9A2125}"/>
              </a:ext>
            </a:extLst>
          </p:cNvPr>
          <p:cNvSpPr/>
          <p:nvPr/>
        </p:nvSpPr>
        <p:spPr>
          <a:xfrm>
            <a:off x="1423036" y="171164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2FFDE96-B75A-D34B-970E-04F4991538D8}"/>
              </a:ext>
            </a:extLst>
          </p:cNvPr>
          <p:cNvSpPr/>
          <p:nvPr/>
        </p:nvSpPr>
        <p:spPr>
          <a:xfrm>
            <a:off x="3166492" y="171164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528BCD6-7881-72A9-49C0-AA2682DF68BA}"/>
              </a:ext>
            </a:extLst>
          </p:cNvPr>
          <p:cNvSpPr/>
          <p:nvPr/>
        </p:nvSpPr>
        <p:spPr>
          <a:xfrm>
            <a:off x="2294764" y="171164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0865F15-6A8C-06FD-65A5-497B6B96668E}"/>
              </a:ext>
            </a:extLst>
          </p:cNvPr>
          <p:cNvSpPr/>
          <p:nvPr/>
        </p:nvSpPr>
        <p:spPr>
          <a:xfrm>
            <a:off x="4038220" y="171164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D749C4-5036-2BFA-37CF-86D7CDACF5C3}"/>
              </a:ext>
            </a:extLst>
          </p:cNvPr>
          <p:cNvSpPr txBox="1"/>
          <p:nvPr/>
        </p:nvSpPr>
        <p:spPr>
          <a:xfrm>
            <a:off x="1416940" y="3009635"/>
            <a:ext cx="3912817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PQ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에 명령이 </a:t>
            </a:r>
            <a:r>
              <a:rPr lang="ko-KR" altLang="en-US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들어오는동안</a:t>
            </a:r>
            <a:endParaRPr lang="en-US" altLang="ko-K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ko-KR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libmavcon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는 이미 비어진다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47A7A444-D6D2-240E-C5A1-46888078D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85802"/>
            <a:ext cx="9144000" cy="2248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286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xit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xit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xit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xit" presetSubtype="4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xit" presetSubtype="4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  <p:bldP spid="13" grpId="0"/>
      <p:bldP spid="14" grpId="0"/>
      <p:bldP spid="16" grpId="0"/>
      <p:bldP spid="17" grpId="0"/>
      <p:bldP spid="18" grpId="0"/>
      <p:bldP spid="19" grpId="0"/>
      <p:bldP spid="20" grpId="0"/>
      <p:bldP spid="21" grpId="0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04F7C-9C41-96A1-A380-130C01887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A5BE51A8-EAE7-1757-C445-18D7ED9A1338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와 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외에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다른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msg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가 있다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6CFA6764-21EC-452F-C970-05B14C986C75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18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9E513175-1240-606F-6282-4B9C26D93C0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F71D2C86-74F3-E72D-E5E4-B28BD5A05652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어떤 문제가 있나요</a:t>
            </a: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?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0A7CBA9-379D-8BAF-AC2B-BD0F89396770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79BA246-32C4-AD24-49C0-04B0AC7DC16C}"/>
              </a:ext>
            </a:extLst>
          </p:cNvPr>
          <p:cNvSpPr/>
          <p:nvPr/>
        </p:nvSpPr>
        <p:spPr>
          <a:xfrm>
            <a:off x="203198" y="4548169"/>
            <a:ext cx="8686800" cy="11690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6B0E992-0746-1298-D334-A87EF21B830B}"/>
              </a:ext>
            </a:extLst>
          </p:cNvPr>
          <p:cNvSpPr/>
          <p:nvPr/>
        </p:nvSpPr>
        <p:spPr>
          <a:xfrm>
            <a:off x="203198" y="2193288"/>
            <a:ext cx="8686800" cy="223131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C916A6C4-404B-ACF2-C0D4-D31FD59F8A7C}"/>
              </a:ext>
            </a:extLst>
          </p:cNvPr>
          <p:cNvCxnSpPr>
            <a:cxnSpLocks/>
          </p:cNvCxnSpPr>
          <p:nvPr/>
        </p:nvCxnSpPr>
        <p:spPr>
          <a:xfrm flipH="1">
            <a:off x="203698" y="1539369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0CE83B99-495B-2E7F-AFB8-07879D37591A}"/>
              </a:ext>
            </a:extLst>
          </p:cNvPr>
          <p:cNvCxnSpPr>
            <a:cxnSpLocks/>
          </p:cNvCxnSpPr>
          <p:nvPr/>
        </p:nvCxnSpPr>
        <p:spPr>
          <a:xfrm flipH="1">
            <a:off x="203198" y="2130428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E83D8E24-7699-C7AD-862F-9FD9CF97BACA}"/>
              </a:ext>
            </a:extLst>
          </p:cNvPr>
          <p:cNvCxnSpPr>
            <a:cxnSpLocks/>
          </p:cNvCxnSpPr>
          <p:nvPr/>
        </p:nvCxnSpPr>
        <p:spPr>
          <a:xfrm flipH="1">
            <a:off x="203698" y="2721487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765065F7-AB7A-0A7E-3301-45FDB5D61FEE}"/>
              </a:ext>
            </a:extLst>
          </p:cNvPr>
          <p:cNvCxnSpPr>
            <a:cxnSpLocks/>
          </p:cNvCxnSpPr>
          <p:nvPr/>
        </p:nvCxnSpPr>
        <p:spPr>
          <a:xfrm flipH="1">
            <a:off x="203698" y="3312546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BE26BF69-87E4-A3F2-2316-25104EFA0F74}"/>
              </a:ext>
            </a:extLst>
          </p:cNvPr>
          <p:cNvCxnSpPr>
            <a:cxnSpLocks/>
          </p:cNvCxnSpPr>
          <p:nvPr/>
        </p:nvCxnSpPr>
        <p:spPr>
          <a:xfrm flipH="1">
            <a:off x="203698" y="3903605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8F4B60C-9ADB-B5D8-529D-1BF8FBA573BA}"/>
              </a:ext>
            </a:extLst>
          </p:cNvPr>
          <p:cNvSpPr txBox="1"/>
          <p:nvPr/>
        </p:nvSpPr>
        <p:spPr>
          <a:xfrm>
            <a:off x="203698" y="155154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BAAE25F-5AE6-56F9-BCF3-7036C0DF7178}"/>
              </a:ext>
            </a:extLst>
          </p:cNvPr>
          <p:cNvSpPr txBox="1"/>
          <p:nvPr/>
        </p:nvSpPr>
        <p:spPr>
          <a:xfrm>
            <a:off x="203698" y="4492248"/>
            <a:ext cx="1358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CFBEEC1-BA2C-1F9A-4A3C-4B7817FE5954}"/>
              </a:ext>
            </a:extLst>
          </p:cNvPr>
          <p:cNvSpPr txBox="1"/>
          <p:nvPr/>
        </p:nvSpPr>
        <p:spPr>
          <a:xfrm>
            <a:off x="203698" y="2148324"/>
            <a:ext cx="1218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49913E-138A-9760-BF2F-FD8D23F41B50}"/>
              </a:ext>
            </a:extLst>
          </p:cNvPr>
          <p:cNvSpPr txBox="1"/>
          <p:nvPr/>
        </p:nvSpPr>
        <p:spPr>
          <a:xfrm>
            <a:off x="203698" y="3331592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8ACD36B-3144-349D-367F-8F851B599DA0}"/>
              </a:ext>
            </a:extLst>
          </p:cNvPr>
          <p:cNvSpPr/>
          <p:nvPr/>
        </p:nvSpPr>
        <p:spPr>
          <a:xfrm>
            <a:off x="2175396" y="4601577"/>
            <a:ext cx="6546947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81B2CFC8-FCA4-1787-AE76-D4154ECD1DC3}"/>
              </a:ext>
            </a:extLst>
          </p:cNvPr>
          <p:cNvSpPr/>
          <p:nvPr/>
        </p:nvSpPr>
        <p:spPr>
          <a:xfrm>
            <a:off x="3919404" y="1658220"/>
            <a:ext cx="1332000" cy="360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C700818-EE1A-7EE6-0766-CDCEC4E906AD}"/>
              </a:ext>
            </a:extLst>
          </p:cNvPr>
          <p:cNvSpPr/>
          <p:nvPr/>
        </p:nvSpPr>
        <p:spPr>
          <a:xfrm>
            <a:off x="2244159" y="1658220"/>
            <a:ext cx="1332000" cy="360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A73D2B5B-A455-172E-D02D-4EFE8A5984AE}"/>
              </a:ext>
            </a:extLst>
          </p:cNvPr>
          <p:cNvSpPr/>
          <p:nvPr/>
        </p:nvSpPr>
        <p:spPr>
          <a:xfrm>
            <a:off x="5605882" y="1658220"/>
            <a:ext cx="1332000" cy="3600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8713622-F9A1-4CC2-08BA-446011B7B826}"/>
              </a:ext>
            </a:extLst>
          </p:cNvPr>
          <p:cNvSpPr/>
          <p:nvPr/>
        </p:nvSpPr>
        <p:spPr>
          <a:xfrm>
            <a:off x="7295168" y="1658220"/>
            <a:ext cx="1332000" cy="3600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heartbeat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1F08DB9-9A69-1EF3-A550-AD6ED2809E80}"/>
              </a:ext>
            </a:extLst>
          </p:cNvPr>
          <p:cNvSpPr/>
          <p:nvPr/>
        </p:nvSpPr>
        <p:spPr>
          <a:xfrm>
            <a:off x="2175397" y="2840338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F79A9B8-5EFE-A4FA-E3F5-9586AC994F20}"/>
              </a:ext>
            </a:extLst>
          </p:cNvPr>
          <p:cNvSpPr/>
          <p:nvPr/>
        </p:nvSpPr>
        <p:spPr>
          <a:xfrm>
            <a:off x="3859067" y="2840338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E3AF03F-7FD2-6EE1-C635-A264175FA80E}"/>
              </a:ext>
            </a:extLst>
          </p:cNvPr>
          <p:cNvSpPr/>
          <p:nvPr/>
        </p:nvSpPr>
        <p:spPr>
          <a:xfrm>
            <a:off x="5542737" y="2840338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function_1()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30EC85A-1B93-E3FE-F889-37D43CEA60F1}"/>
              </a:ext>
            </a:extLst>
          </p:cNvPr>
          <p:cNvSpPr/>
          <p:nvPr/>
        </p:nvSpPr>
        <p:spPr>
          <a:xfrm>
            <a:off x="7226406" y="2840338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function_2()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4B95428-A2A9-BADF-BB2E-5319DC7D38CA}"/>
              </a:ext>
            </a:extLst>
          </p:cNvPr>
          <p:cNvSpPr/>
          <p:nvPr/>
        </p:nvSpPr>
        <p:spPr>
          <a:xfrm>
            <a:off x="2175397" y="3431397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send_to_lib</a:t>
            </a:r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643F39DD-7E19-9F61-47B6-B5E6F7E5A25A}"/>
              </a:ext>
            </a:extLst>
          </p:cNvPr>
          <p:cNvSpPr/>
          <p:nvPr/>
        </p:nvSpPr>
        <p:spPr>
          <a:xfrm>
            <a:off x="3856259" y="3431397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send_to_lib</a:t>
            </a:r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1E301032-01E6-4034-1872-88F96C83C2AF}"/>
              </a:ext>
            </a:extLst>
          </p:cNvPr>
          <p:cNvCxnSpPr>
            <a:cxnSpLocks/>
            <a:stCxn id="40" idx="2"/>
            <a:endCxn id="44" idx="0"/>
          </p:cNvCxnSpPr>
          <p:nvPr/>
        </p:nvCxnSpPr>
        <p:spPr>
          <a:xfrm>
            <a:off x="2910159" y="3200338"/>
            <a:ext cx="0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28777DC1-DF13-B119-F046-402BC11301AF}"/>
              </a:ext>
            </a:extLst>
          </p:cNvPr>
          <p:cNvCxnSpPr>
            <a:stCxn id="41" idx="2"/>
            <a:endCxn id="45" idx="0"/>
          </p:cNvCxnSpPr>
          <p:nvPr/>
        </p:nvCxnSpPr>
        <p:spPr>
          <a:xfrm flipH="1">
            <a:off x="4591021" y="3200338"/>
            <a:ext cx="2808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EA50E484-280E-7E1A-1378-D1FE2BC2963D}"/>
              </a:ext>
            </a:extLst>
          </p:cNvPr>
          <p:cNvCxnSpPr>
            <a:cxnSpLocks/>
            <a:stCxn id="42" idx="2"/>
          </p:cNvCxnSpPr>
          <p:nvPr/>
        </p:nvCxnSpPr>
        <p:spPr>
          <a:xfrm>
            <a:off x="6277499" y="3200338"/>
            <a:ext cx="0" cy="140123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148452CD-0693-4850-8C24-3A0DFF44F541}"/>
              </a:ext>
            </a:extLst>
          </p:cNvPr>
          <p:cNvCxnSpPr>
            <a:cxnSpLocks/>
            <a:stCxn id="43" idx="2"/>
          </p:cNvCxnSpPr>
          <p:nvPr/>
        </p:nvCxnSpPr>
        <p:spPr>
          <a:xfrm>
            <a:off x="7961168" y="3200338"/>
            <a:ext cx="0" cy="140123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A2CAA281-548A-3CFB-0611-2DBC0DC834A8}"/>
              </a:ext>
            </a:extLst>
          </p:cNvPr>
          <p:cNvCxnSpPr>
            <a:cxnSpLocks/>
          </p:cNvCxnSpPr>
          <p:nvPr/>
        </p:nvCxnSpPr>
        <p:spPr>
          <a:xfrm flipH="1">
            <a:off x="203698" y="4483065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52" name="Picture 4" descr="PX4 Autopilot 사용자 안내서 | PX4 Guide (main)">
            <a:extLst>
              <a:ext uri="{FF2B5EF4-FFF2-40B4-BE49-F238E27FC236}">
                <a16:creationId xmlns:a16="http://schemas.microsoft.com/office/drawing/2014/main" id="{88CE4EB2-1D53-6FB7-5135-1AA5855ED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0730" y="5474182"/>
            <a:ext cx="1216277" cy="911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4AB88547-D82C-70CC-35D0-D2AD19EDC571}"/>
              </a:ext>
            </a:extLst>
          </p:cNvPr>
          <p:cNvCxnSpPr>
            <a:cxnSpLocks/>
            <a:stCxn id="35" idx="2"/>
          </p:cNvCxnSpPr>
          <p:nvPr/>
        </p:nvCxnSpPr>
        <p:spPr>
          <a:xfrm>
            <a:off x="5448870" y="4961577"/>
            <a:ext cx="0" cy="656903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8301AE47-CD44-7D73-887E-44AA4D8717CD}"/>
              </a:ext>
            </a:extLst>
          </p:cNvPr>
          <p:cNvSpPr/>
          <p:nvPr/>
        </p:nvSpPr>
        <p:spPr>
          <a:xfrm>
            <a:off x="2175396" y="2249279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service_plugin</a:t>
            </a:r>
            <a:endParaRPr lang="en-US" altLang="ko-K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324BFD19-D8E7-6EA3-2C1E-2F824F50636D}"/>
              </a:ext>
            </a:extLst>
          </p:cNvPr>
          <p:cNvSpPr/>
          <p:nvPr/>
        </p:nvSpPr>
        <p:spPr>
          <a:xfrm>
            <a:off x="3856259" y="2249279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topic_plugin</a:t>
            </a:r>
            <a:endParaRPr lang="en-US" altLang="ko-K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E04537B4-8C91-6BB4-2795-B1E1BF86CC63}"/>
              </a:ext>
            </a:extLst>
          </p:cNvPr>
          <p:cNvSpPr/>
          <p:nvPr/>
        </p:nvSpPr>
        <p:spPr>
          <a:xfrm>
            <a:off x="5542737" y="2249279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param_plugin</a:t>
            </a:r>
            <a:endParaRPr lang="en-US" altLang="ko-K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88DB53E-BE5E-04DA-440F-4A033270CCAF}"/>
              </a:ext>
            </a:extLst>
          </p:cNvPr>
          <p:cNvSpPr/>
          <p:nvPr/>
        </p:nvSpPr>
        <p:spPr>
          <a:xfrm>
            <a:off x="7217982" y="2249279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heartb_plugin</a:t>
            </a:r>
            <a:endParaRPr lang="en-US" altLang="ko-K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D2375C32-3B9B-C0A1-385E-64AE1CD2D171}"/>
              </a:ext>
            </a:extLst>
          </p:cNvPr>
          <p:cNvCxnSpPr>
            <a:cxnSpLocks/>
            <a:stCxn id="37" idx="2"/>
            <a:endCxn id="54" idx="0"/>
          </p:cNvCxnSpPr>
          <p:nvPr/>
        </p:nvCxnSpPr>
        <p:spPr>
          <a:xfrm flipH="1">
            <a:off x="2910158" y="2018220"/>
            <a:ext cx="1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2367BFCE-5ABB-DAF2-F6C6-854DE2EBD648}"/>
              </a:ext>
            </a:extLst>
          </p:cNvPr>
          <p:cNvCxnSpPr>
            <a:cxnSpLocks/>
            <a:stCxn id="54" idx="2"/>
            <a:endCxn id="40" idx="0"/>
          </p:cNvCxnSpPr>
          <p:nvPr/>
        </p:nvCxnSpPr>
        <p:spPr>
          <a:xfrm>
            <a:off x="2910158" y="2609279"/>
            <a:ext cx="1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F6527015-953B-020E-D444-592D53677FC5}"/>
              </a:ext>
            </a:extLst>
          </p:cNvPr>
          <p:cNvCxnSpPr>
            <a:cxnSpLocks/>
            <a:stCxn id="36" idx="2"/>
            <a:endCxn id="55" idx="0"/>
          </p:cNvCxnSpPr>
          <p:nvPr/>
        </p:nvCxnSpPr>
        <p:spPr>
          <a:xfrm>
            <a:off x="4585404" y="2018220"/>
            <a:ext cx="5617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BE691BED-2BDB-31BD-3768-E5131948C65B}"/>
              </a:ext>
            </a:extLst>
          </p:cNvPr>
          <p:cNvCxnSpPr>
            <a:cxnSpLocks/>
            <a:stCxn id="38" idx="2"/>
            <a:endCxn id="56" idx="0"/>
          </p:cNvCxnSpPr>
          <p:nvPr/>
        </p:nvCxnSpPr>
        <p:spPr>
          <a:xfrm>
            <a:off x="6271882" y="2018220"/>
            <a:ext cx="5617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B36759DA-84DF-8832-4287-901D0528E9AB}"/>
              </a:ext>
            </a:extLst>
          </p:cNvPr>
          <p:cNvCxnSpPr>
            <a:cxnSpLocks/>
            <a:stCxn id="39" idx="2"/>
            <a:endCxn id="57" idx="0"/>
          </p:cNvCxnSpPr>
          <p:nvPr/>
        </p:nvCxnSpPr>
        <p:spPr>
          <a:xfrm flipH="1">
            <a:off x="7952744" y="2018220"/>
            <a:ext cx="8424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C71114A2-F33E-C1C9-1C9F-DA005E8CF358}"/>
              </a:ext>
            </a:extLst>
          </p:cNvPr>
          <p:cNvCxnSpPr>
            <a:cxnSpLocks/>
            <a:stCxn id="55" idx="2"/>
            <a:endCxn id="41" idx="0"/>
          </p:cNvCxnSpPr>
          <p:nvPr/>
        </p:nvCxnSpPr>
        <p:spPr>
          <a:xfrm>
            <a:off x="4591021" y="2609279"/>
            <a:ext cx="2808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289CD2BC-EBD5-F424-BC6F-F392D2CD9714}"/>
              </a:ext>
            </a:extLst>
          </p:cNvPr>
          <p:cNvCxnSpPr>
            <a:cxnSpLocks/>
            <a:stCxn id="56" idx="2"/>
            <a:endCxn id="42" idx="0"/>
          </p:cNvCxnSpPr>
          <p:nvPr/>
        </p:nvCxnSpPr>
        <p:spPr>
          <a:xfrm>
            <a:off x="6277499" y="2609279"/>
            <a:ext cx="0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B95D4E7E-25EF-5E23-7E9B-5B05119BBA6F}"/>
              </a:ext>
            </a:extLst>
          </p:cNvPr>
          <p:cNvCxnSpPr>
            <a:cxnSpLocks/>
            <a:stCxn id="57" idx="2"/>
            <a:endCxn id="43" idx="0"/>
          </p:cNvCxnSpPr>
          <p:nvPr/>
        </p:nvCxnSpPr>
        <p:spPr>
          <a:xfrm>
            <a:off x="7952744" y="2609279"/>
            <a:ext cx="8424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51E77B35-A42F-298E-9AA0-B7456C43140A}"/>
              </a:ext>
            </a:extLst>
          </p:cNvPr>
          <p:cNvSpPr/>
          <p:nvPr/>
        </p:nvSpPr>
        <p:spPr>
          <a:xfrm>
            <a:off x="2175396" y="3992183"/>
            <a:ext cx="3150387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</a:t>
            </a:r>
            <a:endParaRPr lang="en-US" altLang="ko-KR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DDB6FD8C-F1BC-371D-7F08-0C544B549D90}"/>
              </a:ext>
            </a:extLst>
          </p:cNvPr>
          <p:cNvCxnSpPr>
            <a:cxnSpLocks/>
            <a:stCxn id="44" idx="2"/>
          </p:cNvCxnSpPr>
          <p:nvPr/>
        </p:nvCxnSpPr>
        <p:spPr>
          <a:xfrm>
            <a:off x="2910159" y="3791397"/>
            <a:ext cx="0" cy="23106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6F46A598-0A8B-8375-4154-A022E4BF45A7}"/>
              </a:ext>
            </a:extLst>
          </p:cNvPr>
          <p:cNvCxnSpPr>
            <a:cxnSpLocks/>
            <a:stCxn id="45" idx="2"/>
          </p:cNvCxnSpPr>
          <p:nvPr/>
        </p:nvCxnSpPr>
        <p:spPr>
          <a:xfrm flipH="1">
            <a:off x="4585404" y="3791397"/>
            <a:ext cx="5617" cy="23106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A79FDFF9-3B00-EC9F-3811-839967560F3D}"/>
              </a:ext>
            </a:extLst>
          </p:cNvPr>
          <p:cNvCxnSpPr>
            <a:cxnSpLocks/>
            <a:stCxn id="66" idx="2"/>
          </p:cNvCxnSpPr>
          <p:nvPr/>
        </p:nvCxnSpPr>
        <p:spPr>
          <a:xfrm>
            <a:off x="3750590" y="4352183"/>
            <a:ext cx="0" cy="249394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FC97A049-4FA7-0EA8-DB3F-B846CF0EAA8B}"/>
              </a:ext>
            </a:extLst>
          </p:cNvPr>
          <p:cNvSpPr txBox="1"/>
          <p:nvPr/>
        </p:nvSpPr>
        <p:spPr>
          <a:xfrm>
            <a:off x="5229644" y="1198390"/>
            <a:ext cx="3912817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실행 중에 간헐적으로 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msg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가 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됨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2D02574-829E-B45E-C4D7-F814C2BD4194}"/>
              </a:ext>
            </a:extLst>
          </p:cNvPr>
          <p:cNvSpPr/>
          <p:nvPr/>
        </p:nvSpPr>
        <p:spPr>
          <a:xfrm>
            <a:off x="5543697" y="1608872"/>
            <a:ext cx="3150388" cy="257929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601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911C4-BF6F-3056-8578-B36240577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8FFF31D5-9AAD-6482-D6EC-33D22752C09B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와 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외에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다른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msg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가 있다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0A5F28EC-E533-546B-AF87-F4C9CDEC9F64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19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E034EDC-5FD8-23FD-EBAF-54B317CB0F0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38C36551-EC0F-6554-D434-6E3792F4B2F7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어떤 문제가 있나요</a:t>
            </a: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?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E877408-D2B1-0734-3C11-5E79B184B0E0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00A103D-E5B1-3DA3-D300-91F6785E40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122127"/>
              </p:ext>
            </p:extLst>
          </p:nvPr>
        </p:nvGraphicFramePr>
        <p:xfrm>
          <a:off x="1402198" y="3181632"/>
          <a:ext cx="6095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21686931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78840378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41540987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62566307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820395656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40402909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813901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51223"/>
                  </a:ext>
                </a:extLst>
              </a:tr>
            </a:tbl>
          </a:graphicData>
        </a:graphic>
      </p:graphicFrame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16F89C8-9355-DDC2-6C77-5B3204F5B923}"/>
              </a:ext>
            </a:extLst>
          </p:cNvPr>
          <p:cNvCxnSpPr>
            <a:cxnSpLocks/>
          </p:cNvCxnSpPr>
          <p:nvPr/>
        </p:nvCxnSpPr>
        <p:spPr>
          <a:xfrm flipH="1">
            <a:off x="203698" y="3009352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37D8F6F-3039-3E92-8FDB-A3F8BD118026}"/>
              </a:ext>
            </a:extLst>
          </p:cNvPr>
          <p:cNvSpPr txBox="1"/>
          <p:nvPr/>
        </p:nvSpPr>
        <p:spPr>
          <a:xfrm>
            <a:off x="203698" y="3013911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PQ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2F2658E-26A4-4A5F-BB3B-C1117FA5A4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070233"/>
              </p:ext>
            </p:extLst>
          </p:nvPr>
        </p:nvGraphicFramePr>
        <p:xfrm>
          <a:off x="1401700" y="3917452"/>
          <a:ext cx="6095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21686931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78840378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41540987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62566307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820395656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40402909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813901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51223"/>
                  </a:ext>
                </a:extLst>
              </a:tr>
            </a:tbl>
          </a:graphicData>
        </a:graphic>
      </p:graphicFrame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4E68F06-8163-0AC9-47E1-E173F4AC4506}"/>
              </a:ext>
            </a:extLst>
          </p:cNvPr>
          <p:cNvCxnSpPr>
            <a:cxnSpLocks/>
          </p:cNvCxnSpPr>
          <p:nvPr/>
        </p:nvCxnSpPr>
        <p:spPr>
          <a:xfrm flipH="1">
            <a:off x="203200" y="3745172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6B49E51-C04D-EB67-932E-611157AC594D}"/>
              </a:ext>
            </a:extLst>
          </p:cNvPr>
          <p:cNvSpPr txBox="1"/>
          <p:nvPr/>
        </p:nvSpPr>
        <p:spPr>
          <a:xfrm>
            <a:off x="203200" y="3749731"/>
            <a:ext cx="974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0491382-1C63-E389-2082-82297F02EDB8}"/>
              </a:ext>
            </a:extLst>
          </p:cNvPr>
          <p:cNvSpPr/>
          <p:nvPr/>
        </p:nvSpPr>
        <p:spPr>
          <a:xfrm>
            <a:off x="1416940" y="3933986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40BBF14-687C-586B-829E-A443395DDC80}"/>
              </a:ext>
            </a:extLst>
          </p:cNvPr>
          <p:cNvSpPr/>
          <p:nvPr/>
        </p:nvSpPr>
        <p:spPr>
          <a:xfrm>
            <a:off x="5775580" y="3933986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567E9E2-7945-FFB8-AE06-2CEA318308DA}"/>
              </a:ext>
            </a:extLst>
          </p:cNvPr>
          <p:cNvSpPr/>
          <p:nvPr/>
        </p:nvSpPr>
        <p:spPr>
          <a:xfrm>
            <a:off x="2288668" y="3933986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5A54132-1C9A-38D2-A37C-B7010DBBF519}"/>
              </a:ext>
            </a:extLst>
          </p:cNvPr>
          <p:cNvSpPr/>
          <p:nvPr/>
        </p:nvSpPr>
        <p:spPr>
          <a:xfrm>
            <a:off x="4032124" y="3933986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333600E-8877-2595-3798-ADB5D451B0BF}"/>
              </a:ext>
            </a:extLst>
          </p:cNvPr>
          <p:cNvSpPr/>
          <p:nvPr/>
        </p:nvSpPr>
        <p:spPr>
          <a:xfrm>
            <a:off x="3160396" y="3933986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1B0B97A-9CC7-80C8-A5FE-E54195BE2722}"/>
              </a:ext>
            </a:extLst>
          </p:cNvPr>
          <p:cNvSpPr/>
          <p:nvPr/>
        </p:nvSpPr>
        <p:spPr>
          <a:xfrm>
            <a:off x="4903852" y="3933986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3E49345-EB38-F02E-707D-A41C70BDDE4A}"/>
              </a:ext>
            </a:extLst>
          </p:cNvPr>
          <p:cNvSpPr/>
          <p:nvPr/>
        </p:nvSpPr>
        <p:spPr>
          <a:xfrm>
            <a:off x="4909948" y="3181632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B81827B-ECA8-F8E3-3B32-A2AEF41E9886}"/>
              </a:ext>
            </a:extLst>
          </p:cNvPr>
          <p:cNvSpPr/>
          <p:nvPr/>
        </p:nvSpPr>
        <p:spPr>
          <a:xfrm>
            <a:off x="1423036" y="3181632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563CBC0-BA93-6752-F635-6860A845AE73}"/>
              </a:ext>
            </a:extLst>
          </p:cNvPr>
          <p:cNvSpPr/>
          <p:nvPr/>
        </p:nvSpPr>
        <p:spPr>
          <a:xfrm>
            <a:off x="3166492" y="3181632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EFEC0DA7-0991-00D8-E6EF-CBB2B61CC391}"/>
              </a:ext>
            </a:extLst>
          </p:cNvPr>
          <p:cNvSpPr/>
          <p:nvPr/>
        </p:nvSpPr>
        <p:spPr>
          <a:xfrm>
            <a:off x="2294764" y="3181632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ADB64C9-1A8B-8D15-4129-84CC437F2FA7}"/>
              </a:ext>
            </a:extLst>
          </p:cNvPr>
          <p:cNvSpPr/>
          <p:nvPr/>
        </p:nvSpPr>
        <p:spPr>
          <a:xfrm>
            <a:off x="4038220" y="3181632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E6E2ECBF-E3ED-3741-BB41-AC5D5BE112A1}"/>
              </a:ext>
            </a:extLst>
          </p:cNvPr>
          <p:cNvCxnSpPr>
            <a:cxnSpLocks/>
          </p:cNvCxnSpPr>
          <p:nvPr/>
        </p:nvCxnSpPr>
        <p:spPr>
          <a:xfrm flipH="1">
            <a:off x="203698" y="1539369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64A9AE43-7C91-A1F0-D6E4-5DDFFCB2D304}"/>
              </a:ext>
            </a:extLst>
          </p:cNvPr>
          <p:cNvSpPr txBox="1"/>
          <p:nvPr/>
        </p:nvSpPr>
        <p:spPr>
          <a:xfrm>
            <a:off x="203698" y="155154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CDD172F4-7487-0446-09C2-576A4FE10ACA}"/>
              </a:ext>
            </a:extLst>
          </p:cNvPr>
          <p:cNvSpPr/>
          <p:nvPr/>
        </p:nvSpPr>
        <p:spPr>
          <a:xfrm>
            <a:off x="3919404" y="1658220"/>
            <a:ext cx="1332000" cy="360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EC55F22F-4BD8-E6AC-C6CD-46A3E65C5954}"/>
              </a:ext>
            </a:extLst>
          </p:cNvPr>
          <p:cNvSpPr/>
          <p:nvPr/>
        </p:nvSpPr>
        <p:spPr>
          <a:xfrm>
            <a:off x="2244159" y="1658220"/>
            <a:ext cx="1332000" cy="360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526ED88B-4DE2-B64F-F07C-6F194FD19F4C}"/>
              </a:ext>
            </a:extLst>
          </p:cNvPr>
          <p:cNvSpPr/>
          <p:nvPr/>
        </p:nvSpPr>
        <p:spPr>
          <a:xfrm>
            <a:off x="5605882" y="1658220"/>
            <a:ext cx="1332000" cy="3600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468CAECA-A154-B962-985F-4BA1296D329F}"/>
              </a:ext>
            </a:extLst>
          </p:cNvPr>
          <p:cNvSpPr/>
          <p:nvPr/>
        </p:nvSpPr>
        <p:spPr>
          <a:xfrm>
            <a:off x="7295168" y="1658220"/>
            <a:ext cx="1332000" cy="3600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heartbeat</a:t>
            </a:r>
          </a:p>
        </p:txBody>
      </p:sp>
      <p:sp>
        <p:nvSpPr>
          <p:cNvPr id="77" name="사각형: 잘린 한쪽 모서리 76">
            <a:extLst>
              <a:ext uri="{FF2B5EF4-FFF2-40B4-BE49-F238E27FC236}">
                <a16:creationId xmlns:a16="http://schemas.microsoft.com/office/drawing/2014/main" id="{056B76CF-4860-4955-5BA7-465C7A70126E}"/>
              </a:ext>
            </a:extLst>
          </p:cNvPr>
          <p:cNvSpPr/>
          <p:nvPr/>
        </p:nvSpPr>
        <p:spPr>
          <a:xfrm>
            <a:off x="7452854" y="2086171"/>
            <a:ext cx="1016628" cy="440982"/>
          </a:xfrm>
          <a:prstGeom prst="snip1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com_H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76CBD39-F17B-C7EF-6B07-198D687BED57}"/>
              </a:ext>
            </a:extLst>
          </p:cNvPr>
          <p:cNvSpPr txBox="1"/>
          <p:nvPr/>
        </p:nvSpPr>
        <p:spPr>
          <a:xfrm>
            <a:off x="203200" y="4687708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PQ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에서 </a:t>
            </a:r>
            <a:r>
              <a:rPr lang="en-US" altLang="ko-K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lQ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로 보내는 주기에 따른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가 발생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235F709-EDDA-BB85-ABB4-14C276596F36}"/>
              </a:ext>
            </a:extLst>
          </p:cNvPr>
          <p:cNvSpPr txBox="1"/>
          <p:nvPr/>
        </p:nvSpPr>
        <p:spPr>
          <a:xfrm>
            <a:off x="948387" y="5213412"/>
            <a:ext cx="3912817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우선순위를 보장하기 위해</a:t>
            </a:r>
            <a:endParaRPr lang="en-US" altLang="ko-K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전체 시스템이 느려진다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999412-37FE-7C92-7D5F-DC4D9FC104C9}"/>
              </a:ext>
            </a:extLst>
          </p:cNvPr>
          <p:cNvSpPr txBox="1"/>
          <p:nvPr/>
        </p:nvSpPr>
        <p:spPr>
          <a:xfrm>
            <a:off x="1674312" y="4172988"/>
            <a:ext cx="4715624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다른 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msg 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종류가 몇 개나 더 있는지는 잘 모름</a:t>
            </a:r>
            <a:endParaRPr lang="en-US" altLang="ko-K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왜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언제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무슨 이유로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실행되는지 모름</a:t>
            </a:r>
          </a:p>
        </p:txBody>
      </p:sp>
    </p:spTree>
    <p:extLst>
      <p:ext uri="{BB962C8B-B14F-4D97-AF65-F5344CB8AC3E}">
        <p14:creationId xmlns:p14="http://schemas.microsoft.com/office/powerpoint/2010/main" val="893925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25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25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"/>
                            </p:stCondLst>
                            <p:childTnLst>
                              <p:par>
                                <p:cTn id="10" presetID="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25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2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2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50"/>
                            </p:stCondLst>
                            <p:childTnLst>
                              <p:par>
                                <p:cTn id="20" presetID="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25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5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25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25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250"/>
                            </p:stCondLst>
                            <p:childTnLst>
                              <p:par>
                                <p:cTn id="30" presetID="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" dur="25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5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2.59259E-6 L -0.66667 0.26343 " pathEditMode="relative" rAng="0" ptsTypes="AA">
                                      <p:cBhvr>
                                        <p:cTn id="41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333" y="131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  <p:bldP spid="13" grpId="0"/>
      <p:bldP spid="14" grpId="0"/>
      <p:bldP spid="16" grpId="0"/>
      <p:bldP spid="77" grpId="0" animBg="1"/>
      <p:bldP spid="77" grpId="1" animBg="1"/>
      <p:bldP spid="78" grpId="0"/>
      <p:bldP spid="79" grpId="0" animBg="1"/>
      <p:bldP spid="2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9E585-B960-B0C7-C512-1CB228896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8EFEF008-A6A4-6FD5-B179-BD9BEEE5752F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Queue → Priority Queue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42B11607-C7C4-D34D-71A6-C4E4D3CBEE60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20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F130351-58C6-B375-C63C-316066C0AF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208C32CF-8E80-2006-C147-1E3F14FBC25F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To do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788929F-9437-3DCC-AFE6-2B8B463CF082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CE9CB53-A932-CE51-8FA6-D3F20D1CF0D2}"/>
              </a:ext>
            </a:extLst>
          </p:cNvPr>
          <p:cNvSpPr/>
          <p:nvPr/>
        </p:nvSpPr>
        <p:spPr>
          <a:xfrm>
            <a:off x="203198" y="3969049"/>
            <a:ext cx="8686800" cy="11690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99F9F76-D775-C6AE-6690-4B9C3F3E5FC7}"/>
              </a:ext>
            </a:extLst>
          </p:cNvPr>
          <p:cNvSpPr/>
          <p:nvPr/>
        </p:nvSpPr>
        <p:spPr>
          <a:xfrm>
            <a:off x="203198" y="2193289"/>
            <a:ext cx="8686800" cy="164101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06A82D83-01D2-58ED-A2F6-A76FFF8D3B19}"/>
              </a:ext>
            </a:extLst>
          </p:cNvPr>
          <p:cNvCxnSpPr>
            <a:cxnSpLocks/>
          </p:cNvCxnSpPr>
          <p:nvPr/>
        </p:nvCxnSpPr>
        <p:spPr>
          <a:xfrm flipH="1">
            <a:off x="203698" y="1539369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6888583F-2184-7A95-643D-7CCB0046454C}"/>
              </a:ext>
            </a:extLst>
          </p:cNvPr>
          <p:cNvCxnSpPr>
            <a:cxnSpLocks/>
          </p:cNvCxnSpPr>
          <p:nvPr/>
        </p:nvCxnSpPr>
        <p:spPr>
          <a:xfrm flipH="1">
            <a:off x="203198" y="2130428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82771C03-6E46-3574-4CCC-8D8F70541D3F}"/>
              </a:ext>
            </a:extLst>
          </p:cNvPr>
          <p:cNvCxnSpPr>
            <a:cxnSpLocks/>
          </p:cNvCxnSpPr>
          <p:nvPr/>
        </p:nvCxnSpPr>
        <p:spPr>
          <a:xfrm flipH="1">
            <a:off x="203698" y="2721487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00A14E87-B2A2-7CDD-1F85-6B4D671120B0}"/>
              </a:ext>
            </a:extLst>
          </p:cNvPr>
          <p:cNvCxnSpPr>
            <a:cxnSpLocks/>
          </p:cNvCxnSpPr>
          <p:nvPr/>
        </p:nvCxnSpPr>
        <p:spPr>
          <a:xfrm flipH="1">
            <a:off x="203698" y="3312546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5689D298-40A4-932F-B7D7-05CEA2C02AFC}"/>
              </a:ext>
            </a:extLst>
          </p:cNvPr>
          <p:cNvCxnSpPr>
            <a:cxnSpLocks/>
          </p:cNvCxnSpPr>
          <p:nvPr/>
        </p:nvCxnSpPr>
        <p:spPr>
          <a:xfrm flipH="1">
            <a:off x="203698" y="3903605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43B0826-4395-9C9D-EC88-C24A41795346}"/>
              </a:ext>
            </a:extLst>
          </p:cNvPr>
          <p:cNvSpPr txBox="1"/>
          <p:nvPr/>
        </p:nvSpPr>
        <p:spPr>
          <a:xfrm>
            <a:off x="203698" y="155154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7B7FC9A-0645-02C4-DB28-F86E434112A0}"/>
              </a:ext>
            </a:extLst>
          </p:cNvPr>
          <p:cNvSpPr txBox="1"/>
          <p:nvPr/>
        </p:nvSpPr>
        <p:spPr>
          <a:xfrm>
            <a:off x="203698" y="3913128"/>
            <a:ext cx="1358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416FB74-2C17-90C5-B777-DBF4FCD08E9B}"/>
              </a:ext>
            </a:extLst>
          </p:cNvPr>
          <p:cNvSpPr txBox="1"/>
          <p:nvPr/>
        </p:nvSpPr>
        <p:spPr>
          <a:xfrm>
            <a:off x="203698" y="2148324"/>
            <a:ext cx="1218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16CAEF0-D6C6-5D49-6D05-0A9925E9372D}"/>
              </a:ext>
            </a:extLst>
          </p:cNvPr>
          <p:cNvSpPr txBox="1"/>
          <p:nvPr/>
        </p:nvSpPr>
        <p:spPr>
          <a:xfrm>
            <a:off x="203698" y="3331592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D9AA492-5A27-DC63-8F1E-EC22C95615BA}"/>
              </a:ext>
            </a:extLst>
          </p:cNvPr>
          <p:cNvSpPr/>
          <p:nvPr/>
        </p:nvSpPr>
        <p:spPr>
          <a:xfrm>
            <a:off x="2175396" y="4022457"/>
            <a:ext cx="6546947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48E54331-F6DB-574F-4061-46C58BBF89CB}"/>
              </a:ext>
            </a:extLst>
          </p:cNvPr>
          <p:cNvSpPr/>
          <p:nvPr/>
        </p:nvSpPr>
        <p:spPr>
          <a:xfrm>
            <a:off x="3919404" y="1658220"/>
            <a:ext cx="1332000" cy="360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E10A5AA1-7FCC-1E54-95B3-5994188AC207}"/>
              </a:ext>
            </a:extLst>
          </p:cNvPr>
          <p:cNvSpPr/>
          <p:nvPr/>
        </p:nvSpPr>
        <p:spPr>
          <a:xfrm>
            <a:off x="2244159" y="1658220"/>
            <a:ext cx="1332000" cy="360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9E55DFA-18FD-DFC0-5BB9-2C4A91EC6212}"/>
              </a:ext>
            </a:extLst>
          </p:cNvPr>
          <p:cNvSpPr/>
          <p:nvPr/>
        </p:nvSpPr>
        <p:spPr>
          <a:xfrm>
            <a:off x="5605882" y="1658220"/>
            <a:ext cx="1332000" cy="3600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20B2B775-D9C3-0125-45B0-DEAADFEE44F1}"/>
              </a:ext>
            </a:extLst>
          </p:cNvPr>
          <p:cNvSpPr/>
          <p:nvPr/>
        </p:nvSpPr>
        <p:spPr>
          <a:xfrm>
            <a:off x="7295168" y="1658220"/>
            <a:ext cx="1332000" cy="3600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heartbeat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47B902D-A930-586D-8228-988F248CA1CC}"/>
              </a:ext>
            </a:extLst>
          </p:cNvPr>
          <p:cNvSpPr/>
          <p:nvPr/>
        </p:nvSpPr>
        <p:spPr>
          <a:xfrm>
            <a:off x="2175397" y="2840338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E803C4D-13AB-0297-74D6-97766D2AF7D7}"/>
              </a:ext>
            </a:extLst>
          </p:cNvPr>
          <p:cNvSpPr/>
          <p:nvPr/>
        </p:nvSpPr>
        <p:spPr>
          <a:xfrm>
            <a:off x="3859067" y="2840338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E58FD7E-6467-BF69-8EA2-E16A6DB93447}"/>
              </a:ext>
            </a:extLst>
          </p:cNvPr>
          <p:cNvSpPr/>
          <p:nvPr/>
        </p:nvSpPr>
        <p:spPr>
          <a:xfrm>
            <a:off x="5542737" y="2840338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function_1()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F2EFD29-1359-9546-E827-D43860739C3F}"/>
              </a:ext>
            </a:extLst>
          </p:cNvPr>
          <p:cNvSpPr/>
          <p:nvPr/>
        </p:nvSpPr>
        <p:spPr>
          <a:xfrm>
            <a:off x="7226406" y="2840338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function_2()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BC7B9FB-7B4B-E6C6-D269-EC6CF011D11B}"/>
              </a:ext>
            </a:extLst>
          </p:cNvPr>
          <p:cNvSpPr/>
          <p:nvPr/>
        </p:nvSpPr>
        <p:spPr>
          <a:xfrm>
            <a:off x="2175397" y="3431397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send_to_lib</a:t>
            </a:r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C2C7B18-3440-A5A0-9EF2-4AC7A15422CE}"/>
              </a:ext>
            </a:extLst>
          </p:cNvPr>
          <p:cNvSpPr/>
          <p:nvPr/>
        </p:nvSpPr>
        <p:spPr>
          <a:xfrm>
            <a:off x="3856259" y="3431397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send_to_lib</a:t>
            </a:r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C5BB613B-EB9C-D31B-3379-2DAC474B04E1}"/>
              </a:ext>
            </a:extLst>
          </p:cNvPr>
          <p:cNvCxnSpPr>
            <a:cxnSpLocks/>
            <a:stCxn id="44" idx="2"/>
          </p:cNvCxnSpPr>
          <p:nvPr/>
        </p:nvCxnSpPr>
        <p:spPr>
          <a:xfrm>
            <a:off x="2910159" y="3791397"/>
            <a:ext cx="0" cy="23106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E9115875-867E-9C65-25DA-F3A50BE9ABC5}"/>
              </a:ext>
            </a:extLst>
          </p:cNvPr>
          <p:cNvCxnSpPr>
            <a:cxnSpLocks/>
            <a:stCxn id="45" idx="2"/>
          </p:cNvCxnSpPr>
          <p:nvPr/>
        </p:nvCxnSpPr>
        <p:spPr>
          <a:xfrm flipH="1">
            <a:off x="4585404" y="3791397"/>
            <a:ext cx="5617" cy="23106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1FDCAC5D-6170-A790-EC60-3AEE30FC0B8C}"/>
              </a:ext>
            </a:extLst>
          </p:cNvPr>
          <p:cNvCxnSpPr>
            <a:cxnSpLocks/>
            <a:stCxn id="40" idx="2"/>
            <a:endCxn id="44" idx="0"/>
          </p:cNvCxnSpPr>
          <p:nvPr/>
        </p:nvCxnSpPr>
        <p:spPr>
          <a:xfrm>
            <a:off x="2910159" y="3200338"/>
            <a:ext cx="0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6836C25B-779D-C7FF-344D-EC496017DC5E}"/>
              </a:ext>
            </a:extLst>
          </p:cNvPr>
          <p:cNvCxnSpPr>
            <a:stCxn id="41" idx="2"/>
            <a:endCxn id="45" idx="0"/>
          </p:cNvCxnSpPr>
          <p:nvPr/>
        </p:nvCxnSpPr>
        <p:spPr>
          <a:xfrm flipH="1">
            <a:off x="4591021" y="3200338"/>
            <a:ext cx="2808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F8BB48C4-0138-9ACC-72E9-36F6CE6412BE}"/>
              </a:ext>
            </a:extLst>
          </p:cNvPr>
          <p:cNvCxnSpPr>
            <a:cxnSpLocks/>
            <a:stCxn id="42" idx="2"/>
          </p:cNvCxnSpPr>
          <p:nvPr/>
        </p:nvCxnSpPr>
        <p:spPr>
          <a:xfrm>
            <a:off x="6277499" y="3200338"/>
            <a:ext cx="0" cy="82211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CD74F517-653F-E1FD-E7B5-42722DA0C123}"/>
              </a:ext>
            </a:extLst>
          </p:cNvPr>
          <p:cNvCxnSpPr>
            <a:cxnSpLocks/>
            <a:stCxn id="43" idx="2"/>
          </p:cNvCxnSpPr>
          <p:nvPr/>
        </p:nvCxnSpPr>
        <p:spPr>
          <a:xfrm>
            <a:off x="7961168" y="3200338"/>
            <a:ext cx="0" cy="82211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8662C9EA-05A0-CBB8-DAFC-B5DD7294F32A}"/>
              </a:ext>
            </a:extLst>
          </p:cNvPr>
          <p:cNvCxnSpPr>
            <a:cxnSpLocks/>
          </p:cNvCxnSpPr>
          <p:nvPr/>
        </p:nvCxnSpPr>
        <p:spPr>
          <a:xfrm flipH="1">
            <a:off x="203698" y="4483065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669406F2-E385-FEAE-6866-6061AA213540}"/>
              </a:ext>
            </a:extLst>
          </p:cNvPr>
          <p:cNvCxnSpPr>
            <a:cxnSpLocks/>
            <a:stCxn id="35" idx="2"/>
          </p:cNvCxnSpPr>
          <p:nvPr/>
        </p:nvCxnSpPr>
        <p:spPr>
          <a:xfrm flipH="1">
            <a:off x="5448868" y="4382457"/>
            <a:ext cx="2" cy="139331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EFF8DBF-BC98-5475-F865-D2E4014AAE3A}"/>
              </a:ext>
            </a:extLst>
          </p:cNvPr>
          <p:cNvSpPr/>
          <p:nvPr/>
        </p:nvSpPr>
        <p:spPr>
          <a:xfrm>
            <a:off x="2175396" y="2249279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service_plugin</a:t>
            </a:r>
            <a:endParaRPr lang="en-US" altLang="ko-K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D12934B7-D615-A2AD-4803-E4C6DBA392D9}"/>
              </a:ext>
            </a:extLst>
          </p:cNvPr>
          <p:cNvSpPr/>
          <p:nvPr/>
        </p:nvSpPr>
        <p:spPr>
          <a:xfrm>
            <a:off x="3856259" y="2249279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topic_plugin</a:t>
            </a:r>
            <a:endParaRPr lang="en-US" altLang="ko-K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CB236286-2ECC-8C07-E01B-09F2D35256A6}"/>
              </a:ext>
            </a:extLst>
          </p:cNvPr>
          <p:cNvSpPr/>
          <p:nvPr/>
        </p:nvSpPr>
        <p:spPr>
          <a:xfrm>
            <a:off x="5542737" y="2249279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param_plugin</a:t>
            </a:r>
            <a:endParaRPr lang="en-US" altLang="ko-K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ABA2547B-104F-968C-5CB1-F6CF3A65FF9A}"/>
              </a:ext>
            </a:extLst>
          </p:cNvPr>
          <p:cNvSpPr/>
          <p:nvPr/>
        </p:nvSpPr>
        <p:spPr>
          <a:xfrm>
            <a:off x="7217982" y="2249279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heartb_plugin</a:t>
            </a:r>
            <a:endParaRPr lang="en-US" altLang="ko-K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4D6D5CCA-2096-592D-1472-7055D8CB3D19}"/>
              </a:ext>
            </a:extLst>
          </p:cNvPr>
          <p:cNvCxnSpPr>
            <a:cxnSpLocks/>
            <a:stCxn id="37" idx="2"/>
            <a:endCxn id="55" idx="0"/>
          </p:cNvCxnSpPr>
          <p:nvPr/>
        </p:nvCxnSpPr>
        <p:spPr>
          <a:xfrm flipH="1">
            <a:off x="2910158" y="2018220"/>
            <a:ext cx="1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C7E4AF88-30E6-9FA1-AF2E-B06F900B0EB6}"/>
              </a:ext>
            </a:extLst>
          </p:cNvPr>
          <p:cNvCxnSpPr>
            <a:cxnSpLocks/>
            <a:stCxn id="55" idx="2"/>
            <a:endCxn id="40" idx="0"/>
          </p:cNvCxnSpPr>
          <p:nvPr/>
        </p:nvCxnSpPr>
        <p:spPr>
          <a:xfrm>
            <a:off x="2910158" y="2609279"/>
            <a:ext cx="1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163A2766-9E55-6343-37EE-3973E64A5C98}"/>
              </a:ext>
            </a:extLst>
          </p:cNvPr>
          <p:cNvCxnSpPr>
            <a:cxnSpLocks/>
            <a:stCxn id="36" idx="2"/>
            <a:endCxn id="56" idx="0"/>
          </p:cNvCxnSpPr>
          <p:nvPr/>
        </p:nvCxnSpPr>
        <p:spPr>
          <a:xfrm>
            <a:off x="4585404" y="2018220"/>
            <a:ext cx="5617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57DAB713-9CFF-7D72-22EE-219F6B65FA94}"/>
              </a:ext>
            </a:extLst>
          </p:cNvPr>
          <p:cNvCxnSpPr>
            <a:cxnSpLocks/>
            <a:stCxn id="38" idx="2"/>
            <a:endCxn id="57" idx="0"/>
          </p:cNvCxnSpPr>
          <p:nvPr/>
        </p:nvCxnSpPr>
        <p:spPr>
          <a:xfrm>
            <a:off x="6271882" y="2018220"/>
            <a:ext cx="5617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21756CB7-A09D-29EA-364C-ACD52C9459FD}"/>
              </a:ext>
            </a:extLst>
          </p:cNvPr>
          <p:cNvCxnSpPr>
            <a:cxnSpLocks/>
            <a:stCxn id="39" idx="2"/>
            <a:endCxn id="58" idx="0"/>
          </p:cNvCxnSpPr>
          <p:nvPr/>
        </p:nvCxnSpPr>
        <p:spPr>
          <a:xfrm flipH="1">
            <a:off x="7952744" y="2018220"/>
            <a:ext cx="8424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15800C40-2769-7714-8F78-7F3C9C3CE413}"/>
              </a:ext>
            </a:extLst>
          </p:cNvPr>
          <p:cNvCxnSpPr>
            <a:cxnSpLocks/>
            <a:stCxn id="56" idx="2"/>
            <a:endCxn id="41" idx="0"/>
          </p:cNvCxnSpPr>
          <p:nvPr/>
        </p:nvCxnSpPr>
        <p:spPr>
          <a:xfrm>
            <a:off x="4591021" y="2609279"/>
            <a:ext cx="2808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E648C7EF-F112-1F43-D7C2-9DC25115277F}"/>
              </a:ext>
            </a:extLst>
          </p:cNvPr>
          <p:cNvCxnSpPr>
            <a:cxnSpLocks/>
            <a:stCxn id="57" idx="2"/>
            <a:endCxn id="42" idx="0"/>
          </p:cNvCxnSpPr>
          <p:nvPr/>
        </p:nvCxnSpPr>
        <p:spPr>
          <a:xfrm>
            <a:off x="6277499" y="2609279"/>
            <a:ext cx="0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3C9EA01F-1607-A51F-7925-851B898B7A9D}"/>
              </a:ext>
            </a:extLst>
          </p:cNvPr>
          <p:cNvCxnSpPr>
            <a:cxnSpLocks/>
            <a:stCxn id="58" idx="2"/>
            <a:endCxn id="43" idx="0"/>
          </p:cNvCxnSpPr>
          <p:nvPr/>
        </p:nvCxnSpPr>
        <p:spPr>
          <a:xfrm>
            <a:off x="7952744" y="2609279"/>
            <a:ext cx="8424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Picture 4" descr="PX4 Autopilot 사용자 안내서 | PX4 Guide (main)">
            <a:extLst>
              <a:ext uri="{FF2B5EF4-FFF2-40B4-BE49-F238E27FC236}">
                <a16:creationId xmlns:a16="http://schemas.microsoft.com/office/drawing/2014/main" id="{DCF3204A-029F-44BE-DB5E-538CDBF6BE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0730" y="5474182"/>
            <a:ext cx="1216277" cy="911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D1D1582D-F3B5-D75E-5821-BE49A5DA36D8}"/>
              </a:ext>
            </a:extLst>
          </p:cNvPr>
          <p:cNvSpPr txBox="1"/>
          <p:nvPr/>
        </p:nvSpPr>
        <p:spPr>
          <a:xfrm>
            <a:off x="3099444" y="4352279"/>
            <a:ext cx="3912817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로 바꾸자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1E29082-3CD1-1033-6FC8-54DB62775387}"/>
              </a:ext>
            </a:extLst>
          </p:cNvPr>
          <p:cNvSpPr txBox="1"/>
          <p:nvPr/>
        </p:nvSpPr>
        <p:spPr>
          <a:xfrm>
            <a:off x="2244159" y="4846038"/>
            <a:ext cx="5889116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으로 명령을 보내는 모든 함수 파악하기</a:t>
            </a:r>
            <a:endParaRPr lang="en-US" altLang="ko-K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libmavconn→PX4 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전송 방식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(mutex lock)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B2E535A-B592-A3B3-F08C-A573E67D40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293" y="4590316"/>
            <a:ext cx="6238875" cy="10382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02221A-13E8-4396-AAAA-16C3D2297DB3}"/>
              </a:ext>
            </a:extLst>
          </p:cNvPr>
          <p:cNvSpPr txBox="1"/>
          <p:nvPr/>
        </p:nvSpPr>
        <p:spPr>
          <a:xfrm>
            <a:off x="2638916" y="6266382"/>
            <a:ext cx="1927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[ICCAS 2022]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6017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7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7D927AE-833D-43DC-8A2C-D735685E0CE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841" y="2738539"/>
            <a:ext cx="1134318" cy="113431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CCBFE469-2B2D-40CE-A2AE-5D93F35E6A83}"/>
              </a:ext>
            </a:extLst>
          </p:cNvPr>
          <p:cNvSpPr/>
          <p:nvPr/>
        </p:nvSpPr>
        <p:spPr>
          <a:xfrm>
            <a:off x="1" y="4390696"/>
            <a:ext cx="9144000" cy="144201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77D82F6-6608-46B6-B381-9916447EE76B}"/>
              </a:ext>
            </a:extLst>
          </p:cNvPr>
          <p:cNvSpPr/>
          <p:nvPr/>
        </p:nvSpPr>
        <p:spPr>
          <a:xfrm>
            <a:off x="3266091" y="1940695"/>
            <a:ext cx="2611815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dist"/>
            <a:r>
              <a:rPr lang="en-US" altLang="ko-K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F62E229-2378-4405-9087-57671A5FC33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B14AEF9-A9A0-4A4E-8490-94A1970A7DE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E3F5BE-94BC-4D0A-8CC1-AC4E9C90E8A0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2EC63D-1CA9-4C0D-85F9-6274710D2EA5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Moonyoung Choi (cmy021205@dgist.ac.kr)</a:t>
            </a:r>
          </a:p>
        </p:txBody>
      </p:sp>
    </p:spTree>
    <p:extLst>
      <p:ext uri="{BB962C8B-B14F-4D97-AF65-F5344CB8AC3E}">
        <p14:creationId xmlns:p14="http://schemas.microsoft.com/office/powerpoint/2010/main" val="3913888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75528</TotalTime>
  <Words>893</Words>
  <Application>Microsoft Office PowerPoint</Application>
  <PresentationFormat>화면 슬라이드 쇼(4:3)</PresentationFormat>
  <Paragraphs>394</Paragraphs>
  <Slides>21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9" baseType="lpstr">
      <vt:lpstr>맑은 고딕</vt:lpstr>
      <vt:lpstr>Arial</vt:lpstr>
      <vt:lpstr>Calibri</vt:lpstr>
      <vt:lpstr>Calibri Light</vt:lpstr>
      <vt:lpstr>MV Boli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RTCL403</dc:creator>
  <cp:lastModifiedBy>최문영</cp:lastModifiedBy>
  <cp:revision>1446</cp:revision>
  <cp:lastPrinted>2021-08-19T05:10:09Z</cp:lastPrinted>
  <dcterms:created xsi:type="dcterms:W3CDTF">2020-05-28T10:10:30Z</dcterms:created>
  <dcterms:modified xsi:type="dcterms:W3CDTF">2025-08-07T10:15:17Z</dcterms:modified>
</cp:coreProperties>
</file>