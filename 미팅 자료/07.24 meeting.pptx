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699" r:id="rId2"/>
    <p:sldId id="257" r:id="rId3"/>
    <p:sldId id="838" r:id="rId4"/>
    <p:sldId id="867" r:id="rId5"/>
    <p:sldId id="851" r:id="rId6"/>
    <p:sldId id="839" r:id="rId7"/>
    <p:sldId id="847" r:id="rId8"/>
    <p:sldId id="848" r:id="rId9"/>
    <p:sldId id="857" r:id="rId10"/>
    <p:sldId id="858" r:id="rId11"/>
    <p:sldId id="859" r:id="rId12"/>
    <p:sldId id="860" r:id="rId13"/>
    <p:sldId id="861" r:id="rId14"/>
    <p:sldId id="862" r:id="rId15"/>
    <p:sldId id="864" r:id="rId16"/>
    <p:sldId id="868" r:id="rId17"/>
    <p:sldId id="863" r:id="rId18"/>
    <p:sldId id="866" r:id="rId19"/>
    <p:sldId id="869" r:id="rId20"/>
    <p:sldId id="870" r:id="rId21"/>
    <p:sldId id="871" r:id="rId22"/>
    <p:sldId id="872" r:id="rId23"/>
    <p:sldId id="873" r:id="rId24"/>
    <p:sldId id="855" r:id="rId25"/>
    <p:sldId id="731" r:id="rId26"/>
  </p:sldIdLst>
  <p:sldSz cx="9144000" cy="6858000" type="screen4x3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D7D31"/>
    <a:srgbClr val="D6DCE5"/>
    <a:srgbClr val="FFFFFF"/>
    <a:srgbClr val="DAE3F3"/>
    <a:srgbClr val="404040"/>
    <a:srgbClr val="BDD7EE"/>
    <a:srgbClr val="002060"/>
    <a:srgbClr val="E6E6E6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0995EA-68E4-4B10-B3E8-BDDF18A83428}" v="2" dt="2025-08-01T02:49:56.2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55" autoAdjust="0"/>
    <p:restoredTop sz="76878" autoAdjust="0"/>
  </p:normalViewPr>
  <p:slideViewPr>
    <p:cSldViewPr snapToGrid="0">
      <p:cViewPr varScale="1">
        <p:scale>
          <a:sx n="63" d="100"/>
          <a:sy n="63" d="100"/>
        </p:scale>
        <p:origin x="2117" y="58"/>
      </p:cViewPr>
      <p:guideLst>
        <p:guide orient="horz" pos="338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문영" userId="c9c2ca5b-20f2-48c9-9e1f-a03229bf2768" providerId="ADAL" clId="{F50995EA-68E4-4B10-B3E8-BDDF18A83428}"/>
    <pc:docChg chg="modSld">
      <pc:chgData name="최문영" userId="c9c2ca5b-20f2-48c9-9e1f-a03229bf2768" providerId="ADAL" clId="{F50995EA-68E4-4B10-B3E8-BDDF18A83428}" dt="2025-08-01T03:04:56.484" v="1" actId="1076"/>
      <pc:docMkLst>
        <pc:docMk/>
      </pc:docMkLst>
      <pc:sldChg chg="addSp modSp">
        <pc:chgData name="최문영" userId="c9c2ca5b-20f2-48c9-9e1f-a03229bf2768" providerId="ADAL" clId="{F50995EA-68E4-4B10-B3E8-BDDF18A83428}" dt="2025-08-01T02:49:55.327" v="0"/>
        <pc:sldMkLst>
          <pc:docMk/>
          <pc:sldMk cId="3454774288" sldId="861"/>
        </pc:sldMkLst>
        <pc:spChg chg="add mod">
          <ac:chgData name="최문영" userId="c9c2ca5b-20f2-48c9-9e1f-a03229bf2768" providerId="ADAL" clId="{F50995EA-68E4-4B10-B3E8-BDDF18A83428}" dt="2025-08-01T02:49:55.327" v="0"/>
          <ac:spMkLst>
            <pc:docMk/>
            <pc:sldMk cId="3454774288" sldId="861"/>
            <ac:spMk id="2" creationId="{51CEC692-F7FA-A3CE-A9DC-3E678832F1AE}"/>
          </ac:spMkLst>
        </pc:spChg>
      </pc:sldChg>
      <pc:sldChg chg="modSp mod">
        <pc:chgData name="최문영" userId="c9c2ca5b-20f2-48c9-9e1f-a03229bf2768" providerId="ADAL" clId="{F50995EA-68E4-4B10-B3E8-BDDF18A83428}" dt="2025-08-01T03:04:56.484" v="1" actId="1076"/>
        <pc:sldMkLst>
          <pc:docMk/>
          <pc:sldMk cId="3173447809" sldId="864"/>
        </pc:sldMkLst>
        <pc:cxnChg chg="mod">
          <ac:chgData name="최문영" userId="c9c2ca5b-20f2-48c9-9e1f-a03229bf2768" providerId="ADAL" clId="{F50995EA-68E4-4B10-B3E8-BDDF18A83428}" dt="2025-08-01T03:04:56.484" v="1" actId="1076"/>
          <ac:cxnSpMkLst>
            <pc:docMk/>
            <pc:sldMk cId="3173447809" sldId="864"/>
            <ac:cxnSpMk id="41" creationId="{AF7DD71E-4D22-8962-5107-81427B23ED56}"/>
          </ac:cxnSpMkLst>
        </pc:cxnChg>
      </pc:sldChg>
    </pc:docChg>
  </pc:docChgLst>
  <pc:docChgLst>
    <pc:chgData name="최문영" userId="c9c2ca5b-20f2-48c9-9e1f-a03229bf2768" providerId="ADAL" clId="{A40B3C47-3CC6-4B76-BCCE-D64E51F0DBB3}"/>
    <pc:docChg chg="undo custSel addSld delSld modSld sldOrd">
      <pc:chgData name="최문영" userId="c9c2ca5b-20f2-48c9-9e1f-a03229bf2768" providerId="ADAL" clId="{A40B3C47-3CC6-4B76-BCCE-D64E51F0DBB3}" dt="2025-07-24T09:11:39.299" v="4549" actId="1076"/>
      <pc:docMkLst>
        <pc:docMk/>
      </pc:docMkLst>
      <pc:sldChg chg="modSp mod">
        <pc:chgData name="최문영" userId="c9c2ca5b-20f2-48c9-9e1f-a03229bf2768" providerId="ADAL" clId="{A40B3C47-3CC6-4B76-BCCE-D64E51F0DBB3}" dt="2025-07-23T19:16:19.602" v="3" actId="20577"/>
        <pc:sldMkLst>
          <pc:docMk/>
          <pc:sldMk cId="2886263250" sldId="699"/>
        </pc:sldMkLst>
        <pc:spChg chg="mod">
          <ac:chgData name="최문영" userId="c9c2ca5b-20f2-48c9-9e1f-a03229bf2768" providerId="ADAL" clId="{A40B3C47-3CC6-4B76-BCCE-D64E51F0DBB3}" dt="2025-07-23T19:16:19.602" v="3" actId="20577"/>
          <ac:spMkLst>
            <pc:docMk/>
            <pc:sldMk cId="2886263250" sldId="699"/>
            <ac:spMk id="14" creationId="{C21A635C-1642-419F-9A80-B71C2DC7C4C4}"/>
          </ac:spMkLst>
        </pc:spChg>
      </pc:sldChg>
      <pc:sldChg chg="addSp delSp modSp add del mod delAnim">
        <pc:chgData name="최문영" userId="c9c2ca5b-20f2-48c9-9e1f-a03229bf2768" providerId="ADAL" clId="{A40B3C47-3CC6-4B76-BCCE-D64E51F0DBB3}" dt="2025-07-24T08:49:20.991" v="3799" actId="113"/>
        <pc:sldMkLst>
          <pc:docMk/>
          <pc:sldMk cId="1070694071" sldId="848"/>
        </pc:sldMkLst>
        <pc:spChg chg="mod">
          <ac:chgData name="최문영" userId="c9c2ca5b-20f2-48c9-9e1f-a03229bf2768" providerId="ADAL" clId="{A40B3C47-3CC6-4B76-BCCE-D64E51F0DBB3}" dt="2025-07-23T20:55:18.175" v="51" actId="20577"/>
          <ac:spMkLst>
            <pc:docMk/>
            <pc:sldMk cId="1070694071" sldId="848"/>
            <ac:spMk id="10" creationId="{FAC22EF8-5B7A-7F3E-2E5D-CD707B5308DE}"/>
          </ac:spMkLst>
        </pc:spChg>
        <pc:spChg chg="add del mod">
          <ac:chgData name="최문영" userId="c9c2ca5b-20f2-48c9-9e1f-a03229bf2768" providerId="ADAL" clId="{A40B3C47-3CC6-4B76-BCCE-D64E51F0DBB3}" dt="2025-07-24T08:49:20.991" v="3799" actId="113"/>
          <ac:spMkLst>
            <pc:docMk/>
            <pc:sldMk cId="1070694071" sldId="848"/>
            <ac:spMk id="47" creationId="{131AB5EA-11F3-13A3-AF93-6AB9B8FD17FB}"/>
          </ac:spMkLst>
        </pc:spChg>
      </pc:sldChg>
      <pc:sldChg chg="del">
        <pc:chgData name="최문영" userId="c9c2ca5b-20f2-48c9-9e1f-a03229bf2768" providerId="ADAL" clId="{A40B3C47-3CC6-4B76-BCCE-D64E51F0DBB3}" dt="2025-07-24T08:30:29.037" v="2764" actId="47"/>
        <pc:sldMkLst>
          <pc:docMk/>
          <pc:sldMk cId="1124010080" sldId="852"/>
        </pc:sldMkLst>
      </pc:sldChg>
      <pc:sldChg chg="del">
        <pc:chgData name="최문영" userId="c9c2ca5b-20f2-48c9-9e1f-a03229bf2768" providerId="ADAL" clId="{A40B3C47-3CC6-4B76-BCCE-D64E51F0DBB3}" dt="2025-07-24T08:30:29.820" v="2765" actId="47"/>
        <pc:sldMkLst>
          <pc:docMk/>
          <pc:sldMk cId="1441264531" sldId="853"/>
        </pc:sldMkLst>
      </pc:sldChg>
      <pc:sldChg chg="modSp mod">
        <pc:chgData name="최문영" userId="c9c2ca5b-20f2-48c9-9e1f-a03229bf2768" providerId="ADAL" clId="{A40B3C47-3CC6-4B76-BCCE-D64E51F0DBB3}" dt="2025-07-24T08:57:48.918" v="4052" actId="1036"/>
        <pc:sldMkLst>
          <pc:docMk/>
          <pc:sldMk cId="1961948807" sldId="855"/>
        </pc:sldMkLst>
        <pc:spChg chg="mod">
          <ac:chgData name="최문영" userId="c9c2ca5b-20f2-48c9-9e1f-a03229bf2768" providerId="ADAL" clId="{A40B3C47-3CC6-4B76-BCCE-D64E51F0DBB3}" dt="2025-07-24T08:57:48.918" v="4052" actId="1036"/>
          <ac:spMkLst>
            <pc:docMk/>
            <pc:sldMk cId="1961948807" sldId="855"/>
            <ac:spMk id="9" creationId="{A0A855EA-BF46-1CA4-3688-2CA4758B4049}"/>
          </ac:spMkLst>
        </pc:spChg>
        <pc:spChg chg="mod">
          <ac:chgData name="최문영" userId="c9c2ca5b-20f2-48c9-9e1f-a03229bf2768" providerId="ADAL" clId="{A40B3C47-3CC6-4B76-BCCE-D64E51F0DBB3}" dt="2025-07-24T08:57:29.864" v="4027" actId="1036"/>
          <ac:spMkLst>
            <pc:docMk/>
            <pc:sldMk cId="1961948807" sldId="855"/>
            <ac:spMk id="11" creationId="{C3BEEE31-6C30-B327-AA41-6294F95370D3}"/>
          </ac:spMkLst>
        </pc:spChg>
        <pc:spChg chg="mod">
          <ac:chgData name="최문영" userId="c9c2ca5b-20f2-48c9-9e1f-a03229bf2768" providerId="ADAL" clId="{A40B3C47-3CC6-4B76-BCCE-D64E51F0DBB3}" dt="2025-07-24T08:57:21.211" v="4022" actId="6549"/>
          <ac:spMkLst>
            <pc:docMk/>
            <pc:sldMk cId="1961948807" sldId="855"/>
            <ac:spMk id="47" creationId="{4A82E27A-6E14-72F1-5FB1-CC8D50D529C7}"/>
          </ac:spMkLst>
        </pc:spChg>
        <pc:cxnChg chg="mod">
          <ac:chgData name="최문영" userId="c9c2ca5b-20f2-48c9-9e1f-a03229bf2768" providerId="ADAL" clId="{A40B3C47-3CC6-4B76-BCCE-D64E51F0DBB3}" dt="2025-07-24T08:57:25.110" v="4024" actId="1076"/>
          <ac:cxnSpMkLst>
            <pc:docMk/>
            <pc:sldMk cId="1961948807" sldId="855"/>
            <ac:cxnSpMk id="8" creationId="{2A7E229F-CCF4-E11A-75B3-F2AD2A9998D8}"/>
          </ac:cxnSpMkLst>
        </pc:cxnChg>
      </pc:sldChg>
      <pc:sldChg chg="modSp add del mod">
        <pc:chgData name="최문영" userId="c9c2ca5b-20f2-48c9-9e1f-a03229bf2768" providerId="ADAL" clId="{A40B3C47-3CC6-4B76-BCCE-D64E51F0DBB3}" dt="2025-07-23T23:41:51.745" v="2425" actId="47"/>
        <pc:sldMkLst>
          <pc:docMk/>
          <pc:sldMk cId="3321014448" sldId="856"/>
        </pc:sldMkLst>
      </pc:sldChg>
      <pc:sldChg chg="addSp delSp modSp add mod modTransition delAnim modAnim">
        <pc:chgData name="최문영" userId="c9c2ca5b-20f2-48c9-9e1f-a03229bf2768" providerId="ADAL" clId="{A40B3C47-3CC6-4B76-BCCE-D64E51F0DBB3}" dt="2025-07-24T08:52:20.521" v="3914" actId="20577"/>
        <pc:sldMkLst>
          <pc:docMk/>
          <pc:sldMk cId="2898503816" sldId="857"/>
        </pc:sldMkLst>
        <pc:spChg chg="add mod ord">
          <ac:chgData name="최문영" userId="c9c2ca5b-20f2-48c9-9e1f-a03229bf2768" providerId="ADAL" clId="{A40B3C47-3CC6-4B76-BCCE-D64E51F0DBB3}" dt="2025-07-24T08:50:24.162" v="3809" actId="14100"/>
          <ac:spMkLst>
            <pc:docMk/>
            <pc:sldMk cId="2898503816" sldId="857"/>
            <ac:spMk id="2" creationId="{CD680F12-6303-7ADA-3D9E-74BC41486CCE}"/>
          </ac:spMkLst>
        </pc:spChg>
        <pc:spChg chg="add mod ord">
          <ac:chgData name="최문영" userId="c9c2ca5b-20f2-48c9-9e1f-a03229bf2768" providerId="ADAL" clId="{A40B3C47-3CC6-4B76-BCCE-D64E51F0DBB3}" dt="2025-07-24T08:50:37.500" v="3812" actId="207"/>
          <ac:spMkLst>
            <pc:docMk/>
            <pc:sldMk cId="2898503816" sldId="857"/>
            <ac:spMk id="3" creationId="{43604558-8190-AD59-7E69-72C809E77A0A}"/>
          </ac:spMkLst>
        </pc:spChg>
        <pc:spChg chg="add mod">
          <ac:chgData name="최문영" userId="c9c2ca5b-20f2-48c9-9e1f-a03229bf2768" providerId="ADAL" clId="{A40B3C47-3CC6-4B76-BCCE-D64E51F0DBB3}" dt="2025-07-24T08:51:00.763" v="3844" actId="1076"/>
          <ac:spMkLst>
            <pc:docMk/>
            <pc:sldMk cId="2898503816" sldId="857"/>
            <ac:spMk id="4" creationId="{A73D5C29-3665-B130-0CC7-70B2A56055B2}"/>
          </ac:spMkLst>
        </pc:spChg>
        <pc:spChg chg="add mod">
          <ac:chgData name="최문영" userId="c9c2ca5b-20f2-48c9-9e1f-a03229bf2768" providerId="ADAL" clId="{A40B3C47-3CC6-4B76-BCCE-D64E51F0DBB3}" dt="2025-07-24T08:51:12.830" v="3867" actId="1037"/>
          <ac:spMkLst>
            <pc:docMk/>
            <pc:sldMk cId="2898503816" sldId="857"/>
            <ac:spMk id="5" creationId="{BDEDDC3F-E4E5-DBE7-CB76-32C29075FA21}"/>
          </ac:spMkLst>
        </pc:spChg>
        <pc:spChg chg="add mod">
          <ac:chgData name="최문영" userId="c9c2ca5b-20f2-48c9-9e1f-a03229bf2768" providerId="ADAL" clId="{A40B3C47-3CC6-4B76-BCCE-D64E51F0DBB3}" dt="2025-07-24T08:52:12.375" v="3902" actId="20577"/>
          <ac:spMkLst>
            <pc:docMk/>
            <pc:sldMk cId="2898503816" sldId="857"/>
            <ac:spMk id="7" creationId="{F2B49E1B-1EE1-1249-6C2A-2BD4BD1CC9BC}"/>
          </ac:spMkLst>
        </pc:spChg>
        <pc:spChg chg="add mod">
          <ac:chgData name="최문영" userId="c9c2ca5b-20f2-48c9-9e1f-a03229bf2768" providerId="ADAL" clId="{A40B3C47-3CC6-4B76-BCCE-D64E51F0DBB3}" dt="2025-07-23T22:36:24.932" v="1075" actId="207"/>
          <ac:spMkLst>
            <pc:docMk/>
            <pc:sldMk cId="2898503816" sldId="857"/>
            <ac:spMk id="9" creationId="{29F882EB-B119-9597-E9DE-831EE6412EEF}"/>
          </ac:spMkLst>
        </pc:spChg>
        <pc:spChg chg="add mod">
          <ac:chgData name="최문영" userId="c9c2ca5b-20f2-48c9-9e1f-a03229bf2768" providerId="ADAL" clId="{A40B3C47-3CC6-4B76-BCCE-D64E51F0DBB3}" dt="2025-07-23T22:35:05.189" v="1061" actId="1036"/>
          <ac:spMkLst>
            <pc:docMk/>
            <pc:sldMk cId="2898503816" sldId="857"/>
            <ac:spMk id="11" creationId="{8EFC7AA4-F3FD-9256-8BA2-C1F664DA56F0}"/>
          </ac:spMkLst>
        </pc:spChg>
        <pc:spChg chg="add mod">
          <ac:chgData name="최문영" userId="c9c2ca5b-20f2-48c9-9e1f-a03229bf2768" providerId="ADAL" clId="{A40B3C47-3CC6-4B76-BCCE-D64E51F0DBB3}" dt="2025-07-23T22:16:18.080" v="609" actId="1076"/>
          <ac:spMkLst>
            <pc:docMk/>
            <pc:sldMk cId="2898503816" sldId="857"/>
            <ac:spMk id="12" creationId="{E162D2D0-28BB-31DD-9825-E28596312BA1}"/>
          </ac:spMkLst>
        </pc:spChg>
        <pc:spChg chg="add mod">
          <ac:chgData name="최문영" userId="c9c2ca5b-20f2-48c9-9e1f-a03229bf2768" providerId="ADAL" clId="{A40B3C47-3CC6-4B76-BCCE-D64E51F0DBB3}" dt="2025-07-23T22:16:11.142" v="608" actId="1076"/>
          <ac:spMkLst>
            <pc:docMk/>
            <pc:sldMk cId="2898503816" sldId="857"/>
            <ac:spMk id="17" creationId="{33A25F0B-DF2C-0009-B165-3A340356E0AF}"/>
          </ac:spMkLst>
        </pc:spChg>
        <pc:spChg chg="add mod">
          <ac:chgData name="최문영" userId="c9c2ca5b-20f2-48c9-9e1f-a03229bf2768" providerId="ADAL" clId="{A40B3C47-3CC6-4B76-BCCE-D64E51F0DBB3}" dt="2025-07-23T22:16:58.136" v="624" actId="20577"/>
          <ac:spMkLst>
            <pc:docMk/>
            <pc:sldMk cId="2898503816" sldId="857"/>
            <ac:spMk id="24" creationId="{47BA39D7-3083-1DA9-2C3B-00C3ACE0D02B}"/>
          </ac:spMkLst>
        </pc:spChg>
        <pc:spChg chg="add mod">
          <ac:chgData name="최문영" userId="c9c2ca5b-20f2-48c9-9e1f-a03229bf2768" providerId="ADAL" clId="{A40B3C47-3CC6-4B76-BCCE-D64E51F0DBB3}" dt="2025-07-23T22:35:05.189" v="1061" actId="1036"/>
          <ac:spMkLst>
            <pc:docMk/>
            <pc:sldMk cId="2898503816" sldId="857"/>
            <ac:spMk id="25" creationId="{DAC8F0D8-4A44-7D10-86AB-289D94B26E23}"/>
          </ac:spMkLst>
        </pc:spChg>
        <pc:spChg chg="add mod">
          <ac:chgData name="최문영" userId="c9c2ca5b-20f2-48c9-9e1f-a03229bf2768" providerId="ADAL" clId="{A40B3C47-3CC6-4B76-BCCE-D64E51F0DBB3}" dt="2025-07-23T22:20:08.878" v="656" actId="20577"/>
          <ac:spMkLst>
            <pc:docMk/>
            <pc:sldMk cId="2898503816" sldId="857"/>
            <ac:spMk id="28" creationId="{0FD130C9-D619-3AB2-BCBE-1DB73AFD393D}"/>
          </ac:spMkLst>
        </pc:spChg>
        <pc:spChg chg="add mod">
          <ac:chgData name="최문영" userId="c9c2ca5b-20f2-48c9-9e1f-a03229bf2768" providerId="ADAL" clId="{A40B3C47-3CC6-4B76-BCCE-D64E51F0DBB3}" dt="2025-07-23T22:45:26.304" v="1278" actId="1076"/>
          <ac:spMkLst>
            <pc:docMk/>
            <pc:sldMk cId="2898503816" sldId="857"/>
            <ac:spMk id="29" creationId="{ECE87B24-4952-C421-0AEF-8984B0B1503F}"/>
          </ac:spMkLst>
        </pc:spChg>
        <pc:spChg chg="add mod">
          <ac:chgData name="최문영" userId="c9c2ca5b-20f2-48c9-9e1f-a03229bf2768" providerId="ADAL" clId="{A40B3C47-3CC6-4B76-BCCE-D64E51F0DBB3}" dt="2025-07-23T22:27:38.334" v="827" actId="1076"/>
          <ac:spMkLst>
            <pc:docMk/>
            <pc:sldMk cId="2898503816" sldId="857"/>
            <ac:spMk id="32" creationId="{967D91F8-4831-6D79-ED3C-4DFBCACE7820}"/>
          </ac:spMkLst>
        </pc:spChg>
        <pc:spChg chg="add mod">
          <ac:chgData name="최문영" userId="c9c2ca5b-20f2-48c9-9e1f-a03229bf2768" providerId="ADAL" clId="{A40B3C47-3CC6-4B76-BCCE-D64E51F0DBB3}" dt="2025-07-23T22:35:05.189" v="1061" actId="1036"/>
          <ac:spMkLst>
            <pc:docMk/>
            <pc:sldMk cId="2898503816" sldId="857"/>
            <ac:spMk id="33" creationId="{F64E183A-16B4-E5E8-B4CF-C2053C41FED6}"/>
          </ac:spMkLst>
        </pc:spChg>
        <pc:spChg chg="add mod">
          <ac:chgData name="최문영" userId="c9c2ca5b-20f2-48c9-9e1f-a03229bf2768" providerId="ADAL" clId="{A40B3C47-3CC6-4B76-BCCE-D64E51F0DBB3}" dt="2025-07-23T22:27:38.334" v="827" actId="1076"/>
          <ac:spMkLst>
            <pc:docMk/>
            <pc:sldMk cId="2898503816" sldId="857"/>
            <ac:spMk id="36" creationId="{C590E0C7-1927-B705-70EF-32D632653D9C}"/>
          </ac:spMkLst>
        </pc:spChg>
        <pc:spChg chg="add mod">
          <ac:chgData name="최문영" userId="c9c2ca5b-20f2-48c9-9e1f-a03229bf2768" providerId="ADAL" clId="{A40B3C47-3CC6-4B76-BCCE-D64E51F0DBB3}" dt="2025-07-23T22:43:25.903" v="1231" actId="113"/>
          <ac:spMkLst>
            <pc:docMk/>
            <pc:sldMk cId="2898503816" sldId="857"/>
            <ac:spMk id="37" creationId="{F1913112-176F-5287-20B7-4E23C8B6B4FA}"/>
          </ac:spMkLst>
        </pc:spChg>
        <pc:spChg chg="add mod">
          <ac:chgData name="최문영" userId="c9c2ca5b-20f2-48c9-9e1f-a03229bf2768" providerId="ADAL" clId="{A40B3C47-3CC6-4B76-BCCE-D64E51F0DBB3}" dt="2025-07-23T22:44:26.064" v="1252" actId="1076"/>
          <ac:spMkLst>
            <pc:docMk/>
            <pc:sldMk cId="2898503816" sldId="857"/>
            <ac:spMk id="41" creationId="{08008A08-A428-8A1F-C873-348049E2C88A}"/>
          </ac:spMkLst>
        </pc:spChg>
        <pc:spChg chg="add mod">
          <ac:chgData name="최문영" userId="c9c2ca5b-20f2-48c9-9e1f-a03229bf2768" providerId="ADAL" clId="{A40B3C47-3CC6-4B76-BCCE-D64E51F0DBB3}" dt="2025-07-23T22:38:20.921" v="1121" actId="14100"/>
          <ac:spMkLst>
            <pc:docMk/>
            <pc:sldMk cId="2898503816" sldId="857"/>
            <ac:spMk id="42" creationId="{756C812F-1564-85DC-95A9-42B28F28A5A8}"/>
          </ac:spMkLst>
        </pc:spChg>
        <pc:spChg chg="add mod">
          <ac:chgData name="최문영" userId="c9c2ca5b-20f2-48c9-9e1f-a03229bf2768" providerId="ADAL" clId="{A40B3C47-3CC6-4B76-BCCE-D64E51F0DBB3}" dt="2025-07-23T22:34:23.672" v="1051" actId="1076"/>
          <ac:spMkLst>
            <pc:docMk/>
            <pc:sldMk cId="2898503816" sldId="857"/>
            <ac:spMk id="44" creationId="{DDEF662D-2969-71C0-3197-F4FB92619277}"/>
          </ac:spMkLst>
        </pc:spChg>
        <pc:spChg chg="mod">
          <ac:chgData name="최문영" userId="c9c2ca5b-20f2-48c9-9e1f-a03229bf2768" providerId="ADAL" clId="{A40B3C47-3CC6-4B76-BCCE-D64E51F0DBB3}" dt="2025-07-23T22:32:58.992" v="976" actId="20577"/>
          <ac:spMkLst>
            <pc:docMk/>
            <pc:sldMk cId="2898503816" sldId="857"/>
            <ac:spMk id="47" creationId="{840A8F2C-2851-2602-AA78-AEC2CDE09B0C}"/>
          </ac:spMkLst>
        </pc:spChg>
        <pc:spChg chg="add mod">
          <ac:chgData name="최문영" userId="c9c2ca5b-20f2-48c9-9e1f-a03229bf2768" providerId="ADAL" clId="{A40B3C47-3CC6-4B76-BCCE-D64E51F0DBB3}" dt="2025-07-23T22:47:18.780" v="1326" actId="20577"/>
          <ac:spMkLst>
            <pc:docMk/>
            <pc:sldMk cId="2898503816" sldId="857"/>
            <ac:spMk id="68" creationId="{51B57601-881A-6B0D-0964-0701BE31D1C0}"/>
          </ac:spMkLst>
        </pc:spChg>
        <pc:spChg chg="add mod">
          <ac:chgData name="최문영" userId="c9c2ca5b-20f2-48c9-9e1f-a03229bf2768" providerId="ADAL" clId="{A40B3C47-3CC6-4B76-BCCE-D64E51F0DBB3}" dt="2025-07-23T22:44:22.045" v="1249" actId="1036"/>
          <ac:spMkLst>
            <pc:docMk/>
            <pc:sldMk cId="2898503816" sldId="857"/>
            <ac:spMk id="70" creationId="{4F195524-9D6A-07CE-E92A-96C5A154BE18}"/>
          </ac:spMkLst>
        </pc:spChg>
        <pc:spChg chg="add mod">
          <ac:chgData name="최문영" userId="c9c2ca5b-20f2-48c9-9e1f-a03229bf2768" providerId="ADAL" clId="{A40B3C47-3CC6-4B76-BCCE-D64E51F0DBB3}" dt="2025-07-23T22:44:33.308" v="1259" actId="1035"/>
          <ac:spMkLst>
            <pc:docMk/>
            <pc:sldMk cId="2898503816" sldId="857"/>
            <ac:spMk id="71" creationId="{87A81D0B-6973-D4B6-1498-5508B558B112}"/>
          </ac:spMkLst>
        </pc:spChg>
        <pc:spChg chg="add mod">
          <ac:chgData name="최문영" userId="c9c2ca5b-20f2-48c9-9e1f-a03229bf2768" providerId="ADAL" clId="{A40B3C47-3CC6-4B76-BCCE-D64E51F0DBB3}" dt="2025-07-24T08:52:20.521" v="3914" actId="20577"/>
          <ac:spMkLst>
            <pc:docMk/>
            <pc:sldMk cId="2898503816" sldId="857"/>
            <ac:spMk id="72" creationId="{BDCD84BD-9FEF-B538-C540-2CF24C17B859}"/>
          </ac:spMkLst>
        </pc:spChg>
        <pc:cxnChg chg="add mod">
          <ac:chgData name="최문영" userId="c9c2ca5b-20f2-48c9-9e1f-a03229bf2768" providerId="ADAL" clId="{A40B3C47-3CC6-4B76-BCCE-D64E51F0DBB3}" dt="2025-07-23T22:35:59.836" v="1073" actId="14100"/>
          <ac:cxnSpMkLst>
            <pc:docMk/>
            <pc:sldMk cId="2898503816" sldId="857"/>
            <ac:cxnSpMk id="23" creationId="{FF863EB5-7EA3-4A1D-352F-725686132105}"/>
          </ac:cxnSpMkLst>
        </pc:cxnChg>
        <pc:cxnChg chg="add mod">
          <ac:chgData name="최문영" userId="c9c2ca5b-20f2-48c9-9e1f-a03229bf2768" providerId="ADAL" clId="{A40B3C47-3CC6-4B76-BCCE-D64E51F0DBB3}" dt="2025-07-23T22:36:06.864" v="1074" actId="14100"/>
          <ac:cxnSpMkLst>
            <pc:docMk/>
            <pc:sldMk cId="2898503816" sldId="857"/>
            <ac:cxnSpMk id="27" creationId="{E5D58C88-EAD2-8EAA-9B53-3A2D92223D2F}"/>
          </ac:cxnSpMkLst>
        </pc:cxnChg>
        <pc:cxnChg chg="add mod">
          <ac:chgData name="최문영" userId="c9c2ca5b-20f2-48c9-9e1f-a03229bf2768" providerId="ADAL" clId="{A40B3C47-3CC6-4B76-BCCE-D64E51F0DBB3}" dt="2025-07-23T22:35:37.355" v="1068" actId="14100"/>
          <ac:cxnSpMkLst>
            <pc:docMk/>
            <pc:sldMk cId="2898503816" sldId="857"/>
            <ac:cxnSpMk id="31" creationId="{5AFD1E46-39FD-C317-2B23-E3FACE758424}"/>
          </ac:cxnSpMkLst>
        </pc:cxnChg>
        <pc:cxnChg chg="add mod">
          <ac:chgData name="최문영" userId="c9c2ca5b-20f2-48c9-9e1f-a03229bf2768" providerId="ADAL" clId="{A40B3C47-3CC6-4B76-BCCE-D64E51F0DBB3}" dt="2025-07-23T22:35:24.938" v="1066" actId="14100"/>
          <ac:cxnSpMkLst>
            <pc:docMk/>
            <pc:sldMk cId="2898503816" sldId="857"/>
            <ac:cxnSpMk id="35" creationId="{2C515724-80F6-E7D1-A7A0-5F3E351A4570}"/>
          </ac:cxnSpMkLst>
        </pc:cxnChg>
        <pc:cxnChg chg="add mod">
          <ac:chgData name="최문영" userId="c9c2ca5b-20f2-48c9-9e1f-a03229bf2768" providerId="ADAL" clId="{A40B3C47-3CC6-4B76-BCCE-D64E51F0DBB3}" dt="2025-07-23T22:35:55.803" v="1072" actId="1076"/>
          <ac:cxnSpMkLst>
            <pc:docMk/>
            <pc:sldMk cId="2898503816" sldId="857"/>
            <ac:cxnSpMk id="62" creationId="{25616BAD-7D4B-94C3-FD02-E24E9D5A47CD}"/>
          </ac:cxnSpMkLst>
        </pc:cxnChg>
      </pc:sldChg>
      <pc:sldChg chg="add del">
        <pc:chgData name="최문영" userId="c9c2ca5b-20f2-48c9-9e1f-a03229bf2768" providerId="ADAL" clId="{A40B3C47-3CC6-4B76-BCCE-D64E51F0DBB3}" dt="2025-07-23T22:36:38.165" v="1076" actId="47"/>
        <pc:sldMkLst>
          <pc:docMk/>
          <pc:sldMk cId="817463572" sldId="858"/>
        </pc:sldMkLst>
      </pc:sldChg>
      <pc:sldChg chg="addSp delSp modSp add mod modTransition modAnim">
        <pc:chgData name="최문영" userId="c9c2ca5b-20f2-48c9-9e1f-a03229bf2768" providerId="ADAL" clId="{A40B3C47-3CC6-4B76-BCCE-D64E51F0DBB3}" dt="2025-07-24T08:32:48.710" v="2800" actId="1076"/>
        <pc:sldMkLst>
          <pc:docMk/>
          <pc:sldMk cId="1986498486" sldId="858"/>
        </pc:sldMkLst>
        <pc:spChg chg="add mod">
          <ac:chgData name="최문영" userId="c9c2ca5b-20f2-48c9-9e1f-a03229bf2768" providerId="ADAL" clId="{A40B3C47-3CC6-4B76-BCCE-D64E51F0DBB3}" dt="2025-07-24T08:32:48.710" v="2800" actId="1076"/>
          <ac:spMkLst>
            <pc:docMk/>
            <pc:sldMk cId="1986498486" sldId="858"/>
            <ac:spMk id="2" creationId="{4C84370D-1861-F231-E73B-792E584EC8FB}"/>
          </ac:spMkLst>
        </pc:spChg>
        <pc:spChg chg="mod">
          <ac:chgData name="최문영" userId="c9c2ca5b-20f2-48c9-9e1f-a03229bf2768" providerId="ADAL" clId="{A40B3C47-3CC6-4B76-BCCE-D64E51F0DBB3}" dt="2025-07-23T23:34:02.884" v="2291" actId="20577"/>
          <ac:spMkLst>
            <pc:docMk/>
            <pc:sldMk cId="1986498486" sldId="858"/>
            <ac:spMk id="10" creationId="{B8DD7D80-66A9-C5A1-D5E3-E75BE12B42EE}"/>
          </ac:spMkLst>
        </pc:spChg>
        <pc:spChg chg="mod">
          <ac:chgData name="최문영" userId="c9c2ca5b-20f2-48c9-9e1f-a03229bf2768" providerId="ADAL" clId="{A40B3C47-3CC6-4B76-BCCE-D64E51F0DBB3}" dt="2025-07-23T22:45:34.339" v="1289" actId="14100"/>
          <ac:spMkLst>
            <pc:docMk/>
            <pc:sldMk cId="1986498486" sldId="858"/>
            <ac:spMk id="29" creationId="{E7F21F08-C5D7-497E-0C08-7061B6A21541}"/>
          </ac:spMkLst>
        </pc:spChg>
        <pc:spChg chg="mod">
          <ac:chgData name="최문영" userId="c9c2ca5b-20f2-48c9-9e1f-a03229bf2768" providerId="ADAL" clId="{A40B3C47-3CC6-4B76-BCCE-D64E51F0DBB3}" dt="2025-07-23T22:49:23.641" v="1366" actId="14100"/>
          <ac:spMkLst>
            <pc:docMk/>
            <pc:sldMk cId="1986498486" sldId="858"/>
            <ac:spMk id="37" creationId="{FF40991F-5451-69D6-E20A-86C34D6CBA63}"/>
          </ac:spMkLst>
        </pc:spChg>
        <pc:spChg chg="mod">
          <ac:chgData name="최문영" userId="c9c2ca5b-20f2-48c9-9e1f-a03229bf2768" providerId="ADAL" clId="{A40B3C47-3CC6-4B76-BCCE-D64E51F0DBB3}" dt="2025-07-23T22:49:02.536" v="1364" actId="207"/>
          <ac:spMkLst>
            <pc:docMk/>
            <pc:sldMk cId="1986498486" sldId="858"/>
            <ac:spMk id="68" creationId="{CC4F9DE7-81A8-A327-27DB-24564886CAEE}"/>
          </ac:spMkLst>
        </pc:spChg>
      </pc:sldChg>
      <pc:sldChg chg="addSp delSp modSp add mod modAnim">
        <pc:chgData name="최문영" userId="c9c2ca5b-20f2-48c9-9e1f-a03229bf2768" providerId="ADAL" clId="{A40B3C47-3CC6-4B76-BCCE-D64E51F0DBB3}" dt="2025-07-23T23:34:06.049" v="2292"/>
        <pc:sldMkLst>
          <pc:docMk/>
          <pc:sldMk cId="805631171" sldId="859"/>
        </pc:sldMkLst>
        <pc:spChg chg="add mod">
          <ac:chgData name="최문영" userId="c9c2ca5b-20f2-48c9-9e1f-a03229bf2768" providerId="ADAL" clId="{A40B3C47-3CC6-4B76-BCCE-D64E51F0DBB3}" dt="2025-07-23T22:55:46.021" v="1556" actId="1076"/>
          <ac:spMkLst>
            <pc:docMk/>
            <pc:sldMk cId="805631171" sldId="859"/>
            <ac:spMk id="3" creationId="{FA7B1D23-747A-D38F-7575-5FE844C1F63E}"/>
          </ac:spMkLst>
        </pc:spChg>
        <pc:spChg chg="mod">
          <ac:chgData name="최문영" userId="c9c2ca5b-20f2-48c9-9e1f-a03229bf2768" providerId="ADAL" clId="{A40B3C47-3CC6-4B76-BCCE-D64E51F0DBB3}" dt="2025-07-23T23:34:06.049" v="2292"/>
          <ac:spMkLst>
            <pc:docMk/>
            <pc:sldMk cId="805631171" sldId="859"/>
            <ac:spMk id="10" creationId="{820E1EF2-D1AE-DC16-0B9C-68441D4F2911}"/>
          </ac:spMkLst>
        </pc:spChg>
        <pc:spChg chg="mod">
          <ac:chgData name="최문영" userId="c9c2ca5b-20f2-48c9-9e1f-a03229bf2768" providerId="ADAL" clId="{A40B3C47-3CC6-4B76-BCCE-D64E51F0DBB3}" dt="2025-07-23T22:49:33.631" v="1377" actId="20577"/>
          <ac:spMkLst>
            <pc:docMk/>
            <pc:sldMk cId="805631171" sldId="859"/>
            <ac:spMk id="37" creationId="{885FFB2A-2E6D-BFBA-9B37-E76FB89F445F}"/>
          </ac:spMkLst>
        </pc:spChg>
      </pc:sldChg>
      <pc:sldChg chg="addSp delSp modSp add mod delAnim modAnim">
        <pc:chgData name="최문영" userId="c9c2ca5b-20f2-48c9-9e1f-a03229bf2768" providerId="ADAL" clId="{A40B3C47-3CC6-4B76-BCCE-D64E51F0DBB3}" dt="2025-07-24T08:54:41.514" v="3993"/>
        <pc:sldMkLst>
          <pc:docMk/>
          <pc:sldMk cId="3511393363" sldId="860"/>
        </pc:sldMkLst>
        <pc:spChg chg="add mod">
          <ac:chgData name="최문영" userId="c9c2ca5b-20f2-48c9-9e1f-a03229bf2768" providerId="ADAL" clId="{A40B3C47-3CC6-4B76-BCCE-D64E51F0DBB3}" dt="2025-07-24T08:35:35.995" v="3037" actId="1076"/>
          <ac:spMkLst>
            <pc:docMk/>
            <pc:sldMk cId="3511393363" sldId="860"/>
            <ac:spMk id="2" creationId="{22342276-DF0C-4477-C180-ED2119AA29CA}"/>
          </ac:spMkLst>
        </pc:spChg>
        <pc:spChg chg="add mod">
          <ac:chgData name="최문영" userId="c9c2ca5b-20f2-48c9-9e1f-a03229bf2768" providerId="ADAL" clId="{A40B3C47-3CC6-4B76-BCCE-D64E51F0DBB3}" dt="2025-07-24T08:36:58.546" v="3140" actId="1076"/>
          <ac:spMkLst>
            <pc:docMk/>
            <pc:sldMk cId="3511393363" sldId="860"/>
            <ac:spMk id="3" creationId="{F94645DE-572B-61B4-2E05-615661910B7F}"/>
          </ac:spMkLst>
        </pc:spChg>
        <pc:spChg chg="add mod ord">
          <ac:chgData name="최문영" userId="c9c2ca5b-20f2-48c9-9e1f-a03229bf2768" providerId="ADAL" clId="{A40B3C47-3CC6-4B76-BCCE-D64E51F0DBB3}" dt="2025-07-24T08:36:21.143" v="3125" actId="1076"/>
          <ac:spMkLst>
            <pc:docMk/>
            <pc:sldMk cId="3511393363" sldId="860"/>
            <ac:spMk id="4" creationId="{C2636725-3DD6-ED3B-FB2D-849D54F9C258}"/>
          </ac:spMkLst>
        </pc:spChg>
        <pc:spChg chg="add mod">
          <ac:chgData name="최문영" userId="c9c2ca5b-20f2-48c9-9e1f-a03229bf2768" providerId="ADAL" clId="{A40B3C47-3CC6-4B76-BCCE-D64E51F0DBB3}" dt="2025-07-24T08:52:59.972" v="3941" actId="1076"/>
          <ac:spMkLst>
            <pc:docMk/>
            <pc:sldMk cId="3511393363" sldId="860"/>
            <ac:spMk id="5" creationId="{81D9022B-B598-E3DC-AD97-C5B84D086E41}"/>
          </ac:spMkLst>
        </pc:spChg>
        <pc:spChg chg="mod">
          <ac:chgData name="최문영" userId="c9c2ca5b-20f2-48c9-9e1f-a03229bf2768" providerId="ADAL" clId="{A40B3C47-3CC6-4B76-BCCE-D64E51F0DBB3}" dt="2025-07-23T23:22:26" v="2007" actId="1038"/>
          <ac:spMkLst>
            <pc:docMk/>
            <pc:sldMk cId="3511393363" sldId="860"/>
            <ac:spMk id="6" creationId="{783E9442-FF54-172E-1498-50A3C2AFB6D6}"/>
          </ac:spMkLst>
        </pc:spChg>
        <pc:spChg chg="add mod">
          <ac:chgData name="최문영" userId="c9c2ca5b-20f2-48c9-9e1f-a03229bf2768" providerId="ADAL" clId="{A40B3C47-3CC6-4B76-BCCE-D64E51F0DBB3}" dt="2025-07-24T08:53:17.339" v="3983" actId="1076"/>
          <ac:spMkLst>
            <pc:docMk/>
            <pc:sldMk cId="3511393363" sldId="860"/>
            <ac:spMk id="7" creationId="{57DB0325-AE7D-F5F2-DEE8-677854A576CD}"/>
          </ac:spMkLst>
        </pc:spChg>
        <pc:spChg chg="add mod ord">
          <ac:chgData name="최문영" userId="c9c2ca5b-20f2-48c9-9e1f-a03229bf2768" providerId="ADAL" clId="{A40B3C47-3CC6-4B76-BCCE-D64E51F0DBB3}" dt="2025-07-24T08:54:23.810" v="3990" actId="14100"/>
          <ac:spMkLst>
            <pc:docMk/>
            <pc:sldMk cId="3511393363" sldId="860"/>
            <ac:spMk id="8" creationId="{57B0DD8C-6319-6AFD-6FF3-3D9F177C6AA1}"/>
          </ac:spMkLst>
        </pc:spChg>
        <pc:spChg chg="mod">
          <ac:chgData name="최문영" userId="c9c2ca5b-20f2-48c9-9e1f-a03229bf2768" providerId="ADAL" clId="{A40B3C47-3CC6-4B76-BCCE-D64E51F0DBB3}" dt="2025-07-23T23:34:13.592" v="2306" actId="20577"/>
          <ac:spMkLst>
            <pc:docMk/>
            <pc:sldMk cId="3511393363" sldId="860"/>
            <ac:spMk id="10" creationId="{36E1035B-6577-AF0A-BD9C-EA33664053FD}"/>
          </ac:spMkLst>
        </pc:spChg>
        <pc:spChg chg="mod">
          <ac:chgData name="최문영" userId="c9c2ca5b-20f2-48c9-9e1f-a03229bf2768" providerId="ADAL" clId="{A40B3C47-3CC6-4B76-BCCE-D64E51F0DBB3}" dt="2025-07-24T08:34:38.657" v="2909" actId="113"/>
          <ac:spMkLst>
            <pc:docMk/>
            <pc:sldMk cId="3511393363" sldId="860"/>
            <ac:spMk id="47" creationId="{FA1C03DD-24E0-4F7C-D99B-26A2A81A2515}"/>
          </ac:spMkLst>
        </pc:spChg>
        <pc:spChg chg="mod">
          <ac:chgData name="최문영" userId="c9c2ca5b-20f2-48c9-9e1f-a03229bf2768" providerId="ADAL" clId="{A40B3C47-3CC6-4B76-BCCE-D64E51F0DBB3}" dt="2025-07-23T23:22:56.751" v="2070" actId="208"/>
          <ac:spMkLst>
            <pc:docMk/>
            <pc:sldMk cId="3511393363" sldId="860"/>
            <ac:spMk id="55" creationId="{B5AFE3D2-E6AF-7FEE-A75C-69A67EC2BCE3}"/>
          </ac:spMkLst>
        </pc:spChg>
        <pc:spChg chg="add mod">
          <ac:chgData name="최문영" userId="c9c2ca5b-20f2-48c9-9e1f-a03229bf2768" providerId="ADAL" clId="{A40B3C47-3CC6-4B76-BCCE-D64E51F0DBB3}" dt="2025-07-23T23:19:19.032" v="1907"/>
          <ac:spMkLst>
            <pc:docMk/>
            <pc:sldMk cId="3511393363" sldId="860"/>
            <ac:spMk id="57" creationId="{BF1F46E1-9DC1-EE73-339D-ECF48355CCF0}"/>
          </ac:spMkLst>
        </pc:spChg>
        <pc:spChg chg="add mod">
          <ac:chgData name="최문영" userId="c9c2ca5b-20f2-48c9-9e1f-a03229bf2768" providerId="ADAL" clId="{A40B3C47-3CC6-4B76-BCCE-D64E51F0DBB3}" dt="2025-07-23T23:21:11.781" v="1931" actId="1076"/>
          <ac:spMkLst>
            <pc:docMk/>
            <pc:sldMk cId="3511393363" sldId="860"/>
            <ac:spMk id="63" creationId="{CF65D439-EDCD-5976-4195-C7308E60076D}"/>
          </ac:spMkLst>
        </pc:spChg>
        <pc:spChg chg="mod">
          <ac:chgData name="최문영" userId="c9c2ca5b-20f2-48c9-9e1f-a03229bf2768" providerId="ADAL" clId="{A40B3C47-3CC6-4B76-BCCE-D64E51F0DBB3}" dt="2025-07-23T23:22:26" v="2007" actId="1038"/>
          <ac:spMkLst>
            <pc:docMk/>
            <pc:sldMk cId="3511393363" sldId="860"/>
            <ac:spMk id="69" creationId="{3102F6E1-5EE7-E5FC-76D7-18A46C8054D1}"/>
          </ac:spMkLst>
        </pc:spChg>
        <pc:spChg chg="add mod">
          <ac:chgData name="최문영" userId="c9c2ca5b-20f2-48c9-9e1f-a03229bf2768" providerId="ADAL" clId="{A40B3C47-3CC6-4B76-BCCE-D64E51F0DBB3}" dt="2025-07-23T23:19:19.032" v="1907"/>
          <ac:spMkLst>
            <pc:docMk/>
            <pc:sldMk cId="3511393363" sldId="860"/>
            <ac:spMk id="71" creationId="{1F96181C-006B-28B4-8B56-129C30AF35C1}"/>
          </ac:spMkLst>
        </pc:spChg>
        <pc:spChg chg="add mod">
          <ac:chgData name="최문영" userId="c9c2ca5b-20f2-48c9-9e1f-a03229bf2768" providerId="ADAL" clId="{A40B3C47-3CC6-4B76-BCCE-D64E51F0DBB3}" dt="2025-07-23T23:19:19.032" v="1907"/>
          <ac:spMkLst>
            <pc:docMk/>
            <pc:sldMk cId="3511393363" sldId="860"/>
            <ac:spMk id="74" creationId="{EDE03F2F-9C56-6DF5-CDE9-85208A28B2D0}"/>
          </ac:spMkLst>
        </pc:spChg>
        <pc:spChg chg="add mod">
          <ac:chgData name="최문영" userId="c9c2ca5b-20f2-48c9-9e1f-a03229bf2768" providerId="ADAL" clId="{A40B3C47-3CC6-4B76-BCCE-D64E51F0DBB3}" dt="2025-07-23T23:19:19.032" v="1907"/>
          <ac:spMkLst>
            <pc:docMk/>
            <pc:sldMk cId="3511393363" sldId="860"/>
            <ac:spMk id="75" creationId="{B8E6FB34-650B-74A1-355D-C5AB71457E2C}"/>
          </ac:spMkLst>
        </pc:spChg>
        <pc:spChg chg="add mod">
          <ac:chgData name="최문영" userId="c9c2ca5b-20f2-48c9-9e1f-a03229bf2768" providerId="ADAL" clId="{A40B3C47-3CC6-4B76-BCCE-D64E51F0DBB3}" dt="2025-07-23T23:19:19.032" v="1907"/>
          <ac:spMkLst>
            <pc:docMk/>
            <pc:sldMk cId="3511393363" sldId="860"/>
            <ac:spMk id="76" creationId="{2D8C6605-B4AC-E7B1-2B6F-941AC68EB9B9}"/>
          </ac:spMkLst>
        </pc:spChg>
        <pc:spChg chg="mod">
          <ac:chgData name="최문영" userId="c9c2ca5b-20f2-48c9-9e1f-a03229bf2768" providerId="ADAL" clId="{A40B3C47-3CC6-4B76-BCCE-D64E51F0DBB3}" dt="2025-07-23T23:23:08.315" v="2081" actId="1037"/>
          <ac:spMkLst>
            <pc:docMk/>
            <pc:sldMk cId="3511393363" sldId="860"/>
            <ac:spMk id="78" creationId="{96801FC2-0BF0-6CA5-94DF-4D59D5818204}"/>
          </ac:spMkLst>
        </pc:spChg>
        <pc:spChg chg="mod">
          <ac:chgData name="최문영" userId="c9c2ca5b-20f2-48c9-9e1f-a03229bf2768" providerId="ADAL" clId="{A40B3C47-3CC6-4B76-BCCE-D64E51F0DBB3}" dt="2025-07-24T08:36:36.670" v="3138" actId="1038"/>
          <ac:spMkLst>
            <pc:docMk/>
            <pc:sldMk cId="3511393363" sldId="860"/>
            <ac:spMk id="82" creationId="{372A0F89-9829-EF0E-E2B4-0D0C5F125829}"/>
          </ac:spMkLst>
        </pc:spChg>
        <pc:spChg chg="add mod">
          <ac:chgData name="최문영" userId="c9c2ca5b-20f2-48c9-9e1f-a03229bf2768" providerId="ADAL" clId="{A40B3C47-3CC6-4B76-BCCE-D64E51F0DBB3}" dt="2025-07-24T08:34:26.589" v="2904" actId="20577"/>
          <ac:spMkLst>
            <pc:docMk/>
            <pc:sldMk cId="3511393363" sldId="860"/>
            <ac:spMk id="84" creationId="{BF48B942-F3F6-9178-55D8-C8D96A5614F9}"/>
          </ac:spMkLst>
        </pc:spChg>
        <pc:spChg chg="add mod">
          <ac:chgData name="최문영" userId="c9c2ca5b-20f2-48c9-9e1f-a03229bf2768" providerId="ADAL" clId="{A40B3C47-3CC6-4B76-BCCE-D64E51F0DBB3}" dt="2025-07-23T23:23:35.559" v="2122" actId="1037"/>
          <ac:spMkLst>
            <pc:docMk/>
            <pc:sldMk cId="3511393363" sldId="860"/>
            <ac:spMk id="89" creationId="{20566913-1378-EB70-FADD-C5ABBDAD17F0}"/>
          </ac:spMkLst>
        </pc:spChg>
        <pc:spChg chg="add mod">
          <ac:chgData name="최문영" userId="c9c2ca5b-20f2-48c9-9e1f-a03229bf2768" providerId="ADAL" clId="{A40B3C47-3CC6-4B76-BCCE-D64E51F0DBB3}" dt="2025-07-23T23:23:35.559" v="2122" actId="1037"/>
          <ac:spMkLst>
            <pc:docMk/>
            <pc:sldMk cId="3511393363" sldId="860"/>
            <ac:spMk id="90" creationId="{C8DC4DD8-D21D-0B34-111E-96C492DBE921}"/>
          </ac:spMkLst>
        </pc:spChg>
        <pc:spChg chg="add mod">
          <ac:chgData name="최문영" userId="c9c2ca5b-20f2-48c9-9e1f-a03229bf2768" providerId="ADAL" clId="{A40B3C47-3CC6-4B76-BCCE-D64E51F0DBB3}" dt="2025-07-24T08:33:49.449" v="2835" actId="14100"/>
          <ac:spMkLst>
            <pc:docMk/>
            <pc:sldMk cId="3511393363" sldId="860"/>
            <ac:spMk id="91" creationId="{02BC34C3-A8BF-25FC-E608-D705FC0163AE}"/>
          </ac:spMkLst>
        </pc:spChg>
        <pc:spChg chg="add mod">
          <ac:chgData name="최문영" userId="c9c2ca5b-20f2-48c9-9e1f-a03229bf2768" providerId="ADAL" clId="{A40B3C47-3CC6-4B76-BCCE-D64E51F0DBB3}" dt="2025-07-23T23:24:18.956" v="2131" actId="14100"/>
          <ac:spMkLst>
            <pc:docMk/>
            <pc:sldMk cId="3511393363" sldId="860"/>
            <ac:spMk id="92" creationId="{90561CFF-B6B6-6338-4270-336B2E8D37CE}"/>
          </ac:spMkLst>
        </pc:spChg>
        <pc:spChg chg="add mod">
          <ac:chgData name="최문영" userId="c9c2ca5b-20f2-48c9-9e1f-a03229bf2768" providerId="ADAL" clId="{A40B3C47-3CC6-4B76-BCCE-D64E51F0DBB3}" dt="2025-07-24T08:34:21.126" v="2889" actId="1076"/>
          <ac:spMkLst>
            <pc:docMk/>
            <pc:sldMk cId="3511393363" sldId="860"/>
            <ac:spMk id="93" creationId="{391D1A57-C5DA-3B1F-2B92-FB13C3980344}"/>
          </ac:spMkLst>
        </pc:spChg>
        <pc:cxnChg chg="mod">
          <ac:chgData name="최문영" userId="c9c2ca5b-20f2-48c9-9e1f-a03229bf2768" providerId="ADAL" clId="{A40B3C47-3CC6-4B76-BCCE-D64E51F0DBB3}" dt="2025-07-23T23:20:47.796" v="1928" actId="1076"/>
          <ac:cxnSpMkLst>
            <pc:docMk/>
            <pc:sldMk cId="3511393363" sldId="860"/>
            <ac:cxnSpMk id="60" creationId="{DA303622-25FA-C63D-74D1-4C7134043763}"/>
          </ac:cxnSpMkLst>
        </pc:cxnChg>
        <pc:cxnChg chg="add mod">
          <ac:chgData name="최문영" userId="c9c2ca5b-20f2-48c9-9e1f-a03229bf2768" providerId="ADAL" clId="{A40B3C47-3CC6-4B76-BCCE-D64E51F0DBB3}" dt="2025-07-23T23:23:35.559" v="2122" actId="1037"/>
          <ac:cxnSpMkLst>
            <pc:docMk/>
            <pc:sldMk cId="3511393363" sldId="860"/>
            <ac:cxnSpMk id="85" creationId="{8759F660-EC79-509B-0D21-3DDB286FE517}"/>
          </ac:cxnSpMkLst>
        </pc:cxnChg>
      </pc:sldChg>
      <pc:sldChg chg="addSp delSp modSp add del mod delAnim">
        <pc:chgData name="최문영" userId="c9c2ca5b-20f2-48c9-9e1f-a03229bf2768" providerId="ADAL" clId="{A40B3C47-3CC6-4B76-BCCE-D64E51F0DBB3}" dt="2025-07-24T08:54:48.055" v="3994" actId="478"/>
        <pc:sldMkLst>
          <pc:docMk/>
          <pc:sldMk cId="3454774288" sldId="861"/>
        </pc:sldMkLst>
        <pc:spChg chg="mod">
          <ac:chgData name="최문영" userId="c9c2ca5b-20f2-48c9-9e1f-a03229bf2768" providerId="ADAL" clId="{A40B3C47-3CC6-4B76-BCCE-D64E51F0DBB3}" dt="2025-07-23T23:34:30.475" v="2309" actId="20577"/>
          <ac:spMkLst>
            <pc:docMk/>
            <pc:sldMk cId="3454774288" sldId="861"/>
            <ac:spMk id="10" creationId="{0F505879-CB1C-0D4F-0AB1-5E3CA23CBAF0}"/>
          </ac:spMkLst>
        </pc:spChg>
        <pc:spChg chg="add del">
          <ac:chgData name="최문영" userId="c9c2ca5b-20f2-48c9-9e1f-a03229bf2768" providerId="ADAL" clId="{A40B3C47-3CC6-4B76-BCCE-D64E51F0DBB3}" dt="2025-07-23T22:57:53.148" v="1671" actId="478"/>
          <ac:spMkLst>
            <pc:docMk/>
            <pc:sldMk cId="3454774288" sldId="861"/>
            <ac:spMk id="29" creationId="{C2093441-8EAF-8118-18E8-C858F02A9BF1}"/>
          </ac:spMkLst>
        </pc:spChg>
      </pc:sldChg>
      <pc:sldChg chg="addSp delSp modSp add mod modTransition modAnim">
        <pc:chgData name="최문영" userId="c9c2ca5b-20f2-48c9-9e1f-a03229bf2768" providerId="ADAL" clId="{A40B3C47-3CC6-4B76-BCCE-D64E51F0DBB3}" dt="2025-07-24T08:55:17.037" v="3999" actId="1076"/>
        <pc:sldMkLst>
          <pc:docMk/>
          <pc:sldMk cId="2982763146" sldId="862"/>
        </pc:sldMkLst>
        <pc:spChg chg="add mod">
          <ac:chgData name="최문영" userId="c9c2ca5b-20f2-48c9-9e1f-a03229bf2768" providerId="ADAL" clId="{A40B3C47-3CC6-4B76-BCCE-D64E51F0DBB3}" dt="2025-07-23T23:03:27.408" v="1758" actId="20577"/>
          <ac:spMkLst>
            <pc:docMk/>
            <pc:sldMk cId="2982763146" sldId="862"/>
            <ac:spMk id="2" creationId="{2F48A1CE-7B21-D21F-51DB-CFC567A60BCB}"/>
          </ac:spMkLst>
        </pc:spChg>
        <pc:spChg chg="add mod">
          <ac:chgData name="최문영" userId="c9c2ca5b-20f2-48c9-9e1f-a03229bf2768" providerId="ADAL" clId="{A40B3C47-3CC6-4B76-BCCE-D64E51F0DBB3}" dt="2025-07-24T08:55:17.037" v="3999" actId="1076"/>
          <ac:spMkLst>
            <pc:docMk/>
            <pc:sldMk cId="2982763146" sldId="862"/>
            <ac:spMk id="3" creationId="{8D531C90-418E-72B4-B291-422B0462960B}"/>
          </ac:spMkLst>
        </pc:spChg>
        <pc:spChg chg="add mod">
          <ac:chgData name="최문영" userId="c9c2ca5b-20f2-48c9-9e1f-a03229bf2768" providerId="ADAL" clId="{A40B3C47-3CC6-4B76-BCCE-D64E51F0DBB3}" dt="2025-07-24T08:55:13.462" v="3998" actId="1076"/>
          <ac:spMkLst>
            <pc:docMk/>
            <pc:sldMk cId="2982763146" sldId="862"/>
            <ac:spMk id="4" creationId="{C502813F-4123-C0BA-433A-C6C1C3A2C0AC}"/>
          </ac:spMkLst>
        </pc:spChg>
        <pc:spChg chg="mod">
          <ac:chgData name="최문영" userId="c9c2ca5b-20f2-48c9-9e1f-a03229bf2768" providerId="ADAL" clId="{A40B3C47-3CC6-4B76-BCCE-D64E51F0DBB3}" dt="2025-07-23T23:34:34.514" v="2312" actId="20577"/>
          <ac:spMkLst>
            <pc:docMk/>
            <pc:sldMk cId="2982763146" sldId="862"/>
            <ac:spMk id="10" creationId="{05555FD0-8922-86DE-8D58-4A7A4C7D3BC4}"/>
          </ac:spMkLst>
        </pc:spChg>
        <pc:spChg chg="mod">
          <ac:chgData name="최문영" userId="c9c2ca5b-20f2-48c9-9e1f-a03229bf2768" providerId="ADAL" clId="{A40B3C47-3CC6-4B76-BCCE-D64E51F0DBB3}" dt="2025-07-23T22:58:16.606" v="1704" actId="1036"/>
          <ac:spMkLst>
            <pc:docMk/>
            <pc:sldMk cId="2982763146" sldId="862"/>
            <ac:spMk id="32" creationId="{3E7422DB-58D0-23A4-93D9-3773EA53D64E}"/>
          </ac:spMkLst>
        </pc:spChg>
        <pc:spChg chg="mod">
          <ac:chgData name="최문영" userId="c9c2ca5b-20f2-48c9-9e1f-a03229bf2768" providerId="ADAL" clId="{A40B3C47-3CC6-4B76-BCCE-D64E51F0DBB3}" dt="2025-07-23T22:58:16.606" v="1704" actId="1036"/>
          <ac:spMkLst>
            <pc:docMk/>
            <pc:sldMk cId="2982763146" sldId="862"/>
            <ac:spMk id="33" creationId="{0DC2ECD2-3433-6914-FD63-27CF7C849CE6}"/>
          </ac:spMkLst>
        </pc:spChg>
        <pc:spChg chg="mod">
          <ac:chgData name="최문영" userId="c9c2ca5b-20f2-48c9-9e1f-a03229bf2768" providerId="ADAL" clId="{A40B3C47-3CC6-4B76-BCCE-D64E51F0DBB3}" dt="2025-07-23T22:58:16.606" v="1704" actId="1036"/>
          <ac:spMkLst>
            <pc:docMk/>
            <pc:sldMk cId="2982763146" sldId="862"/>
            <ac:spMk id="36" creationId="{B74B9C0D-647E-B15B-D7C1-19B2CF08588C}"/>
          </ac:spMkLst>
        </pc:spChg>
        <pc:spChg chg="mod">
          <ac:chgData name="최문영" userId="c9c2ca5b-20f2-48c9-9e1f-a03229bf2768" providerId="ADAL" clId="{A40B3C47-3CC6-4B76-BCCE-D64E51F0DBB3}" dt="2025-07-23T22:58:16.606" v="1704" actId="1036"/>
          <ac:spMkLst>
            <pc:docMk/>
            <pc:sldMk cId="2982763146" sldId="862"/>
            <ac:spMk id="37" creationId="{4C0F07F0-6CEE-C967-3EA3-7300775DF12B}"/>
          </ac:spMkLst>
        </pc:spChg>
        <pc:spChg chg="mod">
          <ac:chgData name="최문영" userId="c9c2ca5b-20f2-48c9-9e1f-a03229bf2768" providerId="ADAL" clId="{A40B3C47-3CC6-4B76-BCCE-D64E51F0DBB3}" dt="2025-07-23T22:58:16.606" v="1704" actId="1036"/>
          <ac:spMkLst>
            <pc:docMk/>
            <pc:sldMk cId="2982763146" sldId="862"/>
            <ac:spMk id="41" creationId="{C33DF3D6-926F-EEC8-B33D-6707E4A929D8}"/>
          </ac:spMkLst>
        </pc:spChg>
        <pc:cxnChg chg="mod">
          <ac:chgData name="최문영" userId="c9c2ca5b-20f2-48c9-9e1f-a03229bf2768" providerId="ADAL" clId="{A40B3C47-3CC6-4B76-BCCE-D64E51F0DBB3}" dt="2025-07-23T22:58:16.606" v="1704" actId="1036"/>
          <ac:cxnSpMkLst>
            <pc:docMk/>
            <pc:sldMk cId="2982763146" sldId="862"/>
            <ac:cxnSpMk id="31" creationId="{6332DE38-1836-C18F-DF95-8ADE428442E7}"/>
          </ac:cxnSpMkLst>
        </pc:cxnChg>
        <pc:cxnChg chg="mod">
          <ac:chgData name="최문영" userId="c9c2ca5b-20f2-48c9-9e1f-a03229bf2768" providerId="ADAL" clId="{A40B3C47-3CC6-4B76-BCCE-D64E51F0DBB3}" dt="2025-07-23T22:58:16.606" v="1704" actId="1036"/>
          <ac:cxnSpMkLst>
            <pc:docMk/>
            <pc:sldMk cId="2982763146" sldId="862"/>
            <ac:cxnSpMk id="35" creationId="{3755BD53-EF73-BFE3-D1CE-63BA839AD793}"/>
          </ac:cxnSpMkLst>
        </pc:cxnChg>
      </pc:sldChg>
      <pc:sldChg chg="addSp delSp modSp add mod modTransition delAnim modAnim">
        <pc:chgData name="최문영" userId="c9c2ca5b-20f2-48c9-9e1f-a03229bf2768" providerId="ADAL" clId="{A40B3C47-3CC6-4B76-BCCE-D64E51F0DBB3}" dt="2025-07-24T08:41:03.931" v="3305"/>
        <pc:sldMkLst>
          <pc:docMk/>
          <pc:sldMk cId="3807710224" sldId="863"/>
        </pc:sldMkLst>
        <pc:spChg chg="add mod">
          <ac:chgData name="최문영" userId="c9c2ca5b-20f2-48c9-9e1f-a03229bf2768" providerId="ADAL" clId="{A40B3C47-3CC6-4B76-BCCE-D64E51F0DBB3}" dt="2025-07-23T23:35:22.023" v="2325"/>
          <ac:spMkLst>
            <pc:docMk/>
            <pc:sldMk cId="3807710224" sldId="863"/>
            <ac:spMk id="3" creationId="{BFD6F23E-1E5C-167F-DC47-FAC647968FC4}"/>
          </ac:spMkLst>
        </pc:spChg>
        <pc:spChg chg="add mod">
          <ac:chgData name="최문영" userId="c9c2ca5b-20f2-48c9-9e1f-a03229bf2768" providerId="ADAL" clId="{A40B3C47-3CC6-4B76-BCCE-D64E51F0DBB3}" dt="2025-07-23T23:35:22.023" v="2325"/>
          <ac:spMkLst>
            <pc:docMk/>
            <pc:sldMk cId="3807710224" sldId="863"/>
            <ac:spMk id="4" creationId="{505ECE49-F791-2126-F74A-BD5D562BE8D2}"/>
          </ac:spMkLst>
        </pc:spChg>
        <pc:spChg chg="add mod">
          <ac:chgData name="최문영" userId="c9c2ca5b-20f2-48c9-9e1f-a03229bf2768" providerId="ADAL" clId="{A40B3C47-3CC6-4B76-BCCE-D64E51F0DBB3}" dt="2025-07-23T23:35:22.023" v="2325"/>
          <ac:spMkLst>
            <pc:docMk/>
            <pc:sldMk cId="3807710224" sldId="863"/>
            <ac:spMk id="7" creationId="{70AF46EA-2421-2D20-F6F5-7D12836F508D}"/>
          </ac:spMkLst>
        </pc:spChg>
        <pc:spChg chg="add mod">
          <ac:chgData name="최문영" userId="c9c2ca5b-20f2-48c9-9e1f-a03229bf2768" providerId="ADAL" clId="{A40B3C47-3CC6-4B76-BCCE-D64E51F0DBB3}" dt="2025-07-23T23:35:22.023" v="2325"/>
          <ac:spMkLst>
            <pc:docMk/>
            <pc:sldMk cId="3807710224" sldId="863"/>
            <ac:spMk id="8" creationId="{C0C7AF57-9C95-4200-3CD1-1C6492CB9B68}"/>
          </ac:spMkLst>
        </pc:spChg>
        <pc:spChg chg="mod">
          <ac:chgData name="최문영" userId="c9c2ca5b-20f2-48c9-9e1f-a03229bf2768" providerId="ADAL" clId="{A40B3C47-3CC6-4B76-BCCE-D64E51F0DBB3}" dt="2025-07-23T23:35:52.711" v="2328" actId="20577"/>
          <ac:spMkLst>
            <pc:docMk/>
            <pc:sldMk cId="3807710224" sldId="863"/>
            <ac:spMk id="10" creationId="{883BBD22-D1FD-32CC-478B-4C15B2E17FDB}"/>
          </ac:spMkLst>
        </pc:spChg>
        <pc:spChg chg="add mod">
          <ac:chgData name="최문영" userId="c9c2ca5b-20f2-48c9-9e1f-a03229bf2768" providerId="ADAL" clId="{A40B3C47-3CC6-4B76-BCCE-D64E51F0DBB3}" dt="2025-07-23T23:35:22.023" v="2325"/>
          <ac:spMkLst>
            <pc:docMk/>
            <pc:sldMk cId="3807710224" sldId="863"/>
            <ac:spMk id="14" creationId="{BBCE7409-03E5-6659-62D7-149DF4897F19}"/>
          </ac:spMkLst>
        </pc:spChg>
        <pc:spChg chg="add mod">
          <ac:chgData name="최문영" userId="c9c2ca5b-20f2-48c9-9e1f-a03229bf2768" providerId="ADAL" clId="{A40B3C47-3CC6-4B76-BCCE-D64E51F0DBB3}" dt="2025-07-23T23:35:22.023" v="2325"/>
          <ac:spMkLst>
            <pc:docMk/>
            <pc:sldMk cId="3807710224" sldId="863"/>
            <ac:spMk id="16" creationId="{ACE50370-A981-D699-E020-F47DBE673570}"/>
          </ac:spMkLst>
        </pc:spChg>
        <pc:spChg chg="add mod">
          <ac:chgData name="최문영" userId="c9c2ca5b-20f2-48c9-9e1f-a03229bf2768" providerId="ADAL" clId="{A40B3C47-3CC6-4B76-BCCE-D64E51F0DBB3}" dt="2025-07-23T23:35:22.023" v="2325"/>
          <ac:spMkLst>
            <pc:docMk/>
            <pc:sldMk cId="3807710224" sldId="863"/>
            <ac:spMk id="20" creationId="{7F387E00-F5C8-4760-7328-104BC5C318D4}"/>
          </ac:spMkLst>
        </pc:spChg>
        <pc:spChg chg="add mod">
          <ac:chgData name="최문영" userId="c9c2ca5b-20f2-48c9-9e1f-a03229bf2768" providerId="ADAL" clId="{A40B3C47-3CC6-4B76-BCCE-D64E51F0DBB3}" dt="2025-07-23T23:35:22.023" v="2325"/>
          <ac:spMkLst>
            <pc:docMk/>
            <pc:sldMk cId="3807710224" sldId="863"/>
            <ac:spMk id="26" creationId="{0C9573E9-751F-9FD8-0F37-F794A40BFCB6}"/>
          </ac:spMkLst>
        </pc:spChg>
        <pc:spChg chg="add mod">
          <ac:chgData name="최문영" userId="c9c2ca5b-20f2-48c9-9e1f-a03229bf2768" providerId="ADAL" clId="{A40B3C47-3CC6-4B76-BCCE-D64E51F0DBB3}" dt="2025-07-23T23:35:22.023" v="2325"/>
          <ac:spMkLst>
            <pc:docMk/>
            <pc:sldMk cId="3807710224" sldId="863"/>
            <ac:spMk id="30" creationId="{E60E59D9-D95E-5C41-51B2-B0B2041CD932}"/>
          </ac:spMkLst>
        </pc:spChg>
        <pc:spChg chg="add mod">
          <ac:chgData name="최문영" userId="c9c2ca5b-20f2-48c9-9e1f-a03229bf2768" providerId="ADAL" clId="{A40B3C47-3CC6-4B76-BCCE-D64E51F0DBB3}" dt="2025-07-23T23:35:22.023" v="2325"/>
          <ac:spMkLst>
            <pc:docMk/>
            <pc:sldMk cId="3807710224" sldId="863"/>
            <ac:spMk id="38" creationId="{3D5C512E-3069-ABEE-ACF7-777647F6B941}"/>
          </ac:spMkLst>
        </pc:spChg>
      </pc:sldChg>
      <pc:sldChg chg="addSp delSp modSp add mod modTransition modAnim">
        <pc:chgData name="최문영" userId="c9c2ca5b-20f2-48c9-9e1f-a03229bf2768" providerId="ADAL" clId="{A40B3C47-3CC6-4B76-BCCE-D64E51F0DBB3}" dt="2025-07-24T08:42:18.946" v="3315" actId="1076"/>
        <pc:sldMkLst>
          <pc:docMk/>
          <pc:sldMk cId="3173447809" sldId="864"/>
        </pc:sldMkLst>
        <pc:spChg chg="add mod">
          <ac:chgData name="최문영" userId="c9c2ca5b-20f2-48c9-9e1f-a03229bf2768" providerId="ADAL" clId="{A40B3C47-3CC6-4B76-BCCE-D64E51F0DBB3}" dt="2025-07-23T23:28:53.358" v="2197" actId="12788"/>
          <ac:spMkLst>
            <pc:docMk/>
            <pc:sldMk cId="3173447809" sldId="864"/>
            <ac:spMk id="3" creationId="{E1ADA0B5-FC03-040F-F17F-60D609398646}"/>
          </ac:spMkLst>
        </pc:spChg>
        <pc:spChg chg="add mod">
          <ac:chgData name="최문영" userId="c9c2ca5b-20f2-48c9-9e1f-a03229bf2768" providerId="ADAL" clId="{A40B3C47-3CC6-4B76-BCCE-D64E51F0DBB3}" dt="2025-07-23T23:28:57.332" v="2198" actId="12788"/>
          <ac:spMkLst>
            <pc:docMk/>
            <pc:sldMk cId="3173447809" sldId="864"/>
            <ac:spMk id="4" creationId="{3801FC74-89DC-D74A-878B-2A0705AB4E33}"/>
          </ac:spMkLst>
        </pc:spChg>
        <pc:spChg chg="add mod">
          <ac:chgData name="최문영" userId="c9c2ca5b-20f2-48c9-9e1f-a03229bf2768" providerId="ADAL" clId="{A40B3C47-3CC6-4B76-BCCE-D64E51F0DBB3}" dt="2025-07-23T23:29:00.244" v="2199" actId="12788"/>
          <ac:spMkLst>
            <pc:docMk/>
            <pc:sldMk cId="3173447809" sldId="864"/>
            <ac:spMk id="5" creationId="{12B2ED13-1577-22BF-439F-5F23FFC527C2}"/>
          </ac:spMkLst>
        </pc:spChg>
        <pc:spChg chg="add mod">
          <ac:chgData name="최문영" userId="c9c2ca5b-20f2-48c9-9e1f-a03229bf2768" providerId="ADAL" clId="{A40B3C47-3CC6-4B76-BCCE-D64E51F0DBB3}" dt="2025-07-23T23:29:03.432" v="2200" actId="12788"/>
          <ac:spMkLst>
            <pc:docMk/>
            <pc:sldMk cId="3173447809" sldId="864"/>
            <ac:spMk id="7" creationId="{337CB8A9-39DF-3D4F-48A8-B746ECDE7F9F}"/>
          </ac:spMkLst>
        </pc:spChg>
        <pc:spChg chg="add mod">
          <ac:chgData name="최문영" userId="c9c2ca5b-20f2-48c9-9e1f-a03229bf2768" providerId="ADAL" clId="{A40B3C47-3CC6-4B76-BCCE-D64E51F0DBB3}" dt="2025-07-23T23:28:53.358" v="2197" actId="12788"/>
          <ac:spMkLst>
            <pc:docMk/>
            <pc:sldMk cId="3173447809" sldId="864"/>
            <ac:spMk id="8" creationId="{C09952D3-229A-5ABE-04EF-17D8A289401F}"/>
          </ac:spMkLst>
        </pc:spChg>
        <pc:spChg chg="add mod">
          <ac:chgData name="최문영" userId="c9c2ca5b-20f2-48c9-9e1f-a03229bf2768" providerId="ADAL" clId="{A40B3C47-3CC6-4B76-BCCE-D64E51F0DBB3}" dt="2025-07-24T08:38:31.257" v="3165" actId="12789"/>
          <ac:spMkLst>
            <pc:docMk/>
            <pc:sldMk cId="3173447809" sldId="864"/>
            <ac:spMk id="9" creationId="{759BA573-A218-E060-AD90-9D5C677ECC9D}"/>
          </ac:spMkLst>
        </pc:spChg>
        <pc:spChg chg="mod">
          <ac:chgData name="최문영" userId="c9c2ca5b-20f2-48c9-9e1f-a03229bf2768" providerId="ADAL" clId="{A40B3C47-3CC6-4B76-BCCE-D64E51F0DBB3}" dt="2025-07-23T23:34:37.818" v="2315" actId="20577"/>
          <ac:spMkLst>
            <pc:docMk/>
            <pc:sldMk cId="3173447809" sldId="864"/>
            <ac:spMk id="10" creationId="{F2C11121-3B97-4B6A-FCAA-109FA5BF8904}"/>
          </ac:spMkLst>
        </pc:spChg>
        <pc:spChg chg="add mod">
          <ac:chgData name="최문영" userId="c9c2ca5b-20f2-48c9-9e1f-a03229bf2768" providerId="ADAL" clId="{A40B3C47-3CC6-4B76-BCCE-D64E51F0DBB3}" dt="2025-07-23T23:29:03.432" v="2200" actId="12788"/>
          <ac:spMkLst>
            <pc:docMk/>
            <pc:sldMk cId="3173447809" sldId="864"/>
            <ac:spMk id="13" creationId="{9847793C-1D35-8793-BD78-61BDA543D95B}"/>
          </ac:spMkLst>
        </pc:spChg>
        <pc:spChg chg="add mod">
          <ac:chgData name="최문영" userId="c9c2ca5b-20f2-48c9-9e1f-a03229bf2768" providerId="ADAL" clId="{A40B3C47-3CC6-4B76-BCCE-D64E51F0DBB3}" dt="2025-07-23T23:28:57.332" v="2198" actId="12788"/>
          <ac:spMkLst>
            <pc:docMk/>
            <pc:sldMk cId="3173447809" sldId="864"/>
            <ac:spMk id="14" creationId="{4EE197CD-A1A1-05C9-3755-B56BB09CAAA7}"/>
          </ac:spMkLst>
        </pc:spChg>
        <pc:spChg chg="add mod">
          <ac:chgData name="최문영" userId="c9c2ca5b-20f2-48c9-9e1f-a03229bf2768" providerId="ADAL" clId="{A40B3C47-3CC6-4B76-BCCE-D64E51F0DBB3}" dt="2025-07-23T23:29:00.244" v="2199" actId="12788"/>
          <ac:spMkLst>
            <pc:docMk/>
            <pc:sldMk cId="3173447809" sldId="864"/>
            <ac:spMk id="16" creationId="{C8DACA1B-5F09-1E2A-2C9C-CBB3648D677B}"/>
          </ac:spMkLst>
        </pc:spChg>
        <pc:spChg chg="add mod">
          <ac:chgData name="최문영" userId="c9c2ca5b-20f2-48c9-9e1f-a03229bf2768" providerId="ADAL" clId="{A40B3C47-3CC6-4B76-BCCE-D64E51F0DBB3}" dt="2025-07-24T08:38:31.257" v="3165" actId="12789"/>
          <ac:spMkLst>
            <pc:docMk/>
            <pc:sldMk cId="3173447809" sldId="864"/>
            <ac:spMk id="18" creationId="{42F780B4-BC3A-CDD5-D16C-5F2AD5FA33B9}"/>
          </ac:spMkLst>
        </pc:spChg>
        <pc:spChg chg="add mod">
          <ac:chgData name="최문영" userId="c9c2ca5b-20f2-48c9-9e1f-a03229bf2768" providerId="ADAL" clId="{A40B3C47-3CC6-4B76-BCCE-D64E51F0DBB3}" dt="2025-07-24T08:38:31.257" v="3165" actId="12789"/>
          <ac:spMkLst>
            <pc:docMk/>
            <pc:sldMk cId="3173447809" sldId="864"/>
            <ac:spMk id="19" creationId="{5B2ECA41-A000-C681-A2D5-4ABD45D76621}"/>
          </ac:spMkLst>
        </pc:spChg>
        <pc:spChg chg="add mod">
          <ac:chgData name="최문영" userId="c9c2ca5b-20f2-48c9-9e1f-a03229bf2768" providerId="ADAL" clId="{A40B3C47-3CC6-4B76-BCCE-D64E51F0DBB3}" dt="2025-07-24T08:38:31.257" v="3165" actId="12789"/>
          <ac:spMkLst>
            <pc:docMk/>
            <pc:sldMk cId="3173447809" sldId="864"/>
            <ac:spMk id="20" creationId="{E2D28DFA-7008-575A-4185-1F5433F4C771}"/>
          </ac:spMkLst>
        </pc:spChg>
        <pc:spChg chg="add mod">
          <ac:chgData name="최문영" userId="c9c2ca5b-20f2-48c9-9e1f-a03229bf2768" providerId="ADAL" clId="{A40B3C47-3CC6-4B76-BCCE-D64E51F0DBB3}" dt="2025-07-24T08:39:26.392" v="3186" actId="20577"/>
          <ac:spMkLst>
            <pc:docMk/>
            <pc:sldMk cId="3173447809" sldId="864"/>
            <ac:spMk id="26" creationId="{AA075964-9554-84B2-7321-90233504AE1E}"/>
          </ac:spMkLst>
        </pc:spChg>
        <pc:spChg chg="add mod">
          <ac:chgData name="최문영" userId="c9c2ca5b-20f2-48c9-9e1f-a03229bf2768" providerId="ADAL" clId="{A40B3C47-3CC6-4B76-BCCE-D64E51F0DBB3}" dt="2025-07-24T08:39:31.340" v="3187" actId="6549"/>
          <ac:spMkLst>
            <pc:docMk/>
            <pc:sldMk cId="3173447809" sldId="864"/>
            <ac:spMk id="29" creationId="{379DA0DD-91DF-D40F-E632-C35DD369F3A2}"/>
          </ac:spMkLst>
        </pc:spChg>
        <pc:spChg chg="add mod">
          <ac:chgData name="최문영" userId="c9c2ca5b-20f2-48c9-9e1f-a03229bf2768" providerId="ADAL" clId="{A40B3C47-3CC6-4B76-BCCE-D64E51F0DBB3}" dt="2025-07-24T08:39:32.675" v="3188" actId="6549"/>
          <ac:spMkLst>
            <pc:docMk/>
            <pc:sldMk cId="3173447809" sldId="864"/>
            <ac:spMk id="33" creationId="{4127FEDD-6025-F5EE-735D-36883A0E983D}"/>
          </ac:spMkLst>
        </pc:spChg>
        <pc:spChg chg="mod">
          <ac:chgData name="최문영" userId="c9c2ca5b-20f2-48c9-9e1f-a03229bf2768" providerId="ADAL" clId="{A40B3C47-3CC6-4B76-BCCE-D64E51F0DBB3}" dt="2025-07-24T08:39:54.571" v="3193" actId="1076"/>
          <ac:spMkLst>
            <pc:docMk/>
            <pc:sldMk cId="3173447809" sldId="864"/>
            <ac:spMk id="37" creationId="{EA0A0DDA-AE15-ECA4-5358-5DDE26947038}"/>
          </ac:spMkLst>
        </pc:spChg>
        <pc:spChg chg="add mod">
          <ac:chgData name="최문영" userId="c9c2ca5b-20f2-48c9-9e1f-a03229bf2768" providerId="ADAL" clId="{A40B3C47-3CC6-4B76-BCCE-D64E51F0DBB3}" dt="2025-07-24T08:39:34.475" v="3189" actId="6549"/>
          <ac:spMkLst>
            <pc:docMk/>
            <pc:sldMk cId="3173447809" sldId="864"/>
            <ac:spMk id="38" creationId="{4EC1E0E8-6867-B65A-3D28-5B49172E4E1D}"/>
          </ac:spMkLst>
        </pc:spChg>
        <pc:spChg chg="add mod">
          <ac:chgData name="최문영" userId="c9c2ca5b-20f2-48c9-9e1f-a03229bf2768" providerId="ADAL" clId="{A40B3C47-3CC6-4B76-BCCE-D64E51F0DBB3}" dt="2025-07-24T08:42:18.946" v="3315" actId="1076"/>
          <ac:spMkLst>
            <pc:docMk/>
            <pc:sldMk cId="3173447809" sldId="864"/>
            <ac:spMk id="54" creationId="{55DDA71B-FAF8-DA39-33DC-61B93D9E5B66}"/>
          </ac:spMkLst>
        </pc:spChg>
        <pc:spChg chg="add mod">
          <ac:chgData name="최문영" userId="c9c2ca5b-20f2-48c9-9e1f-a03229bf2768" providerId="ADAL" clId="{A40B3C47-3CC6-4B76-BCCE-D64E51F0DBB3}" dt="2025-07-24T08:40:45.831" v="3301" actId="14100"/>
          <ac:spMkLst>
            <pc:docMk/>
            <pc:sldMk cId="3173447809" sldId="864"/>
            <ac:spMk id="55" creationId="{0B0079BA-3E55-2F8C-565A-E4168A9EC49E}"/>
          </ac:spMkLst>
        </pc:spChg>
        <pc:cxnChg chg="add mod">
          <ac:chgData name="최문영" userId="c9c2ca5b-20f2-48c9-9e1f-a03229bf2768" providerId="ADAL" clId="{A40B3C47-3CC6-4B76-BCCE-D64E51F0DBB3}" dt="2025-07-23T23:29:16.144" v="2202" actId="208"/>
          <ac:cxnSpMkLst>
            <pc:docMk/>
            <pc:sldMk cId="3173447809" sldId="864"/>
            <ac:cxnSpMk id="22" creationId="{9E4E0468-7CF9-6E1C-FE12-2466766DB2D9}"/>
          </ac:cxnSpMkLst>
        </pc:cxnChg>
        <pc:cxnChg chg="mod">
          <ac:chgData name="최문영" userId="c9c2ca5b-20f2-48c9-9e1f-a03229bf2768" providerId="ADAL" clId="{A40B3C47-3CC6-4B76-BCCE-D64E51F0DBB3}" dt="2025-07-24T08:38:37.510" v="3166" actId="14100"/>
          <ac:cxnSpMkLst>
            <pc:docMk/>
            <pc:sldMk cId="3173447809" sldId="864"/>
            <ac:cxnSpMk id="27" creationId="{DB939708-D2BB-E432-45A1-C3944E8B54F2}"/>
          </ac:cxnSpMkLst>
        </pc:cxnChg>
        <pc:cxnChg chg="add">
          <ac:chgData name="최문영" userId="c9c2ca5b-20f2-48c9-9e1f-a03229bf2768" providerId="ADAL" clId="{A40B3C47-3CC6-4B76-BCCE-D64E51F0DBB3}" dt="2025-07-23T23:29:24.546" v="2203" actId="11529"/>
          <ac:cxnSpMkLst>
            <pc:docMk/>
            <pc:sldMk cId="3173447809" sldId="864"/>
            <ac:cxnSpMk id="30" creationId="{9867647B-6D81-A43F-6487-E6CD0E4D4C70}"/>
          </ac:cxnSpMkLst>
        </pc:cxnChg>
        <pc:cxnChg chg="add">
          <ac:chgData name="최문영" userId="c9c2ca5b-20f2-48c9-9e1f-a03229bf2768" providerId="ADAL" clId="{A40B3C47-3CC6-4B76-BCCE-D64E51F0DBB3}" dt="2025-07-23T23:29:31.223" v="2204" actId="11529"/>
          <ac:cxnSpMkLst>
            <pc:docMk/>
            <pc:sldMk cId="3173447809" sldId="864"/>
            <ac:cxnSpMk id="39" creationId="{40656048-8DE8-3A89-0B09-EEA39B8FF24A}"/>
          </ac:cxnSpMkLst>
        </pc:cxnChg>
        <pc:cxnChg chg="add">
          <ac:chgData name="최문영" userId="c9c2ca5b-20f2-48c9-9e1f-a03229bf2768" providerId="ADAL" clId="{A40B3C47-3CC6-4B76-BCCE-D64E51F0DBB3}" dt="2025-07-24T08:40:01.021" v="3194" actId="11529"/>
          <ac:cxnSpMkLst>
            <pc:docMk/>
            <pc:sldMk cId="3173447809" sldId="864"/>
            <ac:cxnSpMk id="41" creationId="{AF7DD71E-4D22-8962-5107-81427B23ED56}"/>
          </ac:cxnSpMkLst>
        </pc:cxnChg>
        <pc:cxnChg chg="add">
          <ac:chgData name="최문영" userId="c9c2ca5b-20f2-48c9-9e1f-a03229bf2768" providerId="ADAL" clId="{A40B3C47-3CC6-4B76-BCCE-D64E51F0DBB3}" dt="2025-07-23T23:29:40.920" v="2205" actId="11529"/>
          <ac:cxnSpMkLst>
            <pc:docMk/>
            <pc:sldMk cId="3173447809" sldId="864"/>
            <ac:cxnSpMk id="43" creationId="{7BD7BE9F-F913-1421-5FF1-BEA911E94FB1}"/>
          </ac:cxnSpMkLst>
        </pc:cxnChg>
        <pc:cxnChg chg="add">
          <ac:chgData name="최문영" userId="c9c2ca5b-20f2-48c9-9e1f-a03229bf2768" providerId="ADAL" clId="{A40B3C47-3CC6-4B76-BCCE-D64E51F0DBB3}" dt="2025-07-24T08:40:06.061" v="3195" actId="11529"/>
          <ac:cxnSpMkLst>
            <pc:docMk/>
            <pc:sldMk cId="3173447809" sldId="864"/>
            <ac:cxnSpMk id="44" creationId="{AF9C50D7-3DF5-20CC-AF7A-543AFE3488DB}"/>
          </ac:cxnSpMkLst>
        </pc:cxnChg>
        <pc:cxnChg chg="add mod">
          <ac:chgData name="최문영" userId="c9c2ca5b-20f2-48c9-9e1f-a03229bf2768" providerId="ADAL" clId="{A40B3C47-3CC6-4B76-BCCE-D64E51F0DBB3}" dt="2025-07-24T08:41:41.341" v="3307" actId="14100"/>
          <ac:cxnSpMkLst>
            <pc:docMk/>
            <pc:sldMk cId="3173447809" sldId="864"/>
            <ac:cxnSpMk id="46" creationId="{12AC68CE-63B3-9C14-751C-1A35CDD7709A}"/>
          </ac:cxnSpMkLst>
        </pc:cxnChg>
        <pc:cxnChg chg="add mod">
          <ac:chgData name="최문영" userId="c9c2ca5b-20f2-48c9-9e1f-a03229bf2768" providerId="ADAL" clId="{A40B3C47-3CC6-4B76-BCCE-D64E51F0DBB3}" dt="2025-07-24T08:41:43.780" v="3308" actId="14100"/>
          <ac:cxnSpMkLst>
            <pc:docMk/>
            <pc:sldMk cId="3173447809" sldId="864"/>
            <ac:cxnSpMk id="48" creationId="{CDC3A86B-4498-09F0-2D6C-8E90833B9D6E}"/>
          </ac:cxnSpMkLst>
        </pc:cxnChg>
        <pc:cxnChg chg="add mod">
          <ac:chgData name="최문영" userId="c9c2ca5b-20f2-48c9-9e1f-a03229bf2768" providerId="ADAL" clId="{A40B3C47-3CC6-4B76-BCCE-D64E51F0DBB3}" dt="2025-07-24T08:41:51.092" v="3310" actId="14100"/>
          <ac:cxnSpMkLst>
            <pc:docMk/>
            <pc:sldMk cId="3173447809" sldId="864"/>
            <ac:cxnSpMk id="49" creationId="{8D759D74-E1D3-AC6D-6013-A63090024BF9}"/>
          </ac:cxnSpMkLst>
        </pc:cxnChg>
        <pc:cxnChg chg="add mod">
          <ac:chgData name="최문영" userId="c9c2ca5b-20f2-48c9-9e1f-a03229bf2768" providerId="ADAL" clId="{A40B3C47-3CC6-4B76-BCCE-D64E51F0DBB3}" dt="2025-07-24T08:41:48.391" v="3309" actId="14100"/>
          <ac:cxnSpMkLst>
            <pc:docMk/>
            <pc:sldMk cId="3173447809" sldId="864"/>
            <ac:cxnSpMk id="50" creationId="{0B0D4A3B-4CD3-1EE1-B40F-B759F90B2CDD}"/>
          </ac:cxnSpMkLst>
        </pc:cxnChg>
        <pc:cxnChg chg="add">
          <ac:chgData name="최문영" userId="c9c2ca5b-20f2-48c9-9e1f-a03229bf2768" providerId="ADAL" clId="{A40B3C47-3CC6-4B76-BCCE-D64E51F0DBB3}" dt="2025-07-24T08:40:09.704" v="3196" actId="11529"/>
          <ac:cxnSpMkLst>
            <pc:docMk/>
            <pc:sldMk cId="3173447809" sldId="864"/>
            <ac:cxnSpMk id="51" creationId="{444B1198-0E35-5E6C-7AAF-37E9B7350FFA}"/>
          </ac:cxnSpMkLst>
        </pc:cxnChg>
        <pc:cxnChg chg="add">
          <ac:chgData name="최문영" userId="c9c2ca5b-20f2-48c9-9e1f-a03229bf2768" providerId="ADAL" clId="{A40B3C47-3CC6-4B76-BCCE-D64E51F0DBB3}" dt="2025-07-24T08:40:13.735" v="3197" actId="11529"/>
          <ac:cxnSpMkLst>
            <pc:docMk/>
            <pc:sldMk cId="3173447809" sldId="864"/>
            <ac:cxnSpMk id="53" creationId="{E073BFD3-3546-0198-83C5-62635E1B826F}"/>
          </ac:cxnSpMkLst>
        </pc:cxnChg>
        <pc:cxnChg chg="add">
          <ac:chgData name="최문영" userId="c9c2ca5b-20f2-48c9-9e1f-a03229bf2768" providerId="ADAL" clId="{A40B3C47-3CC6-4B76-BCCE-D64E51F0DBB3}" dt="2025-07-24T08:41:59.525" v="3311" actId="11529"/>
          <ac:cxnSpMkLst>
            <pc:docMk/>
            <pc:sldMk cId="3173447809" sldId="864"/>
            <ac:cxnSpMk id="61" creationId="{2BECA2FB-AD0B-5339-61B4-36AAC7FBA701}"/>
          </ac:cxnSpMkLst>
        </pc:cxnChg>
        <pc:cxnChg chg="add">
          <ac:chgData name="최문영" userId="c9c2ca5b-20f2-48c9-9e1f-a03229bf2768" providerId="ADAL" clId="{A40B3C47-3CC6-4B76-BCCE-D64E51F0DBB3}" dt="2025-07-24T08:42:04.052" v="3312" actId="11529"/>
          <ac:cxnSpMkLst>
            <pc:docMk/>
            <pc:sldMk cId="3173447809" sldId="864"/>
            <ac:cxnSpMk id="64" creationId="{C7B0E320-B240-0431-7867-D1DC31F121AC}"/>
          </ac:cxnSpMkLst>
        </pc:cxnChg>
        <pc:cxnChg chg="add">
          <ac:chgData name="최문영" userId="c9c2ca5b-20f2-48c9-9e1f-a03229bf2768" providerId="ADAL" clId="{A40B3C47-3CC6-4B76-BCCE-D64E51F0DBB3}" dt="2025-07-24T08:42:08.500" v="3313" actId="11529"/>
          <ac:cxnSpMkLst>
            <pc:docMk/>
            <pc:sldMk cId="3173447809" sldId="864"/>
            <ac:cxnSpMk id="66" creationId="{74B380BE-BF0B-21C4-A890-CCFAB6ED27E8}"/>
          </ac:cxnSpMkLst>
        </pc:cxnChg>
        <pc:cxnChg chg="add">
          <ac:chgData name="최문영" userId="c9c2ca5b-20f2-48c9-9e1f-a03229bf2768" providerId="ADAL" clId="{A40B3C47-3CC6-4B76-BCCE-D64E51F0DBB3}" dt="2025-07-24T08:42:12.446" v="3314" actId="11529"/>
          <ac:cxnSpMkLst>
            <pc:docMk/>
            <pc:sldMk cId="3173447809" sldId="864"/>
            <ac:cxnSpMk id="68" creationId="{CD1B0635-FD5A-4C32-FE38-5040CB0C4382}"/>
          </ac:cxnSpMkLst>
        </pc:cxnChg>
      </pc:sldChg>
      <pc:sldChg chg="addSp modSp add del mod">
        <pc:chgData name="최문영" userId="c9c2ca5b-20f2-48c9-9e1f-a03229bf2768" providerId="ADAL" clId="{A40B3C47-3CC6-4B76-BCCE-D64E51F0DBB3}" dt="2025-07-24T08:40:55.255" v="3303" actId="47"/>
        <pc:sldMkLst>
          <pc:docMk/>
          <pc:sldMk cId="265189152" sldId="865"/>
        </pc:sldMkLst>
      </pc:sldChg>
      <pc:sldChg chg="addSp delSp modSp add mod modTransition delAnim modAnim">
        <pc:chgData name="최문영" userId="c9c2ca5b-20f2-48c9-9e1f-a03229bf2768" providerId="ADAL" clId="{A40B3C47-3CC6-4B76-BCCE-D64E51F0DBB3}" dt="2025-07-24T08:56:29.207" v="4005" actId="478"/>
        <pc:sldMkLst>
          <pc:docMk/>
          <pc:sldMk cId="4054377774" sldId="866"/>
        </pc:sldMkLst>
        <pc:spChg chg="add mod">
          <ac:chgData name="최문영" userId="c9c2ca5b-20f2-48c9-9e1f-a03229bf2768" providerId="ADAL" clId="{A40B3C47-3CC6-4B76-BCCE-D64E51F0DBB3}" dt="2025-07-23T23:40:53.703" v="2422" actId="113"/>
          <ac:spMkLst>
            <pc:docMk/>
            <pc:sldMk cId="4054377774" sldId="866"/>
            <ac:spMk id="2" creationId="{D56420FA-30B5-7C53-17FE-D3BEDD91B438}"/>
          </ac:spMkLst>
        </pc:spChg>
        <pc:spChg chg="mod">
          <ac:chgData name="최문영" userId="c9c2ca5b-20f2-48c9-9e1f-a03229bf2768" providerId="ADAL" clId="{A40B3C47-3CC6-4B76-BCCE-D64E51F0DBB3}" dt="2025-07-23T23:40:51.219" v="2421" actId="113"/>
          <ac:spMkLst>
            <pc:docMk/>
            <pc:sldMk cId="4054377774" sldId="866"/>
            <ac:spMk id="16" creationId="{B615CCC1-0A7F-8611-A05D-0FA9D49AD7BF}"/>
          </ac:spMkLst>
        </pc:spChg>
        <pc:spChg chg="mod">
          <ac:chgData name="최문영" userId="c9c2ca5b-20f2-48c9-9e1f-a03229bf2768" providerId="ADAL" clId="{A40B3C47-3CC6-4B76-BCCE-D64E51F0DBB3}" dt="2025-07-23T23:36:30.609" v="2362" actId="1036"/>
          <ac:spMkLst>
            <pc:docMk/>
            <pc:sldMk cId="4054377774" sldId="866"/>
            <ac:spMk id="26" creationId="{F25E8B43-21A2-B1EA-B272-8819B3B3EB46}"/>
          </ac:spMkLst>
        </pc:spChg>
        <pc:spChg chg="mod">
          <ac:chgData name="최문영" userId="c9c2ca5b-20f2-48c9-9e1f-a03229bf2768" providerId="ADAL" clId="{A40B3C47-3CC6-4B76-BCCE-D64E51F0DBB3}" dt="2025-07-23T23:40:55.163" v="2423" actId="113"/>
          <ac:spMkLst>
            <pc:docMk/>
            <pc:sldMk cId="4054377774" sldId="866"/>
            <ac:spMk id="30" creationId="{CCCFD6C8-35D2-6E06-BD60-A62D83F63203}"/>
          </ac:spMkLst>
        </pc:spChg>
        <pc:cxnChg chg="add mod">
          <ac:chgData name="최문영" userId="c9c2ca5b-20f2-48c9-9e1f-a03229bf2768" providerId="ADAL" clId="{A40B3C47-3CC6-4B76-BCCE-D64E51F0DBB3}" dt="2025-07-23T23:36:58.881" v="2387" actId="1036"/>
          <ac:cxnSpMkLst>
            <pc:docMk/>
            <pc:sldMk cId="4054377774" sldId="866"/>
            <ac:cxnSpMk id="11" creationId="{019E5DCB-135E-D680-15B3-1B0EA33C0490}"/>
          </ac:cxnSpMkLst>
        </pc:cxnChg>
        <pc:cxnChg chg="mod">
          <ac:chgData name="최문영" userId="c9c2ca5b-20f2-48c9-9e1f-a03229bf2768" providerId="ADAL" clId="{A40B3C47-3CC6-4B76-BCCE-D64E51F0DBB3}" dt="2025-07-23T23:36:30.609" v="2362" actId="1036"/>
          <ac:cxnSpMkLst>
            <pc:docMk/>
            <pc:sldMk cId="4054377774" sldId="866"/>
            <ac:cxnSpMk id="22" creationId="{0AF89E99-D432-04AB-A12A-DB0C92192ECC}"/>
          </ac:cxnSpMkLst>
        </pc:cxnChg>
      </pc:sldChg>
      <pc:sldChg chg="addSp delSp modSp add mod ord delAnim">
        <pc:chgData name="최문영" userId="c9c2ca5b-20f2-48c9-9e1f-a03229bf2768" providerId="ADAL" clId="{A40B3C47-3CC6-4B76-BCCE-D64E51F0DBB3}" dt="2025-07-24T08:31:53.340" v="2773" actId="1076"/>
        <pc:sldMkLst>
          <pc:docMk/>
          <pc:sldMk cId="1222702747" sldId="867"/>
        </pc:sldMkLst>
        <pc:spChg chg="mod">
          <ac:chgData name="최문영" userId="c9c2ca5b-20f2-48c9-9e1f-a03229bf2768" providerId="ADAL" clId="{A40B3C47-3CC6-4B76-BCCE-D64E51F0DBB3}" dt="2025-07-24T00:00:02.724" v="2430" actId="20577"/>
          <ac:spMkLst>
            <pc:docMk/>
            <pc:sldMk cId="1222702747" sldId="867"/>
            <ac:spMk id="10" creationId="{8BE3F08A-E616-A769-E7DF-EE34A94E5FC7}"/>
          </ac:spMkLst>
        </pc:spChg>
        <pc:spChg chg="mod">
          <ac:chgData name="최문영" userId="c9c2ca5b-20f2-48c9-9e1f-a03229bf2768" providerId="ADAL" clId="{A40B3C47-3CC6-4B76-BCCE-D64E51F0DBB3}" dt="2025-07-24T08:31:26.473" v="2766" actId="20577"/>
          <ac:spMkLst>
            <pc:docMk/>
            <pc:sldMk cId="1222702747" sldId="867"/>
            <ac:spMk id="47" creationId="{4D70E24C-5B41-E699-054E-11318E26A4CC}"/>
          </ac:spMkLst>
        </pc:spChg>
        <pc:graphicFrameChg chg="add mod">
          <ac:chgData name="최문영" userId="c9c2ca5b-20f2-48c9-9e1f-a03229bf2768" providerId="ADAL" clId="{A40B3C47-3CC6-4B76-BCCE-D64E51F0DBB3}" dt="2025-07-24T00:02:56.178" v="2760" actId="1076"/>
          <ac:graphicFrameMkLst>
            <pc:docMk/>
            <pc:sldMk cId="1222702747" sldId="867"/>
            <ac:graphicFrameMk id="3" creationId="{2C792542-D8DE-5A7B-7D7E-5C003D806933}"/>
          </ac:graphicFrameMkLst>
        </pc:graphicFrameChg>
        <pc:picChg chg="add mod">
          <ac:chgData name="최문영" userId="c9c2ca5b-20f2-48c9-9e1f-a03229bf2768" providerId="ADAL" clId="{A40B3C47-3CC6-4B76-BCCE-D64E51F0DBB3}" dt="2025-07-24T08:31:53.340" v="2773" actId="1076"/>
          <ac:picMkLst>
            <pc:docMk/>
            <pc:sldMk cId="1222702747" sldId="867"/>
            <ac:picMk id="1028" creationId="{9A1200AE-B2A2-65AE-FC78-50123EA11EDC}"/>
          </ac:picMkLst>
        </pc:picChg>
      </pc:sldChg>
      <pc:sldChg chg="addSp delSp modSp add mod delAnim modAnim">
        <pc:chgData name="최문영" userId="c9c2ca5b-20f2-48c9-9e1f-a03229bf2768" providerId="ADAL" clId="{A40B3C47-3CC6-4B76-BCCE-D64E51F0DBB3}" dt="2025-07-24T08:44:08.156" v="3433" actId="1076"/>
        <pc:sldMkLst>
          <pc:docMk/>
          <pc:sldMk cId="683170175" sldId="868"/>
        </pc:sldMkLst>
        <pc:spChg chg="add mod">
          <ac:chgData name="최문영" userId="c9c2ca5b-20f2-48c9-9e1f-a03229bf2768" providerId="ADAL" clId="{A40B3C47-3CC6-4B76-BCCE-D64E51F0DBB3}" dt="2025-07-24T08:42:50.713" v="3321" actId="1076"/>
          <ac:spMkLst>
            <pc:docMk/>
            <pc:sldMk cId="683170175" sldId="868"/>
            <ac:spMk id="2" creationId="{43D8B8B5-50E0-A27C-E0A4-752D5FAEA45D}"/>
          </ac:spMkLst>
        </pc:spChg>
        <pc:spChg chg="add mod">
          <ac:chgData name="최문영" userId="c9c2ca5b-20f2-48c9-9e1f-a03229bf2768" providerId="ADAL" clId="{A40B3C47-3CC6-4B76-BCCE-D64E51F0DBB3}" dt="2025-07-24T08:44:08.156" v="3433" actId="1076"/>
          <ac:spMkLst>
            <pc:docMk/>
            <pc:sldMk cId="683170175" sldId="868"/>
            <ac:spMk id="63" creationId="{61878463-E916-4679-5FC2-A77F245529C2}"/>
          </ac:spMkLst>
        </pc:spChg>
        <pc:spChg chg="add mod">
          <ac:chgData name="최문영" userId="c9c2ca5b-20f2-48c9-9e1f-a03229bf2768" providerId="ADAL" clId="{A40B3C47-3CC6-4B76-BCCE-D64E51F0DBB3}" dt="2025-07-24T08:44:03.152" v="3432" actId="14100"/>
          <ac:spMkLst>
            <pc:docMk/>
            <pc:sldMk cId="683170175" sldId="868"/>
            <ac:spMk id="65" creationId="{C8BD8948-F5A4-C102-7F1C-207197FBCC3D}"/>
          </ac:spMkLst>
        </pc:spChg>
        <pc:cxnChg chg="add">
          <ac:chgData name="최문영" userId="c9c2ca5b-20f2-48c9-9e1f-a03229bf2768" providerId="ADAL" clId="{A40B3C47-3CC6-4B76-BCCE-D64E51F0DBB3}" dt="2025-07-24T08:43:09.426" v="3326" actId="11529"/>
          <ac:cxnSpMkLst>
            <pc:docMk/>
            <pc:sldMk cId="683170175" sldId="868"/>
            <ac:cxnSpMk id="45" creationId="{EB108F9D-E058-4E85-4DD9-485AB5BA2FAD}"/>
          </ac:cxnSpMkLst>
        </pc:cxnChg>
        <pc:cxnChg chg="add">
          <ac:chgData name="최문영" userId="c9c2ca5b-20f2-48c9-9e1f-a03229bf2768" providerId="ADAL" clId="{A40B3C47-3CC6-4B76-BCCE-D64E51F0DBB3}" dt="2025-07-24T08:43:12.983" v="3327" actId="11529"/>
          <ac:cxnSpMkLst>
            <pc:docMk/>
            <pc:sldMk cId="683170175" sldId="868"/>
            <ac:cxnSpMk id="56" creationId="{CC2FC1B5-2194-B25A-7618-5DA237E72AEC}"/>
          </ac:cxnSpMkLst>
        </pc:cxnChg>
        <pc:cxnChg chg="add">
          <ac:chgData name="최문영" userId="c9c2ca5b-20f2-48c9-9e1f-a03229bf2768" providerId="ADAL" clId="{A40B3C47-3CC6-4B76-BCCE-D64E51F0DBB3}" dt="2025-07-24T08:43:16.334" v="3328" actId="11529"/>
          <ac:cxnSpMkLst>
            <pc:docMk/>
            <pc:sldMk cId="683170175" sldId="868"/>
            <ac:cxnSpMk id="58" creationId="{AF117270-55A8-344C-7FAC-9D9296D3B625}"/>
          </ac:cxnSpMkLst>
        </pc:cxnChg>
        <pc:cxnChg chg="add">
          <ac:chgData name="최문영" userId="c9c2ca5b-20f2-48c9-9e1f-a03229bf2768" providerId="ADAL" clId="{A40B3C47-3CC6-4B76-BCCE-D64E51F0DBB3}" dt="2025-07-24T08:43:20.101" v="3329" actId="11529"/>
          <ac:cxnSpMkLst>
            <pc:docMk/>
            <pc:sldMk cId="683170175" sldId="868"/>
            <ac:cxnSpMk id="60" creationId="{F4690E1A-A1CE-1F99-CDA0-AC9D9E09EEEA}"/>
          </ac:cxnSpMkLst>
        </pc:cxnChg>
        <pc:cxnChg chg="mod">
          <ac:chgData name="최문영" userId="c9c2ca5b-20f2-48c9-9e1f-a03229bf2768" providerId="ADAL" clId="{A40B3C47-3CC6-4B76-BCCE-D64E51F0DBB3}" dt="2025-07-24T08:42:55.323" v="3322" actId="14100"/>
          <ac:cxnSpMkLst>
            <pc:docMk/>
            <pc:sldMk cId="683170175" sldId="868"/>
            <ac:cxnSpMk id="61" creationId="{FFF500E7-0961-6A91-7CE0-86680925E628}"/>
          </ac:cxnSpMkLst>
        </pc:cxnChg>
        <pc:cxnChg chg="mod">
          <ac:chgData name="최문영" userId="c9c2ca5b-20f2-48c9-9e1f-a03229bf2768" providerId="ADAL" clId="{A40B3C47-3CC6-4B76-BCCE-D64E51F0DBB3}" dt="2025-07-24T08:42:57.722" v="3323" actId="14100"/>
          <ac:cxnSpMkLst>
            <pc:docMk/>
            <pc:sldMk cId="683170175" sldId="868"/>
            <ac:cxnSpMk id="64" creationId="{F07D6738-D34A-A58E-3671-ECC890F2C520}"/>
          </ac:cxnSpMkLst>
        </pc:cxnChg>
        <pc:cxnChg chg="mod">
          <ac:chgData name="최문영" userId="c9c2ca5b-20f2-48c9-9e1f-a03229bf2768" providerId="ADAL" clId="{A40B3C47-3CC6-4B76-BCCE-D64E51F0DBB3}" dt="2025-07-24T08:42:59.812" v="3324" actId="14100"/>
          <ac:cxnSpMkLst>
            <pc:docMk/>
            <pc:sldMk cId="683170175" sldId="868"/>
            <ac:cxnSpMk id="66" creationId="{7CDEBC04-AD99-5A1F-31D9-821E48ADAE6A}"/>
          </ac:cxnSpMkLst>
        </pc:cxnChg>
        <pc:cxnChg chg="mod">
          <ac:chgData name="최문영" userId="c9c2ca5b-20f2-48c9-9e1f-a03229bf2768" providerId="ADAL" clId="{A40B3C47-3CC6-4B76-BCCE-D64E51F0DBB3}" dt="2025-07-24T08:43:02.779" v="3325" actId="14100"/>
          <ac:cxnSpMkLst>
            <pc:docMk/>
            <pc:sldMk cId="683170175" sldId="868"/>
            <ac:cxnSpMk id="68" creationId="{36D3DD1E-F75F-7BF6-4905-07AE74A5A34D}"/>
          </ac:cxnSpMkLst>
        </pc:cxnChg>
      </pc:sldChg>
      <pc:sldChg chg="add del">
        <pc:chgData name="최문영" userId="c9c2ca5b-20f2-48c9-9e1f-a03229bf2768" providerId="ADAL" clId="{A40B3C47-3CC6-4B76-BCCE-D64E51F0DBB3}" dt="2025-07-24T08:41:35.292" v="3306" actId="47"/>
        <pc:sldMkLst>
          <pc:docMk/>
          <pc:sldMk cId="1620153513" sldId="868"/>
        </pc:sldMkLst>
      </pc:sldChg>
      <pc:sldChg chg="addSp delSp modSp add mod delAnim modAnim">
        <pc:chgData name="최문영" userId="c9c2ca5b-20f2-48c9-9e1f-a03229bf2768" providerId="ADAL" clId="{A40B3C47-3CC6-4B76-BCCE-D64E51F0DBB3}" dt="2025-07-24T08:48:15.049" v="3738" actId="1076"/>
        <pc:sldMkLst>
          <pc:docMk/>
          <pc:sldMk cId="3185421290" sldId="869"/>
        </pc:sldMkLst>
        <pc:spChg chg="add mod">
          <ac:chgData name="최문영" userId="c9c2ca5b-20f2-48c9-9e1f-a03229bf2768" providerId="ADAL" clId="{A40B3C47-3CC6-4B76-BCCE-D64E51F0DBB3}" dt="2025-07-24T08:46:57.893" v="3611" actId="1076"/>
          <ac:spMkLst>
            <pc:docMk/>
            <pc:sldMk cId="3185421290" sldId="869"/>
            <ac:spMk id="2" creationId="{A4CFB6FF-BB5C-E90E-1811-0700A770FDD0}"/>
          </ac:spMkLst>
        </pc:spChg>
        <pc:spChg chg="mod">
          <ac:chgData name="최문영" userId="c9c2ca5b-20f2-48c9-9e1f-a03229bf2768" providerId="ADAL" clId="{A40B3C47-3CC6-4B76-BCCE-D64E51F0DBB3}" dt="2025-07-24T08:45:32.950" v="3503" actId="207"/>
          <ac:spMkLst>
            <pc:docMk/>
            <pc:sldMk cId="3185421290" sldId="869"/>
            <ac:spMk id="5" creationId="{0390BC67-C325-C6B0-6895-DDA94F6CCF91}"/>
          </ac:spMkLst>
        </pc:spChg>
        <pc:spChg chg="mod">
          <ac:chgData name="최문영" userId="c9c2ca5b-20f2-48c9-9e1f-a03229bf2768" providerId="ADAL" clId="{A40B3C47-3CC6-4B76-BCCE-D64E51F0DBB3}" dt="2025-07-24T08:46:49.644" v="3607" actId="20577"/>
          <ac:spMkLst>
            <pc:docMk/>
            <pc:sldMk cId="3185421290" sldId="869"/>
            <ac:spMk id="20" creationId="{AF2574EA-83F4-E096-6FAA-BB76E2510DC6}"/>
          </ac:spMkLst>
        </pc:spChg>
        <pc:spChg chg="mod">
          <ac:chgData name="최문영" userId="c9c2ca5b-20f2-48c9-9e1f-a03229bf2768" providerId="ADAL" clId="{A40B3C47-3CC6-4B76-BCCE-D64E51F0DBB3}" dt="2025-07-24T08:45:04.140" v="3480" actId="1036"/>
          <ac:spMkLst>
            <pc:docMk/>
            <pc:sldMk cId="3185421290" sldId="869"/>
            <ac:spMk id="26" creationId="{0F5423D7-8AD0-E841-6768-540DA15218BF}"/>
          </ac:spMkLst>
        </pc:spChg>
        <pc:spChg chg="mod">
          <ac:chgData name="최문영" userId="c9c2ca5b-20f2-48c9-9e1f-a03229bf2768" providerId="ADAL" clId="{A40B3C47-3CC6-4B76-BCCE-D64E51F0DBB3}" dt="2025-07-24T08:45:04.140" v="3480" actId="1036"/>
          <ac:spMkLst>
            <pc:docMk/>
            <pc:sldMk cId="3185421290" sldId="869"/>
            <ac:spMk id="29" creationId="{AAC07C2B-DD86-4668-C657-FE920C4FF29F}"/>
          </ac:spMkLst>
        </pc:spChg>
        <pc:spChg chg="mod">
          <ac:chgData name="최문영" userId="c9c2ca5b-20f2-48c9-9e1f-a03229bf2768" providerId="ADAL" clId="{A40B3C47-3CC6-4B76-BCCE-D64E51F0DBB3}" dt="2025-07-24T08:45:04.140" v="3480" actId="1036"/>
          <ac:spMkLst>
            <pc:docMk/>
            <pc:sldMk cId="3185421290" sldId="869"/>
            <ac:spMk id="32" creationId="{23D8DBC5-E644-DCFB-5FD3-C9D6A57D2B92}"/>
          </ac:spMkLst>
        </pc:spChg>
        <pc:spChg chg="mod">
          <ac:chgData name="최문영" userId="c9c2ca5b-20f2-48c9-9e1f-a03229bf2768" providerId="ADAL" clId="{A40B3C47-3CC6-4B76-BCCE-D64E51F0DBB3}" dt="2025-07-24T08:45:04.140" v="3480" actId="1036"/>
          <ac:spMkLst>
            <pc:docMk/>
            <pc:sldMk cId="3185421290" sldId="869"/>
            <ac:spMk id="33" creationId="{D2812111-F6C7-AEC9-FA24-E99FAE52BA4D}"/>
          </ac:spMkLst>
        </pc:spChg>
        <pc:spChg chg="mod">
          <ac:chgData name="최문영" userId="c9c2ca5b-20f2-48c9-9e1f-a03229bf2768" providerId="ADAL" clId="{A40B3C47-3CC6-4B76-BCCE-D64E51F0DBB3}" dt="2025-07-24T08:45:51.961" v="3551" actId="1036"/>
          <ac:spMkLst>
            <pc:docMk/>
            <pc:sldMk cId="3185421290" sldId="869"/>
            <ac:spMk id="36" creationId="{24490BE7-8915-8AD2-ABEF-873272C446B0}"/>
          </ac:spMkLst>
        </pc:spChg>
        <pc:spChg chg="mod">
          <ac:chgData name="최문영" userId="c9c2ca5b-20f2-48c9-9e1f-a03229bf2768" providerId="ADAL" clId="{A40B3C47-3CC6-4B76-BCCE-D64E51F0DBB3}" dt="2025-07-24T08:45:36.006" v="3504" actId="1076"/>
          <ac:spMkLst>
            <pc:docMk/>
            <pc:sldMk cId="3185421290" sldId="869"/>
            <ac:spMk id="37" creationId="{C5C82F79-D97D-AAEE-9903-17CCF1052034}"/>
          </ac:spMkLst>
        </pc:spChg>
        <pc:spChg chg="add mod">
          <ac:chgData name="최문영" userId="c9c2ca5b-20f2-48c9-9e1f-a03229bf2768" providerId="ADAL" clId="{A40B3C47-3CC6-4B76-BCCE-D64E51F0DBB3}" dt="2025-07-24T08:47:17.285" v="3616" actId="1076"/>
          <ac:spMkLst>
            <pc:docMk/>
            <pc:sldMk cId="3185421290" sldId="869"/>
            <ac:spMk id="70" creationId="{B3A25F05-02AF-F519-E266-43E66CF9B808}"/>
          </ac:spMkLst>
        </pc:spChg>
        <pc:spChg chg="add mod">
          <ac:chgData name="최문영" userId="c9c2ca5b-20f2-48c9-9e1f-a03229bf2768" providerId="ADAL" clId="{A40B3C47-3CC6-4B76-BCCE-D64E51F0DBB3}" dt="2025-07-24T08:47:54.883" v="3672" actId="1076"/>
          <ac:spMkLst>
            <pc:docMk/>
            <pc:sldMk cId="3185421290" sldId="869"/>
            <ac:spMk id="83" creationId="{A33A5955-EEB8-88AF-F924-051B0B97927C}"/>
          </ac:spMkLst>
        </pc:spChg>
        <pc:spChg chg="add mod">
          <ac:chgData name="최문영" userId="c9c2ca5b-20f2-48c9-9e1f-a03229bf2768" providerId="ADAL" clId="{A40B3C47-3CC6-4B76-BCCE-D64E51F0DBB3}" dt="2025-07-24T08:48:00.820" v="3682" actId="20577"/>
          <ac:spMkLst>
            <pc:docMk/>
            <pc:sldMk cId="3185421290" sldId="869"/>
            <ac:spMk id="84" creationId="{CB777D67-20B1-76B6-7A27-D1E9660CAF64}"/>
          </ac:spMkLst>
        </pc:spChg>
        <pc:spChg chg="add mod">
          <ac:chgData name="최문영" userId="c9c2ca5b-20f2-48c9-9e1f-a03229bf2768" providerId="ADAL" clId="{A40B3C47-3CC6-4B76-BCCE-D64E51F0DBB3}" dt="2025-07-24T08:48:15.049" v="3738" actId="1076"/>
          <ac:spMkLst>
            <pc:docMk/>
            <pc:sldMk cId="3185421290" sldId="869"/>
            <ac:spMk id="85" creationId="{C82B4BD1-C41A-5E16-FCBD-42F051EB9497}"/>
          </ac:spMkLst>
        </pc:spChg>
        <pc:cxnChg chg="mod">
          <ac:chgData name="최문영" userId="c9c2ca5b-20f2-48c9-9e1f-a03229bf2768" providerId="ADAL" clId="{A40B3C47-3CC6-4B76-BCCE-D64E51F0DBB3}" dt="2025-07-24T08:45:04.140" v="3480" actId="1036"/>
          <ac:cxnSpMkLst>
            <pc:docMk/>
            <pc:sldMk cId="3185421290" sldId="869"/>
            <ac:cxnSpMk id="35" creationId="{E3D7987E-64FB-278A-9725-677231929CD3}"/>
          </ac:cxnSpMkLst>
        </pc:cxnChg>
        <pc:cxnChg chg="mod">
          <ac:chgData name="최문영" userId="c9c2ca5b-20f2-48c9-9e1f-a03229bf2768" providerId="ADAL" clId="{A40B3C47-3CC6-4B76-BCCE-D64E51F0DBB3}" dt="2025-07-24T08:45:36.006" v="3504" actId="1076"/>
          <ac:cxnSpMkLst>
            <pc:docMk/>
            <pc:sldMk cId="3185421290" sldId="869"/>
            <ac:cxnSpMk id="41" creationId="{1C702F2F-2E5C-3E5D-AA22-016567BA1CCA}"/>
          </ac:cxnSpMkLst>
        </pc:cxnChg>
        <pc:cxnChg chg="mod">
          <ac:chgData name="최문영" userId="c9c2ca5b-20f2-48c9-9e1f-a03229bf2768" providerId="ADAL" clId="{A40B3C47-3CC6-4B76-BCCE-D64E51F0DBB3}" dt="2025-07-24T08:47:17.285" v="3616" actId="1076"/>
          <ac:cxnSpMkLst>
            <pc:docMk/>
            <pc:sldMk cId="3185421290" sldId="869"/>
            <ac:cxnSpMk id="43" creationId="{66510187-1FEB-198C-1594-89EC75814D92}"/>
          </ac:cxnSpMkLst>
        </pc:cxnChg>
        <pc:cxnChg chg="mod">
          <ac:chgData name="최문영" userId="c9c2ca5b-20f2-48c9-9e1f-a03229bf2768" providerId="ADAL" clId="{A40B3C47-3CC6-4B76-BCCE-D64E51F0DBB3}" dt="2025-07-24T08:45:36.006" v="3504" actId="1076"/>
          <ac:cxnSpMkLst>
            <pc:docMk/>
            <pc:sldMk cId="3185421290" sldId="869"/>
            <ac:cxnSpMk id="44" creationId="{E3355743-4C4F-A3E6-1ED0-E3BBA282297E}"/>
          </ac:cxnSpMkLst>
        </pc:cxnChg>
        <pc:cxnChg chg="mod">
          <ac:chgData name="최문영" userId="c9c2ca5b-20f2-48c9-9e1f-a03229bf2768" providerId="ADAL" clId="{A40B3C47-3CC6-4B76-BCCE-D64E51F0DBB3}" dt="2025-07-24T08:45:36.006" v="3504" actId="1076"/>
          <ac:cxnSpMkLst>
            <pc:docMk/>
            <pc:sldMk cId="3185421290" sldId="869"/>
            <ac:cxnSpMk id="51" creationId="{72CD4632-EC5C-35F1-DFA6-A2F0E546B5A4}"/>
          </ac:cxnSpMkLst>
        </pc:cxnChg>
        <pc:cxnChg chg="mod">
          <ac:chgData name="최문영" userId="c9c2ca5b-20f2-48c9-9e1f-a03229bf2768" providerId="ADAL" clId="{A40B3C47-3CC6-4B76-BCCE-D64E51F0DBB3}" dt="2025-07-24T08:45:04.140" v="3480" actId="1036"/>
          <ac:cxnSpMkLst>
            <pc:docMk/>
            <pc:sldMk cId="3185421290" sldId="869"/>
            <ac:cxnSpMk id="66" creationId="{A9A245E8-A9EF-379D-2FEF-C658D5D46381}"/>
          </ac:cxnSpMkLst>
        </pc:cxnChg>
        <pc:cxnChg chg="mod">
          <ac:chgData name="최문영" userId="c9c2ca5b-20f2-48c9-9e1f-a03229bf2768" providerId="ADAL" clId="{A40B3C47-3CC6-4B76-BCCE-D64E51F0DBB3}" dt="2025-07-24T08:46:57.893" v="3611" actId="1076"/>
          <ac:cxnSpMkLst>
            <pc:docMk/>
            <pc:sldMk cId="3185421290" sldId="869"/>
            <ac:cxnSpMk id="68" creationId="{1642410B-334E-74AD-5E2C-18A219AFB8B4}"/>
          </ac:cxnSpMkLst>
        </pc:cxnChg>
        <pc:cxnChg chg="add mod">
          <ac:chgData name="최문영" userId="c9c2ca5b-20f2-48c9-9e1f-a03229bf2768" providerId="ADAL" clId="{A40B3C47-3CC6-4B76-BCCE-D64E51F0DBB3}" dt="2025-07-24T08:46:57.893" v="3611" actId="1076"/>
          <ac:cxnSpMkLst>
            <pc:docMk/>
            <pc:sldMk cId="3185421290" sldId="869"/>
            <ac:cxnSpMk id="69" creationId="{387E614F-881A-EAEF-3C7E-DD08D98611B8}"/>
          </ac:cxnSpMkLst>
        </pc:cxnChg>
        <pc:cxnChg chg="add mod">
          <ac:chgData name="최문영" userId="c9c2ca5b-20f2-48c9-9e1f-a03229bf2768" providerId="ADAL" clId="{A40B3C47-3CC6-4B76-BCCE-D64E51F0DBB3}" dt="2025-07-24T08:47:22.807" v="3617" actId="14100"/>
          <ac:cxnSpMkLst>
            <pc:docMk/>
            <pc:sldMk cId="3185421290" sldId="869"/>
            <ac:cxnSpMk id="78" creationId="{5E055323-F5B8-FBA4-A571-1C7148B25FFE}"/>
          </ac:cxnSpMkLst>
        </pc:cxnChg>
      </pc:sldChg>
      <pc:sldChg chg="addSp delSp modSp add mod delAnim modAnim">
        <pc:chgData name="최문영" userId="c9c2ca5b-20f2-48c9-9e1f-a03229bf2768" providerId="ADAL" clId="{A40B3C47-3CC6-4B76-BCCE-D64E51F0DBB3}" dt="2025-07-24T09:09:02.235" v="4406" actId="20577"/>
        <pc:sldMkLst>
          <pc:docMk/>
          <pc:sldMk cId="64285148" sldId="870"/>
        </pc:sldMkLst>
        <pc:spChg chg="mod">
          <ac:chgData name="최문영" userId="c9c2ca5b-20f2-48c9-9e1f-a03229bf2768" providerId="ADAL" clId="{A40B3C47-3CC6-4B76-BCCE-D64E51F0DBB3}" dt="2025-07-24T08:59:46.548" v="4151" actId="20577"/>
          <ac:spMkLst>
            <pc:docMk/>
            <pc:sldMk cId="64285148" sldId="870"/>
            <ac:spMk id="10" creationId="{66373580-6D23-B8D8-AFEB-E5ED9DE8F998}"/>
          </ac:spMkLst>
        </pc:spChg>
        <pc:spChg chg="add mod">
          <ac:chgData name="최문영" userId="c9c2ca5b-20f2-48c9-9e1f-a03229bf2768" providerId="ADAL" clId="{A40B3C47-3CC6-4B76-BCCE-D64E51F0DBB3}" dt="2025-07-24T09:00:45.790" v="4159"/>
          <ac:spMkLst>
            <pc:docMk/>
            <pc:sldMk cId="64285148" sldId="870"/>
            <ac:spMk id="18" creationId="{ABD6DBAF-7553-7A46-B858-35BA1B3B9D97}"/>
          </ac:spMkLst>
        </pc:spChg>
        <pc:spChg chg="add mod">
          <ac:chgData name="최문영" userId="c9c2ca5b-20f2-48c9-9e1f-a03229bf2768" providerId="ADAL" clId="{A40B3C47-3CC6-4B76-BCCE-D64E51F0DBB3}" dt="2025-07-24T09:00:45.790" v="4159"/>
          <ac:spMkLst>
            <pc:docMk/>
            <pc:sldMk cId="64285148" sldId="870"/>
            <ac:spMk id="24" creationId="{29E75E64-646F-6161-2AA4-68CD8A03516C}"/>
          </ac:spMkLst>
        </pc:spChg>
        <pc:spChg chg="add mod">
          <ac:chgData name="최문영" userId="c9c2ca5b-20f2-48c9-9e1f-a03229bf2768" providerId="ADAL" clId="{A40B3C47-3CC6-4B76-BCCE-D64E51F0DBB3}" dt="2025-07-24T09:00:45.790" v="4159"/>
          <ac:spMkLst>
            <pc:docMk/>
            <pc:sldMk cId="64285148" sldId="870"/>
            <ac:spMk id="25" creationId="{2D3055F3-AAC0-3CE7-0CF2-6F522761B5A9}"/>
          </ac:spMkLst>
        </pc:spChg>
        <pc:spChg chg="add mod">
          <ac:chgData name="최문영" userId="c9c2ca5b-20f2-48c9-9e1f-a03229bf2768" providerId="ADAL" clId="{A40B3C47-3CC6-4B76-BCCE-D64E51F0DBB3}" dt="2025-07-24T09:00:45.790" v="4159"/>
          <ac:spMkLst>
            <pc:docMk/>
            <pc:sldMk cId="64285148" sldId="870"/>
            <ac:spMk id="28" creationId="{3DECBECC-8CFE-D4EF-AEEE-174AF0876D27}"/>
          </ac:spMkLst>
        </pc:spChg>
        <pc:spChg chg="add mod">
          <ac:chgData name="최문영" userId="c9c2ca5b-20f2-48c9-9e1f-a03229bf2768" providerId="ADAL" clId="{A40B3C47-3CC6-4B76-BCCE-D64E51F0DBB3}" dt="2025-07-24T09:00:45.790" v="4159"/>
          <ac:spMkLst>
            <pc:docMk/>
            <pc:sldMk cId="64285148" sldId="870"/>
            <ac:spMk id="33" creationId="{1BB18CFD-896F-33BF-B7CE-732DDD817093}"/>
          </ac:spMkLst>
        </pc:spChg>
        <pc:spChg chg="add mod">
          <ac:chgData name="최문영" userId="c9c2ca5b-20f2-48c9-9e1f-a03229bf2768" providerId="ADAL" clId="{A40B3C47-3CC6-4B76-BCCE-D64E51F0DBB3}" dt="2025-07-24T09:09:02.235" v="4406" actId="20577"/>
          <ac:spMkLst>
            <pc:docMk/>
            <pc:sldMk cId="64285148" sldId="870"/>
            <ac:spMk id="43" creationId="{063188A0-7BD7-751B-03E2-85EC5CDB0B10}"/>
          </ac:spMkLst>
        </pc:spChg>
        <pc:spChg chg="add mod ord">
          <ac:chgData name="최문영" userId="c9c2ca5b-20f2-48c9-9e1f-a03229bf2768" providerId="ADAL" clId="{A40B3C47-3CC6-4B76-BCCE-D64E51F0DBB3}" dt="2025-07-24T09:01:31.306" v="4170" actId="14100"/>
          <ac:spMkLst>
            <pc:docMk/>
            <pc:sldMk cId="64285148" sldId="870"/>
            <ac:spMk id="60" creationId="{5318B342-577A-EF71-BFF0-BBB6A3BCC6D1}"/>
          </ac:spMkLst>
        </pc:spChg>
        <pc:spChg chg="add mod ord">
          <ac:chgData name="최문영" userId="c9c2ca5b-20f2-48c9-9e1f-a03229bf2768" providerId="ADAL" clId="{A40B3C47-3CC6-4B76-BCCE-D64E51F0DBB3}" dt="2025-07-24T09:06:25.592" v="4188" actId="1076"/>
          <ac:spMkLst>
            <pc:docMk/>
            <pc:sldMk cId="64285148" sldId="870"/>
            <ac:spMk id="61" creationId="{20F79601-D3EA-EC62-AEDF-C09E10E84C3A}"/>
          </ac:spMkLst>
        </pc:spChg>
        <pc:spChg chg="add mod">
          <ac:chgData name="최문영" userId="c9c2ca5b-20f2-48c9-9e1f-a03229bf2768" providerId="ADAL" clId="{A40B3C47-3CC6-4B76-BCCE-D64E51F0DBB3}" dt="2025-07-24T09:06:35.625" v="4190" actId="1076"/>
          <ac:spMkLst>
            <pc:docMk/>
            <pc:sldMk cId="64285148" sldId="870"/>
            <ac:spMk id="67" creationId="{9FB69402-1816-C5E6-215C-CF89AE3A7017}"/>
          </ac:spMkLst>
        </pc:spChg>
        <pc:spChg chg="add mod">
          <ac:chgData name="최문영" userId="c9c2ca5b-20f2-48c9-9e1f-a03229bf2768" providerId="ADAL" clId="{A40B3C47-3CC6-4B76-BCCE-D64E51F0DBB3}" dt="2025-07-24T09:06:31.467" v="4189" actId="1076"/>
          <ac:spMkLst>
            <pc:docMk/>
            <pc:sldMk cId="64285148" sldId="870"/>
            <ac:spMk id="68" creationId="{CCC7F7A1-6AAB-BC78-FB07-BBD03D9FCD66}"/>
          </ac:spMkLst>
        </pc:spChg>
        <pc:spChg chg="add mod">
          <ac:chgData name="최문영" userId="c9c2ca5b-20f2-48c9-9e1f-a03229bf2768" providerId="ADAL" clId="{A40B3C47-3CC6-4B76-BCCE-D64E51F0DBB3}" dt="2025-07-24T09:07:14.579" v="4273" actId="1076"/>
          <ac:spMkLst>
            <pc:docMk/>
            <pc:sldMk cId="64285148" sldId="870"/>
            <ac:spMk id="69" creationId="{6ACE74DC-1438-1A5B-FB31-2CF19FE429ED}"/>
          </ac:spMkLst>
        </pc:spChg>
        <pc:spChg chg="add mod">
          <ac:chgData name="최문영" userId="c9c2ca5b-20f2-48c9-9e1f-a03229bf2768" providerId="ADAL" clId="{A40B3C47-3CC6-4B76-BCCE-D64E51F0DBB3}" dt="2025-07-24T09:08:00.999" v="4354" actId="1076"/>
          <ac:spMkLst>
            <pc:docMk/>
            <pc:sldMk cId="64285148" sldId="870"/>
            <ac:spMk id="71" creationId="{CD73E40E-F4B9-A3C6-EE72-9B883DE8D165}"/>
          </ac:spMkLst>
        </pc:spChg>
        <pc:spChg chg="add mod">
          <ac:chgData name="최문영" userId="c9c2ca5b-20f2-48c9-9e1f-a03229bf2768" providerId="ADAL" clId="{A40B3C47-3CC6-4B76-BCCE-D64E51F0DBB3}" dt="2025-07-24T09:08:03.409" v="4355" actId="1076"/>
          <ac:spMkLst>
            <pc:docMk/>
            <pc:sldMk cId="64285148" sldId="870"/>
            <ac:spMk id="72" creationId="{9C0F6F17-58B7-9B3D-3742-79752CC83AAA}"/>
          </ac:spMkLst>
        </pc:spChg>
        <pc:cxnChg chg="mod">
          <ac:chgData name="최문영" userId="c9c2ca5b-20f2-48c9-9e1f-a03229bf2768" providerId="ADAL" clId="{A40B3C47-3CC6-4B76-BCCE-D64E51F0DBB3}" dt="2025-07-24T09:01:43.805" v="4177" actId="14100"/>
          <ac:cxnSpMkLst>
            <pc:docMk/>
            <pc:sldMk cId="64285148" sldId="870"/>
            <ac:cxnSpMk id="27" creationId="{F62A80E6-3004-BD75-6882-5B5DB7FCD177}"/>
          </ac:cxnSpMkLst>
        </pc:cxnChg>
        <pc:cxnChg chg="mod">
          <ac:chgData name="최문영" userId="c9c2ca5b-20f2-48c9-9e1f-a03229bf2768" providerId="ADAL" clId="{A40B3C47-3CC6-4B76-BCCE-D64E51F0DBB3}" dt="2025-07-24T09:01:52.613" v="4178" actId="14100"/>
          <ac:cxnSpMkLst>
            <pc:docMk/>
            <pc:sldMk cId="64285148" sldId="870"/>
            <ac:cxnSpMk id="31" creationId="{C9842BB8-4A86-17B2-B24B-37A6D4E8D39B}"/>
          </ac:cxnSpMkLst>
        </pc:cxnChg>
        <pc:cxnChg chg="mod">
          <ac:chgData name="최문영" userId="c9c2ca5b-20f2-48c9-9e1f-a03229bf2768" providerId="ADAL" clId="{A40B3C47-3CC6-4B76-BCCE-D64E51F0DBB3}" dt="2025-07-24T09:04:09.429" v="4179" actId="14100"/>
          <ac:cxnSpMkLst>
            <pc:docMk/>
            <pc:sldMk cId="64285148" sldId="870"/>
            <ac:cxnSpMk id="35" creationId="{AF52ABF6-5541-56F4-0C65-EFEC0BDC9DAD}"/>
          </ac:cxnSpMkLst>
        </pc:cxnChg>
        <pc:cxnChg chg="mod">
          <ac:chgData name="최문영" userId="c9c2ca5b-20f2-48c9-9e1f-a03229bf2768" providerId="ADAL" clId="{A40B3C47-3CC6-4B76-BCCE-D64E51F0DBB3}" dt="2025-07-24T09:04:18.293" v="4180" actId="14100"/>
          <ac:cxnSpMkLst>
            <pc:docMk/>
            <pc:sldMk cId="64285148" sldId="870"/>
            <ac:cxnSpMk id="40" creationId="{ECA44ADB-86D6-7458-336D-DC7119735198}"/>
          </ac:cxnSpMkLst>
        </pc:cxnChg>
        <pc:cxnChg chg="mod">
          <ac:chgData name="최문영" userId="c9c2ca5b-20f2-48c9-9e1f-a03229bf2768" providerId="ADAL" clId="{A40B3C47-3CC6-4B76-BCCE-D64E51F0DBB3}" dt="2025-07-24T09:01:39.293" v="4176" actId="14100"/>
          <ac:cxnSpMkLst>
            <pc:docMk/>
            <pc:sldMk cId="64285148" sldId="870"/>
            <ac:cxnSpMk id="48" creationId="{42AB501D-6597-B6D5-6CF5-78D576406533}"/>
          </ac:cxnSpMkLst>
        </pc:cxnChg>
      </pc:sldChg>
      <pc:sldChg chg="add del">
        <pc:chgData name="최문영" userId="c9c2ca5b-20f2-48c9-9e1f-a03229bf2768" providerId="ADAL" clId="{A40B3C47-3CC6-4B76-BCCE-D64E51F0DBB3}" dt="2025-07-24T08:58:18.210" v="4054" actId="47"/>
        <pc:sldMkLst>
          <pc:docMk/>
          <pc:sldMk cId="1560954816" sldId="870"/>
        </pc:sldMkLst>
      </pc:sldChg>
      <pc:sldChg chg="addSp modSp add mod modAnim">
        <pc:chgData name="최문영" userId="c9c2ca5b-20f2-48c9-9e1f-a03229bf2768" providerId="ADAL" clId="{A40B3C47-3CC6-4B76-BCCE-D64E51F0DBB3}" dt="2025-07-24T09:09:13.657" v="4408" actId="1076"/>
        <pc:sldMkLst>
          <pc:docMk/>
          <pc:sldMk cId="1880651531" sldId="871"/>
        </pc:sldMkLst>
        <pc:spChg chg="add mod">
          <ac:chgData name="최문영" userId="c9c2ca5b-20f2-48c9-9e1f-a03229bf2768" providerId="ADAL" clId="{A40B3C47-3CC6-4B76-BCCE-D64E51F0DBB3}" dt="2025-07-24T09:08:56.901" v="4405" actId="1076"/>
          <ac:spMkLst>
            <pc:docMk/>
            <pc:sldMk cId="1880651531" sldId="871"/>
            <ac:spMk id="2" creationId="{141087D2-8ADC-71A4-0A1E-5872559806D3}"/>
          </ac:spMkLst>
        </pc:spChg>
        <pc:spChg chg="mod">
          <ac:chgData name="최문영" userId="c9c2ca5b-20f2-48c9-9e1f-a03229bf2768" providerId="ADAL" clId="{A40B3C47-3CC6-4B76-BCCE-D64E51F0DBB3}" dt="2025-07-24T09:09:04.667" v="4407" actId="20577"/>
          <ac:spMkLst>
            <pc:docMk/>
            <pc:sldMk cId="1880651531" sldId="871"/>
            <ac:spMk id="43" creationId="{CCB2DC28-C097-952A-C575-E5915AB7FD06}"/>
          </ac:spMkLst>
        </pc:spChg>
        <pc:spChg chg="mod">
          <ac:chgData name="최문영" userId="c9c2ca5b-20f2-48c9-9e1f-a03229bf2768" providerId="ADAL" clId="{A40B3C47-3CC6-4B76-BCCE-D64E51F0DBB3}" dt="2025-07-24T09:09:13.657" v="4408" actId="1076"/>
          <ac:spMkLst>
            <pc:docMk/>
            <pc:sldMk cId="1880651531" sldId="871"/>
            <ac:spMk id="72" creationId="{3A551640-9B0F-82EB-7876-60F1249732A7}"/>
          </ac:spMkLst>
        </pc:spChg>
      </pc:sldChg>
      <pc:sldChg chg="add del">
        <pc:chgData name="최문영" userId="c9c2ca5b-20f2-48c9-9e1f-a03229bf2768" providerId="ADAL" clId="{A40B3C47-3CC6-4B76-BCCE-D64E51F0DBB3}" dt="2025-07-24T09:01:15.583" v="4167"/>
        <pc:sldMkLst>
          <pc:docMk/>
          <pc:sldMk cId="2564279793" sldId="871"/>
        </pc:sldMkLst>
      </pc:sldChg>
      <pc:sldChg chg="modSp add mod modAnim">
        <pc:chgData name="최문영" userId="c9c2ca5b-20f2-48c9-9e1f-a03229bf2768" providerId="ADAL" clId="{A40B3C47-3CC6-4B76-BCCE-D64E51F0DBB3}" dt="2025-07-24T09:09:21.093" v="4411" actId="1076"/>
        <pc:sldMkLst>
          <pc:docMk/>
          <pc:sldMk cId="118368523" sldId="872"/>
        </pc:sldMkLst>
        <pc:spChg chg="mod">
          <ac:chgData name="최문영" userId="c9c2ca5b-20f2-48c9-9e1f-a03229bf2768" providerId="ADAL" clId="{A40B3C47-3CC6-4B76-BCCE-D64E51F0DBB3}" dt="2025-07-24T09:09:21.093" v="4411" actId="1076"/>
          <ac:spMkLst>
            <pc:docMk/>
            <pc:sldMk cId="118368523" sldId="872"/>
            <ac:spMk id="72" creationId="{4AF05F56-8E52-C822-10E8-52D773177342}"/>
          </ac:spMkLst>
        </pc:spChg>
      </pc:sldChg>
      <pc:sldChg chg="addSp delSp modSp add mod modAnim">
        <pc:chgData name="최문영" userId="c9c2ca5b-20f2-48c9-9e1f-a03229bf2768" providerId="ADAL" clId="{A40B3C47-3CC6-4B76-BCCE-D64E51F0DBB3}" dt="2025-07-24T09:11:39.299" v="4549" actId="1076"/>
        <pc:sldMkLst>
          <pc:docMk/>
          <pc:sldMk cId="667914773" sldId="873"/>
        </pc:sldMkLst>
        <pc:spChg chg="add mod">
          <ac:chgData name="최문영" userId="c9c2ca5b-20f2-48c9-9e1f-a03229bf2768" providerId="ADAL" clId="{A40B3C47-3CC6-4B76-BCCE-D64E51F0DBB3}" dt="2025-07-24T09:10:27.241" v="4419" actId="1076"/>
          <ac:spMkLst>
            <pc:docMk/>
            <pc:sldMk cId="667914773" sldId="873"/>
            <ac:spMk id="3" creationId="{505EF135-03F6-9C7B-9359-707E44F47CDA}"/>
          </ac:spMkLst>
        </pc:spChg>
        <pc:spChg chg="add mod">
          <ac:chgData name="최문영" userId="c9c2ca5b-20f2-48c9-9e1f-a03229bf2768" providerId="ADAL" clId="{A40B3C47-3CC6-4B76-BCCE-D64E51F0DBB3}" dt="2025-07-24T09:10:44.994" v="4422" actId="1076"/>
          <ac:spMkLst>
            <pc:docMk/>
            <pc:sldMk cId="667914773" sldId="873"/>
            <ac:spMk id="4" creationId="{A4370229-E9E0-B914-DCEA-5B3080B272A3}"/>
          </ac:spMkLst>
        </pc:spChg>
        <pc:spChg chg="add mod">
          <ac:chgData name="최문영" userId="c9c2ca5b-20f2-48c9-9e1f-a03229bf2768" providerId="ADAL" clId="{A40B3C47-3CC6-4B76-BCCE-D64E51F0DBB3}" dt="2025-07-24T09:10:34.664" v="4420"/>
          <ac:spMkLst>
            <pc:docMk/>
            <pc:sldMk cId="667914773" sldId="873"/>
            <ac:spMk id="5" creationId="{A4997C6E-A606-8FD2-A840-5BC18F2E8AB6}"/>
          </ac:spMkLst>
        </pc:spChg>
        <pc:spChg chg="add mod">
          <ac:chgData name="최문영" userId="c9c2ca5b-20f2-48c9-9e1f-a03229bf2768" providerId="ADAL" clId="{A40B3C47-3CC6-4B76-BCCE-D64E51F0DBB3}" dt="2025-07-24T09:11:39.299" v="4549" actId="1076"/>
          <ac:spMkLst>
            <pc:docMk/>
            <pc:sldMk cId="667914773" sldId="873"/>
            <ac:spMk id="7" creationId="{25F54EE7-B86B-076D-9348-9E9EE020EFB9}"/>
          </ac:spMkLst>
        </pc:spChg>
        <pc:spChg chg="mod">
          <ac:chgData name="최문영" userId="c9c2ca5b-20f2-48c9-9e1f-a03229bf2768" providerId="ADAL" clId="{A40B3C47-3CC6-4B76-BCCE-D64E51F0DBB3}" dt="2025-07-24T09:10:17.687" v="4417" actId="1076"/>
          <ac:spMkLst>
            <pc:docMk/>
            <pc:sldMk cId="667914773" sldId="873"/>
            <ac:spMk id="43" creationId="{16456CCA-3605-5BA2-CC30-68557CFD7BCD}"/>
          </ac:spMkLst>
        </pc:spChg>
        <pc:spChg chg="mod">
          <ac:chgData name="최문영" userId="c9c2ca5b-20f2-48c9-9e1f-a03229bf2768" providerId="ADAL" clId="{A40B3C47-3CC6-4B76-BCCE-D64E51F0DBB3}" dt="2025-07-24T09:10:14.167" v="4416" actId="14100"/>
          <ac:spMkLst>
            <pc:docMk/>
            <pc:sldMk cId="667914773" sldId="873"/>
            <ac:spMk id="60" creationId="{9A7CBD3E-DFF5-7FA3-DD1B-A049078AD82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702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6E78C-6F24-4C47-8404-8F319E51B92F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71385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702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CEE1C-692C-4CC6-A2F1-3935922D1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08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100"/>
              <a:t>Weekly meeting </a:t>
            </a:r>
            <a:r>
              <a:rPr lang="ko-KR" altLang="en-US" sz="1100"/>
              <a:t>표지</a:t>
            </a:r>
            <a:endParaRPr lang="en-US" altLang="ko-KR" sz="11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527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E7353-8775-7F46-33DC-C7416FA6F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79470A-F3FD-3DC0-3251-5C13C2F29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A8B91D-070B-1486-F3B7-91BABE1F1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3429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E2565-4A9D-73C3-5CB5-F801A8835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307BFF-7FF4-7B3C-67B0-C6172AE9B5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90C0CB-BEE3-183C-0480-39AB5D5A7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1834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E6D11-BA15-9A9E-04F0-12EBE0BFA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1A1ADF-EAA9-E4DC-D4FA-71189C1DB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DC56A5-053B-9DED-C33A-DA0E4CBA7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54471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927AC-4B9F-E203-AD1E-259DE27C8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B60E40-C2C9-3C24-F599-78F024A62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802E95-491D-E244-EF6C-0FD304DC4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78425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E7353-8775-7F46-33DC-C7416FA6F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79470A-F3FD-3DC0-3251-5C13C2F29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A8B91D-070B-1486-F3B7-91BABE1F1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3429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0F5EB-7CFA-91DE-592F-9B7C4B480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C9EA2E-F68D-77BE-FFBE-52F8FBD22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B43908-DC3F-33F6-C25E-6F02840DF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6203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C4B42-8C04-3D5D-F86C-0B47B784F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B852EA-0129-E901-9B1B-02A657D9F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3875A3-9385-6DE9-BF3D-2246B1435A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246256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80DFE-6C1B-2667-2835-94B58C4D2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7DEDFD-C83B-D54F-0ECB-11A9C3A919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F702F7-0ACD-9833-CD1D-59563B82C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296938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17398-F888-993C-E065-DAF2CC8F9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F7EB33-CCE8-1175-B8B5-CD1B7883F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341C9F-0B55-611B-2E6B-0E306CBE4A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374204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7B260-561B-6B6B-319E-E4C62667F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1CE389-D7A5-AD33-837A-A3534E338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74EA84-3254-A1CD-A480-E2D3AF275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682942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3C5D9-6786-A86A-42E7-BBAF758AF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71B745-095C-2F40-16E7-F7C483688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AE4B30-DB38-47BD-4EF3-38608D1F3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216179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95827-1358-EDAC-BA36-F962D2D8C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AC888B-DB4A-B308-248C-3F1A4F491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20C44F-19E2-1E84-9A8E-91CEB9AA0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836453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723E0-87E6-3032-E343-8E2E1CFBE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81AA92-1684-EC96-2607-7F7D977CC5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59FDD6-7AD3-3CB4-BECF-9CC42BEA0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49797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40531-097A-9CEF-7664-EA53EF6B5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3A4C75-2FC0-691D-1DCC-1E8AEE265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E60C45-C971-C486-7173-DCCA7904C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929489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D7E9A-CD9F-FB2E-9D89-B89D9488B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FD9E27-F846-E8FC-42B3-7F3268754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D13863-B4E2-EB15-2FEC-05128505F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20496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48A0A-2C00-9579-3133-E7B724EDA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AABD83-2D0E-6E2C-7854-7A77600F6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C2BC52-E3E9-E739-9292-83F5396B7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0547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AC83C-0D2B-4AD6-8B74-F01B27D3F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133958-8266-5B66-31E1-25AAFDC4C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27C81B-B66A-7BF4-D2B2-D044B847B9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611179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B07D9-4422-1688-FC80-FF759C84B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D44C2E-A298-CB83-9A71-DDF820D098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308A81-EC3C-B9B8-645C-604A4F273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30902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F7F80-05E0-2009-5496-B9757E080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AA8652-45EE-F6F9-2671-24C990541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3B0CF9-28B0-1969-D1CF-CB337B1DC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736785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AED64-BE1D-C302-BC74-644EBDD24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395EC4-D7E2-309F-A2B5-78A3D7095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D06826-B93C-939C-8090-9E2B0F59C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318459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D66D3-A60E-6353-2505-2C7F6D404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305442-1AD3-45F5-7C91-91E4B7B281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A4889C-7F04-06C1-7676-799BE7D38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85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8612D-DA14-C41A-7176-5348F3DF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B60983-94C0-7E81-F34B-6304C86D5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398AC4-B497-206F-3555-2019B1599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65118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47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57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1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455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4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63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9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5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45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6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75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595-2691-45CA-A9C9-B57440176AD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33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0A73214-B533-452F-8554-666DE071E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9D70B81-8235-441B-B034-F866362B81CF}"/>
              </a:ext>
            </a:extLst>
          </p:cNvPr>
          <p:cNvGrpSpPr/>
          <p:nvPr/>
        </p:nvGrpSpPr>
        <p:grpSpPr>
          <a:xfrm>
            <a:off x="0" y="1744278"/>
            <a:ext cx="9144000" cy="2831291"/>
            <a:chOff x="0" y="1682575"/>
            <a:chExt cx="9144000" cy="2831291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1139A42-2018-48E7-94CA-8E5B7303B85A}"/>
                </a:ext>
              </a:extLst>
            </p:cNvPr>
            <p:cNvSpPr/>
            <p:nvPr/>
          </p:nvSpPr>
          <p:spPr>
            <a:xfrm>
              <a:off x="0" y="436966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F41A9F0-8D2F-43C3-9541-536B37B0E4FE}"/>
                </a:ext>
              </a:extLst>
            </p:cNvPr>
            <p:cNvSpPr/>
            <p:nvPr/>
          </p:nvSpPr>
          <p:spPr>
            <a:xfrm>
              <a:off x="0" y="168257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4A91DB-303A-4F81-99F8-0D2A77C39D5B}"/>
              </a:ext>
            </a:extLst>
          </p:cNvPr>
          <p:cNvSpPr/>
          <p:nvPr/>
        </p:nvSpPr>
        <p:spPr>
          <a:xfrm>
            <a:off x="1113754" y="2202214"/>
            <a:ext cx="6978825" cy="1433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ko-KR" sz="6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Weekly Meeting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A635C-1642-419F-9A80-B71C2DC7C4C4}"/>
              </a:ext>
            </a:extLst>
          </p:cNvPr>
          <p:cNvSpPr txBox="1"/>
          <p:nvPr/>
        </p:nvSpPr>
        <p:spPr>
          <a:xfrm>
            <a:off x="2285994" y="3628769"/>
            <a:ext cx="4572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25.07.24.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385A0FD-5E48-4E0E-9C94-D53FC4C10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5F7EC6-6702-4AD9-B6D4-4B401C3A4168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9E7AC-451E-4B40-B0C0-4FAEDB5A95A9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  <a:buNone/>
            </a:pPr>
            <a:r>
              <a:rPr lang="en-US" altLang="ko-KR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altLang="ko-KR" sz="16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626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/>
          <p:cNvSpPr/>
          <p:nvPr/>
        </p:nvSpPr>
        <p:spPr>
          <a:xfrm>
            <a:off x="203760" y="998280"/>
            <a:ext cx="8852760" cy="37288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Goal: Analyzing Latency in Autonomous Drone Navigation via Offboarding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Requirement: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spc="-1" dirty="0">
                <a:solidFill>
                  <a:srgbClr val="000000"/>
                </a:solidFill>
                <a:latin typeface="Times New Roman"/>
              </a:rPr>
              <a:t>Understanding the Logic of Autonomous Drone Navigation via Offboarding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C00000"/>
                </a:solidFill>
                <a:latin typeface="Times New Roman"/>
              </a:rPr>
              <a:t>Analyzing Latency at Each Stage of the Process</a:t>
            </a:r>
          </a:p>
          <a:p>
            <a:pPr marL="1257480" lvl="2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C00000"/>
                </a:solidFill>
                <a:latin typeface="Times New Roman"/>
              </a:rPr>
              <a:t>MAVROS Communication Flow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spc="-1" dirty="0">
                <a:solidFill>
                  <a:srgbClr val="000000"/>
                </a:solidFill>
                <a:latin typeface="Times New Roman"/>
              </a:rPr>
              <a:t>Testing ROS Topics Required for Latency Measurement and Autonomous Navigation</a:t>
            </a:r>
          </a:p>
        </p:txBody>
      </p:sp>
      <p:sp>
        <p:nvSpPr>
          <p:cNvPr id="98" name="슬라이드 번호 개체 틀 1"/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2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/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/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2060"/>
                </a:solidFill>
                <a:latin typeface="Times New Roman"/>
                <a:ea typeface="DejaVu Sans"/>
              </a:rPr>
              <a:t>Goal</a:t>
            </a:r>
          </a:p>
        </p:txBody>
      </p:sp>
      <p:sp>
        <p:nvSpPr>
          <p:cNvPr id="101" name="직사각형 33"/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BD2A7-C96B-3144-F3EA-300B59715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CBB9C4D-DB82-DDCA-C310-51E2AFFAB923}"/>
              </a:ext>
            </a:extLst>
          </p:cNvPr>
          <p:cNvSpPr txBox="1"/>
          <p:nvPr/>
        </p:nvSpPr>
        <p:spPr>
          <a:xfrm>
            <a:off x="203699" y="998257"/>
            <a:ext cx="8686301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On-boarding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Off-boarding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61DAD42B-247B-2347-B886-432AA927E739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3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81CE039-9F5D-1879-7243-B767CB1F54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A7C2494-BEFF-CA5D-00D5-360FE2CF82EF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Background(</a:t>
            </a:r>
            <a:r>
              <a:rPr lang="en-US" altLang="ko-KR" sz="3600" b="1" strike="noStrike" spc="-1">
                <a:solidFill>
                  <a:srgbClr val="002060"/>
                </a:solidFill>
                <a:latin typeface="Times New Roman"/>
                <a:ea typeface="DejaVu Sans"/>
              </a:rPr>
              <a:t>Onboarding &amp; Offboarding</a:t>
            </a:r>
            <a:r>
              <a:rPr lang="en-US" altLang="ko-KR" sz="3600" b="1" strike="noStrike" spc="-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lang="en-US" altLang="ko-KR" sz="3600" b="1" strike="noStrike" spc="-1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38C5ED0-8136-FB59-8769-EAC0CD9D6AC6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9F4A699-B35A-5B6A-50BC-6245BE67F447}"/>
              </a:ext>
            </a:extLst>
          </p:cNvPr>
          <p:cNvSpPr/>
          <p:nvPr/>
        </p:nvSpPr>
        <p:spPr>
          <a:xfrm>
            <a:off x="519331" y="3347173"/>
            <a:ext cx="1714063" cy="106188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node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 pub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1C6DE50-F58B-4C75-B688-93280EBCC05A}"/>
              </a:ext>
            </a:extLst>
          </p:cNvPr>
          <p:cNvSpPr/>
          <p:nvPr/>
        </p:nvSpPr>
        <p:spPr>
          <a:xfrm>
            <a:off x="2591750" y="3347173"/>
            <a:ext cx="1980247" cy="106188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node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DDS to 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C83517B-71D7-17F8-965D-6A595041BD17}"/>
              </a:ext>
            </a:extLst>
          </p:cNvPr>
          <p:cNvSpPr/>
          <p:nvPr/>
        </p:nvSpPr>
        <p:spPr>
          <a:xfrm>
            <a:off x="4930353" y="3347173"/>
            <a:ext cx="2136079" cy="106188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 SITL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lang="ko-KR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역할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993E46B6-84B4-BF25-94C1-04009347512F}"/>
              </a:ext>
            </a:extLst>
          </p:cNvPr>
          <p:cNvSpPr/>
          <p:nvPr/>
        </p:nvSpPr>
        <p:spPr>
          <a:xfrm>
            <a:off x="1961800" y="3526377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259D3B04-CACA-5C8E-0766-E6A6D670208B}"/>
              </a:ext>
            </a:extLst>
          </p:cNvPr>
          <p:cNvSpPr/>
          <p:nvPr/>
        </p:nvSpPr>
        <p:spPr>
          <a:xfrm>
            <a:off x="4300403" y="3526377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1BF1286A-52A4-8834-0148-5048E7797093}"/>
              </a:ext>
            </a:extLst>
          </p:cNvPr>
          <p:cNvSpPr/>
          <p:nvPr/>
        </p:nvSpPr>
        <p:spPr>
          <a:xfrm>
            <a:off x="6794838" y="3526377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E6EA12F-6A65-D4E3-7659-6B09CDAC956C}"/>
              </a:ext>
            </a:extLst>
          </p:cNvPr>
          <p:cNvSpPr/>
          <p:nvPr/>
        </p:nvSpPr>
        <p:spPr>
          <a:xfrm>
            <a:off x="515448" y="1516802"/>
            <a:ext cx="2136079" cy="106188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 SITL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역할</a:t>
            </a:r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6A6A04B-225C-D7FA-5ECA-CEE9768B77A3}"/>
              </a:ext>
            </a:extLst>
          </p:cNvPr>
          <p:cNvSpPr/>
          <p:nvPr/>
        </p:nvSpPr>
        <p:spPr>
          <a:xfrm>
            <a:off x="3009883" y="1516802"/>
            <a:ext cx="1224115" cy="106188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Simulator</a:t>
            </a: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F6733F96-5949-56B2-94DD-D244B440D3A7}"/>
              </a:ext>
            </a:extLst>
          </p:cNvPr>
          <p:cNvSpPr/>
          <p:nvPr/>
        </p:nvSpPr>
        <p:spPr>
          <a:xfrm>
            <a:off x="2379933" y="1696006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7839D7-43E7-61FB-2A7D-38F09CE11F4C}"/>
              </a:ext>
            </a:extLst>
          </p:cNvPr>
          <p:cNvSpPr txBox="1"/>
          <p:nvPr/>
        </p:nvSpPr>
        <p:spPr>
          <a:xfrm>
            <a:off x="4592354" y="1592062"/>
            <a:ext cx="30641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PX4: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드론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제어 펌웨어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UAV 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통신 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protocl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MAVROS: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DDS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↔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변환</a:t>
            </a:r>
          </a:p>
        </p:txBody>
      </p:sp>
      <p:sp>
        <p:nvSpPr>
          <p:cNvPr id="27" name="왼쪽 중괄호 26">
            <a:extLst>
              <a:ext uri="{FF2B5EF4-FFF2-40B4-BE49-F238E27FC236}">
                <a16:creationId xmlns:a16="http://schemas.microsoft.com/office/drawing/2014/main" id="{99C86CEC-DEBE-8F7B-61D3-81D4492B2C63}"/>
              </a:ext>
            </a:extLst>
          </p:cNvPr>
          <p:cNvSpPr/>
          <p:nvPr/>
        </p:nvSpPr>
        <p:spPr>
          <a:xfrm rot="16200000">
            <a:off x="2355387" y="2584479"/>
            <a:ext cx="385114" cy="4217917"/>
          </a:xfrm>
          <a:prstGeom prst="leftBrace">
            <a:avLst/>
          </a:prstGeom>
          <a:ln w="1905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39DE7F-0266-44B3-03F5-D23C5029C9ED}"/>
              </a:ext>
            </a:extLst>
          </p:cNvPr>
          <p:cNvSpPr txBox="1"/>
          <p:nvPr/>
        </p:nvSpPr>
        <p:spPr>
          <a:xfrm>
            <a:off x="2050626" y="4951731"/>
            <a:ext cx="17008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Latency 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발생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7483112-8354-18F3-33A4-8C713B368330}"/>
              </a:ext>
            </a:extLst>
          </p:cNvPr>
          <p:cNvSpPr/>
          <p:nvPr/>
        </p:nvSpPr>
        <p:spPr>
          <a:xfrm>
            <a:off x="7424788" y="3347173"/>
            <a:ext cx="1224115" cy="106188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Simulator</a:t>
            </a:r>
          </a:p>
          <a:p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06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8E025-7061-FAD9-272D-4A9C33274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4D70E24C-5B41-E699-054E-11318E26A4CC}"/>
              </a:ext>
            </a:extLst>
          </p:cNvPr>
          <p:cNvSpPr txBox="1"/>
          <p:nvPr/>
        </p:nvSpPr>
        <p:spPr>
          <a:xfrm>
            <a:off x="203699" y="998257"/>
            <a:ext cx="8686301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arming: service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keepalive msg: topic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keepalive msg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가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 쌓여서 </a:t>
            </a:r>
            <a:r>
              <a:rPr lang="en-US" altLang="ko-K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arming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명령이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DF89D8A8-55EF-E325-CFAF-89502770F1E5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4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7153A93-C6D1-90B6-ED6A-CD8DBDC400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8BE3F08A-E616-A769-E7DF-EE34A94E5FC7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Goal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64292D9-905E-23EA-2412-FDD5613E1E23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C792542-D8DE-5A7B-7D7E-5C003D806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122534"/>
              </p:ext>
            </p:extLst>
          </p:nvPr>
        </p:nvGraphicFramePr>
        <p:xfrm>
          <a:off x="1328368" y="2732696"/>
          <a:ext cx="6095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37283214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78368407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2395281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20299849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91473413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75435771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7271120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service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130610"/>
                  </a:ext>
                </a:extLst>
              </a:tr>
            </a:tbl>
          </a:graphicData>
        </a:graphic>
      </p:graphicFrame>
      <p:pic>
        <p:nvPicPr>
          <p:cNvPr id="1028" name="Picture 4" descr="자료구조] 우선순위 큐(Priority Queue) 사용법">
            <a:extLst>
              <a:ext uri="{FF2B5EF4-FFF2-40B4-BE49-F238E27FC236}">
                <a16:creationId xmlns:a16="http://schemas.microsoft.com/office/drawing/2014/main" id="{9A1200AE-B2A2-65AE-FC78-50123EA11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191" y="3889141"/>
            <a:ext cx="5784351" cy="2374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270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A2E23-BF7E-C6FB-7B83-D26107570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508A8C8B-65B3-C310-93E4-19677FC41F43}"/>
              </a:ext>
            </a:extLst>
          </p:cNvPr>
          <p:cNvSpPr txBox="1"/>
          <p:nvPr/>
        </p:nvSpPr>
        <p:spPr>
          <a:xfrm>
            <a:off x="203699" y="998257"/>
            <a:ext cx="8686301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vs Service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58206D70-57DE-6E11-B44B-E5D5E6FC7B3E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5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3016219-716F-7D1B-A1F4-ADFA74DDC2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F2F8EA54-2046-E6F8-1681-56A9802D5DA9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MAVROS Node 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81F98FD-CF8A-A4A4-C05C-CA837D9FE8A6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A4541B1-1AA0-1F13-C89A-0D0F9BF99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312366"/>
              </p:ext>
            </p:extLst>
          </p:nvPr>
        </p:nvGraphicFramePr>
        <p:xfrm>
          <a:off x="629698" y="1558180"/>
          <a:ext cx="632924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747">
                  <a:extLst>
                    <a:ext uri="{9D8B030D-6E8A-4147-A177-3AD203B41FA5}">
                      <a16:colId xmlns:a16="http://schemas.microsoft.com/office/drawing/2014/main" val="3697497788"/>
                    </a:ext>
                  </a:extLst>
                </a:gridCol>
                <a:gridCol w="2109747">
                  <a:extLst>
                    <a:ext uri="{9D8B030D-6E8A-4147-A177-3AD203B41FA5}">
                      <a16:colId xmlns:a16="http://schemas.microsoft.com/office/drawing/2014/main" val="3675343210"/>
                    </a:ext>
                  </a:extLst>
                </a:gridCol>
                <a:gridCol w="2109747">
                  <a:extLst>
                    <a:ext uri="{9D8B030D-6E8A-4147-A177-3AD203B41FA5}">
                      <a16:colId xmlns:a16="http://schemas.microsoft.com/office/drawing/2014/main" val="31078167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74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Publisher-Subscriber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Request-Response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765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Activation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지속적인 데이터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일회성 명령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807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목적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 (by user)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218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활용 예시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센서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위치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상태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작업 명령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919115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7A8C7239-0C5C-543F-8275-2A2610614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301" y="3570086"/>
            <a:ext cx="4886712" cy="2746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6995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0E397-0274-5669-5FA9-FE6A2BA8B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1F509898-A04D-F9E7-900A-E2EE1CD17B25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6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DCC73EB-F230-E38D-2CA9-9820FF6D8F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4CEE338F-7546-C59D-5838-AEE12F88746D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Background(Offboarding Mechanism)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8BBBA97-F5F6-16A2-C5DA-300207657A0A}"/>
              </a:ext>
            </a:extLst>
          </p:cNvPr>
          <p:cNvSpPr/>
          <p:nvPr/>
        </p:nvSpPr>
        <p:spPr>
          <a:xfrm>
            <a:off x="45993" y="902427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96E70F2-9F24-D08C-31AB-787747167E5B}"/>
              </a:ext>
            </a:extLst>
          </p:cNvPr>
          <p:cNvGrpSpPr/>
          <p:nvPr/>
        </p:nvGrpSpPr>
        <p:grpSpPr>
          <a:xfrm>
            <a:off x="391886" y="1413172"/>
            <a:ext cx="8100604" cy="4968582"/>
            <a:chOff x="519301" y="1091492"/>
            <a:chExt cx="8355026" cy="5224336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662D1C68-265A-356D-6398-AF109CB3679D}"/>
                </a:ext>
              </a:extLst>
            </p:cNvPr>
            <p:cNvSpPr/>
            <p:nvPr/>
          </p:nvSpPr>
          <p:spPr>
            <a:xfrm>
              <a:off x="702210" y="1800444"/>
              <a:ext cx="1739774" cy="6522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1</a:t>
              </a:r>
            </a:p>
            <a:p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cmd</a:t>
              </a:r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/arming</a:t>
              </a:r>
            </a:p>
          </p:txBody>
        </p:sp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B7D13C57-9F5A-5A85-592B-A6529DB92B87}"/>
                </a:ext>
              </a:extLst>
            </p:cNvPr>
            <p:cNvSpPr/>
            <p:nvPr/>
          </p:nvSpPr>
          <p:spPr>
            <a:xfrm>
              <a:off x="702210" y="2648597"/>
              <a:ext cx="1739774" cy="6522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2</a:t>
              </a:r>
            </a:p>
            <a:p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cmd</a:t>
              </a:r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/takeoff</a:t>
              </a: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4F6F8863-9861-76AB-316B-6F1E9C92022A}"/>
                </a:ext>
              </a:extLst>
            </p:cNvPr>
            <p:cNvSpPr/>
            <p:nvPr/>
          </p:nvSpPr>
          <p:spPr>
            <a:xfrm>
              <a:off x="702209" y="3496750"/>
              <a:ext cx="1739775" cy="6522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3</a:t>
              </a:r>
            </a:p>
            <a:p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cmd</a:t>
              </a:r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set_mode</a:t>
              </a:r>
              <a:endPara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70713389-AAEF-1C8A-0562-C93282D160BA}"/>
                </a:ext>
              </a:extLst>
            </p:cNvPr>
            <p:cNvSpPr/>
            <p:nvPr/>
          </p:nvSpPr>
          <p:spPr>
            <a:xfrm>
              <a:off x="702210" y="4722542"/>
              <a:ext cx="1739775" cy="65220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4</a:t>
              </a:r>
            </a:p>
            <a:p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cmd</a:t>
              </a:r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set_posi</a:t>
              </a:r>
              <a:endPara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1FFB3E3D-203A-A94D-B483-36988D5A19E7}"/>
                </a:ext>
              </a:extLst>
            </p:cNvPr>
            <p:cNvSpPr/>
            <p:nvPr/>
          </p:nvSpPr>
          <p:spPr>
            <a:xfrm>
              <a:off x="702209" y="5570695"/>
              <a:ext cx="1739775" cy="65220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5</a:t>
              </a:r>
            </a:p>
            <a:p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cmd</a:t>
              </a:r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/battery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04E1A7C-13C3-DD37-620E-75B705DD4247}"/>
                </a:ext>
              </a:extLst>
            </p:cNvPr>
            <p:cNvSpPr/>
            <p:nvPr/>
          </p:nvSpPr>
          <p:spPr>
            <a:xfrm>
              <a:off x="519301" y="1468061"/>
              <a:ext cx="2073292" cy="27604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service call</a:t>
              </a: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102537E-CAE9-665F-B3E3-CC950BA6C3BB}"/>
                </a:ext>
              </a:extLst>
            </p:cNvPr>
            <p:cNvSpPr/>
            <p:nvPr/>
          </p:nvSpPr>
          <p:spPr>
            <a:xfrm>
              <a:off x="519301" y="4343143"/>
              <a:ext cx="2073292" cy="197268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topic pub</a:t>
              </a: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54758596-C53F-0D75-838B-48A71AE31112}"/>
                </a:ext>
              </a:extLst>
            </p:cNvPr>
            <p:cNvSpPr/>
            <p:nvPr/>
          </p:nvSpPr>
          <p:spPr>
            <a:xfrm>
              <a:off x="3683942" y="4284531"/>
              <a:ext cx="1739775" cy="65220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Topic 1</a:t>
              </a:r>
            </a:p>
            <a:p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cmd</a:t>
              </a:r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set_posi</a:t>
              </a:r>
              <a:endPara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연결선: 구부러짐 13">
              <a:extLst>
                <a:ext uri="{FF2B5EF4-FFF2-40B4-BE49-F238E27FC236}">
                  <a16:creationId xmlns:a16="http://schemas.microsoft.com/office/drawing/2014/main" id="{A0A498DE-DAE4-833C-707D-ABF648948450}"/>
                </a:ext>
              </a:extLst>
            </p:cNvPr>
            <p:cNvCxnSpPr>
              <a:cxnSpLocks/>
              <a:stCxn id="2" idx="3"/>
              <a:endCxn id="16" idx="1"/>
            </p:cNvCxnSpPr>
            <p:nvPr/>
          </p:nvCxnSpPr>
          <p:spPr>
            <a:xfrm flipV="1">
              <a:off x="2441984" y="1847666"/>
              <a:ext cx="3665393" cy="278878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8DEB420D-49B0-97A9-1832-8A67732947A3}"/>
                </a:ext>
              </a:extLst>
            </p:cNvPr>
            <p:cNvSpPr/>
            <p:nvPr/>
          </p:nvSpPr>
          <p:spPr>
            <a:xfrm>
              <a:off x="6107377" y="1521566"/>
              <a:ext cx="1739775" cy="652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MAVROS</a:t>
              </a:r>
            </a:p>
            <a:p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mavros_node</a:t>
              </a:r>
              <a:endPara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" name="연결선: 구부러짐 18">
              <a:extLst>
                <a:ext uri="{FF2B5EF4-FFF2-40B4-BE49-F238E27FC236}">
                  <a16:creationId xmlns:a16="http://schemas.microsoft.com/office/drawing/2014/main" id="{D9B3871A-2C21-282E-8934-42A527C135A9}"/>
                </a:ext>
              </a:extLst>
            </p:cNvPr>
            <p:cNvCxnSpPr>
              <a:cxnSpLocks/>
              <a:stCxn id="3" idx="3"/>
              <a:endCxn id="16" idx="1"/>
            </p:cNvCxnSpPr>
            <p:nvPr/>
          </p:nvCxnSpPr>
          <p:spPr>
            <a:xfrm flipV="1">
              <a:off x="2441984" y="1847666"/>
              <a:ext cx="3665393" cy="1127031"/>
            </a:xfrm>
            <a:prstGeom prst="curved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연결선: 구부러짐 21">
              <a:extLst>
                <a:ext uri="{FF2B5EF4-FFF2-40B4-BE49-F238E27FC236}">
                  <a16:creationId xmlns:a16="http://schemas.microsoft.com/office/drawing/2014/main" id="{0EC299CE-8439-DFE6-17C7-C4B82804E03E}"/>
                </a:ext>
              </a:extLst>
            </p:cNvPr>
            <p:cNvCxnSpPr>
              <a:cxnSpLocks/>
              <a:stCxn id="4" idx="3"/>
              <a:endCxn id="16" idx="1"/>
            </p:cNvCxnSpPr>
            <p:nvPr/>
          </p:nvCxnSpPr>
          <p:spPr>
            <a:xfrm flipV="1">
              <a:off x="2441984" y="1847666"/>
              <a:ext cx="3665393" cy="1975184"/>
            </a:xfrm>
            <a:prstGeom prst="curved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연결선: 구부러짐 27">
              <a:extLst>
                <a:ext uri="{FF2B5EF4-FFF2-40B4-BE49-F238E27FC236}">
                  <a16:creationId xmlns:a16="http://schemas.microsoft.com/office/drawing/2014/main" id="{4BF24A9E-392B-D9CA-0316-3356528FDC4B}"/>
                </a:ext>
              </a:extLst>
            </p:cNvPr>
            <p:cNvCxnSpPr>
              <a:cxnSpLocks/>
              <a:stCxn id="11" idx="3"/>
              <a:endCxn id="16" idx="1"/>
            </p:cNvCxnSpPr>
            <p:nvPr/>
          </p:nvCxnSpPr>
          <p:spPr>
            <a:xfrm flipV="1">
              <a:off x="5423717" y="1847666"/>
              <a:ext cx="683660" cy="2762965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연결선: 구부러짐 29">
              <a:extLst>
                <a:ext uri="{FF2B5EF4-FFF2-40B4-BE49-F238E27FC236}">
                  <a16:creationId xmlns:a16="http://schemas.microsoft.com/office/drawing/2014/main" id="{2208E99C-5C9A-C373-F943-91C6718813C1}"/>
                </a:ext>
              </a:extLst>
            </p:cNvPr>
            <p:cNvCxnSpPr>
              <a:cxnSpLocks/>
              <a:stCxn id="5" idx="3"/>
              <a:endCxn id="11" idx="1"/>
            </p:cNvCxnSpPr>
            <p:nvPr/>
          </p:nvCxnSpPr>
          <p:spPr>
            <a:xfrm flipV="1">
              <a:off x="2441985" y="4610631"/>
              <a:ext cx="1241957" cy="438011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7D54F537-879B-4C22-D1E1-51732CEC8BD1}"/>
                </a:ext>
              </a:extLst>
            </p:cNvPr>
            <p:cNvSpPr/>
            <p:nvPr/>
          </p:nvSpPr>
          <p:spPr>
            <a:xfrm>
              <a:off x="6308807" y="4280444"/>
              <a:ext cx="1336915" cy="65220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PX4 SITL</a:t>
              </a:r>
            </a:p>
          </p:txBody>
        </p:sp>
        <p:cxnSp>
          <p:nvCxnSpPr>
            <p:cNvPr id="48" name="연결선: 구부러짐 47">
              <a:extLst>
                <a:ext uri="{FF2B5EF4-FFF2-40B4-BE49-F238E27FC236}">
                  <a16:creationId xmlns:a16="http://schemas.microsoft.com/office/drawing/2014/main" id="{9B4FD4C2-D300-20AC-8B4A-207AAF699671}"/>
                </a:ext>
              </a:extLst>
            </p:cNvPr>
            <p:cNvCxnSpPr>
              <a:cxnSpLocks/>
              <a:endCxn id="45" idx="1"/>
            </p:cNvCxnSpPr>
            <p:nvPr/>
          </p:nvCxnSpPr>
          <p:spPr>
            <a:xfrm rot="5400000">
              <a:off x="5315916" y="3166658"/>
              <a:ext cx="2432778" cy="446995"/>
            </a:xfrm>
            <a:prstGeom prst="curvedConnector4">
              <a:avLst>
                <a:gd name="adj1" fmla="val 43298"/>
                <a:gd name="adj2" fmla="val 151142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연결선: 구부러짐 51">
              <a:extLst>
                <a:ext uri="{FF2B5EF4-FFF2-40B4-BE49-F238E27FC236}">
                  <a16:creationId xmlns:a16="http://schemas.microsoft.com/office/drawing/2014/main" id="{7821DAE7-E224-8DF1-C177-F2EAF5CF5190}"/>
                </a:ext>
              </a:extLst>
            </p:cNvPr>
            <p:cNvCxnSpPr>
              <a:cxnSpLocks/>
              <a:stCxn id="45" idx="3"/>
            </p:cNvCxnSpPr>
            <p:nvPr/>
          </p:nvCxnSpPr>
          <p:spPr>
            <a:xfrm flipH="1" flipV="1">
              <a:off x="7207624" y="2173766"/>
              <a:ext cx="438098" cy="2432778"/>
            </a:xfrm>
            <a:prstGeom prst="curvedConnector4">
              <a:avLst>
                <a:gd name="adj1" fmla="val -52180"/>
                <a:gd name="adj2" fmla="val 56702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연결선: 구부러짐 57">
              <a:extLst>
                <a:ext uri="{FF2B5EF4-FFF2-40B4-BE49-F238E27FC236}">
                  <a16:creationId xmlns:a16="http://schemas.microsoft.com/office/drawing/2014/main" id="{DCD215C3-8E4F-BA31-406A-32CA607212E3}"/>
                </a:ext>
              </a:extLst>
            </p:cNvPr>
            <p:cNvCxnSpPr>
              <a:cxnSpLocks/>
              <a:stCxn id="16" idx="3"/>
              <a:endCxn id="63" idx="3"/>
            </p:cNvCxnSpPr>
            <p:nvPr/>
          </p:nvCxnSpPr>
          <p:spPr>
            <a:xfrm>
              <a:off x="7847152" y="1847666"/>
              <a:ext cx="334228" cy="4050733"/>
            </a:xfrm>
            <a:prstGeom prst="curvedConnector3">
              <a:avLst>
                <a:gd name="adj1" fmla="val 168396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4266EB1B-9EE9-43AF-8C1A-FD5BCF1F6E2C}"/>
                </a:ext>
              </a:extLst>
            </p:cNvPr>
            <p:cNvSpPr/>
            <p:nvPr/>
          </p:nvSpPr>
          <p:spPr>
            <a:xfrm>
              <a:off x="6441605" y="5572299"/>
              <a:ext cx="1739775" cy="65220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Topic 2</a:t>
              </a:r>
            </a:p>
            <a:p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cmd</a:t>
              </a:r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/state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6DA2941-B175-D170-95E3-28ADE915D02E}"/>
                </a:ext>
              </a:extLst>
            </p:cNvPr>
            <p:cNvSpPr txBox="1"/>
            <p:nvPr/>
          </p:nvSpPr>
          <p:spPr>
            <a:xfrm>
              <a:off x="7183144" y="3417613"/>
              <a:ext cx="1048583" cy="5232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현재 </a:t>
              </a:r>
              <a:r>
                <a:rPr lang="ko-KR" altLang="en-US" sz="140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드론</a:t>
              </a:r>
              <a:r>
                <a:rPr lang="ko-KR" alt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ko-KR" alt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상태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47173D1-2189-96A7-BD72-2824F6F40700}"/>
                </a:ext>
              </a:extLst>
            </p:cNvPr>
            <p:cNvSpPr txBox="1"/>
            <p:nvPr/>
          </p:nvSpPr>
          <p:spPr>
            <a:xfrm>
              <a:off x="5940262" y="3202233"/>
              <a:ext cx="668459" cy="7386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x: 1.0</a:t>
              </a:r>
            </a:p>
            <a:p>
              <a:r>
                <a:rPr lang="en-US" altLang="ko-KR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y: 1.0</a:t>
              </a:r>
            </a:p>
            <a:p>
              <a:r>
                <a:rPr lang="en-US" altLang="ko-KR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z: 5.0</a:t>
              </a:r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DF28D5B-7680-5148-4782-5202AE9A2B2B}"/>
                </a:ext>
              </a:extLst>
            </p:cNvPr>
            <p:cNvSpPr txBox="1"/>
            <p:nvPr/>
          </p:nvSpPr>
          <p:spPr>
            <a:xfrm>
              <a:off x="2772615" y="4343143"/>
              <a:ext cx="668459" cy="7386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x: 1.0</a:t>
              </a:r>
            </a:p>
            <a:p>
              <a:r>
                <a:rPr lang="en-US" altLang="ko-KR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y: 1.0</a:t>
              </a:r>
            </a:p>
            <a:p>
              <a:r>
                <a:rPr lang="en-US" altLang="ko-KR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z: 5.0</a:t>
              </a:r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B130651-D8AC-6BA6-619E-4FDF51BE04CE}"/>
                </a:ext>
              </a:extLst>
            </p:cNvPr>
            <p:cNvSpPr txBox="1"/>
            <p:nvPr/>
          </p:nvSpPr>
          <p:spPr>
            <a:xfrm>
              <a:off x="2772615" y="5201415"/>
              <a:ext cx="2369066" cy="6463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keep-alive message</a:t>
              </a:r>
            </a:p>
            <a:p>
              <a:pPr algn="ctr"/>
              <a:r>
                <a:rPr lang="en-US" altLang="ko-KR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(offboard</a:t>
              </a:r>
              <a:r>
                <a:rPr lang="ko-KR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ko-KR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</a:t>
              </a:r>
              <a:r>
                <a:rPr lang="ko-KR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유지</a:t>
              </a:r>
              <a:r>
                <a:rPr lang="en-US" altLang="ko-KR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852D786-E250-CDEC-A4E1-C0BCFC793394}"/>
                </a:ext>
              </a:extLst>
            </p:cNvPr>
            <p:cNvSpPr txBox="1"/>
            <p:nvPr/>
          </p:nvSpPr>
          <p:spPr>
            <a:xfrm>
              <a:off x="519301" y="1091492"/>
              <a:ext cx="1051315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ROS 2</a:t>
              </a:r>
              <a:endParaRPr lang="ko-KR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C43DC3D-12A0-92E9-865B-1538DC968F41}"/>
                </a:ext>
              </a:extLst>
            </p:cNvPr>
            <p:cNvSpPr txBox="1"/>
            <p:nvPr/>
          </p:nvSpPr>
          <p:spPr>
            <a:xfrm>
              <a:off x="7825744" y="4715406"/>
              <a:ext cx="1048583" cy="5232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현재 </a:t>
              </a:r>
              <a:r>
                <a:rPr lang="ko-KR" altLang="en-US" sz="140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드론</a:t>
              </a:r>
              <a:r>
                <a:rPr lang="ko-KR" alt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ko-KR" alt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상태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F3020D-71E0-50E3-BCE6-7314F34AE11E}"/>
                </a:ext>
              </a:extLst>
            </p:cNvPr>
            <p:cNvSpPr txBox="1"/>
            <p:nvPr/>
          </p:nvSpPr>
          <p:spPr>
            <a:xfrm>
              <a:off x="1857926" y="1305778"/>
              <a:ext cx="1583148" cy="3883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일회성 명령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0CCAC6A-0D7A-B14B-6C92-FDCEC9FB8CC2}"/>
                </a:ext>
              </a:extLst>
            </p:cNvPr>
            <p:cNvSpPr txBox="1"/>
            <p:nvPr/>
          </p:nvSpPr>
          <p:spPr>
            <a:xfrm>
              <a:off x="1924032" y="4196583"/>
              <a:ext cx="1697166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지속적인 명령</a:t>
              </a:r>
            </a:p>
          </p:txBody>
        </p:sp>
      </p:grpSp>
      <p:sp>
        <p:nvSpPr>
          <p:cNvPr id="21" name="TextBox 46">
            <a:extLst>
              <a:ext uri="{FF2B5EF4-FFF2-40B4-BE49-F238E27FC236}">
                <a16:creationId xmlns:a16="http://schemas.microsoft.com/office/drawing/2014/main" id="{E93DCBB9-CC2F-4CE3-2E48-E2FC30F4A680}"/>
              </a:ext>
            </a:extLst>
          </p:cNvPr>
          <p:cNvSpPr/>
          <p:nvPr/>
        </p:nvSpPr>
        <p:spPr>
          <a:xfrm>
            <a:off x="203760" y="897798"/>
            <a:ext cx="8852760" cy="4963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MAVROS </a:t>
            </a:r>
            <a:r>
              <a:rPr lang="ko-KR" altLang="en-US" sz="2000" b="1" strike="noStrike" spc="-1" dirty="0">
                <a:solidFill>
                  <a:srgbClr val="000000"/>
                </a:solidFill>
                <a:latin typeface="Times New Roman"/>
              </a:rPr>
              <a:t>통신 구조</a:t>
            </a:r>
            <a:endParaRPr lang="en-US" sz="20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7613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BD2A7-C96B-3144-F3EA-300B59715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39D03B5C-CABC-2A11-3EE2-3821BB20A515}"/>
              </a:ext>
            </a:extLst>
          </p:cNvPr>
          <p:cNvSpPr/>
          <p:nvPr/>
        </p:nvSpPr>
        <p:spPr>
          <a:xfrm>
            <a:off x="2682912" y="1616024"/>
            <a:ext cx="4672482" cy="4503427"/>
          </a:xfrm>
          <a:prstGeom prst="roundRect">
            <a:avLst>
              <a:gd name="adj" fmla="val 4175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 Node</a:t>
            </a: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BB9C4D-DB82-DDCA-C310-51E2AFFAB923}"/>
              </a:ext>
            </a:extLst>
          </p:cNvPr>
          <p:cNvSpPr txBox="1"/>
          <p:nvPr/>
        </p:nvSpPr>
        <p:spPr>
          <a:xfrm>
            <a:off x="203699" y="998257"/>
            <a:ext cx="8686301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 Node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구조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61DAD42B-247B-2347-B886-432AA927E739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7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81CE039-9F5D-1879-7243-B767CB1F54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A7C2494-BEFF-CA5D-00D5-360FE2CF82EF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MAVROS Node 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38C5ED0-8136-FB59-8769-EAC0CD9D6AC6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E269428-9A64-9AC2-8C37-4986CD214047}"/>
              </a:ext>
            </a:extLst>
          </p:cNvPr>
          <p:cNvSpPr/>
          <p:nvPr/>
        </p:nvSpPr>
        <p:spPr>
          <a:xfrm>
            <a:off x="509135" y="1616025"/>
            <a:ext cx="1460077" cy="4503427"/>
          </a:xfrm>
          <a:prstGeom prst="roundRect">
            <a:avLst>
              <a:gd name="adj" fmla="val 634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21491DD-378F-203B-6E75-11A1616958AC}"/>
              </a:ext>
            </a:extLst>
          </p:cNvPr>
          <p:cNvSpPr/>
          <p:nvPr/>
        </p:nvSpPr>
        <p:spPr>
          <a:xfrm>
            <a:off x="7647637" y="2035552"/>
            <a:ext cx="1336915" cy="6522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 SITL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475BE2CC-01D5-69F5-CB97-8E16AD03861E}"/>
              </a:ext>
            </a:extLst>
          </p:cNvPr>
          <p:cNvSpPr/>
          <p:nvPr/>
        </p:nvSpPr>
        <p:spPr>
          <a:xfrm>
            <a:off x="715619" y="2048660"/>
            <a:ext cx="1028264" cy="3733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356F2AB8-B38D-0708-F25C-7DF67476F813}"/>
              </a:ext>
            </a:extLst>
          </p:cNvPr>
          <p:cNvCxnSpPr>
            <a:cxnSpLocks/>
            <a:stCxn id="46" idx="3"/>
            <a:endCxn id="103" idx="1"/>
          </p:cNvCxnSpPr>
          <p:nvPr/>
        </p:nvCxnSpPr>
        <p:spPr>
          <a:xfrm>
            <a:off x="1743883" y="2235321"/>
            <a:ext cx="1054920" cy="3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D5663C8F-85ED-4A5A-787C-4C2919AF322D}"/>
              </a:ext>
            </a:extLst>
          </p:cNvPr>
          <p:cNvSpPr/>
          <p:nvPr/>
        </p:nvSpPr>
        <p:spPr>
          <a:xfrm>
            <a:off x="2798803" y="2052326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FECF8277-DD72-91DD-09D6-0274B69D50FD}"/>
              </a:ext>
            </a:extLst>
          </p:cNvPr>
          <p:cNvSpPr/>
          <p:nvPr/>
        </p:nvSpPr>
        <p:spPr>
          <a:xfrm>
            <a:off x="5483169" y="1708102"/>
            <a:ext cx="1571025" cy="4290770"/>
          </a:xfrm>
          <a:prstGeom prst="roundRect">
            <a:avLst>
              <a:gd name="adj" fmla="val 5794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최종 </a:t>
            </a:r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C879C97A-BBE1-DB67-089A-9A380883C835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6757937" y="2361652"/>
            <a:ext cx="889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A65E9C09-28F8-B2B9-CFB7-119F0E13021A}"/>
              </a:ext>
            </a:extLst>
          </p:cNvPr>
          <p:cNvSpPr/>
          <p:nvPr/>
        </p:nvSpPr>
        <p:spPr>
          <a:xfrm>
            <a:off x="715619" y="5591685"/>
            <a:ext cx="1028264" cy="37332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1AA885A3-6519-CA4A-F7C5-EFB3C6EBB586}"/>
              </a:ext>
            </a:extLst>
          </p:cNvPr>
          <p:cNvCxnSpPr>
            <a:cxnSpLocks/>
            <a:stCxn id="52" idx="3"/>
            <a:endCxn id="79" idx="1"/>
          </p:cNvCxnSpPr>
          <p:nvPr/>
        </p:nvCxnSpPr>
        <p:spPr>
          <a:xfrm>
            <a:off x="1743883" y="5778346"/>
            <a:ext cx="1054920" cy="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15DC9673-B6E7-7FC1-E9C4-A7F682396733}"/>
              </a:ext>
            </a:extLst>
          </p:cNvPr>
          <p:cNvCxnSpPr>
            <a:cxnSpLocks/>
            <a:stCxn id="103" idx="3"/>
          </p:cNvCxnSpPr>
          <p:nvPr/>
        </p:nvCxnSpPr>
        <p:spPr>
          <a:xfrm>
            <a:off x="4258880" y="2238987"/>
            <a:ext cx="1609357" cy="144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DA9E3D1A-3329-155F-D874-AF125E6907E6}"/>
              </a:ext>
            </a:extLst>
          </p:cNvPr>
          <p:cNvSpPr/>
          <p:nvPr/>
        </p:nvSpPr>
        <p:spPr>
          <a:xfrm>
            <a:off x="715619" y="2524381"/>
            <a:ext cx="1028264" cy="3733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89F86D97-670A-AD83-D291-F364097B0B82}"/>
              </a:ext>
            </a:extLst>
          </p:cNvPr>
          <p:cNvCxnSpPr>
            <a:cxnSpLocks/>
            <a:stCxn id="57" idx="3"/>
            <a:endCxn id="59" idx="1"/>
          </p:cNvCxnSpPr>
          <p:nvPr/>
        </p:nvCxnSpPr>
        <p:spPr>
          <a:xfrm>
            <a:off x="1743883" y="2711042"/>
            <a:ext cx="1054920" cy="3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3C609A60-5B92-C94E-33F1-28565409FBC1}"/>
              </a:ext>
            </a:extLst>
          </p:cNvPr>
          <p:cNvSpPr/>
          <p:nvPr/>
        </p:nvSpPr>
        <p:spPr>
          <a:xfrm>
            <a:off x="2798803" y="2527617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6E3706F8-95BA-08C2-14DE-BF1043D5D3CC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4258880" y="2714278"/>
            <a:ext cx="1609357" cy="73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DAA4B0AA-147B-9EA2-3676-3E2FC0A124AC}"/>
              </a:ext>
            </a:extLst>
          </p:cNvPr>
          <p:cNvSpPr/>
          <p:nvPr/>
        </p:nvSpPr>
        <p:spPr>
          <a:xfrm>
            <a:off x="715619" y="3000102"/>
            <a:ext cx="1028264" cy="3733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B5D5E275-9E60-1C34-C66C-55B26C2A5807}"/>
              </a:ext>
            </a:extLst>
          </p:cNvPr>
          <p:cNvCxnSpPr>
            <a:cxnSpLocks/>
            <a:stCxn id="61" idx="3"/>
            <a:endCxn id="63" idx="1"/>
          </p:cNvCxnSpPr>
          <p:nvPr/>
        </p:nvCxnSpPr>
        <p:spPr>
          <a:xfrm>
            <a:off x="1743883" y="3186763"/>
            <a:ext cx="1054920" cy="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E7C154CD-350F-398E-C0C5-0800201FB4A1}"/>
              </a:ext>
            </a:extLst>
          </p:cNvPr>
          <p:cNvSpPr/>
          <p:nvPr/>
        </p:nvSpPr>
        <p:spPr>
          <a:xfrm>
            <a:off x="2798803" y="3002908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1ED7C796-6538-6F3D-0FD6-0B182CBB4C1A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4258880" y="3186763"/>
            <a:ext cx="1609357" cy="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22D54707-CF2A-31FF-6B11-D9DF7858F80F}"/>
              </a:ext>
            </a:extLst>
          </p:cNvPr>
          <p:cNvSpPr/>
          <p:nvPr/>
        </p:nvSpPr>
        <p:spPr>
          <a:xfrm>
            <a:off x="715619" y="3475823"/>
            <a:ext cx="1028264" cy="3733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463A5690-72F3-19E1-2649-AA4DC92C471D}"/>
              </a:ext>
            </a:extLst>
          </p:cNvPr>
          <p:cNvCxnSpPr>
            <a:cxnSpLocks/>
            <a:stCxn id="65" idx="3"/>
            <a:endCxn id="67" idx="1"/>
          </p:cNvCxnSpPr>
          <p:nvPr/>
        </p:nvCxnSpPr>
        <p:spPr>
          <a:xfrm>
            <a:off x="1743883" y="3662484"/>
            <a:ext cx="1054920" cy="2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05243939-F0ED-9E83-349A-E084B402A87B}"/>
              </a:ext>
            </a:extLst>
          </p:cNvPr>
          <p:cNvSpPr/>
          <p:nvPr/>
        </p:nvSpPr>
        <p:spPr>
          <a:xfrm>
            <a:off x="2798803" y="3478199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C37426BB-2A74-9239-EADC-3590E6FB9BE9}"/>
              </a:ext>
            </a:extLst>
          </p:cNvPr>
          <p:cNvCxnSpPr>
            <a:cxnSpLocks/>
            <a:stCxn id="67" idx="3"/>
          </p:cNvCxnSpPr>
          <p:nvPr/>
        </p:nvCxnSpPr>
        <p:spPr>
          <a:xfrm flipV="1">
            <a:off x="4258880" y="3495334"/>
            <a:ext cx="1609357" cy="169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791CDBBE-828C-85A1-CD6A-44F1D69ABF20}"/>
              </a:ext>
            </a:extLst>
          </p:cNvPr>
          <p:cNvSpPr/>
          <p:nvPr/>
        </p:nvSpPr>
        <p:spPr>
          <a:xfrm>
            <a:off x="2798803" y="5592346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522A5C34-CF33-D5E6-4EFB-CBB0E56F168C}"/>
              </a:ext>
            </a:extLst>
          </p:cNvPr>
          <p:cNvCxnSpPr>
            <a:cxnSpLocks/>
            <a:stCxn id="79" idx="3"/>
          </p:cNvCxnSpPr>
          <p:nvPr/>
        </p:nvCxnSpPr>
        <p:spPr>
          <a:xfrm flipV="1">
            <a:off x="4258880" y="4963269"/>
            <a:ext cx="1609357" cy="815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BD7075C5-FC0E-B472-CCA2-46D3E70F50D5}"/>
              </a:ext>
            </a:extLst>
          </p:cNvPr>
          <p:cNvSpPr/>
          <p:nvPr/>
        </p:nvSpPr>
        <p:spPr>
          <a:xfrm>
            <a:off x="715619" y="4164524"/>
            <a:ext cx="1028264" cy="37332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0E4F94D7-B7CD-1D96-214B-F1B48C47871E}"/>
              </a:ext>
            </a:extLst>
          </p:cNvPr>
          <p:cNvCxnSpPr>
            <a:cxnSpLocks/>
            <a:stCxn id="96" idx="3"/>
            <a:endCxn id="98" idx="1"/>
          </p:cNvCxnSpPr>
          <p:nvPr/>
        </p:nvCxnSpPr>
        <p:spPr>
          <a:xfrm>
            <a:off x="1743883" y="4351185"/>
            <a:ext cx="1054920" cy="1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FBF062D0-B180-CC56-8902-5D570B131EB6}"/>
              </a:ext>
            </a:extLst>
          </p:cNvPr>
          <p:cNvSpPr/>
          <p:nvPr/>
        </p:nvSpPr>
        <p:spPr>
          <a:xfrm>
            <a:off x="2798803" y="4166470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5C1146DC-1182-29B1-DF43-F196D4726C40}"/>
              </a:ext>
            </a:extLst>
          </p:cNvPr>
          <p:cNvCxnSpPr>
            <a:cxnSpLocks/>
            <a:stCxn id="98" idx="3"/>
          </p:cNvCxnSpPr>
          <p:nvPr/>
        </p:nvCxnSpPr>
        <p:spPr>
          <a:xfrm flipV="1">
            <a:off x="4258880" y="3849145"/>
            <a:ext cx="1609357" cy="503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3BA70EAB-72C5-C9E4-567F-14872297B471}"/>
              </a:ext>
            </a:extLst>
          </p:cNvPr>
          <p:cNvSpPr/>
          <p:nvPr/>
        </p:nvSpPr>
        <p:spPr>
          <a:xfrm>
            <a:off x="715619" y="4640245"/>
            <a:ext cx="1028264" cy="37332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D37B3720-E78F-A3ED-4CD3-36077C942C8E}"/>
              </a:ext>
            </a:extLst>
          </p:cNvPr>
          <p:cNvCxnSpPr>
            <a:cxnSpLocks/>
            <a:stCxn id="100" idx="3"/>
            <a:endCxn id="117" idx="1"/>
          </p:cNvCxnSpPr>
          <p:nvPr/>
        </p:nvCxnSpPr>
        <p:spPr>
          <a:xfrm>
            <a:off x="1743883" y="4826906"/>
            <a:ext cx="1054920" cy="1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사각형: 둥근 모서리 116">
            <a:extLst>
              <a:ext uri="{FF2B5EF4-FFF2-40B4-BE49-F238E27FC236}">
                <a16:creationId xmlns:a16="http://schemas.microsoft.com/office/drawing/2014/main" id="{A19E642F-F796-DCD9-4393-31095AE831F0}"/>
              </a:ext>
            </a:extLst>
          </p:cNvPr>
          <p:cNvSpPr/>
          <p:nvPr/>
        </p:nvSpPr>
        <p:spPr>
          <a:xfrm>
            <a:off x="2798803" y="4641761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DE8828DC-0F79-973B-633F-65AF361D689C}"/>
              </a:ext>
            </a:extLst>
          </p:cNvPr>
          <p:cNvCxnSpPr>
            <a:cxnSpLocks/>
            <a:stCxn id="117" idx="3"/>
          </p:cNvCxnSpPr>
          <p:nvPr/>
        </p:nvCxnSpPr>
        <p:spPr>
          <a:xfrm flipV="1">
            <a:off x="4258880" y="4241034"/>
            <a:ext cx="1609357" cy="587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1B54E23B-F0B3-DA02-7BEE-943CC460008C}"/>
              </a:ext>
            </a:extLst>
          </p:cNvPr>
          <p:cNvSpPr/>
          <p:nvPr/>
        </p:nvSpPr>
        <p:spPr>
          <a:xfrm>
            <a:off x="715619" y="5115966"/>
            <a:ext cx="1028264" cy="37332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174EB8E2-9D65-5AA1-8F21-49BFB86DB3A1}"/>
              </a:ext>
            </a:extLst>
          </p:cNvPr>
          <p:cNvCxnSpPr>
            <a:cxnSpLocks/>
            <a:stCxn id="119" idx="3"/>
            <a:endCxn id="121" idx="1"/>
          </p:cNvCxnSpPr>
          <p:nvPr/>
        </p:nvCxnSpPr>
        <p:spPr>
          <a:xfrm>
            <a:off x="1743883" y="5302627"/>
            <a:ext cx="1054920" cy="1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FD217749-81BE-4CF6-3FE8-8C41BD265D57}"/>
              </a:ext>
            </a:extLst>
          </p:cNvPr>
          <p:cNvSpPr/>
          <p:nvPr/>
        </p:nvSpPr>
        <p:spPr>
          <a:xfrm>
            <a:off x="2798803" y="5117052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0B7132C4-49A9-B14C-33B9-5636A586DA0E}"/>
              </a:ext>
            </a:extLst>
          </p:cNvPr>
          <p:cNvCxnSpPr>
            <a:cxnSpLocks/>
            <a:stCxn id="121" idx="3"/>
          </p:cNvCxnSpPr>
          <p:nvPr/>
        </p:nvCxnSpPr>
        <p:spPr>
          <a:xfrm flipV="1">
            <a:off x="4258880" y="4590233"/>
            <a:ext cx="1609357" cy="713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3" name="표 142">
            <a:extLst>
              <a:ext uri="{FF2B5EF4-FFF2-40B4-BE49-F238E27FC236}">
                <a16:creationId xmlns:a16="http://schemas.microsoft.com/office/drawing/2014/main" id="{4C347623-A329-B838-4926-A91A2CCF0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247070"/>
              </p:ext>
            </p:extLst>
          </p:nvPr>
        </p:nvGraphicFramePr>
        <p:xfrm>
          <a:off x="5745148" y="2199920"/>
          <a:ext cx="101278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789">
                  <a:extLst>
                    <a:ext uri="{9D8B030D-6E8A-4147-A177-3AD203B41FA5}">
                      <a16:colId xmlns:a16="http://schemas.microsoft.com/office/drawing/2014/main" val="10555883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982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287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550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234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26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507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449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813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136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398931"/>
                  </a:ext>
                </a:extLst>
              </a:tr>
            </a:tbl>
          </a:graphicData>
        </a:graphic>
      </p:graphicFrame>
      <p:sp>
        <p:nvSpPr>
          <p:cNvPr id="155" name="TextBox 154">
            <a:extLst>
              <a:ext uri="{FF2B5EF4-FFF2-40B4-BE49-F238E27FC236}">
                <a16:creationId xmlns:a16="http://schemas.microsoft.com/office/drawing/2014/main" id="{DCC8E702-0679-3D4F-3F25-A132A8313458}"/>
              </a:ext>
            </a:extLst>
          </p:cNvPr>
          <p:cNvSpPr txBox="1"/>
          <p:nvPr/>
        </p:nvSpPr>
        <p:spPr>
          <a:xfrm>
            <a:off x="392640" y="4905564"/>
            <a:ext cx="1697166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지속적인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명령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6DD053C-F189-9777-338A-A518E01F62A7}"/>
              </a:ext>
            </a:extLst>
          </p:cNvPr>
          <p:cNvSpPr txBox="1"/>
          <p:nvPr/>
        </p:nvSpPr>
        <p:spPr>
          <a:xfrm>
            <a:off x="438177" y="2753252"/>
            <a:ext cx="1583148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일회성 명령</a:t>
            </a:r>
          </a:p>
        </p:txBody>
      </p:sp>
    </p:spTree>
    <p:extLst>
      <p:ext uri="{BB962C8B-B14F-4D97-AF65-F5344CB8AC3E}">
        <p14:creationId xmlns:p14="http://schemas.microsoft.com/office/powerpoint/2010/main" val="616019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 animBg="1"/>
      <p:bldP spid="15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5C3BC-3CA2-B600-15F1-AB6911DF9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131AB5EA-11F3-13A3-AF93-6AB9B8FD17FB}"/>
              </a:ext>
            </a:extLst>
          </p:cNvPr>
          <p:cNvSpPr txBox="1"/>
          <p:nvPr/>
        </p:nvSpPr>
        <p:spPr>
          <a:xfrm>
            <a:off x="203699" y="998257"/>
            <a:ext cx="8686301" cy="4652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일회성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mavros_node.cpp → … → </a:t>
            </a: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지속적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mavros_node.cpp → … → </a:t>
            </a: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최종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구현하기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부여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Topic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명령의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낮추기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처리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Priority queue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구조로 바꾸기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package)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1B6B66EF-9F1B-E975-1AF5-24B3C568B2E0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8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0E0FA00-7865-26CA-BAA2-8E28ABDA31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FAC22EF8-5B7A-7F3E-2E5D-CD707B5308DE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MAVROS Node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E97613F-C78F-2EFC-9275-B7C33C92F5D1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6F9489-86B6-FA7C-C042-4738B42FAC01}"/>
              </a:ext>
            </a:extLst>
          </p:cNvPr>
          <p:cNvSpPr txBox="1"/>
          <p:nvPr/>
        </p:nvSpPr>
        <p:spPr>
          <a:xfrm>
            <a:off x="4880009" y="2974247"/>
            <a:ext cx="390599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함수 호출 순서대로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8B0232D-5703-661E-1829-D88EB110A946}"/>
              </a:ext>
            </a:extLst>
          </p:cNvPr>
          <p:cNvGraphicFramePr>
            <a:graphicFrameLocks noGrp="1"/>
          </p:cNvGraphicFramePr>
          <p:nvPr/>
        </p:nvGraphicFramePr>
        <p:xfrm>
          <a:off x="2066628" y="3876661"/>
          <a:ext cx="6095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37283214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78368407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2395281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20299849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91473413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75435771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7271120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service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130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0694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76550-5BA9-3DEF-BF0B-34DA5C061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3604558-8190-AD59-7E69-72C809E77A0A}"/>
              </a:ext>
            </a:extLst>
          </p:cNvPr>
          <p:cNvSpPr/>
          <p:nvPr/>
        </p:nvSpPr>
        <p:spPr>
          <a:xfrm>
            <a:off x="203698" y="5054980"/>
            <a:ext cx="8612235" cy="13305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D680F12-6303-7ADA-3D9E-74BC41486CCE}"/>
              </a:ext>
            </a:extLst>
          </p:cNvPr>
          <p:cNvSpPr/>
          <p:nvPr/>
        </p:nvSpPr>
        <p:spPr>
          <a:xfrm>
            <a:off x="203698" y="2247632"/>
            <a:ext cx="8612235" cy="27020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0A8F2C-2851-2602-AA78-AEC2CDE09B0C}"/>
              </a:ext>
            </a:extLst>
          </p:cNvPr>
          <p:cNvSpPr txBox="1"/>
          <p:nvPr/>
        </p:nvSpPr>
        <p:spPr>
          <a:xfrm>
            <a:off x="203699" y="998257"/>
            <a:ext cx="10256635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service, command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과정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8A0DC635-7453-9A5C-D4F6-68B79CCD6A3C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9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DD1F73B-BB8D-B4A5-8861-8D71F8F37C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83E7C3C3-B617-9E9B-D8A2-A4EB3360762B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명령 처리 과정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BDC21F0-A7C6-D9F7-C581-0D12427D91BD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29F882EB-B119-9597-E9DE-831EE6412EEF}"/>
              </a:ext>
            </a:extLst>
          </p:cNvPr>
          <p:cNvSpPr/>
          <p:nvPr/>
        </p:nvSpPr>
        <p:spPr>
          <a:xfrm>
            <a:off x="1805119" y="1547262"/>
            <a:ext cx="2364945" cy="70037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service call /</a:t>
            </a:r>
            <a:r>
              <a:rPr lang="en-US" altLang="ko-K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service_name</a:t>
            </a:r>
            <a:endParaRPr lang="ko-KR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EFC7AA4-F3FD-9256-8BA2-C1F664DA56F0}"/>
              </a:ext>
            </a:extLst>
          </p:cNvPr>
          <p:cNvSpPr/>
          <p:nvPr/>
        </p:nvSpPr>
        <p:spPr>
          <a:xfrm>
            <a:off x="2920467" y="2379033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 Callback</a:t>
            </a:r>
            <a:r>
              <a:rPr lang="ko-KR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함수 호출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62D2D0-28BB-31DD-9825-E28596312BA1}"/>
              </a:ext>
            </a:extLst>
          </p:cNvPr>
          <p:cNvSpPr txBox="1"/>
          <p:nvPr/>
        </p:nvSpPr>
        <p:spPr>
          <a:xfrm>
            <a:off x="245429" y="149329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A25F0B-DF2C-0009-B165-3A340356E0AF}"/>
              </a:ext>
            </a:extLst>
          </p:cNvPr>
          <p:cNvSpPr txBox="1"/>
          <p:nvPr/>
        </p:nvSpPr>
        <p:spPr>
          <a:xfrm>
            <a:off x="245429" y="2298808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F863EB5-7EA3-4A1D-352F-725686132105}"/>
              </a:ext>
            </a:extLst>
          </p:cNvPr>
          <p:cNvCxnSpPr>
            <a:cxnSpLocks/>
          </p:cNvCxnSpPr>
          <p:nvPr/>
        </p:nvCxnSpPr>
        <p:spPr>
          <a:xfrm flipH="1">
            <a:off x="245428" y="2941879"/>
            <a:ext cx="8464686" cy="23782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7BA39D7-3083-1DA9-2C3B-00C3ACE0D02B}"/>
              </a:ext>
            </a:extLst>
          </p:cNvPr>
          <p:cNvSpPr txBox="1"/>
          <p:nvPr/>
        </p:nvSpPr>
        <p:spPr>
          <a:xfrm>
            <a:off x="245429" y="295166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AC8F0D8-4A44-7D10-86AB-289D94B26E23}"/>
              </a:ext>
            </a:extLst>
          </p:cNvPr>
          <p:cNvSpPr/>
          <p:nvPr/>
        </p:nvSpPr>
        <p:spPr>
          <a:xfrm>
            <a:off x="2908055" y="3071006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→ MAVLINK 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5D58C88-EAD2-8EAA-9B53-3A2D92223D2F}"/>
              </a:ext>
            </a:extLst>
          </p:cNvPr>
          <p:cNvCxnSpPr>
            <a:cxnSpLocks/>
          </p:cNvCxnSpPr>
          <p:nvPr/>
        </p:nvCxnSpPr>
        <p:spPr>
          <a:xfrm flipH="1">
            <a:off x="245427" y="3634894"/>
            <a:ext cx="8476917" cy="35757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FD130C9-D619-3AB2-BCBE-1DB73AFD393D}"/>
              </a:ext>
            </a:extLst>
          </p:cNvPr>
          <p:cNvSpPr txBox="1"/>
          <p:nvPr/>
        </p:nvSpPr>
        <p:spPr>
          <a:xfrm>
            <a:off x="245428" y="365665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CE87B24-4952-C421-0AEF-8984B0B1503F}"/>
              </a:ext>
            </a:extLst>
          </p:cNvPr>
          <p:cNvSpPr/>
          <p:nvPr/>
        </p:nvSpPr>
        <p:spPr>
          <a:xfrm>
            <a:off x="2908054" y="3775996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(command)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5AFD1E46-39FD-C317-2B23-E3FACE758424}"/>
              </a:ext>
            </a:extLst>
          </p:cNvPr>
          <p:cNvCxnSpPr>
            <a:cxnSpLocks/>
          </p:cNvCxnSpPr>
          <p:nvPr/>
        </p:nvCxnSpPr>
        <p:spPr>
          <a:xfrm flipH="1">
            <a:off x="245427" y="4992741"/>
            <a:ext cx="8464687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67D91F8-4831-6D79-ED3C-4DFBCACE7820}"/>
              </a:ext>
            </a:extLst>
          </p:cNvPr>
          <p:cNvSpPr txBox="1"/>
          <p:nvPr/>
        </p:nvSpPr>
        <p:spPr>
          <a:xfrm>
            <a:off x="245428" y="4985388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64E183A-16B4-E5E8-B4CF-C2053C41FED6}"/>
              </a:ext>
            </a:extLst>
          </p:cNvPr>
          <p:cNvSpPr/>
          <p:nvPr/>
        </p:nvSpPr>
        <p:spPr>
          <a:xfrm>
            <a:off x="2908054" y="5104729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→ MAVLINK 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C515724-80F6-E7D1-A7A0-5F3E351A4570}"/>
              </a:ext>
            </a:extLst>
          </p:cNvPr>
          <p:cNvCxnSpPr>
            <a:cxnSpLocks/>
          </p:cNvCxnSpPr>
          <p:nvPr/>
        </p:nvCxnSpPr>
        <p:spPr>
          <a:xfrm flipH="1">
            <a:off x="245427" y="5679084"/>
            <a:ext cx="8464687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590E0C7-1927-B705-70EF-32D632653D9C}"/>
              </a:ext>
            </a:extLst>
          </p:cNvPr>
          <p:cNvSpPr txBox="1"/>
          <p:nvPr/>
        </p:nvSpPr>
        <p:spPr>
          <a:xfrm>
            <a:off x="245428" y="5665088"/>
            <a:ext cx="140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1913112-176F-5287-20B7-4E23C8B6B4FA}"/>
              </a:ext>
            </a:extLst>
          </p:cNvPr>
          <p:cNvSpPr/>
          <p:nvPr/>
        </p:nvSpPr>
        <p:spPr>
          <a:xfrm>
            <a:off x="2908054" y="5784429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PX4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8008A08-A428-8A1F-C873-348049E2C88A}"/>
              </a:ext>
            </a:extLst>
          </p:cNvPr>
          <p:cNvSpPr/>
          <p:nvPr/>
        </p:nvSpPr>
        <p:spPr>
          <a:xfrm>
            <a:off x="2908054" y="4394162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MAVLINK → ROS2 msg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6C812F-1564-85DC-95A9-42B28F28A5A8}"/>
              </a:ext>
            </a:extLst>
          </p:cNvPr>
          <p:cNvSpPr txBox="1"/>
          <p:nvPr/>
        </p:nvSpPr>
        <p:spPr>
          <a:xfrm>
            <a:off x="6815018" y="1659209"/>
            <a:ext cx="2261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off: command ID 22</a:t>
            </a:r>
          </a:p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arming: command ID 408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사각형: 잘린 한쪽 모서리 43">
            <a:extLst>
              <a:ext uri="{FF2B5EF4-FFF2-40B4-BE49-F238E27FC236}">
                <a16:creationId xmlns:a16="http://schemas.microsoft.com/office/drawing/2014/main" id="{DDEF662D-2969-71C0-3197-F4FB92619277}"/>
              </a:ext>
            </a:extLst>
          </p:cNvPr>
          <p:cNvSpPr/>
          <p:nvPr/>
        </p:nvSpPr>
        <p:spPr>
          <a:xfrm>
            <a:off x="4386147" y="1547262"/>
            <a:ext cx="2169504" cy="70037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topic pub 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topic_name</a:t>
            </a:r>
            <a:endParaRPr lang="ko-KR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25616BAD-7D4B-94C3-FD02-E24E9D5A47CD}"/>
              </a:ext>
            </a:extLst>
          </p:cNvPr>
          <p:cNvCxnSpPr>
            <a:cxnSpLocks/>
          </p:cNvCxnSpPr>
          <p:nvPr/>
        </p:nvCxnSpPr>
        <p:spPr>
          <a:xfrm flipH="1">
            <a:off x="257657" y="2302507"/>
            <a:ext cx="8464687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51B57601-881A-6B0D-0964-0701BE31D1C0}"/>
              </a:ext>
            </a:extLst>
          </p:cNvPr>
          <p:cNvSpPr txBox="1"/>
          <p:nvPr/>
        </p:nvSpPr>
        <p:spPr>
          <a:xfrm>
            <a:off x="5944145" y="3828398"/>
            <a:ext cx="1533420" cy="95410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</a:t>
            </a:r>
            <a:r>
              <a:rPr lang="ko-KR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형식</a:t>
            </a:r>
            <a:endParaRPr lang="en-US" altLang="ko-KR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unit8 header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unit8 param1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unit8 ~~~~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4F195524-9D6A-07CE-E92A-96C5A154BE18}"/>
              </a:ext>
            </a:extLst>
          </p:cNvPr>
          <p:cNvSpPr/>
          <p:nvPr/>
        </p:nvSpPr>
        <p:spPr>
          <a:xfrm>
            <a:off x="2939731" y="3738050"/>
            <a:ext cx="1540221" cy="57169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87A81D0B-6973-D4B6-1498-5508B558B112}"/>
              </a:ext>
            </a:extLst>
          </p:cNvPr>
          <p:cNvSpPr/>
          <p:nvPr/>
        </p:nvSpPr>
        <p:spPr>
          <a:xfrm>
            <a:off x="3071968" y="5736187"/>
            <a:ext cx="1540221" cy="57169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DCD84BD-9FEF-B538-C540-2CF24C17B859}"/>
              </a:ext>
            </a:extLst>
          </p:cNvPr>
          <p:cNvSpPr txBox="1"/>
          <p:nvPr/>
        </p:nvSpPr>
        <p:spPr>
          <a:xfrm>
            <a:off x="2021638" y="6153988"/>
            <a:ext cx="1533420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</a:t>
            </a:r>
            <a:r>
              <a:rPr lang="ko-KR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처리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3D5C29-3665-B130-0CC7-70B2A56055B2}"/>
              </a:ext>
            </a:extLst>
          </p:cNvPr>
          <p:cNvSpPr txBox="1"/>
          <p:nvPr/>
        </p:nvSpPr>
        <p:spPr>
          <a:xfrm>
            <a:off x="7260789" y="2442870"/>
            <a:ext cx="2261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 package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DDC3F-E4E5-DBE7-CB76-32C29075FA21}"/>
              </a:ext>
            </a:extLst>
          </p:cNvPr>
          <p:cNvSpPr txBox="1"/>
          <p:nvPr/>
        </p:nvSpPr>
        <p:spPr>
          <a:xfrm>
            <a:off x="7110323" y="5210421"/>
            <a:ext cx="2261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B49E1B-1EE1-1249-6C2A-2BD4BD1CC9BC}"/>
              </a:ext>
            </a:extLst>
          </p:cNvPr>
          <p:cNvSpPr txBox="1"/>
          <p:nvPr/>
        </p:nvSpPr>
        <p:spPr>
          <a:xfrm>
            <a:off x="2000531" y="4148488"/>
            <a:ext cx="1533420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r>
              <a:rPr lang="ko-KR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부여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50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70" grpId="0" animBg="1"/>
      <p:bldP spid="71" grpId="0" animBg="1"/>
      <p:bldP spid="72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F0A4A-5675-4CDD-1205-750CA3467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38E8766D-35AA-9118-F779-088BE11A2CD7}"/>
              </a:ext>
            </a:extLst>
          </p:cNvPr>
          <p:cNvSpPr txBox="1"/>
          <p:nvPr/>
        </p:nvSpPr>
        <p:spPr>
          <a:xfrm>
            <a:off x="203699" y="998257"/>
            <a:ext cx="10256635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service, command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과정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F439F426-89D0-B7A6-1503-F0C358C4A488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10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E707053-47F5-0991-F637-123FF70FB4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B8DD7D80-66A9-C5A1-D5E3-E75BE12B42EE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Priority Queue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구현 시도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8C81937-050D-0E77-C6BE-0E8779BADDF1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BA89F705-CAEB-388D-E85C-B143E46BBEC9}"/>
              </a:ext>
            </a:extLst>
          </p:cNvPr>
          <p:cNvSpPr/>
          <p:nvPr/>
        </p:nvSpPr>
        <p:spPr>
          <a:xfrm>
            <a:off x="1805119" y="1547262"/>
            <a:ext cx="2364945" cy="70037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service call /</a:t>
            </a:r>
            <a:r>
              <a:rPr lang="en-US" altLang="ko-K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service_name</a:t>
            </a:r>
            <a:endParaRPr lang="ko-KR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61BC93C-FC29-CAE6-EFB0-49B84C63CCFF}"/>
              </a:ext>
            </a:extLst>
          </p:cNvPr>
          <p:cNvSpPr/>
          <p:nvPr/>
        </p:nvSpPr>
        <p:spPr>
          <a:xfrm>
            <a:off x="2920467" y="2379033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 Callback</a:t>
            </a:r>
            <a:r>
              <a:rPr lang="ko-KR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함수 호출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311F13-1658-1B0E-6DD9-2F0913E78221}"/>
              </a:ext>
            </a:extLst>
          </p:cNvPr>
          <p:cNvSpPr txBox="1"/>
          <p:nvPr/>
        </p:nvSpPr>
        <p:spPr>
          <a:xfrm>
            <a:off x="245429" y="149329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74BAD8-2967-0F1C-0D48-9E69BB6DBF6C}"/>
              </a:ext>
            </a:extLst>
          </p:cNvPr>
          <p:cNvSpPr txBox="1"/>
          <p:nvPr/>
        </p:nvSpPr>
        <p:spPr>
          <a:xfrm>
            <a:off x="245429" y="2298808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54D05090-A3B8-D0F0-F691-714AE6162C53}"/>
              </a:ext>
            </a:extLst>
          </p:cNvPr>
          <p:cNvCxnSpPr>
            <a:cxnSpLocks/>
          </p:cNvCxnSpPr>
          <p:nvPr/>
        </p:nvCxnSpPr>
        <p:spPr>
          <a:xfrm flipH="1">
            <a:off x="245428" y="2941879"/>
            <a:ext cx="8464686" cy="23782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C5B2348-7D65-B711-9A24-8B425926F4A3}"/>
              </a:ext>
            </a:extLst>
          </p:cNvPr>
          <p:cNvSpPr txBox="1"/>
          <p:nvPr/>
        </p:nvSpPr>
        <p:spPr>
          <a:xfrm>
            <a:off x="245429" y="295166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E559793-A1AC-12CF-D8D1-E1FE562BCD82}"/>
              </a:ext>
            </a:extLst>
          </p:cNvPr>
          <p:cNvSpPr/>
          <p:nvPr/>
        </p:nvSpPr>
        <p:spPr>
          <a:xfrm>
            <a:off x="2908055" y="3071006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→ MAVLINK 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857F8FF-694D-8DDA-41FF-18CBABEE862C}"/>
              </a:ext>
            </a:extLst>
          </p:cNvPr>
          <p:cNvCxnSpPr>
            <a:cxnSpLocks/>
          </p:cNvCxnSpPr>
          <p:nvPr/>
        </p:nvCxnSpPr>
        <p:spPr>
          <a:xfrm flipH="1">
            <a:off x="245427" y="3634894"/>
            <a:ext cx="8476917" cy="35757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5769A9B-B837-7C0B-5F72-F2D9CEBA8CA8}"/>
              </a:ext>
            </a:extLst>
          </p:cNvPr>
          <p:cNvSpPr txBox="1"/>
          <p:nvPr/>
        </p:nvSpPr>
        <p:spPr>
          <a:xfrm>
            <a:off x="245428" y="365665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7F21F08-C5D7-497E-0C08-7061B6A21541}"/>
              </a:ext>
            </a:extLst>
          </p:cNvPr>
          <p:cNvSpPr/>
          <p:nvPr/>
        </p:nvSpPr>
        <p:spPr>
          <a:xfrm>
            <a:off x="2019720" y="3775996"/>
            <a:ext cx="3642800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(command, priority)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10B48A0-7285-D67E-6476-A2888812998C}"/>
              </a:ext>
            </a:extLst>
          </p:cNvPr>
          <p:cNvCxnSpPr>
            <a:cxnSpLocks/>
          </p:cNvCxnSpPr>
          <p:nvPr/>
        </p:nvCxnSpPr>
        <p:spPr>
          <a:xfrm flipH="1">
            <a:off x="245427" y="4992741"/>
            <a:ext cx="8464687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F4F9DAC-F8E5-4461-40D3-528386CFDF52}"/>
              </a:ext>
            </a:extLst>
          </p:cNvPr>
          <p:cNvSpPr txBox="1"/>
          <p:nvPr/>
        </p:nvSpPr>
        <p:spPr>
          <a:xfrm>
            <a:off x="245428" y="4985388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D60ED2A-E28B-4F23-A3D4-2BE07BFB1AEC}"/>
              </a:ext>
            </a:extLst>
          </p:cNvPr>
          <p:cNvSpPr/>
          <p:nvPr/>
        </p:nvSpPr>
        <p:spPr>
          <a:xfrm>
            <a:off x="2908054" y="5104729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→ MAVLINK 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EBBA87D6-EA29-29D0-94D6-F5E063ED900E}"/>
              </a:ext>
            </a:extLst>
          </p:cNvPr>
          <p:cNvCxnSpPr>
            <a:cxnSpLocks/>
          </p:cNvCxnSpPr>
          <p:nvPr/>
        </p:nvCxnSpPr>
        <p:spPr>
          <a:xfrm flipH="1">
            <a:off x="245427" y="5679084"/>
            <a:ext cx="8464687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A90F88D-1B45-FD54-5268-F5C1AFF55909}"/>
              </a:ext>
            </a:extLst>
          </p:cNvPr>
          <p:cNvSpPr txBox="1"/>
          <p:nvPr/>
        </p:nvSpPr>
        <p:spPr>
          <a:xfrm>
            <a:off x="245428" y="5665088"/>
            <a:ext cx="140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F40991F-5451-69D6-E20A-86C34D6CBA63}"/>
              </a:ext>
            </a:extLst>
          </p:cNvPr>
          <p:cNvSpPr/>
          <p:nvPr/>
        </p:nvSpPr>
        <p:spPr>
          <a:xfrm>
            <a:off x="2908054" y="5784429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PX4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1307517-1C76-4D8A-302B-54FD45543A52}"/>
              </a:ext>
            </a:extLst>
          </p:cNvPr>
          <p:cNvSpPr/>
          <p:nvPr/>
        </p:nvSpPr>
        <p:spPr>
          <a:xfrm>
            <a:off x="2908054" y="4394162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MAVLINK → ROS2 msg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CA0270-938A-1D2A-E44D-89B4D4BD2E45}"/>
              </a:ext>
            </a:extLst>
          </p:cNvPr>
          <p:cNvSpPr txBox="1"/>
          <p:nvPr/>
        </p:nvSpPr>
        <p:spPr>
          <a:xfrm>
            <a:off x="6815018" y="1659209"/>
            <a:ext cx="2261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off: command ID 22</a:t>
            </a:r>
          </a:p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arming: command ID 408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사각형: 잘린 한쪽 모서리 43">
            <a:extLst>
              <a:ext uri="{FF2B5EF4-FFF2-40B4-BE49-F238E27FC236}">
                <a16:creationId xmlns:a16="http://schemas.microsoft.com/office/drawing/2014/main" id="{BC1FEC39-9EA0-5629-F933-7190271624C6}"/>
              </a:ext>
            </a:extLst>
          </p:cNvPr>
          <p:cNvSpPr/>
          <p:nvPr/>
        </p:nvSpPr>
        <p:spPr>
          <a:xfrm>
            <a:off x="4386147" y="1547262"/>
            <a:ext cx="2169504" cy="70037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topic pub 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topic_name</a:t>
            </a:r>
            <a:endParaRPr lang="ko-KR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5384B743-5AFF-4235-ED13-EBA8A598455F}"/>
              </a:ext>
            </a:extLst>
          </p:cNvPr>
          <p:cNvCxnSpPr>
            <a:cxnSpLocks/>
          </p:cNvCxnSpPr>
          <p:nvPr/>
        </p:nvCxnSpPr>
        <p:spPr>
          <a:xfrm flipH="1">
            <a:off x="257657" y="2302507"/>
            <a:ext cx="8464687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CC4F9DE7-81A8-A327-27DB-24564886CAEE}"/>
              </a:ext>
            </a:extLst>
          </p:cNvPr>
          <p:cNvSpPr txBox="1"/>
          <p:nvPr/>
        </p:nvSpPr>
        <p:spPr>
          <a:xfrm>
            <a:off x="5944145" y="3720676"/>
            <a:ext cx="1533420" cy="11695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</a:t>
            </a:r>
            <a:r>
              <a:rPr lang="ko-KR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형식</a:t>
            </a:r>
            <a:endParaRPr lang="en-US" altLang="ko-KR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unit8 header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unit8 param1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unit8 ~~~~</a:t>
            </a:r>
          </a:p>
          <a:p>
            <a:r>
              <a:rPr lang="en-US" altLang="ko-K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unit8 priority</a:t>
            </a:r>
            <a:endParaRPr lang="ko-KR" alt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84370D-1861-F231-E73B-792E584EC8FB}"/>
              </a:ext>
            </a:extLst>
          </p:cNvPr>
          <p:cNvSpPr txBox="1"/>
          <p:nvPr/>
        </p:nvSpPr>
        <p:spPr>
          <a:xfrm>
            <a:off x="6115839" y="4949646"/>
            <a:ext cx="2261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field 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추가</a:t>
            </a:r>
          </a:p>
        </p:txBody>
      </p:sp>
    </p:spTree>
    <p:extLst>
      <p:ext uri="{BB962C8B-B14F-4D97-AF65-F5344CB8AC3E}">
        <p14:creationId xmlns:p14="http://schemas.microsoft.com/office/powerpoint/2010/main" val="1986498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9EA7D-AF3A-1627-899A-D0A0CBA9F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2C2203E0-AF8D-B2B5-2161-60DB327AB493}"/>
              </a:ext>
            </a:extLst>
          </p:cNvPr>
          <p:cNvSpPr txBox="1"/>
          <p:nvPr/>
        </p:nvSpPr>
        <p:spPr>
          <a:xfrm>
            <a:off x="203699" y="998257"/>
            <a:ext cx="10256635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service, command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과정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5B2DB47F-16A3-695F-91C5-B08247D63191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11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F63E70F-8509-7286-3188-D8F505258A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820E1EF2-D1AE-DC16-0B9C-68441D4F2911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Priority Queue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구현 시도</a:t>
            </a:r>
            <a:endParaRPr lang="en-US" altLang="ko-KR" sz="3600" b="1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6C038E6-4616-D3DB-1E93-3B005F08C28E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1C60A6CB-7AD6-1DA0-BBB3-70F04355C083}"/>
              </a:ext>
            </a:extLst>
          </p:cNvPr>
          <p:cNvSpPr/>
          <p:nvPr/>
        </p:nvSpPr>
        <p:spPr>
          <a:xfrm>
            <a:off x="1805119" y="1547262"/>
            <a:ext cx="2364945" cy="70037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service call /</a:t>
            </a:r>
            <a:r>
              <a:rPr lang="en-US" altLang="ko-K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service_name</a:t>
            </a:r>
            <a:endParaRPr lang="ko-KR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D00E4A5-141C-CB29-75F1-E40172CD8C0F}"/>
              </a:ext>
            </a:extLst>
          </p:cNvPr>
          <p:cNvSpPr/>
          <p:nvPr/>
        </p:nvSpPr>
        <p:spPr>
          <a:xfrm>
            <a:off x="2920467" y="2379033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 Callback</a:t>
            </a:r>
            <a:r>
              <a:rPr lang="ko-KR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함수 호출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8D4CBB-DBE2-CA8D-329D-81EB6A4CAB7A}"/>
              </a:ext>
            </a:extLst>
          </p:cNvPr>
          <p:cNvSpPr txBox="1"/>
          <p:nvPr/>
        </p:nvSpPr>
        <p:spPr>
          <a:xfrm>
            <a:off x="245429" y="149329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F04810-284A-0A86-A74A-5555C70A58D5}"/>
              </a:ext>
            </a:extLst>
          </p:cNvPr>
          <p:cNvSpPr txBox="1"/>
          <p:nvPr/>
        </p:nvSpPr>
        <p:spPr>
          <a:xfrm>
            <a:off x="245429" y="2298808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6F7DA01-3229-D3AB-3249-12659B574301}"/>
              </a:ext>
            </a:extLst>
          </p:cNvPr>
          <p:cNvCxnSpPr>
            <a:cxnSpLocks/>
          </p:cNvCxnSpPr>
          <p:nvPr/>
        </p:nvCxnSpPr>
        <p:spPr>
          <a:xfrm flipH="1">
            <a:off x="245428" y="2941879"/>
            <a:ext cx="8464686" cy="23782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D9FFC94-4F9C-5314-CF40-5874472714B0}"/>
              </a:ext>
            </a:extLst>
          </p:cNvPr>
          <p:cNvSpPr txBox="1"/>
          <p:nvPr/>
        </p:nvSpPr>
        <p:spPr>
          <a:xfrm>
            <a:off x="245429" y="295166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4F88D68-0D73-5ED7-9936-413B913300CF}"/>
              </a:ext>
            </a:extLst>
          </p:cNvPr>
          <p:cNvSpPr/>
          <p:nvPr/>
        </p:nvSpPr>
        <p:spPr>
          <a:xfrm>
            <a:off x="2908055" y="3071006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→ MAVLINK 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02B720BE-ACD7-C2DC-39E7-8BFAC2B9C708}"/>
              </a:ext>
            </a:extLst>
          </p:cNvPr>
          <p:cNvCxnSpPr>
            <a:cxnSpLocks/>
          </p:cNvCxnSpPr>
          <p:nvPr/>
        </p:nvCxnSpPr>
        <p:spPr>
          <a:xfrm flipH="1">
            <a:off x="245427" y="3634894"/>
            <a:ext cx="8476917" cy="35757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6C3F756-94CA-DB28-6D14-B9794F1148C3}"/>
              </a:ext>
            </a:extLst>
          </p:cNvPr>
          <p:cNvSpPr txBox="1"/>
          <p:nvPr/>
        </p:nvSpPr>
        <p:spPr>
          <a:xfrm>
            <a:off x="245428" y="365665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319D314-2E05-D808-EA59-BDB7046EB42B}"/>
              </a:ext>
            </a:extLst>
          </p:cNvPr>
          <p:cNvSpPr/>
          <p:nvPr/>
        </p:nvSpPr>
        <p:spPr>
          <a:xfrm>
            <a:off x="2019720" y="3775996"/>
            <a:ext cx="3642800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(command, priority)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5D3B5CB1-D56F-ED8A-35D9-F9FE21AB8352}"/>
              </a:ext>
            </a:extLst>
          </p:cNvPr>
          <p:cNvCxnSpPr>
            <a:cxnSpLocks/>
          </p:cNvCxnSpPr>
          <p:nvPr/>
        </p:nvCxnSpPr>
        <p:spPr>
          <a:xfrm flipH="1">
            <a:off x="245427" y="4992741"/>
            <a:ext cx="8464687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8A8A34E-FBA2-F8C7-CB89-32D409C65934}"/>
              </a:ext>
            </a:extLst>
          </p:cNvPr>
          <p:cNvSpPr txBox="1"/>
          <p:nvPr/>
        </p:nvSpPr>
        <p:spPr>
          <a:xfrm>
            <a:off x="245428" y="4985388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D8636BD-5760-10AE-AA23-B9D02EA482D6}"/>
              </a:ext>
            </a:extLst>
          </p:cNvPr>
          <p:cNvSpPr/>
          <p:nvPr/>
        </p:nvSpPr>
        <p:spPr>
          <a:xfrm>
            <a:off x="2908054" y="5104729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→ MAVLINK 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E5833FE0-F91F-EC5C-D05D-5A4C0265A4D7}"/>
              </a:ext>
            </a:extLst>
          </p:cNvPr>
          <p:cNvCxnSpPr>
            <a:cxnSpLocks/>
          </p:cNvCxnSpPr>
          <p:nvPr/>
        </p:nvCxnSpPr>
        <p:spPr>
          <a:xfrm flipH="1">
            <a:off x="245427" y="5679084"/>
            <a:ext cx="8464687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55AB2CB-1136-3BB8-C9AE-8FCB6298B291}"/>
              </a:ext>
            </a:extLst>
          </p:cNvPr>
          <p:cNvSpPr txBox="1"/>
          <p:nvPr/>
        </p:nvSpPr>
        <p:spPr>
          <a:xfrm>
            <a:off x="245428" y="5665088"/>
            <a:ext cx="140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85FFB2A-2E6D-BFBA-9B37-E76FB89F445F}"/>
              </a:ext>
            </a:extLst>
          </p:cNvPr>
          <p:cNvSpPr/>
          <p:nvPr/>
        </p:nvSpPr>
        <p:spPr>
          <a:xfrm>
            <a:off x="2908054" y="5784429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Priority Queue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PX4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CE7B878-6D27-160D-C5D1-40DCD975524B}"/>
              </a:ext>
            </a:extLst>
          </p:cNvPr>
          <p:cNvSpPr/>
          <p:nvPr/>
        </p:nvSpPr>
        <p:spPr>
          <a:xfrm>
            <a:off x="2908054" y="4394162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MAVLINK → ROS2 msg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0CF5993-3998-6077-56B8-B3BBC4B6D55A}"/>
              </a:ext>
            </a:extLst>
          </p:cNvPr>
          <p:cNvSpPr txBox="1"/>
          <p:nvPr/>
        </p:nvSpPr>
        <p:spPr>
          <a:xfrm>
            <a:off x="6815018" y="1659209"/>
            <a:ext cx="2261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off: command ID 22</a:t>
            </a:r>
          </a:p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arming: command ID 408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사각형: 잘린 한쪽 모서리 43">
            <a:extLst>
              <a:ext uri="{FF2B5EF4-FFF2-40B4-BE49-F238E27FC236}">
                <a16:creationId xmlns:a16="http://schemas.microsoft.com/office/drawing/2014/main" id="{EC60EC1F-FD05-E6B6-BC9C-28CF2EA61600}"/>
              </a:ext>
            </a:extLst>
          </p:cNvPr>
          <p:cNvSpPr/>
          <p:nvPr/>
        </p:nvSpPr>
        <p:spPr>
          <a:xfrm>
            <a:off x="4386147" y="1547262"/>
            <a:ext cx="2169504" cy="70037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topic pub 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topic_name</a:t>
            </a:r>
            <a:endParaRPr lang="ko-KR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A20EFD35-C90A-ECDE-B986-6F87EA288EC9}"/>
              </a:ext>
            </a:extLst>
          </p:cNvPr>
          <p:cNvCxnSpPr>
            <a:cxnSpLocks/>
          </p:cNvCxnSpPr>
          <p:nvPr/>
        </p:nvCxnSpPr>
        <p:spPr>
          <a:xfrm flipH="1">
            <a:off x="257657" y="2302507"/>
            <a:ext cx="8464687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171D3567-4A7D-B6EF-336C-9A63C3179E5A}"/>
              </a:ext>
            </a:extLst>
          </p:cNvPr>
          <p:cNvSpPr txBox="1"/>
          <p:nvPr/>
        </p:nvSpPr>
        <p:spPr>
          <a:xfrm>
            <a:off x="5944145" y="3720676"/>
            <a:ext cx="1533420" cy="11695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</a:t>
            </a:r>
            <a:r>
              <a:rPr lang="ko-KR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형식</a:t>
            </a:r>
            <a:endParaRPr lang="en-US" altLang="ko-KR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unit8 header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unit8 param1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unit8 ~~~~</a:t>
            </a:r>
          </a:p>
          <a:p>
            <a:r>
              <a:rPr lang="en-US" altLang="ko-K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unit8 priority</a:t>
            </a:r>
            <a:endParaRPr lang="ko-KR" alt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7B1D23-747A-D38F-7575-5FE844C1F63E}"/>
              </a:ext>
            </a:extLst>
          </p:cNvPr>
          <p:cNvSpPr txBox="1"/>
          <p:nvPr/>
        </p:nvSpPr>
        <p:spPr>
          <a:xfrm>
            <a:off x="3514218" y="6082203"/>
            <a:ext cx="1927104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ko-KR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초기 연결 실패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6311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39839-4875-98DD-8459-2322B9BC2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57B0DD8C-6319-6AFD-6FF3-3D9F177C6AA1}"/>
              </a:ext>
            </a:extLst>
          </p:cNvPr>
          <p:cNvSpPr/>
          <p:nvPr/>
        </p:nvSpPr>
        <p:spPr>
          <a:xfrm>
            <a:off x="2333756" y="4339885"/>
            <a:ext cx="3007172" cy="13034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1C03DD-24E0-4F7C-D99B-26A2A81A2515}"/>
              </a:ext>
            </a:extLst>
          </p:cNvPr>
          <p:cNvSpPr txBox="1"/>
          <p:nvPr/>
        </p:nvSpPr>
        <p:spPr>
          <a:xfrm>
            <a:off x="203699" y="998257"/>
            <a:ext cx="10256635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Error?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service, topic vs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일부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783E9442-FF54-172E-1498-50A3C2AFB6D6}"/>
              </a:ext>
            </a:extLst>
          </p:cNvPr>
          <p:cNvSpPr txBox="1">
            <a:spLocks/>
          </p:cNvSpPr>
          <p:nvPr/>
        </p:nvSpPr>
        <p:spPr>
          <a:xfrm>
            <a:off x="8340506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12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B72F0BB-ACC0-113E-CE36-AD505ABE26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36E1035B-6577-AF0A-BD9C-EA33664053FD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Wh</a:t>
            </a: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y?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FE5AA1C-0703-A0C8-E755-16DA61EEDD45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사각형: 잘린 한쪽 모서리 54">
            <a:extLst>
              <a:ext uri="{FF2B5EF4-FFF2-40B4-BE49-F238E27FC236}">
                <a16:creationId xmlns:a16="http://schemas.microsoft.com/office/drawing/2014/main" id="{B5AFE3D2-E6AF-7FEE-A75C-69A67EC2BCE3}"/>
              </a:ext>
            </a:extLst>
          </p:cNvPr>
          <p:cNvSpPr/>
          <p:nvPr/>
        </p:nvSpPr>
        <p:spPr>
          <a:xfrm>
            <a:off x="1423281" y="1456830"/>
            <a:ext cx="2364945" cy="70037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service call /</a:t>
            </a:r>
            <a:r>
              <a:rPr lang="en-US" altLang="ko-K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service_name</a:t>
            </a:r>
            <a:endParaRPr lang="ko-KR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F4C7AE9-DC45-86C1-CD3E-2893A4C538D1}"/>
              </a:ext>
            </a:extLst>
          </p:cNvPr>
          <p:cNvSpPr/>
          <p:nvPr/>
        </p:nvSpPr>
        <p:spPr>
          <a:xfrm>
            <a:off x="2538629" y="2379033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 Callback</a:t>
            </a:r>
            <a:r>
              <a:rPr lang="ko-KR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함수 호출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1F46E1-9DC1-EE73-339D-ECF48355CCF0}"/>
              </a:ext>
            </a:extLst>
          </p:cNvPr>
          <p:cNvSpPr txBox="1"/>
          <p:nvPr/>
        </p:nvSpPr>
        <p:spPr>
          <a:xfrm>
            <a:off x="245429" y="149329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479BE2-F779-D39C-6F4A-3600366BAA04}"/>
              </a:ext>
            </a:extLst>
          </p:cNvPr>
          <p:cNvSpPr txBox="1"/>
          <p:nvPr/>
        </p:nvSpPr>
        <p:spPr>
          <a:xfrm>
            <a:off x="245429" y="2298808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A303622-25FA-C63D-74D1-4C7134043763}"/>
              </a:ext>
            </a:extLst>
          </p:cNvPr>
          <p:cNvCxnSpPr>
            <a:cxnSpLocks/>
          </p:cNvCxnSpPr>
          <p:nvPr/>
        </p:nvCxnSpPr>
        <p:spPr>
          <a:xfrm flipH="1">
            <a:off x="245428" y="2941879"/>
            <a:ext cx="8464686" cy="23782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9A6837D1-99DF-7D12-8AB9-87E7CD449AE1}"/>
              </a:ext>
            </a:extLst>
          </p:cNvPr>
          <p:cNvSpPr txBox="1"/>
          <p:nvPr/>
        </p:nvSpPr>
        <p:spPr>
          <a:xfrm>
            <a:off x="245429" y="295166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F65D439-EDCD-5976-4195-C7308E60076D}"/>
              </a:ext>
            </a:extLst>
          </p:cNvPr>
          <p:cNvSpPr/>
          <p:nvPr/>
        </p:nvSpPr>
        <p:spPr>
          <a:xfrm>
            <a:off x="2526217" y="3071006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→ MAVLINK 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270CAD64-56B1-6EDF-B466-8ED3221936CD}"/>
              </a:ext>
            </a:extLst>
          </p:cNvPr>
          <p:cNvCxnSpPr>
            <a:cxnSpLocks/>
          </p:cNvCxnSpPr>
          <p:nvPr/>
        </p:nvCxnSpPr>
        <p:spPr>
          <a:xfrm flipH="1">
            <a:off x="245427" y="3634894"/>
            <a:ext cx="8476917" cy="35757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302509D-0A19-8996-C24A-F85B925AF348}"/>
              </a:ext>
            </a:extLst>
          </p:cNvPr>
          <p:cNvSpPr txBox="1"/>
          <p:nvPr/>
        </p:nvSpPr>
        <p:spPr>
          <a:xfrm>
            <a:off x="245428" y="365665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3102F6E1-5EE7-E5FC-76D7-18A46C8054D1}"/>
              </a:ext>
            </a:extLst>
          </p:cNvPr>
          <p:cNvSpPr/>
          <p:nvPr/>
        </p:nvSpPr>
        <p:spPr>
          <a:xfrm>
            <a:off x="1637882" y="3775996"/>
            <a:ext cx="3642800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(command, priority)</a:t>
            </a: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E7431339-EC0C-32AE-D2DA-1EAD40C466C4}"/>
              </a:ext>
            </a:extLst>
          </p:cNvPr>
          <p:cNvCxnSpPr>
            <a:cxnSpLocks/>
          </p:cNvCxnSpPr>
          <p:nvPr/>
        </p:nvCxnSpPr>
        <p:spPr>
          <a:xfrm flipH="1">
            <a:off x="245427" y="4992741"/>
            <a:ext cx="8464687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1F96181C-006B-28B4-8B56-129C30AF35C1}"/>
              </a:ext>
            </a:extLst>
          </p:cNvPr>
          <p:cNvSpPr txBox="1"/>
          <p:nvPr/>
        </p:nvSpPr>
        <p:spPr>
          <a:xfrm>
            <a:off x="245428" y="4985388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9B92438-9787-E01B-39C3-4D0CB5E97C11}"/>
              </a:ext>
            </a:extLst>
          </p:cNvPr>
          <p:cNvSpPr/>
          <p:nvPr/>
        </p:nvSpPr>
        <p:spPr>
          <a:xfrm>
            <a:off x="2526216" y="5104729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→ MAVLINK </a:t>
            </a: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369E778D-ECD0-C2F4-D5F3-2FE575EB648E}"/>
              </a:ext>
            </a:extLst>
          </p:cNvPr>
          <p:cNvCxnSpPr>
            <a:cxnSpLocks/>
          </p:cNvCxnSpPr>
          <p:nvPr/>
        </p:nvCxnSpPr>
        <p:spPr>
          <a:xfrm flipH="1">
            <a:off x="245427" y="5679084"/>
            <a:ext cx="8464687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EDE03F2F-9C56-6DF5-CDE9-85208A28B2D0}"/>
              </a:ext>
            </a:extLst>
          </p:cNvPr>
          <p:cNvSpPr txBox="1"/>
          <p:nvPr/>
        </p:nvSpPr>
        <p:spPr>
          <a:xfrm>
            <a:off x="245428" y="5665088"/>
            <a:ext cx="140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8E6FB34-650B-74A1-355D-C5AB71457E2C}"/>
              </a:ext>
            </a:extLst>
          </p:cNvPr>
          <p:cNvSpPr/>
          <p:nvPr/>
        </p:nvSpPr>
        <p:spPr>
          <a:xfrm>
            <a:off x="2526216" y="5784429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Priority Queue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PX4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2D8C6605-B4AC-E7B1-2B6F-941AC68EB9B9}"/>
              </a:ext>
            </a:extLst>
          </p:cNvPr>
          <p:cNvSpPr/>
          <p:nvPr/>
        </p:nvSpPr>
        <p:spPr>
          <a:xfrm>
            <a:off x="2526216" y="4394162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MAVLINK → ROS2 msg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사각형: 잘린 한쪽 모서리 77">
            <a:extLst>
              <a:ext uri="{FF2B5EF4-FFF2-40B4-BE49-F238E27FC236}">
                <a16:creationId xmlns:a16="http://schemas.microsoft.com/office/drawing/2014/main" id="{96801FC2-0BF0-6CA5-94DF-4D59D5818204}"/>
              </a:ext>
            </a:extLst>
          </p:cNvPr>
          <p:cNvSpPr/>
          <p:nvPr/>
        </p:nvSpPr>
        <p:spPr>
          <a:xfrm>
            <a:off x="2930932" y="1547262"/>
            <a:ext cx="2169504" cy="70037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topic pub 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topic_name</a:t>
            </a:r>
            <a:endParaRPr lang="ko-KR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75219D8B-AACF-DCCE-A389-07AA086954D8}"/>
              </a:ext>
            </a:extLst>
          </p:cNvPr>
          <p:cNvCxnSpPr>
            <a:cxnSpLocks/>
          </p:cNvCxnSpPr>
          <p:nvPr/>
        </p:nvCxnSpPr>
        <p:spPr>
          <a:xfrm flipH="1">
            <a:off x="257657" y="2302507"/>
            <a:ext cx="8464687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372A0F89-9829-EF0E-E2B4-0D0C5F125829}"/>
              </a:ext>
            </a:extLst>
          </p:cNvPr>
          <p:cNvSpPr txBox="1"/>
          <p:nvPr/>
        </p:nvSpPr>
        <p:spPr>
          <a:xfrm>
            <a:off x="3804994" y="3421813"/>
            <a:ext cx="1533420" cy="11695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</a:t>
            </a:r>
            <a:r>
              <a:rPr lang="ko-KR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형식</a:t>
            </a:r>
            <a:endParaRPr lang="en-US" altLang="ko-KR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unit8 header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unit8 param1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unit8 ~~~~</a:t>
            </a:r>
          </a:p>
          <a:p>
            <a:r>
              <a:rPr lang="en-US" altLang="ko-K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unit8 priority</a:t>
            </a:r>
            <a:endParaRPr lang="ko-KR" alt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사각형: 잘린 한쪽 모서리 83">
            <a:extLst>
              <a:ext uri="{FF2B5EF4-FFF2-40B4-BE49-F238E27FC236}">
                <a16:creationId xmlns:a16="http://schemas.microsoft.com/office/drawing/2014/main" id="{BF48B942-F3F6-9178-55D8-C8D96A5614F9}"/>
              </a:ext>
            </a:extLst>
          </p:cNvPr>
          <p:cNvSpPr/>
          <p:nvPr/>
        </p:nvSpPr>
        <p:spPr>
          <a:xfrm>
            <a:off x="5585445" y="1547262"/>
            <a:ext cx="2169504" cy="70037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service pub 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topic_name</a:t>
            </a:r>
            <a:endParaRPr lang="ko-KR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8759F660-EC79-509B-0D21-3DDB286FE517}"/>
              </a:ext>
            </a:extLst>
          </p:cNvPr>
          <p:cNvCxnSpPr>
            <a:cxnSpLocks/>
          </p:cNvCxnSpPr>
          <p:nvPr/>
        </p:nvCxnSpPr>
        <p:spPr>
          <a:xfrm flipV="1">
            <a:off x="5434587" y="1493298"/>
            <a:ext cx="0" cy="481757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20566913-1378-EB70-FADD-C5ABBDAD17F0}"/>
              </a:ext>
            </a:extLst>
          </p:cNvPr>
          <p:cNvSpPr/>
          <p:nvPr/>
        </p:nvSpPr>
        <p:spPr>
          <a:xfrm>
            <a:off x="5585445" y="2390799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 Callback</a:t>
            </a:r>
            <a:r>
              <a:rPr lang="ko-KR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함수 호출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C8DC4DD8-D21D-0B34-111E-96C492DBE921}"/>
              </a:ext>
            </a:extLst>
          </p:cNvPr>
          <p:cNvSpPr/>
          <p:nvPr/>
        </p:nvSpPr>
        <p:spPr>
          <a:xfrm>
            <a:off x="5584208" y="3032504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→ MAVLINK 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02BC34C3-A8BF-25FC-E608-D705FC0163AE}"/>
              </a:ext>
            </a:extLst>
          </p:cNvPr>
          <p:cNvSpPr/>
          <p:nvPr/>
        </p:nvSpPr>
        <p:spPr>
          <a:xfrm>
            <a:off x="5597914" y="3777717"/>
            <a:ext cx="3469417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send_message_for_param</a:t>
            </a:r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(param)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90561CFF-B6B6-6338-4270-336B2E8D37CE}"/>
              </a:ext>
            </a:extLst>
          </p:cNvPr>
          <p:cNvSpPr/>
          <p:nvPr/>
        </p:nvSpPr>
        <p:spPr>
          <a:xfrm>
            <a:off x="5591679" y="5784428"/>
            <a:ext cx="2746993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Priority Queue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PX4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636725-3DD6-ED3B-FB2D-849D54F9C258}"/>
              </a:ext>
            </a:extLst>
          </p:cNvPr>
          <p:cNvSpPr txBox="1"/>
          <p:nvPr/>
        </p:nvSpPr>
        <p:spPr>
          <a:xfrm>
            <a:off x="5513133" y="3421813"/>
            <a:ext cx="1533420" cy="95410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</a:t>
            </a:r>
            <a:r>
              <a:rPr lang="ko-KR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형식</a:t>
            </a:r>
            <a:endParaRPr lang="en-US" altLang="ko-KR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unit8 header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unit8 param1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unit8 ~~~~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91D1A57-C5DA-3B1F-2B92-FB13C3980344}"/>
              </a:ext>
            </a:extLst>
          </p:cNvPr>
          <p:cNvSpPr txBox="1"/>
          <p:nvPr/>
        </p:nvSpPr>
        <p:spPr>
          <a:xfrm>
            <a:off x="5842794" y="5577868"/>
            <a:ext cx="1807454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Field</a:t>
            </a:r>
            <a:r>
              <a:rPr lang="ko-KR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없음</a:t>
            </a:r>
            <a:endParaRPr lang="en-US" altLang="ko-KR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342276-DF0C-4477-C180-ED2119AA29CA}"/>
              </a:ext>
            </a:extLst>
          </p:cNvPr>
          <p:cNvSpPr txBox="1"/>
          <p:nvPr/>
        </p:nvSpPr>
        <p:spPr>
          <a:xfrm>
            <a:off x="3153406" y="5914380"/>
            <a:ext cx="2359727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실행 </a:t>
            </a:r>
            <a:r>
              <a:rPr lang="en-US" altLang="ko-K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반영이 되었는가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모른다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4645DE-572B-61B4-2E05-615661910B7F}"/>
              </a:ext>
            </a:extLst>
          </p:cNvPr>
          <p:cNvSpPr txBox="1"/>
          <p:nvPr/>
        </p:nvSpPr>
        <p:spPr>
          <a:xfrm>
            <a:off x="1071816" y="4718076"/>
            <a:ext cx="2359727" cy="5232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이후 과정에 </a:t>
            </a:r>
            <a:r>
              <a:rPr lang="en-US" altLang="ko-K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Field</a:t>
            </a:r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반영되지 않을 수 있음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D9022B-B598-E3DC-AD97-C5B84D086E41}"/>
              </a:ext>
            </a:extLst>
          </p:cNvPr>
          <p:cNvSpPr txBox="1"/>
          <p:nvPr/>
        </p:nvSpPr>
        <p:spPr>
          <a:xfrm>
            <a:off x="1898123" y="891191"/>
            <a:ext cx="1533420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ko-KR" altLang="en-US" sz="1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제어 관련 명령</a:t>
            </a:r>
            <a:endParaRPr lang="ko-KR" alt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DB0325-AE7D-F5F2-DEE8-677854A576CD}"/>
              </a:ext>
            </a:extLst>
          </p:cNvPr>
          <p:cNvSpPr txBox="1"/>
          <p:nvPr/>
        </p:nvSpPr>
        <p:spPr>
          <a:xfrm>
            <a:off x="3711060" y="891191"/>
            <a:ext cx="1533420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 </a:t>
            </a:r>
            <a:r>
              <a:rPr lang="ko-KR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설정</a:t>
            </a:r>
            <a:endParaRPr lang="ko-KR" alt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393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2" grpId="0" animBg="1"/>
      <p:bldP spid="4" grpId="0" animBg="1"/>
      <p:bldP spid="93" grpId="0" animBg="1"/>
      <p:bldP spid="2" grpId="0" animBg="1"/>
      <p:bldP spid="3" grpId="0" animBg="1"/>
      <p:bldP spid="5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5CB38-6F4B-DE52-F242-6ACFDBF55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CB26258E-5C71-8304-F2E6-798D8CC69E69}"/>
              </a:ext>
            </a:extLst>
          </p:cNvPr>
          <p:cNvSpPr txBox="1"/>
          <p:nvPr/>
        </p:nvSpPr>
        <p:spPr>
          <a:xfrm>
            <a:off x="203699" y="998257"/>
            <a:ext cx="10256635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service, command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과정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45FF8A92-88EE-1EA1-79C1-CED546E6EC33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13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24CFCDA-2AD8-3249-2A03-F58BB0947D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0F505879-CB1C-0D4F-0AB1-5E3CA23CBAF0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Priority Queue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구현 시도 </a:t>
            </a: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2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A0F94EE-E8F5-2447-95D5-68F2196A9D46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A473BE07-967C-59F6-D8BE-B35C6C5F10A9}"/>
              </a:ext>
            </a:extLst>
          </p:cNvPr>
          <p:cNvSpPr/>
          <p:nvPr/>
        </p:nvSpPr>
        <p:spPr>
          <a:xfrm>
            <a:off x="1805119" y="1547262"/>
            <a:ext cx="2364945" cy="70037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service call /</a:t>
            </a:r>
            <a:r>
              <a:rPr lang="en-US" altLang="ko-K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service_name</a:t>
            </a:r>
            <a:endParaRPr lang="ko-KR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7E52189-09AE-812D-61B7-4AD9480159A5}"/>
              </a:ext>
            </a:extLst>
          </p:cNvPr>
          <p:cNvSpPr/>
          <p:nvPr/>
        </p:nvSpPr>
        <p:spPr>
          <a:xfrm>
            <a:off x="2920467" y="2379033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 Callback</a:t>
            </a:r>
            <a:r>
              <a:rPr lang="ko-KR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함수 호출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15E322-B444-E3B5-C4FC-CBFF9A213537}"/>
              </a:ext>
            </a:extLst>
          </p:cNvPr>
          <p:cNvSpPr txBox="1"/>
          <p:nvPr/>
        </p:nvSpPr>
        <p:spPr>
          <a:xfrm>
            <a:off x="245429" y="149329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9EA555-15BA-2869-E4FD-F11032A760F7}"/>
              </a:ext>
            </a:extLst>
          </p:cNvPr>
          <p:cNvSpPr txBox="1"/>
          <p:nvPr/>
        </p:nvSpPr>
        <p:spPr>
          <a:xfrm>
            <a:off x="245429" y="2298808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CB59753-1C2E-775B-57DE-D286BEF1DCEB}"/>
              </a:ext>
            </a:extLst>
          </p:cNvPr>
          <p:cNvCxnSpPr>
            <a:cxnSpLocks/>
          </p:cNvCxnSpPr>
          <p:nvPr/>
        </p:nvCxnSpPr>
        <p:spPr>
          <a:xfrm flipH="1">
            <a:off x="245428" y="2941879"/>
            <a:ext cx="8464686" cy="23782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5F02615-BB47-A849-1369-F0E0492A7BBC}"/>
              </a:ext>
            </a:extLst>
          </p:cNvPr>
          <p:cNvSpPr txBox="1"/>
          <p:nvPr/>
        </p:nvSpPr>
        <p:spPr>
          <a:xfrm>
            <a:off x="245429" y="295166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57AB770-4F4B-BF2A-499B-29F8366DDDD1}"/>
              </a:ext>
            </a:extLst>
          </p:cNvPr>
          <p:cNvSpPr/>
          <p:nvPr/>
        </p:nvSpPr>
        <p:spPr>
          <a:xfrm>
            <a:off x="2908055" y="3071006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→ MAVLINK 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B2A1D69-981C-01DF-657A-E70882DC7D8A}"/>
              </a:ext>
            </a:extLst>
          </p:cNvPr>
          <p:cNvCxnSpPr>
            <a:cxnSpLocks/>
          </p:cNvCxnSpPr>
          <p:nvPr/>
        </p:nvCxnSpPr>
        <p:spPr>
          <a:xfrm flipH="1">
            <a:off x="245427" y="3634894"/>
            <a:ext cx="8476917" cy="35757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0AA2833-BF00-DEFC-F1A1-9DD1225F90E3}"/>
              </a:ext>
            </a:extLst>
          </p:cNvPr>
          <p:cNvSpPr txBox="1"/>
          <p:nvPr/>
        </p:nvSpPr>
        <p:spPr>
          <a:xfrm>
            <a:off x="245428" y="365665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2093441-8EAF-8118-18E8-C858F02A9BF1}"/>
              </a:ext>
            </a:extLst>
          </p:cNvPr>
          <p:cNvSpPr/>
          <p:nvPr/>
        </p:nvSpPr>
        <p:spPr>
          <a:xfrm>
            <a:off x="2908054" y="3775996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(command)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C266AECF-07F7-2B21-0277-913F80B135C2}"/>
              </a:ext>
            </a:extLst>
          </p:cNvPr>
          <p:cNvCxnSpPr>
            <a:cxnSpLocks/>
          </p:cNvCxnSpPr>
          <p:nvPr/>
        </p:nvCxnSpPr>
        <p:spPr>
          <a:xfrm flipH="1">
            <a:off x="245427" y="4992741"/>
            <a:ext cx="8464687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FFABF33-F101-AF6B-6E8E-7780B4BBF06D}"/>
              </a:ext>
            </a:extLst>
          </p:cNvPr>
          <p:cNvSpPr txBox="1"/>
          <p:nvPr/>
        </p:nvSpPr>
        <p:spPr>
          <a:xfrm>
            <a:off x="245428" y="4985388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B6E0C53-E8DF-5B8F-AA6D-58D2C6A5EA46}"/>
              </a:ext>
            </a:extLst>
          </p:cNvPr>
          <p:cNvSpPr/>
          <p:nvPr/>
        </p:nvSpPr>
        <p:spPr>
          <a:xfrm>
            <a:off x="2908054" y="5104729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→ MAVLINK 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7525E0AA-6939-B1DA-0D31-B27AF910C155}"/>
              </a:ext>
            </a:extLst>
          </p:cNvPr>
          <p:cNvCxnSpPr>
            <a:cxnSpLocks/>
          </p:cNvCxnSpPr>
          <p:nvPr/>
        </p:nvCxnSpPr>
        <p:spPr>
          <a:xfrm flipH="1">
            <a:off x="245427" y="5679084"/>
            <a:ext cx="8464687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1EF91D4-02E2-0DCE-0B9E-59E0C7AC59FC}"/>
              </a:ext>
            </a:extLst>
          </p:cNvPr>
          <p:cNvSpPr txBox="1"/>
          <p:nvPr/>
        </p:nvSpPr>
        <p:spPr>
          <a:xfrm>
            <a:off x="245428" y="5665088"/>
            <a:ext cx="140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D2AA963-C770-E514-0566-B038B0F30F18}"/>
              </a:ext>
            </a:extLst>
          </p:cNvPr>
          <p:cNvSpPr/>
          <p:nvPr/>
        </p:nvSpPr>
        <p:spPr>
          <a:xfrm>
            <a:off x="2908054" y="5784429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PX4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2174132-2277-2461-7324-852212FF30F9}"/>
              </a:ext>
            </a:extLst>
          </p:cNvPr>
          <p:cNvSpPr/>
          <p:nvPr/>
        </p:nvSpPr>
        <p:spPr>
          <a:xfrm>
            <a:off x="2908054" y="4394162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MAVLINK → ROS2 msg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사각형: 잘린 한쪽 모서리 43">
            <a:extLst>
              <a:ext uri="{FF2B5EF4-FFF2-40B4-BE49-F238E27FC236}">
                <a16:creationId xmlns:a16="http://schemas.microsoft.com/office/drawing/2014/main" id="{D45A2726-D03F-A58A-4529-83CA76F4D489}"/>
              </a:ext>
            </a:extLst>
          </p:cNvPr>
          <p:cNvSpPr/>
          <p:nvPr/>
        </p:nvSpPr>
        <p:spPr>
          <a:xfrm>
            <a:off x="4386147" y="1547262"/>
            <a:ext cx="2169504" cy="70037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topic pub 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topic_name</a:t>
            </a:r>
            <a:endParaRPr lang="ko-KR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4BFE56FB-4457-C0E4-721C-229936576FD6}"/>
              </a:ext>
            </a:extLst>
          </p:cNvPr>
          <p:cNvCxnSpPr>
            <a:cxnSpLocks/>
          </p:cNvCxnSpPr>
          <p:nvPr/>
        </p:nvCxnSpPr>
        <p:spPr>
          <a:xfrm flipH="1">
            <a:off x="257657" y="2302507"/>
            <a:ext cx="8464687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774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1FBD7-ACB3-330A-F79A-80BABE293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13B96433-12C4-7A5C-E751-1019B4ADE7AD}"/>
              </a:ext>
            </a:extLst>
          </p:cNvPr>
          <p:cNvSpPr txBox="1"/>
          <p:nvPr/>
        </p:nvSpPr>
        <p:spPr>
          <a:xfrm>
            <a:off x="203699" y="998257"/>
            <a:ext cx="10256635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service, command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과정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0589AC6F-08B9-7215-36AD-3DCB6E68D064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14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3477353-DD33-FBA1-99F0-9CD00461A3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05555FD0-8922-86DE-8D58-4A7A4C7D3BC4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Priority Queue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구현 시도 </a:t>
            </a: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2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AF80675-098D-A573-726F-5969C2EA0DEF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43F5896E-9A43-BB25-948F-408ABD8D4D37}"/>
              </a:ext>
            </a:extLst>
          </p:cNvPr>
          <p:cNvSpPr/>
          <p:nvPr/>
        </p:nvSpPr>
        <p:spPr>
          <a:xfrm>
            <a:off x="1805119" y="1547262"/>
            <a:ext cx="2364945" cy="70037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service call /</a:t>
            </a:r>
            <a:r>
              <a:rPr lang="en-US" altLang="ko-K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service_name</a:t>
            </a:r>
            <a:endParaRPr lang="ko-KR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0145CDF-4B89-3C25-EB6E-BA02CC14713A}"/>
              </a:ext>
            </a:extLst>
          </p:cNvPr>
          <p:cNvSpPr/>
          <p:nvPr/>
        </p:nvSpPr>
        <p:spPr>
          <a:xfrm>
            <a:off x="2920467" y="2379033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 Callback</a:t>
            </a:r>
            <a:r>
              <a:rPr lang="ko-KR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함수 호출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9CE595-45BB-CC95-5F7C-AE79FD84449B}"/>
              </a:ext>
            </a:extLst>
          </p:cNvPr>
          <p:cNvSpPr txBox="1"/>
          <p:nvPr/>
        </p:nvSpPr>
        <p:spPr>
          <a:xfrm>
            <a:off x="245429" y="149329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962443-FDD2-5937-1500-E24FCDA8C6C0}"/>
              </a:ext>
            </a:extLst>
          </p:cNvPr>
          <p:cNvSpPr txBox="1"/>
          <p:nvPr/>
        </p:nvSpPr>
        <p:spPr>
          <a:xfrm>
            <a:off x="245429" y="2298808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EB631F74-8DFD-1C13-8E59-D9D993C35A01}"/>
              </a:ext>
            </a:extLst>
          </p:cNvPr>
          <p:cNvCxnSpPr>
            <a:cxnSpLocks/>
          </p:cNvCxnSpPr>
          <p:nvPr/>
        </p:nvCxnSpPr>
        <p:spPr>
          <a:xfrm flipH="1">
            <a:off x="245428" y="2941879"/>
            <a:ext cx="8464686" cy="23782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CC31E0F-69AE-819F-930F-5A32DCFAFC62}"/>
              </a:ext>
            </a:extLst>
          </p:cNvPr>
          <p:cNvSpPr txBox="1"/>
          <p:nvPr/>
        </p:nvSpPr>
        <p:spPr>
          <a:xfrm>
            <a:off x="245429" y="295166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FF1059F-A370-2DA3-1820-09F677D4BA16}"/>
              </a:ext>
            </a:extLst>
          </p:cNvPr>
          <p:cNvSpPr/>
          <p:nvPr/>
        </p:nvSpPr>
        <p:spPr>
          <a:xfrm>
            <a:off x="2908055" y="3071006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→ MAVLINK 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8B8E72DE-36C8-4FD8-0E98-09566262AD21}"/>
              </a:ext>
            </a:extLst>
          </p:cNvPr>
          <p:cNvCxnSpPr>
            <a:cxnSpLocks/>
          </p:cNvCxnSpPr>
          <p:nvPr/>
        </p:nvCxnSpPr>
        <p:spPr>
          <a:xfrm flipH="1">
            <a:off x="245427" y="3634894"/>
            <a:ext cx="8476917" cy="35757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5C20BB3-F34D-DD8C-81CE-CF98D5AAF46B}"/>
              </a:ext>
            </a:extLst>
          </p:cNvPr>
          <p:cNvSpPr txBox="1"/>
          <p:nvPr/>
        </p:nvSpPr>
        <p:spPr>
          <a:xfrm>
            <a:off x="245428" y="365665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795C3C2-FFCD-03E3-9E64-CC98D5B79418}"/>
              </a:ext>
            </a:extLst>
          </p:cNvPr>
          <p:cNvSpPr/>
          <p:nvPr/>
        </p:nvSpPr>
        <p:spPr>
          <a:xfrm>
            <a:off x="2908054" y="3775996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(command)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332DE38-1836-C18F-DF95-8ADE428442E7}"/>
              </a:ext>
            </a:extLst>
          </p:cNvPr>
          <p:cNvCxnSpPr>
            <a:cxnSpLocks/>
          </p:cNvCxnSpPr>
          <p:nvPr/>
        </p:nvCxnSpPr>
        <p:spPr>
          <a:xfrm flipH="1">
            <a:off x="245427" y="5485104"/>
            <a:ext cx="8464687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E7422DB-58D0-23A4-93D9-3773EA53D64E}"/>
              </a:ext>
            </a:extLst>
          </p:cNvPr>
          <p:cNvSpPr txBox="1"/>
          <p:nvPr/>
        </p:nvSpPr>
        <p:spPr>
          <a:xfrm>
            <a:off x="245428" y="5477751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DC2ECD2-3433-6914-FD63-27CF7C849CE6}"/>
              </a:ext>
            </a:extLst>
          </p:cNvPr>
          <p:cNvSpPr/>
          <p:nvPr/>
        </p:nvSpPr>
        <p:spPr>
          <a:xfrm>
            <a:off x="2908054" y="5597092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→ MAVLINK 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755BD53-EF73-BFE3-D1CE-63BA839AD793}"/>
              </a:ext>
            </a:extLst>
          </p:cNvPr>
          <p:cNvCxnSpPr>
            <a:cxnSpLocks/>
          </p:cNvCxnSpPr>
          <p:nvPr/>
        </p:nvCxnSpPr>
        <p:spPr>
          <a:xfrm flipH="1">
            <a:off x="245427" y="6171447"/>
            <a:ext cx="8464687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74B9C0D-647E-B15B-D7C1-19B2CF08588C}"/>
              </a:ext>
            </a:extLst>
          </p:cNvPr>
          <p:cNvSpPr txBox="1"/>
          <p:nvPr/>
        </p:nvSpPr>
        <p:spPr>
          <a:xfrm>
            <a:off x="245428" y="6157451"/>
            <a:ext cx="140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C0F07F0-6CEE-C967-3EA3-7300775DF12B}"/>
              </a:ext>
            </a:extLst>
          </p:cNvPr>
          <p:cNvSpPr/>
          <p:nvPr/>
        </p:nvSpPr>
        <p:spPr>
          <a:xfrm>
            <a:off x="2908054" y="6276792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PX4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33DF3D6-926F-EEC8-B33D-6707E4A929D8}"/>
              </a:ext>
            </a:extLst>
          </p:cNvPr>
          <p:cNvSpPr/>
          <p:nvPr/>
        </p:nvSpPr>
        <p:spPr>
          <a:xfrm>
            <a:off x="2908054" y="4886525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MAVLINK → ROS2 msg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사각형: 잘린 한쪽 모서리 43">
            <a:extLst>
              <a:ext uri="{FF2B5EF4-FFF2-40B4-BE49-F238E27FC236}">
                <a16:creationId xmlns:a16="http://schemas.microsoft.com/office/drawing/2014/main" id="{80DCBE7C-CE1B-C9CF-89EB-C9128EF581DC}"/>
              </a:ext>
            </a:extLst>
          </p:cNvPr>
          <p:cNvSpPr/>
          <p:nvPr/>
        </p:nvSpPr>
        <p:spPr>
          <a:xfrm>
            <a:off x="4386147" y="1547262"/>
            <a:ext cx="2169504" cy="70037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topic pub 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topic_name</a:t>
            </a:r>
            <a:endParaRPr lang="ko-KR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EDF83DFF-B3D7-A6DE-27F0-F53E854BBF00}"/>
              </a:ext>
            </a:extLst>
          </p:cNvPr>
          <p:cNvCxnSpPr>
            <a:cxnSpLocks/>
          </p:cNvCxnSpPr>
          <p:nvPr/>
        </p:nvCxnSpPr>
        <p:spPr>
          <a:xfrm flipH="1">
            <a:off x="257657" y="2302507"/>
            <a:ext cx="8464687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2F48A1CE-7B21-D21F-51DB-CFC567A60BCB}"/>
              </a:ext>
            </a:extLst>
          </p:cNvPr>
          <p:cNvSpPr/>
          <p:nvPr/>
        </p:nvSpPr>
        <p:spPr>
          <a:xfrm>
            <a:off x="2080009" y="4331260"/>
            <a:ext cx="3582509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msg Buffer: Priority Queue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531C90-418E-72B4-B291-422B0462960B}"/>
              </a:ext>
            </a:extLst>
          </p:cNvPr>
          <p:cNvSpPr txBox="1"/>
          <p:nvPr/>
        </p:nvSpPr>
        <p:spPr>
          <a:xfrm>
            <a:off x="453263" y="4411454"/>
            <a:ext cx="1533420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</a:t>
            </a:r>
            <a:r>
              <a:rPr lang="ko-KR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처리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02813F-4123-C0BA-433A-C6C1C3A2C0AC}"/>
              </a:ext>
            </a:extLst>
          </p:cNvPr>
          <p:cNvSpPr txBox="1"/>
          <p:nvPr/>
        </p:nvSpPr>
        <p:spPr>
          <a:xfrm>
            <a:off x="1313299" y="3891039"/>
            <a:ext cx="1533420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r>
              <a:rPr lang="ko-KR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부여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763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E6532-531E-9F06-1E28-062203FC7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6D4C5ACF-46C6-F295-7DF9-3909090C4F7A}"/>
              </a:ext>
            </a:extLst>
          </p:cNvPr>
          <p:cNvSpPr txBox="1"/>
          <p:nvPr/>
        </p:nvSpPr>
        <p:spPr>
          <a:xfrm>
            <a:off x="203699" y="998257"/>
            <a:ext cx="10256635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service, command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과정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E124CB2A-58A1-AD3A-B4ED-088072399E4A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15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4578F50-3C88-97C8-7B9A-191AB8562B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F2C11121-3B97-4B6A-FCAA-109FA5BF8904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Priority Queue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구현 시도 </a:t>
            </a: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2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07DDE49-1F97-DF8C-FBCC-1352DC3383D5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CA659B-AA0D-06D4-6235-BBB66031CA1D}"/>
              </a:ext>
            </a:extLst>
          </p:cNvPr>
          <p:cNvSpPr txBox="1"/>
          <p:nvPr/>
        </p:nvSpPr>
        <p:spPr>
          <a:xfrm>
            <a:off x="245429" y="149329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B020A6-2970-013D-A96C-D950D9373F30}"/>
              </a:ext>
            </a:extLst>
          </p:cNvPr>
          <p:cNvSpPr txBox="1"/>
          <p:nvPr/>
        </p:nvSpPr>
        <p:spPr>
          <a:xfrm>
            <a:off x="245429" y="2298808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E9CB93E5-532A-BCAD-F7C2-56649B9515B2}"/>
              </a:ext>
            </a:extLst>
          </p:cNvPr>
          <p:cNvCxnSpPr>
            <a:cxnSpLocks/>
          </p:cNvCxnSpPr>
          <p:nvPr/>
        </p:nvCxnSpPr>
        <p:spPr>
          <a:xfrm flipH="1">
            <a:off x="245428" y="2941879"/>
            <a:ext cx="8464686" cy="23782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BC3CC99-75A5-3A36-FAB2-996908BF39C7}"/>
              </a:ext>
            </a:extLst>
          </p:cNvPr>
          <p:cNvSpPr txBox="1"/>
          <p:nvPr/>
        </p:nvSpPr>
        <p:spPr>
          <a:xfrm>
            <a:off x="245429" y="295166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B939708-D2BB-E432-45A1-C3944E8B54F2}"/>
              </a:ext>
            </a:extLst>
          </p:cNvPr>
          <p:cNvCxnSpPr>
            <a:cxnSpLocks/>
          </p:cNvCxnSpPr>
          <p:nvPr/>
        </p:nvCxnSpPr>
        <p:spPr>
          <a:xfrm flipH="1">
            <a:off x="245427" y="3667154"/>
            <a:ext cx="8535605" cy="3497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B5EFFA4-5717-72F4-15AC-CB1BFB623784}"/>
              </a:ext>
            </a:extLst>
          </p:cNvPr>
          <p:cNvSpPr txBox="1"/>
          <p:nvPr/>
        </p:nvSpPr>
        <p:spPr>
          <a:xfrm>
            <a:off x="245428" y="365665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09987CE-E141-2871-6EB7-5990DD15984E}"/>
              </a:ext>
            </a:extLst>
          </p:cNvPr>
          <p:cNvCxnSpPr>
            <a:cxnSpLocks/>
          </p:cNvCxnSpPr>
          <p:nvPr/>
        </p:nvCxnSpPr>
        <p:spPr>
          <a:xfrm flipH="1">
            <a:off x="245427" y="5485104"/>
            <a:ext cx="8464687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64CA13B-6BF6-671B-EB84-FE53AE83B816}"/>
              </a:ext>
            </a:extLst>
          </p:cNvPr>
          <p:cNvSpPr txBox="1"/>
          <p:nvPr/>
        </p:nvSpPr>
        <p:spPr>
          <a:xfrm>
            <a:off x="245428" y="5477751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B6D57DEE-2ABD-D178-9D66-C1A3BFDB99FB}"/>
              </a:ext>
            </a:extLst>
          </p:cNvPr>
          <p:cNvCxnSpPr>
            <a:cxnSpLocks/>
          </p:cNvCxnSpPr>
          <p:nvPr/>
        </p:nvCxnSpPr>
        <p:spPr>
          <a:xfrm flipH="1">
            <a:off x="245427" y="6171447"/>
            <a:ext cx="8464687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AB94A3C-DB81-61FC-7F0A-6283D891FFF2}"/>
              </a:ext>
            </a:extLst>
          </p:cNvPr>
          <p:cNvSpPr txBox="1"/>
          <p:nvPr/>
        </p:nvSpPr>
        <p:spPr>
          <a:xfrm>
            <a:off x="245428" y="6157451"/>
            <a:ext cx="140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A0A0DDA-AE15-ECA4-5358-5DDE26947038}"/>
              </a:ext>
            </a:extLst>
          </p:cNvPr>
          <p:cNvSpPr/>
          <p:nvPr/>
        </p:nvSpPr>
        <p:spPr>
          <a:xfrm>
            <a:off x="4114618" y="6517605"/>
            <a:ext cx="2128806" cy="23022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PX4</a:t>
            </a: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3819AB00-6740-D208-220F-66B4A61E664C}"/>
              </a:ext>
            </a:extLst>
          </p:cNvPr>
          <p:cNvCxnSpPr>
            <a:cxnSpLocks/>
          </p:cNvCxnSpPr>
          <p:nvPr/>
        </p:nvCxnSpPr>
        <p:spPr>
          <a:xfrm flipH="1">
            <a:off x="257657" y="2302507"/>
            <a:ext cx="8464687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1ADA0B5-FC03-040F-F17F-60D609398646}"/>
              </a:ext>
            </a:extLst>
          </p:cNvPr>
          <p:cNvSpPr/>
          <p:nvPr/>
        </p:nvSpPr>
        <p:spPr>
          <a:xfrm>
            <a:off x="2112960" y="1709722"/>
            <a:ext cx="1028264" cy="3733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801FC74-89DC-D74A-878B-2A0705AB4E33}"/>
              </a:ext>
            </a:extLst>
          </p:cNvPr>
          <p:cNvSpPr/>
          <p:nvPr/>
        </p:nvSpPr>
        <p:spPr>
          <a:xfrm>
            <a:off x="3793822" y="1709722"/>
            <a:ext cx="1028264" cy="3733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2B2ED13-1577-22BF-439F-5F23FFC527C2}"/>
              </a:ext>
            </a:extLst>
          </p:cNvPr>
          <p:cNvSpPr/>
          <p:nvPr/>
        </p:nvSpPr>
        <p:spPr>
          <a:xfrm>
            <a:off x="5474684" y="1709722"/>
            <a:ext cx="1028264" cy="3733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37CB8A9-39DF-3D4F-48A8-B746ECDE7F9F}"/>
              </a:ext>
            </a:extLst>
          </p:cNvPr>
          <p:cNvSpPr/>
          <p:nvPr/>
        </p:nvSpPr>
        <p:spPr>
          <a:xfrm>
            <a:off x="7155545" y="1709722"/>
            <a:ext cx="1028264" cy="37332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09952D3-229A-5ABE-04EF-17D8A289401F}"/>
              </a:ext>
            </a:extLst>
          </p:cNvPr>
          <p:cNvSpPr/>
          <p:nvPr/>
        </p:nvSpPr>
        <p:spPr>
          <a:xfrm>
            <a:off x="1897054" y="2438840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847793C-1D35-8793-BD78-61BDA543D95B}"/>
              </a:ext>
            </a:extLst>
          </p:cNvPr>
          <p:cNvSpPr/>
          <p:nvPr/>
        </p:nvSpPr>
        <p:spPr>
          <a:xfrm>
            <a:off x="6939639" y="2438840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EE197CD-A1A1-05C9-3755-B56BB09CAAA7}"/>
              </a:ext>
            </a:extLst>
          </p:cNvPr>
          <p:cNvSpPr/>
          <p:nvPr/>
        </p:nvSpPr>
        <p:spPr>
          <a:xfrm>
            <a:off x="3577916" y="2438840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8DACA1B-5F09-1E2A-2C9C-CBB3648D677B}"/>
              </a:ext>
            </a:extLst>
          </p:cNvPr>
          <p:cNvSpPr/>
          <p:nvPr/>
        </p:nvSpPr>
        <p:spPr>
          <a:xfrm>
            <a:off x="5258778" y="2438840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9E4E0468-7CF9-6E1C-FE12-2466766DB2D9}"/>
              </a:ext>
            </a:extLst>
          </p:cNvPr>
          <p:cNvCxnSpPr>
            <a:stCxn id="3" idx="2"/>
            <a:endCxn id="8" idx="0"/>
          </p:cNvCxnSpPr>
          <p:nvPr/>
        </p:nvCxnSpPr>
        <p:spPr>
          <a:xfrm>
            <a:off x="2627092" y="2083044"/>
            <a:ext cx="1" cy="3557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9867647B-6D81-A43F-6487-E6CD0E4D4C70}"/>
              </a:ext>
            </a:extLst>
          </p:cNvPr>
          <p:cNvCxnSpPr>
            <a:stCxn id="4" idx="2"/>
            <a:endCxn id="14" idx="0"/>
          </p:cNvCxnSpPr>
          <p:nvPr/>
        </p:nvCxnSpPr>
        <p:spPr>
          <a:xfrm>
            <a:off x="4307954" y="2083044"/>
            <a:ext cx="1" cy="355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40656048-8DE8-3A89-0B09-EEA39B8FF24A}"/>
              </a:ext>
            </a:extLst>
          </p:cNvPr>
          <p:cNvCxnSpPr>
            <a:stCxn id="5" idx="2"/>
            <a:endCxn id="16" idx="0"/>
          </p:cNvCxnSpPr>
          <p:nvPr/>
        </p:nvCxnSpPr>
        <p:spPr>
          <a:xfrm>
            <a:off x="5988816" y="2083044"/>
            <a:ext cx="1" cy="355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7BD7BE9F-F913-1421-5FF1-BEA911E94FB1}"/>
              </a:ext>
            </a:extLst>
          </p:cNvPr>
          <p:cNvCxnSpPr>
            <a:stCxn id="7" idx="2"/>
            <a:endCxn id="13" idx="0"/>
          </p:cNvCxnSpPr>
          <p:nvPr/>
        </p:nvCxnSpPr>
        <p:spPr>
          <a:xfrm>
            <a:off x="7669677" y="2083044"/>
            <a:ext cx="1" cy="355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12AC68CE-63B3-9C14-751C-1A35CDD7709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2627093" y="2812162"/>
            <a:ext cx="4723" cy="879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CDC3A86B-4498-09F0-2D6C-8E90833B9D6E}"/>
              </a:ext>
            </a:extLst>
          </p:cNvPr>
          <p:cNvCxnSpPr>
            <a:cxnSpLocks/>
            <a:stCxn id="14" idx="2"/>
            <a:endCxn id="18" idx="0"/>
          </p:cNvCxnSpPr>
          <p:nvPr/>
        </p:nvCxnSpPr>
        <p:spPr>
          <a:xfrm>
            <a:off x="4307955" y="2812162"/>
            <a:ext cx="9445" cy="879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8D759D74-E1D3-AC6D-6013-A63090024BF9}"/>
              </a:ext>
            </a:extLst>
          </p:cNvPr>
          <p:cNvCxnSpPr>
            <a:cxnSpLocks/>
            <a:stCxn id="13" idx="2"/>
            <a:endCxn id="20" idx="0"/>
          </p:cNvCxnSpPr>
          <p:nvPr/>
        </p:nvCxnSpPr>
        <p:spPr>
          <a:xfrm>
            <a:off x="7669678" y="2812162"/>
            <a:ext cx="18892" cy="879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0B0D4A3B-4CD3-1EE1-B40F-B759F90B2CDD}"/>
              </a:ext>
            </a:extLst>
          </p:cNvPr>
          <p:cNvCxnSpPr>
            <a:cxnSpLocks/>
            <a:stCxn id="16" idx="2"/>
            <a:endCxn id="19" idx="0"/>
          </p:cNvCxnSpPr>
          <p:nvPr/>
        </p:nvCxnSpPr>
        <p:spPr>
          <a:xfrm>
            <a:off x="5988817" y="2812162"/>
            <a:ext cx="14167" cy="879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759BA573-A218-E060-AD90-9D5C677ECC9D}"/>
              </a:ext>
            </a:extLst>
          </p:cNvPr>
          <p:cNvSpPr/>
          <p:nvPr/>
        </p:nvSpPr>
        <p:spPr>
          <a:xfrm>
            <a:off x="1897054" y="3692030"/>
            <a:ext cx="1469524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2F780B4-BC3A-CDD5-D16C-5F2AD5FA33B9}"/>
              </a:ext>
            </a:extLst>
          </p:cNvPr>
          <p:cNvSpPr/>
          <p:nvPr/>
        </p:nvSpPr>
        <p:spPr>
          <a:xfrm>
            <a:off x="3582638" y="3692030"/>
            <a:ext cx="1469524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B2ECA41-A000-C681-A2D5-4ABD45D76621}"/>
              </a:ext>
            </a:extLst>
          </p:cNvPr>
          <p:cNvSpPr/>
          <p:nvPr/>
        </p:nvSpPr>
        <p:spPr>
          <a:xfrm>
            <a:off x="5268222" y="3692030"/>
            <a:ext cx="1469524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2D28DFA-7008-575A-4185-1F5433F4C771}"/>
              </a:ext>
            </a:extLst>
          </p:cNvPr>
          <p:cNvSpPr/>
          <p:nvPr/>
        </p:nvSpPr>
        <p:spPr>
          <a:xfrm>
            <a:off x="6953808" y="3692030"/>
            <a:ext cx="1469524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A075964-9554-84B2-7321-90233504AE1E}"/>
              </a:ext>
            </a:extLst>
          </p:cNvPr>
          <p:cNvSpPr/>
          <p:nvPr/>
        </p:nvSpPr>
        <p:spPr>
          <a:xfrm>
            <a:off x="1897054" y="5575684"/>
            <a:ext cx="1469524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79DA0DD-91DF-D40F-E632-C35DD369F3A2}"/>
              </a:ext>
            </a:extLst>
          </p:cNvPr>
          <p:cNvSpPr/>
          <p:nvPr/>
        </p:nvSpPr>
        <p:spPr>
          <a:xfrm>
            <a:off x="3582638" y="5575684"/>
            <a:ext cx="1469524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127FEDD-6025-F5EE-735D-36883A0E983D}"/>
              </a:ext>
            </a:extLst>
          </p:cNvPr>
          <p:cNvSpPr/>
          <p:nvPr/>
        </p:nvSpPr>
        <p:spPr>
          <a:xfrm>
            <a:off x="5267485" y="5575684"/>
            <a:ext cx="1469524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EC1E0E8-6867-B65A-3D28-5B49172E4E1D}"/>
              </a:ext>
            </a:extLst>
          </p:cNvPr>
          <p:cNvSpPr/>
          <p:nvPr/>
        </p:nvSpPr>
        <p:spPr>
          <a:xfrm>
            <a:off x="6948346" y="5575684"/>
            <a:ext cx="1469524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F7DD71E-4D22-8962-5107-81427B23ED56}"/>
              </a:ext>
            </a:extLst>
          </p:cNvPr>
          <p:cNvCxnSpPr>
            <a:cxnSpLocks/>
          </p:cNvCxnSpPr>
          <p:nvPr/>
        </p:nvCxnSpPr>
        <p:spPr>
          <a:xfrm>
            <a:off x="2681520" y="6085716"/>
            <a:ext cx="2547205" cy="444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AF9C50D7-3DF5-20CC-AF7A-543AFE3488DB}"/>
              </a:ext>
            </a:extLst>
          </p:cNvPr>
          <p:cNvCxnSpPr>
            <a:stCxn id="29" idx="2"/>
            <a:endCxn id="37" idx="0"/>
          </p:cNvCxnSpPr>
          <p:nvPr/>
        </p:nvCxnSpPr>
        <p:spPr>
          <a:xfrm>
            <a:off x="4317400" y="6073513"/>
            <a:ext cx="861621" cy="444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444B1198-0E35-5E6C-7AAF-37E9B7350FFA}"/>
              </a:ext>
            </a:extLst>
          </p:cNvPr>
          <p:cNvCxnSpPr>
            <a:stCxn id="33" idx="2"/>
            <a:endCxn id="37" idx="0"/>
          </p:cNvCxnSpPr>
          <p:nvPr/>
        </p:nvCxnSpPr>
        <p:spPr>
          <a:xfrm flipH="1">
            <a:off x="5179021" y="6073513"/>
            <a:ext cx="823226" cy="444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E073BFD3-3546-0198-83C5-62635E1B826F}"/>
              </a:ext>
            </a:extLst>
          </p:cNvPr>
          <p:cNvCxnSpPr>
            <a:stCxn id="38" idx="2"/>
            <a:endCxn id="37" idx="0"/>
          </p:cNvCxnSpPr>
          <p:nvPr/>
        </p:nvCxnSpPr>
        <p:spPr>
          <a:xfrm flipH="1">
            <a:off x="5179021" y="6073513"/>
            <a:ext cx="2504087" cy="444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5DDA71B-FAF8-DA39-33DC-61B93D9E5B66}"/>
              </a:ext>
            </a:extLst>
          </p:cNvPr>
          <p:cNvSpPr txBox="1"/>
          <p:nvPr/>
        </p:nvSpPr>
        <p:spPr>
          <a:xfrm>
            <a:off x="4410970" y="4715670"/>
            <a:ext cx="1536101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ko-KR" altLang="en-US" sz="1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개별적으로 처리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B0079BA-3E55-2F8C-565A-E4168A9EC49E}"/>
              </a:ext>
            </a:extLst>
          </p:cNvPr>
          <p:cNvSpPr txBox="1"/>
          <p:nvPr/>
        </p:nvSpPr>
        <p:spPr>
          <a:xfrm>
            <a:off x="6162909" y="6307762"/>
            <a:ext cx="2618123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최종 </a:t>
            </a:r>
            <a:r>
              <a:rPr lang="en-US" altLang="ko-K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에서 명령이 모인다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2BECA2FB-AD0B-5339-61B4-36AAC7FBA701}"/>
              </a:ext>
            </a:extLst>
          </p:cNvPr>
          <p:cNvCxnSpPr>
            <a:stCxn id="9" idx="2"/>
            <a:endCxn id="26" idx="0"/>
          </p:cNvCxnSpPr>
          <p:nvPr/>
        </p:nvCxnSpPr>
        <p:spPr>
          <a:xfrm>
            <a:off x="2631816" y="4189859"/>
            <a:ext cx="0" cy="1385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C7B0E320-B240-0431-7867-D1DC31F121AC}"/>
              </a:ext>
            </a:extLst>
          </p:cNvPr>
          <p:cNvCxnSpPr>
            <a:stCxn id="18" idx="2"/>
            <a:endCxn id="29" idx="0"/>
          </p:cNvCxnSpPr>
          <p:nvPr/>
        </p:nvCxnSpPr>
        <p:spPr>
          <a:xfrm>
            <a:off x="4317400" y="4189859"/>
            <a:ext cx="0" cy="1385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74B380BE-BF0B-21C4-A890-CCFAB6ED27E8}"/>
              </a:ext>
            </a:extLst>
          </p:cNvPr>
          <p:cNvCxnSpPr>
            <a:stCxn id="19" idx="2"/>
            <a:endCxn id="33" idx="0"/>
          </p:cNvCxnSpPr>
          <p:nvPr/>
        </p:nvCxnSpPr>
        <p:spPr>
          <a:xfrm flipH="1">
            <a:off x="6002247" y="4189859"/>
            <a:ext cx="737" cy="1385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CD1B0635-FD5A-4C32-FE38-5040CB0C4382}"/>
              </a:ext>
            </a:extLst>
          </p:cNvPr>
          <p:cNvCxnSpPr>
            <a:stCxn id="20" idx="2"/>
            <a:endCxn id="38" idx="0"/>
          </p:cNvCxnSpPr>
          <p:nvPr/>
        </p:nvCxnSpPr>
        <p:spPr>
          <a:xfrm flipH="1">
            <a:off x="7683108" y="4189859"/>
            <a:ext cx="5462" cy="1385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447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95AA0-3363-10C3-C8AE-23A9E5223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8AD2008C-902C-6BF5-13F0-603E9E3FAC28}"/>
              </a:ext>
            </a:extLst>
          </p:cNvPr>
          <p:cNvSpPr txBox="1"/>
          <p:nvPr/>
        </p:nvSpPr>
        <p:spPr>
          <a:xfrm>
            <a:off x="203699" y="998257"/>
            <a:ext cx="10256635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service, command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과정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CBA88DAF-487E-E07E-09F6-7F9D4AED4532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16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26C02CA-1337-0AA3-F0E2-4BB4EB0E53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241E4442-AB7C-9D49-4D01-2261EF125460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Priority Queue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구현 시도 </a:t>
            </a: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2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A362DA2-6303-A83B-4165-9F8C76EC1F01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F3711C-071C-9798-F257-4268F9AAF2B4}"/>
              </a:ext>
            </a:extLst>
          </p:cNvPr>
          <p:cNvSpPr txBox="1"/>
          <p:nvPr/>
        </p:nvSpPr>
        <p:spPr>
          <a:xfrm>
            <a:off x="245429" y="149329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FF8155-1E33-FAC6-4BA4-D269CFD19D5A}"/>
              </a:ext>
            </a:extLst>
          </p:cNvPr>
          <p:cNvSpPr txBox="1"/>
          <p:nvPr/>
        </p:nvSpPr>
        <p:spPr>
          <a:xfrm>
            <a:off x="245429" y="2298808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A56010BA-DBEA-7E7B-6F38-B34342D269B9}"/>
              </a:ext>
            </a:extLst>
          </p:cNvPr>
          <p:cNvCxnSpPr>
            <a:cxnSpLocks/>
          </p:cNvCxnSpPr>
          <p:nvPr/>
        </p:nvCxnSpPr>
        <p:spPr>
          <a:xfrm flipH="1">
            <a:off x="245428" y="2941879"/>
            <a:ext cx="8464686" cy="23782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A58CC1E-3BCF-A19E-FDD8-EA3B09007C97}"/>
              </a:ext>
            </a:extLst>
          </p:cNvPr>
          <p:cNvSpPr txBox="1"/>
          <p:nvPr/>
        </p:nvSpPr>
        <p:spPr>
          <a:xfrm>
            <a:off x="245429" y="295166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18C851F-6C99-9865-7346-E66B327BAC1A}"/>
              </a:ext>
            </a:extLst>
          </p:cNvPr>
          <p:cNvCxnSpPr>
            <a:cxnSpLocks/>
          </p:cNvCxnSpPr>
          <p:nvPr/>
        </p:nvCxnSpPr>
        <p:spPr>
          <a:xfrm flipH="1">
            <a:off x="245427" y="3667154"/>
            <a:ext cx="8535605" cy="3497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C03D4A7-6971-82E1-4133-FD418D015FA7}"/>
              </a:ext>
            </a:extLst>
          </p:cNvPr>
          <p:cNvSpPr txBox="1"/>
          <p:nvPr/>
        </p:nvSpPr>
        <p:spPr>
          <a:xfrm>
            <a:off x="245428" y="365665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439F2AA6-DC28-AE21-AEAD-F264A83AD13F}"/>
              </a:ext>
            </a:extLst>
          </p:cNvPr>
          <p:cNvCxnSpPr>
            <a:cxnSpLocks/>
          </p:cNvCxnSpPr>
          <p:nvPr/>
        </p:nvCxnSpPr>
        <p:spPr>
          <a:xfrm flipH="1">
            <a:off x="245427" y="5485104"/>
            <a:ext cx="8464687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273994B-C66C-01B9-4315-9BA81178A71B}"/>
              </a:ext>
            </a:extLst>
          </p:cNvPr>
          <p:cNvSpPr txBox="1"/>
          <p:nvPr/>
        </p:nvSpPr>
        <p:spPr>
          <a:xfrm>
            <a:off x="245428" y="5477751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FAF50E26-C06A-136B-E478-DB93F7C1DECF}"/>
              </a:ext>
            </a:extLst>
          </p:cNvPr>
          <p:cNvCxnSpPr>
            <a:cxnSpLocks/>
          </p:cNvCxnSpPr>
          <p:nvPr/>
        </p:nvCxnSpPr>
        <p:spPr>
          <a:xfrm flipH="1">
            <a:off x="245427" y="6171447"/>
            <a:ext cx="8464687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1CCF12C-C2C1-F5B4-E2D8-7932B2621C96}"/>
              </a:ext>
            </a:extLst>
          </p:cNvPr>
          <p:cNvSpPr txBox="1"/>
          <p:nvPr/>
        </p:nvSpPr>
        <p:spPr>
          <a:xfrm>
            <a:off x="245428" y="6157451"/>
            <a:ext cx="140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C57718A-3793-934F-665B-DC8E98D186DE}"/>
              </a:ext>
            </a:extLst>
          </p:cNvPr>
          <p:cNvSpPr/>
          <p:nvPr/>
        </p:nvSpPr>
        <p:spPr>
          <a:xfrm>
            <a:off x="4114618" y="6517605"/>
            <a:ext cx="2128806" cy="23022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PX4</a:t>
            </a: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E3741110-EC5D-C2ED-6E3D-67BA461EDD52}"/>
              </a:ext>
            </a:extLst>
          </p:cNvPr>
          <p:cNvCxnSpPr>
            <a:cxnSpLocks/>
          </p:cNvCxnSpPr>
          <p:nvPr/>
        </p:nvCxnSpPr>
        <p:spPr>
          <a:xfrm flipH="1">
            <a:off x="257657" y="2302507"/>
            <a:ext cx="8464687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9B0FD0E-8B40-BE97-234D-BC4690299F15}"/>
              </a:ext>
            </a:extLst>
          </p:cNvPr>
          <p:cNvSpPr/>
          <p:nvPr/>
        </p:nvSpPr>
        <p:spPr>
          <a:xfrm>
            <a:off x="2112960" y="1709722"/>
            <a:ext cx="1028264" cy="3733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4086E28-4FE4-6FC1-1A5A-D0E0F4632E17}"/>
              </a:ext>
            </a:extLst>
          </p:cNvPr>
          <p:cNvSpPr/>
          <p:nvPr/>
        </p:nvSpPr>
        <p:spPr>
          <a:xfrm>
            <a:off x="3793822" y="1709722"/>
            <a:ext cx="1028264" cy="3733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D9640C1-691F-E36D-9112-77E1B72EF84D}"/>
              </a:ext>
            </a:extLst>
          </p:cNvPr>
          <p:cNvSpPr/>
          <p:nvPr/>
        </p:nvSpPr>
        <p:spPr>
          <a:xfrm>
            <a:off x="5474684" y="1709722"/>
            <a:ext cx="1028264" cy="3733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89425CD-F48D-834C-45EC-FCBB7E79FAD4}"/>
              </a:ext>
            </a:extLst>
          </p:cNvPr>
          <p:cNvSpPr/>
          <p:nvPr/>
        </p:nvSpPr>
        <p:spPr>
          <a:xfrm>
            <a:off x="7155545" y="1709722"/>
            <a:ext cx="1028264" cy="37332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8D76B25-662C-9BCE-699D-92B85BFB94F3}"/>
              </a:ext>
            </a:extLst>
          </p:cNvPr>
          <p:cNvSpPr/>
          <p:nvPr/>
        </p:nvSpPr>
        <p:spPr>
          <a:xfrm>
            <a:off x="1897054" y="2438840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DE17708-B712-865A-CBBE-C2588843D436}"/>
              </a:ext>
            </a:extLst>
          </p:cNvPr>
          <p:cNvSpPr/>
          <p:nvPr/>
        </p:nvSpPr>
        <p:spPr>
          <a:xfrm>
            <a:off x="6939639" y="2438840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D6D6E5C-AAF0-FF07-ADE3-62B4B4C3AB04}"/>
              </a:ext>
            </a:extLst>
          </p:cNvPr>
          <p:cNvSpPr/>
          <p:nvPr/>
        </p:nvSpPr>
        <p:spPr>
          <a:xfrm>
            <a:off x="3577916" y="2438840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4A8712D-0B6B-E3B4-4ED2-ECCE54384628}"/>
              </a:ext>
            </a:extLst>
          </p:cNvPr>
          <p:cNvSpPr/>
          <p:nvPr/>
        </p:nvSpPr>
        <p:spPr>
          <a:xfrm>
            <a:off x="5258778" y="2438840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4005570-B203-E599-32BC-B25108EB663C}"/>
              </a:ext>
            </a:extLst>
          </p:cNvPr>
          <p:cNvCxnSpPr>
            <a:stCxn id="3" idx="2"/>
            <a:endCxn id="8" idx="0"/>
          </p:cNvCxnSpPr>
          <p:nvPr/>
        </p:nvCxnSpPr>
        <p:spPr>
          <a:xfrm>
            <a:off x="2627092" y="2083044"/>
            <a:ext cx="1" cy="3557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E019634F-868E-8CBD-088A-7961B90A56EC}"/>
              </a:ext>
            </a:extLst>
          </p:cNvPr>
          <p:cNvCxnSpPr>
            <a:stCxn id="4" idx="2"/>
            <a:endCxn id="14" idx="0"/>
          </p:cNvCxnSpPr>
          <p:nvPr/>
        </p:nvCxnSpPr>
        <p:spPr>
          <a:xfrm>
            <a:off x="4307954" y="2083044"/>
            <a:ext cx="1" cy="355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F4F3113B-3A15-D469-739D-2C314E409E7C}"/>
              </a:ext>
            </a:extLst>
          </p:cNvPr>
          <p:cNvCxnSpPr>
            <a:stCxn id="5" idx="2"/>
            <a:endCxn id="16" idx="0"/>
          </p:cNvCxnSpPr>
          <p:nvPr/>
        </p:nvCxnSpPr>
        <p:spPr>
          <a:xfrm>
            <a:off x="5988816" y="2083044"/>
            <a:ext cx="1" cy="355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135B722B-980D-8363-1336-E60CCB81AB77}"/>
              </a:ext>
            </a:extLst>
          </p:cNvPr>
          <p:cNvCxnSpPr>
            <a:stCxn id="7" idx="2"/>
            <a:endCxn id="13" idx="0"/>
          </p:cNvCxnSpPr>
          <p:nvPr/>
        </p:nvCxnSpPr>
        <p:spPr>
          <a:xfrm>
            <a:off x="7669677" y="2083044"/>
            <a:ext cx="1" cy="355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DF9D84FC-326B-878C-7A54-700EF12611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2627093" y="2812162"/>
            <a:ext cx="4723" cy="879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A2F613F5-BD1F-A215-8465-E69CC792C05F}"/>
              </a:ext>
            </a:extLst>
          </p:cNvPr>
          <p:cNvCxnSpPr>
            <a:cxnSpLocks/>
            <a:stCxn id="14" idx="2"/>
            <a:endCxn id="18" idx="0"/>
          </p:cNvCxnSpPr>
          <p:nvPr/>
        </p:nvCxnSpPr>
        <p:spPr>
          <a:xfrm>
            <a:off x="4307955" y="2812162"/>
            <a:ext cx="9445" cy="879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1E978146-A0C8-9387-A67D-A9160A5A3D8A}"/>
              </a:ext>
            </a:extLst>
          </p:cNvPr>
          <p:cNvCxnSpPr>
            <a:cxnSpLocks/>
            <a:stCxn id="13" idx="2"/>
            <a:endCxn id="20" idx="0"/>
          </p:cNvCxnSpPr>
          <p:nvPr/>
        </p:nvCxnSpPr>
        <p:spPr>
          <a:xfrm>
            <a:off x="7669678" y="2812162"/>
            <a:ext cx="18892" cy="879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6C6FC3B-E5F6-AC29-0F81-A5E3A73987B4}"/>
              </a:ext>
            </a:extLst>
          </p:cNvPr>
          <p:cNvCxnSpPr>
            <a:cxnSpLocks/>
            <a:stCxn id="16" idx="2"/>
            <a:endCxn id="19" idx="0"/>
          </p:cNvCxnSpPr>
          <p:nvPr/>
        </p:nvCxnSpPr>
        <p:spPr>
          <a:xfrm>
            <a:off x="5988817" y="2812162"/>
            <a:ext cx="14167" cy="879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B73881D9-3D38-5075-EC51-AFF6834BA599}"/>
              </a:ext>
            </a:extLst>
          </p:cNvPr>
          <p:cNvSpPr/>
          <p:nvPr/>
        </p:nvSpPr>
        <p:spPr>
          <a:xfrm>
            <a:off x="1897054" y="3692030"/>
            <a:ext cx="1469524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3127CD7-C50C-D8F2-290C-83F99B94E50C}"/>
              </a:ext>
            </a:extLst>
          </p:cNvPr>
          <p:cNvSpPr/>
          <p:nvPr/>
        </p:nvSpPr>
        <p:spPr>
          <a:xfrm>
            <a:off x="3582638" y="3692030"/>
            <a:ext cx="1469524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672CD23-83F3-F93E-83EC-7D6AE96D2B0D}"/>
              </a:ext>
            </a:extLst>
          </p:cNvPr>
          <p:cNvSpPr/>
          <p:nvPr/>
        </p:nvSpPr>
        <p:spPr>
          <a:xfrm>
            <a:off x="5268222" y="3692030"/>
            <a:ext cx="1469524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F4F7E8F-7A2E-BDB0-4CEE-EFB96D4CFC8D}"/>
              </a:ext>
            </a:extLst>
          </p:cNvPr>
          <p:cNvSpPr/>
          <p:nvPr/>
        </p:nvSpPr>
        <p:spPr>
          <a:xfrm>
            <a:off x="6953808" y="3692030"/>
            <a:ext cx="1469524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C91C7B4-FD66-8208-4D91-FF5A725A4F2F}"/>
              </a:ext>
            </a:extLst>
          </p:cNvPr>
          <p:cNvSpPr/>
          <p:nvPr/>
        </p:nvSpPr>
        <p:spPr>
          <a:xfrm>
            <a:off x="1897054" y="5575684"/>
            <a:ext cx="1469524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DE20625-6E01-B52C-278B-3547FE77D474}"/>
              </a:ext>
            </a:extLst>
          </p:cNvPr>
          <p:cNvSpPr/>
          <p:nvPr/>
        </p:nvSpPr>
        <p:spPr>
          <a:xfrm>
            <a:off x="3582638" y="5575684"/>
            <a:ext cx="1469524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2D63004-3BAA-305C-3307-089427B5731B}"/>
              </a:ext>
            </a:extLst>
          </p:cNvPr>
          <p:cNvSpPr/>
          <p:nvPr/>
        </p:nvSpPr>
        <p:spPr>
          <a:xfrm>
            <a:off x="5267485" y="5575684"/>
            <a:ext cx="1469524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481E87A-3D35-C9DD-F3CA-CA6AC43F127F}"/>
              </a:ext>
            </a:extLst>
          </p:cNvPr>
          <p:cNvSpPr/>
          <p:nvPr/>
        </p:nvSpPr>
        <p:spPr>
          <a:xfrm>
            <a:off x="6948346" y="5575684"/>
            <a:ext cx="1469524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CDECE16D-72C8-48D7-8300-72AD21D7DAFB}"/>
              </a:ext>
            </a:extLst>
          </p:cNvPr>
          <p:cNvCxnSpPr>
            <a:stCxn id="26" idx="2"/>
            <a:endCxn id="37" idx="0"/>
          </p:cNvCxnSpPr>
          <p:nvPr/>
        </p:nvCxnSpPr>
        <p:spPr>
          <a:xfrm>
            <a:off x="2631816" y="6073513"/>
            <a:ext cx="2547205" cy="444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055F6B0-4CCB-07D9-93F1-155433498456}"/>
              </a:ext>
            </a:extLst>
          </p:cNvPr>
          <p:cNvCxnSpPr>
            <a:stCxn id="29" idx="2"/>
            <a:endCxn id="37" idx="0"/>
          </p:cNvCxnSpPr>
          <p:nvPr/>
        </p:nvCxnSpPr>
        <p:spPr>
          <a:xfrm>
            <a:off x="4317400" y="6073513"/>
            <a:ext cx="861621" cy="444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E6D9F89B-A42B-0609-F7D2-160EEC54078C}"/>
              </a:ext>
            </a:extLst>
          </p:cNvPr>
          <p:cNvCxnSpPr>
            <a:stCxn id="33" idx="2"/>
            <a:endCxn id="37" idx="0"/>
          </p:cNvCxnSpPr>
          <p:nvPr/>
        </p:nvCxnSpPr>
        <p:spPr>
          <a:xfrm flipH="1">
            <a:off x="5179021" y="6073513"/>
            <a:ext cx="823226" cy="444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1458A9BE-D01A-BDF9-FD54-2363B5BAE4CA}"/>
              </a:ext>
            </a:extLst>
          </p:cNvPr>
          <p:cNvCxnSpPr>
            <a:stCxn id="38" idx="2"/>
            <a:endCxn id="37" idx="0"/>
          </p:cNvCxnSpPr>
          <p:nvPr/>
        </p:nvCxnSpPr>
        <p:spPr>
          <a:xfrm flipH="1">
            <a:off x="5179021" y="6073513"/>
            <a:ext cx="2504087" cy="444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FFF500E7-0961-6A91-7CE0-86680925E628}"/>
              </a:ext>
            </a:extLst>
          </p:cNvPr>
          <p:cNvCxnSpPr>
            <a:cxnSpLocks/>
            <a:stCxn id="9" idx="2"/>
            <a:endCxn id="2" idx="0"/>
          </p:cNvCxnSpPr>
          <p:nvPr/>
        </p:nvCxnSpPr>
        <p:spPr>
          <a:xfrm>
            <a:off x="2631816" y="4189859"/>
            <a:ext cx="2547205" cy="366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F07D6738-D34A-A58E-3671-ECC890F2C520}"/>
              </a:ext>
            </a:extLst>
          </p:cNvPr>
          <p:cNvCxnSpPr>
            <a:cxnSpLocks/>
            <a:stCxn id="18" idx="2"/>
            <a:endCxn id="2" idx="0"/>
          </p:cNvCxnSpPr>
          <p:nvPr/>
        </p:nvCxnSpPr>
        <p:spPr>
          <a:xfrm>
            <a:off x="4317400" y="4189859"/>
            <a:ext cx="861621" cy="366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7CDEBC04-AD99-5A1F-31D9-821E48ADAE6A}"/>
              </a:ext>
            </a:extLst>
          </p:cNvPr>
          <p:cNvCxnSpPr>
            <a:cxnSpLocks/>
            <a:stCxn id="19" idx="2"/>
            <a:endCxn id="2" idx="0"/>
          </p:cNvCxnSpPr>
          <p:nvPr/>
        </p:nvCxnSpPr>
        <p:spPr>
          <a:xfrm flipH="1">
            <a:off x="5179021" y="4189859"/>
            <a:ext cx="823963" cy="366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36D3DD1E-F75F-7BF6-4905-07AE74A5A34D}"/>
              </a:ext>
            </a:extLst>
          </p:cNvPr>
          <p:cNvCxnSpPr>
            <a:cxnSpLocks/>
            <a:stCxn id="20" idx="2"/>
            <a:endCxn id="2" idx="0"/>
          </p:cNvCxnSpPr>
          <p:nvPr/>
        </p:nvCxnSpPr>
        <p:spPr>
          <a:xfrm flipH="1">
            <a:off x="5179021" y="4189859"/>
            <a:ext cx="2509549" cy="366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43D8B8B5-50E0-A27C-E0A4-752D5FAEA45D}"/>
              </a:ext>
            </a:extLst>
          </p:cNvPr>
          <p:cNvSpPr/>
          <p:nvPr/>
        </p:nvSpPr>
        <p:spPr>
          <a:xfrm>
            <a:off x="3387766" y="4556489"/>
            <a:ext cx="3582509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msg Buffer: Priority Queue</a:t>
            </a: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EB108F9D-E058-4E85-4DD9-485AB5BA2FAD}"/>
              </a:ext>
            </a:extLst>
          </p:cNvPr>
          <p:cNvCxnSpPr>
            <a:stCxn id="2" idx="2"/>
            <a:endCxn id="26" idx="0"/>
          </p:cNvCxnSpPr>
          <p:nvPr/>
        </p:nvCxnSpPr>
        <p:spPr>
          <a:xfrm flipH="1">
            <a:off x="2631816" y="5054318"/>
            <a:ext cx="2547205" cy="521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CC2FC1B5-2194-B25A-7618-5DA237E72AEC}"/>
              </a:ext>
            </a:extLst>
          </p:cNvPr>
          <p:cNvCxnSpPr>
            <a:stCxn id="2" idx="2"/>
            <a:endCxn id="29" idx="0"/>
          </p:cNvCxnSpPr>
          <p:nvPr/>
        </p:nvCxnSpPr>
        <p:spPr>
          <a:xfrm flipH="1">
            <a:off x="4317400" y="5054318"/>
            <a:ext cx="861621" cy="521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AF117270-55A8-344C-7FAC-9D9296D3B625}"/>
              </a:ext>
            </a:extLst>
          </p:cNvPr>
          <p:cNvCxnSpPr>
            <a:stCxn id="2" idx="2"/>
            <a:endCxn id="33" idx="0"/>
          </p:cNvCxnSpPr>
          <p:nvPr/>
        </p:nvCxnSpPr>
        <p:spPr>
          <a:xfrm>
            <a:off x="5179021" y="5054318"/>
            <a:ext cx="823226" cy="521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F4690E1A-A1CE-1F99-CDA0-AC9D9E09EEEA}"/>
              </a:ext>
            </a:extLst>
          </p:cNvPr>
          <p:cNvCxnSpPr>
            <a:stCxn id="2" idx="2"/>
            <a:endCxn id="38" idx="0"/>
          </p:cNvCxnSpPr>
          <p:nvPr/>
        </p:nvCxnSpPr>
        <p:spPr>
          <a:xfrm>
            <a:off x="5179021" y="5054318"/>
            <a:ext cx="2504087" cy="521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61878463-E916-4679-5FC2-A77F245529C2}"/>
              </a:ext>
            </a:extLst>
          </p:cNvPr>
          <p:cNvSpPr txBox="1"/>
          <p:nvPr/>
        </p:nvSpPr>
        <p:spPr>
          <a:xfrm>
            <a:off x="2821467" y="4270889"/>
            <a:ext cx="1555276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중간에 모였다가</a:t>
            </a:r>
            <a:endParaRPr lang="en-US" altLang="ko-KR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8BD8948-F5A4-C102-7F1C-207197FBCC3D}"/>
              </a:ext>
            </a:extLst>
          </p:cNvPr>
          <p:cNvSpPr txBox="1"/>
          <p:nvPr/>
        </p:nvSpPr>
        <p:spPr>
          <a:xfrm>
            <a:off x="2821466" y="5083979"/>
            <a:ext cx="1639259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개별 </a:t>
            </a:r>
            <a:r>
              <a:rPr lang="en-US" altLang="ko-K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 전송</a:t>
            </a:r>
            <a:endParaRPr lang="en-US" altLang="ko-KR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170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3911F-112F-C0E9-8EF6-F88DC8CD6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4FBE8646-7ACF-EC64-8A10-3BE7DA53C6BC}"/>
              </a:ext>
            </a:extLst>
          </p:cNvPr>
          <p:cNvSpPr txBox="1"/>
          <p:nvPr/>
        </p:nvSpPr>
        <p:spPr>
          <a:xfrm>
            <a:off x="203699" y="998257"/>
            <a:ext cx="10256635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service, command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과정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108C069-0B12-7A56-A84D-30AF255F8FE5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17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265B33A-1BAA-1DFC-C048-96A1242A5C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883BBD22-D1FD-32CC-478B-4C15B2E17FDB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Priority Queue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구현 시도 </a:t>
            </a: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3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8871404-32EA-3FC0-DB99-B75E9E07E4CD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3FE7425D-5145-0EF3-9577-852DE43CBF24}"/>
              </a:ext>
            </a:extLst>
          </p:cNvPr>
          <p:cNvSpPr/>
          <p:nvPr/>
        </p:nvSpPr>
        <p:spPr>
          <a:xfrm>
            <a:off x="1805119" y="1547262"/>
            <a:ext cx="2364945" cy="70037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service call /</a:t>
            </a:r>
            <a:r>
              <a:rPr lang="en-US" altLang="ko-K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service_name</a:t>
            </a:r>
            <a:endParaRPr lang="ko-KR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2DAEB4-4E61-0AEC-EAFB-98B3D3802B8F}"/>
              </a:ext>
            </a:extLst>
          </p:cNvPr>
          <p:cNvSpPr txBox="1"/>
          <p:nvPr/>
        </p:nvSpPr>
        <p:spPr>
          <a:xfrm>
            <a:off x="245429" y="149329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98E8D61-6406-A099-1229-89FC03723550}"/>
              </a:ext>
            </a:extLst>
          </p:cNvPr>
          <p:cNvSpPr txBox="1"/>
          <p:nvPr/>
        </p:nvSpPr>
        <p:spPr>
          <a:xfrm>
            <a:off x="6815018" y="1659209"/>
            <a:ext cx="2261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off: command ID 22</a:t>
            </a:r>
          </a:p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arming: command ID 408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사각형: 잘린 한쪽 모서리 43">
            <a:extLst>
              <a:ext uri="{FF2B5EF4-FFF2-40B4-BE49-F238E27FC236}">
                <a16:creationId xmlns:a16="http://schemas.microsoft.com/office/drawing/2014/main" id="{0ADDA01A-7407-57AD-8E97-1109EB0A2350}"/>
              </a:ext>
            </a:extLst>
          </p:cNvPr>
          <p:cNvSpPr/>
          <p:nvPr/>
        </p:nvSpPr>
        <p:spPr>
          <a:xfrm>
            <a:off x="4386147" y="1547262"/>
            <a:ext cx="2169504" cy="70037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topic pub 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topic_name</a:t>
            </a:r>
            <a:endParaRPr lang="ko-KR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FD6F23E-1E5C-167F-DC47-FAC647968FC4}"/>
              </a:ext>
            </a:extLst>
          </p:cNvPr>
          <p:cNvSpPr/>
          <p:nvPr/>
        </p:nvSpPr>
        <p:spPr>
          <a:xfrm>
            <a:off x="2920467" y="2379033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 Callback</a:t>
            </a:r>
            <a:r>
              <a:rPr lang="ko-KR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함수 호출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5ECE49-F791-2126-F74A-BD5D562BE8D2}"/>
              </a:ext>
            </a:extLst>
          </p:cNvPr>
          <p:cNvSpPr txBox="1"/>
          <p:nvPr/>
        </p:nvSpPr>
        <p:spPr>
          <a:xfrm>
            <a:off x="245429" y="2298808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61FE78C-BFE5-BD60-B2BC-050E830FA1D6}"/>
              </a:ext>
            </a:extLst>
          </p:cNvPr>
          <p:cNvCxnSpPr>
            <a:cxnSpLocks/>
          </p:cNvCxnSpPr>
          <p:nvPr/>
        </p:nvCxnSpPr>
        <p:spPr>
          <a:xfrm flipH="1">
            <a:off x="245428" y="2941879"/>
            <a:ext cx="8464686" cy="23782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0AF46EA-2421-2D20-F6F5-7D12836F508D}"/>
              </a:ext>
            </a:extLst>
          </p:cNvPr>
          <p:cNvSpPr txBox="1"/>
          <p:nvPr/>
        </p:nvSpPr>
        <p:spPr>
          <a:xfrm>
            <a:off x="245429" y="295166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0C7AF57-9C95-4200-3CD1-1C6492CB9B68}"/>
              </a:ext>
            </a:extLst>
          </p:cNvPr>
          <p:cNvSpPr/>
          <p:nvPr/>
        </p:nvSpPr>
        <p:spPr>
          <a:xfrm>
            <a:off x="2908055" y="3071006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→ MAVLINK 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CF6A735-5407-B641-5C11-D4B5B0F50977}"/>
              </a:ext>
            </a:extLst>
          </p:cNvPr>
          <p:cNvCxnSpPr>
            <a:cxnSpLocks/>
          </p:cNvCxnSpPr>
          <p:nvPr/>
        </p:nvCxnSpPr>
        <p:spPr>
          <a:xfrm flipH="1">
            <a:off x="245427" y="3634894"/>
            <a:ext cx="8476917" cy="35757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BCE7409-03E5-6659-62D7-149DF4897F19}"/>
              </a:ext>
            </a:extLst>
          </p:cNvPr>
          <p:cNvSpPr txBox="1"/>
          <p:nvPr/>
        </p:nvSpPr>
        <p:spPr>
          <a:xfrm>
            <a:off x="245428" y="365665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CE50370-A981-D699-E020-F47DBE673570}"/>
              </a:ext>
            </a:extLst>
          </p:cNvPr>
          <p:cNvSpPr/>
          <p:nvPr/>
        </p:nvSpPr>
        <p:spPr>
          <a:xfrm>
            <a:off x="2908054" y="3775996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(command)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D69B53F-4F37-2ADF-8F0C-ADCDD4D554DF}"/>
              </a:ext>
            </a:extLst>
          </p:cNvPr>
          <p:cNvCxnSpPr>
            <a:cxnSpLocks/>
          </p:cNvCxnSpPr>
          <p:nvPr/>
        </p:nvCxnSpPr>
        <p:spPr>
          <a:xfrm flipH="1">
            <a:off x="245427" y="4992741"/>
            <a:ext cx="8464687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F387E00-F5C8-4760-7328-104BC5C318D4}"/>
              </a:ext>
            </a:extLst>
          </p:cNvPr>
          <p:cNvSpPr txBox="1"/>
          <p:nvPr/>
        </p:nvSpPr>
        <p:spPr>
          <a:xfrm>
            <a:off x="245428" y="4985388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BC2218-3309-DABB-1BD1-A3CD2DD06A8F}"/>
              </a:ext>
            </a:extLst>
          </p:cNvPr>
          <p:cNvSpPr/>
          <p:nvPr/>
        </p:nvSpPr>
        <p:spPr>
          <a:xfrm>
            <a:off x="2908054" y="5104729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→ MAVLINK 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338304F-6496-E934-6E33-FB4A633AD6E6}"/>
              </a:ext>
            </a:extLst>
          </p:cNvPr>
          <p:cNvCxnSpPr>
            <a:cxnSpLocks/>
          </p:cNvCxnSpPr>
          <p:nvPr/>
        </p:nvCxnSpPr>
        <p:spPr>
          <a:xfrm flipH="1">
            <a:off x="245427" y="5679084"/>
            <a:ext cx="8464687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C9573E9-751F-9FD8-0F37-F794A40BFCB6}"/>
              </a:ext>
            </a:extLst>
          </p:cNvPr>
          <p:cNvSpPr txBox="1"/>
          <p:nvPr/>
        </p:nvSpPr>
        <p:spPr>
          <a:xfrm>
            <a:off x="245428" y="5665088"/>
            <a:ext cx="140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60E59D9-D95E-5C41-51B2-B0B2041CD932}"/>
              </a:ext>
            </a:extLst>
          </p:cNvPr>
          <p:cNvSpPr/>
          <p:nvPr/>
        </p:nvSpPr>
        <p:spPr>
          <a:xfrm>
            <a:off x="2908054" y="5784429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PX4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D5C512E-3069-ABEE-ACF7-777647F6B941}"/>
              </a:ext>
            </a:extLst>
          </p:cNvPr>
          <p:cNvSpPr/>
          <p:nvPr/>
        </p:nvSpPr>
        <p:spPr>
          <a:xfrm>
            <a:off x="2908054" y="4394162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MAVLINK → ROS2 msg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9DF03483-9756-850F-618B-8AF3D31E6CBC}"/>
              </a:ext>
            </a:extLst>
          </p:cNvPr>
          <p:cNvCxnSpPr>
            <a:cxnSpLocks/>
          </p:cNvCxnSpPr>
          <p:nvPr/>
        </p:nvCxnSpPr>
        <p:spPr>
          <a:xfrm flipH="1">
            <a:off x="257657" y="2302507"/>
            <a:ext cx="8464687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710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BC253-BBC5-AFC2-6452-27B24C295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7121C850-0C67-AE1D-CAF2-F3D86208B371}"/>
              </a:ext>
            </a:extLst>
          </p:cNvPr>
          <p:cNvSpPr txBox="1"/>
          <p:nvPr/>
        </p:nvSpPr>
        <p:spPr>
          <a:xfrm>
            <a:off x="203699" y="998257"/>
            <a:ext cx="10256635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service, command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과정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4B8EC872-EBA6-4EB7-EEDF-D65C04FA8EAF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18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3376843-E7C2-1F4B-1CCE-52CBB14D29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847FC8C1-081C-1BA9-37A7-F22F490E8851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Priority Queue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구현 시도 </a:t>
            </a: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3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FAA787D-01CA-24DF-CE73-A1661D2152AE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AF53EB38-FAF0-A9F0-0ED5-EE54AC5E0A13}"/>
              </a:ext>
            </a:extLst>
          </p:cNvPr>
          <p:cNvSpPr/>
          <p:nvPr/>
        </p:nvSpPr>
        <p:spPr>
          <a:xfrm>
            <a:off x="1805119" y="1547262"/>
            <a:ext cx="2364945" cy="70037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service call /</a:t>
            </a:r>
            <a:r>
              <a:rPr lang="en-US" altLang="ko-K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service_name</a:t>
            </a:r>
            <a:endParaRPr lang="ko-KR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0DC323-FBB8-A24F-EFC8-671A78D1368A}"/>
              </a:ext>
            </a:extLst>
          </p:cNvPr>
          <p:cNvSpPr txBox="1"/>
          <p:nvPr/>
        </p:nvSpPr>
        <p:spPr>
          <a:xfrm>
            <a:off x="245429" y="149329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AF360A-D01E-E185-C0C6-61CB3D6C7795}"/>
              </a:ext>
            </a:extLst>
          </p:cNvPr>
          <p:cNvSpPr txBox="1"/>
          <p:nvPr/>
        </p:nvSpPr>
        <p:spPr>
          <a:xfrm>
            <a:off x="6815018" y="1659209"/>
            <a:ext cx="2261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off: command ID 22</a:t>
            </a:r>
          </a:p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arming: command ID 408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사각형: 잘린 한쪽 모서리 43">
            <a:extLst>
              <a:ext uri="{FF2B5EF4-FFF2-40B4-BE49-F238E27FC236}">
                <a16:creationId xmlns:a16="http://schemas.microsoft.com/office/drawing/2014/main" id="{43991B8F-52CB-5AB9-9B70-208D4DC9BB0F}"/>
              </a:ext>
            </a:extLst>
          </p:cNvPr>
          <p:cNvSpPr/>
          <p:nvPr/>
        </p:nvSpPr>
        <p:spPr>
          <a:xfrm>
            <a:off x="4386147" y="1547262"/>
            <a:ext cx="2169504" cy="70037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topic pub 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topic_name</a:t>
            </a:r>
            <a:endParaRPr lang="ko-KR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08052F2-3CF6-22E0-DE68-B7C31D711284}"/>
              </a:ext>
            </a:extLst>
          </p:cNvPr>
          <p:cNvSpPr/>
          <p:nvPr/>
        </p:nvSpPr>
        <p:spPr>
          <a:xfrm>
            <a:off x="2920467" y="2379033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 Callback</a:t>
            </a:r>
            <a:r>
              <a:rPr lang="ko-KR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함수 호출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912D8F-8676-68CF-F466-55A1FF6242B0}"/>
              </a:ext>
            </a:extLst>
          </p:cNvPr>
          <p:cNvSpPr txBox="1"/>
          <p:nvPr/>
        </p:nvSpPr>
        <p:spPr>
          <a:xfrm>
            <a:off x="245429" y="2298808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8504E68-8B29-D13F-F77B-D168153573FC}"/>
              </a:ext>
            </a:extLst>
          </p:cNvPr>
          <p:cNvCxnSpPr>
            <a:cxnSpLocks/>
          </p:cNvCxnSpPr>
          <p:nvPr/>
        </p:nvCxnSpPr>
        <p:spPr>
          <a:xfrm flipH="1">
            <a:off x="245428" y="2941879"/>
            <a:ext cx="8464686" cy="23782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E673571-3BA3-5804-A2A6-A02D65200729}"/>
              </a:ext>
            </a:extLst>
          </p:cNvPr>
          <p:cNvSpPr txBox="1"/>
          <p:nvPr/>
        </p:nvSpPr>
        <p:spPr>
          <a:xfrm>
            <a:off x="245429" y="295166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F7BE687-8B5A-77FE-7CF5-2A9A222C2F6A}"/>
              </a:ext>
            </a:extLst>
          </p:cNvPr>
          <p:cNvSpPr/>
          <p:nvPr/>
        </p:nvSpPr>
        <p:spPr>
          <a:xfrm>
            <a:off x="2908055" y="3071006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→ MAVLINK 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CFE1404-3830-EF3E-39C6-3D92A6C0AD1C}"/>
              </a:ext>
            </a:extLst>
          </p:cNvPr>
          <p:cNvCxnSpPr>
            <a:cxnSpLocks/>
          </p:cNvCxnSpPr>
          <p:nvPr/>
        </p:nvCxnSpPr>
        <p:spPr>
          <a:xfrm flipH="1">
            <a:off x="245427" y="3634894"/>
            <a:ext cx="8476917" cy="35757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8E7191C-48BE-852D-97DF-90A3A5C44676}"/>
              </a:ext>
            </a:extLst>
          </p:cNvPr>
          <p:cNvSpPr txBox="1"/>
          <p:nvPr/>
        </p:nvSpPr>
        <p:spPr>
          <a:xfrm>
            <a:off x="245428" y="365665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615CCC1-0A7F-8611-A05D-0FA9D49AD7BF}"/>
              </a:ext>
            </a:extLst>
          </p:cNvPr>
          <p:cNvSpPr/>
          <p:nvPr/>
        </p:nvSpPr>
        <p:spPr>
          <a:xfrm>
            <a:off x="2908054" y="3775996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(command)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4E8F82A-6DC0-9807-4026-83C450A132F3}"/>
              </a:ext>
            </a:extLst>
          </p:cNvPr>
          <p:cNvCxnSpPr>
            <a:cxnSpLocks/>
          </p:cNvCxnSpPr>
          <p:nvPr/>
        </p:nvCxnSpPr>
        <p:spPr>
          <a:xfrm flipH="1">
            <a:off x="245427" y="4992741"/>
            <a:ext cx="8464687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D64998E-DE34-2EC8-30FB-9AFEAB801F94}"/>
              </a:ext>
            </a:extLst>
          </p:cNvPr>
          <p:cNvSpPr txBox="1"/>
          <p:nvPr/>
        </p:nvSpPr>
        <p:spPr>
          <a:xfrm>
            <a:off x="245428" y="4985388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77D41FD-5AE5-31A9-019A-0904B51B61E3}"/>
              </a:ext>
            </a:extLst>
          </p:cNvPr>
          <p:cNvSpPr/>
          <p:nvPr/>
        </p:nvSpPr>
        <p:spPr>
          <a:xfrm>
            <a:off x="2908054" y="5104729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→ MAVLINK 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AF89E99-D432-04AB-A12A-DB0C92192ECC}"/>
              </a:ext>
            </a:extLst>
          </p:cNvPr>
          <p:cNvCxnSpPr>
            <a:cxnSpLocks/>
          </p:cNvCxnSpPr>
          <p:nvPr/>
        </p:nvCxnSpPr>
        <p:spPr>
          <a:xfrm flipH="1">
            <a:off x="245427" y="6221695"/>
            <a:ext cx="8464687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25E8B43-21A2-B1EA-B272-8819B3B3EB46}"/>
              </a:ext>
            </a:extLst>
          </p:cNvPr>
          <p:cNvSpPr txBox="1"/>
          <p:nvPr/>
        </p:nvSpPr>
        <p:spPr>
          <a:xfrm>
            <a:off x="245428" y="6207699"/>
            <a:ext cx="140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CCFD6C8-35D2-6E06-BD60-A62D83F63203}"/>
              </a:ext>
            </a:extLst>
          </p:cNvPr>
          <p:cNvSpPr/>
          <p:nvPr/>
        </p:nvSpPr>
        <p:spPr>
          <a:xfrm>
            <a:off x="2908054" y="6296896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 → PX4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5E5F275-84D7-0D82-C559-019DA49A5900}"/>
              </a:ext>
            </a:extLst>
          </p:cNvPr>
          <p:cNvSpPr/>
          <p:nvPr/>
        </p:nvSpPr>
        <p:spPr>
          <a:xfrm>
            <a:off x="2908054" y="4394162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MAVLINK → ROS2 msg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AFC94692-F5B1-0CD6-957D-10DDD5CB7D70}"/>
              </a:ext>
            </a:extLst>
          </p:cNvPr>
          <p:cNvCxnSpPr>
            <a:cxnSpLocks/>
          </p:cNvCxnSpPr>
          <p:nvPr/>
        </p:nvCxnSpPr>
        <p:spPr>
          <a:xfrm flipH="1">
            <a:off x="257657" y="2302507"/>
            <a:ext cx="8464687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D56420FA-30B5-7C53-17FE-D3BEDD91B438}"/>
              </a:ext>
            </a:extLst>
          </p:cNvPr>
          <p:cNvSpPr/>
          <p:nvPr/>
        </p:nvSpPr>
        <p:spPr>
          <a:xfrm>
            <a:off x="2908054" y="5669678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19E5DCB-135E-D680-15B3-1B0EA33C0490}"/>
              </a:ext>
            </a:extLst>
          </p:cNvPr>
          <p:cNvCxnSpPr>
            <a:cxnSpLocks/>
          </p:cNvCxnSpPr>
          <p:nvPr/>
        </p:nvCxnSpPr>
        <p:spPr>
          <a:xfrm flipH="1">
            <a:off x="257657" y="5632702"/>
            <a:ext cx="8464687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4377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1BED4-4F4E-6967-28AC-B27A98EDE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AA88668-F140-F4D9-C524-B88ADF20F242}"/>
              </a:ext>
            </a:extLst>
          </p:cNvPr>
          <p:cNvSpPr txBox="1"/>
          <p:nvPr/>
        </p:nvSpPr>
        <p:spPr>
          <a:xfrm>
            <a:off x="203699" y="998257"/>
            <a:ext cx="10256635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service, command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과정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6391E452-0986-18BA-C5AC-8A0F38E4E7DE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19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255F744-1DDC-78A6-80F7-66843AE1EC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AEBD3786-7B1A-9F45-DB70-9BB05CD78E7E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Priority Queue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구현 시도 </a:t>
            </a: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2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09D7B22-17B0-95B3-A7A9-714971F827B2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2CB920-8615-0C29-9F58-D89FD941BA76}"/>
              </a:ext>
            </a:extLst>
          </p:cNvPr>
          <p:cNvSpPr txBox="1"/>
          <p:nvPr/>
        </p:nvSpPr>
        <p:spPr>
          <a:xfrm>
            <a:off x="245429" y="149329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689F50-5E78-3662-DDD7-2135382471FA}"/>
              </a:ext>
            </a:extLst>
          </p:cNvPr>
          <p:cNvSpPr txBox="1"/>
          <p:nvPr/>
        </p:nvSpPr>
        <p:spPr>
          <a:xfrm>
            <a:off x="245429" y="2298808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A77C6B4-F7D6-B8A8-D8AD-B194403A5C79}"/>
              </a:ext>
            </a:extLst>
          </p:cNvPr>
          <p:cNvCxnSpPr>
            <a:cxnSpLocks/>
          </p:cNvCxnSpPr>
          <p:nvPr/>
        </p:nvCxnSpPr>
        <p:spPr>
          <a:xfrm flipH="1">
            <a:off x="245428" y="2941879"/>
            <a:ext cx="8464686" cy="23782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0746D60-CB00-29D5-8C1E-C08651ECB376}"/>
              </a:ext>
            </a:extLst>
          </p:cNvPr>
          <p:cNvSpPr txBox="1"/>
          <p:nvPr/>
        </p:nvSpPr>
        <p:spPr>
          <a:xfrm>
            <a:off x="245429" y="295166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6F6DE05-10BE-3E80-0C1D-E5829D89972C}"/>
              </a:ext>
            </a:extLst>
          </p:cNvPr>
          <p:cNvCxnSpPr>
            <a:cxnSpLocks/>
          </p:cNvCxnSpPr>
          <p:nvPr/>
        </p:nvCxnSpPr>
        <p:spPr>
          <a:xfrm flipH="1">
            <a:off x="245427" y="3667154"/>
            <a:ext cx="8535605" cy="3497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759DE1B-A7E1-1E93-20C1-F82898BC7837}"/>
              </a:ext>
            </a:extLst>
          </p:cNvPr>
          <p:cNvSpPr txBox="1"/>
          <p:nvPr/>
        </p:nvSpPr>
        <p:spPr>
          <a:xfrm>
            <a:off x="245428" y="365665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32D0BD0-AB0E-8EE1-0C01-595B69CDDBEC}"/>
              </a:ext>
            </a:extLst>
          </p:cNvPr>
          <p:cNvCxnSpPr>
            <a:cxnSpLocks/>
          </p:cNvCxnSpPr>
          <p:nvPr/>
        </p:nvCxnSpPr>
        <p:spPr>
          <a:xfrm flipH="1">
            <a:off x="245427" y="4438086"/>
            <a:ext cx="8464687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3D8DBC5-E644-DCFB-5FD3-C9D6A57D2B92}"/>
              </a:ext>
            </a:extLst>
          </p:cNvPr>
          <p:cNvSpPr txBox="1"/>
          <p:nvPr/>
        </p:nvSpPr>
        <p:spPr>
          <a:xfrm>
            <a:off x="245428" y="4430733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E3D7987E-64FB-278A-9725-677231929CD3}"/>
              </a:ext>
            </a:extLst>
          </p:cNvPr>
          <p:cNvCxnSpPr>
            <a:cxnSpLocks/>
          </p:cNvCxnSpPr>
          <p:nvPr/>
        </p:nvCxnSpPr>
        <p:spPr>
          <a:xfrm flipH="1">
            <a:off x="245427" y="5124429"/>
            <a:ext cx="8464687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4490BE7-8915-8AD2-ABEF-873272C446B0}"/>
              </a:ext>
            </a:extLst>
          </p:cNvPr>
          <p:cNvSpPr txBox="1"/>
          <p:nvPr/>
        </p:nvSpPr>
        <p:spPr>
          <a:xfrm>
            <a:off x="245428" y="5096471"/>
            <a:ext cx="140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5C82F79-D97D-AAEE-9903-17CCF1052034}"/>
              </a:ext>
            </a:extLst>
          </p:cNvPr>
          <p:cNvSpPr/>
          <p:nvPr/>
        </p:nvSpPr>
        <p:spPr>
          <a:xfrm>
            <a:off x="3252997" y="5479850"/>
            <a:ext cx="2128806" cy="23022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</a:t>
            </a: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38E049E5-8FE4-ED21-BDF3-C9BDBFB877D9}"/>
              </a:ext>
            </a:extLst>
          </p:cNvPr>
          <p:cNvCxnSpPr>
            <a:cxnSpLocks/>
          </p:cNvCxnSpPr>
          <p:nvPr/>
        </p:nvCxnSpPr>
        <p:spPr>
          <a:xfrm flipH="1">
            <a:off x="257657" y="2302507"/>
            <a:ext cx="8464687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55B2D76-DBAD-52BF-1407-21F63465469C}"/>
              </a:ext>
            </a:extLst>
          </p:cNvPr>
          <p:cNvSpPr/>
          <p:nvPr/>
        </p:nvSpPr>
        <p:spPr>
          <a:xfrm>
            <a:off x="2112960" y="1709722"/>
            <a:ext cx="1028264" cy="3733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A4A5458-CD61-9CFF-91F3-D3E94793D1BA}"/>
              </a:ext>
            </a:extLst>
          </p:cNvPr>
          <p:cNvSpPr/>
          <p:nvPr/>
        </p:nvSpPr>
        <p:spPr>
          <a:xfrm>
            <a:off x="3793822" y="1709722"/>
            <a:ext cx="1028264" cy="3733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390BC67-C325-C6B0-6895-DDA94F6CCF91}"/>
              </a:ext>
            </a:extLst>
          </p:cNvPr>
          <p:cNvSpPr/>
          <p:nvPr/>
        </p:nvSpPr>
        <p:spPr>
          <a:xfrm>
            <a:off x="5474684" y="1709722"/>
            <a:ext cx="1028264" cy="373322"/>
          </a:xfrm>
          <a:prstGeom prst="round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218EA34-CE67-C1C5-FCF4-79E895B4C642}"/>
              </a:ext>
            </a:extLst>
          </p:cNvPr>
          <p:cNvSpPr/>
          <p:nvPr/>
        </p:nvSpPr>
        <p:spPr>
          <a:xfrm>
            <a:off x="1897054" y="2438840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FE56B08-78CB-ADE5-941A-BFD6D9646DBC}"/>
              </a:ext>
            </a:extLst>
          </p:cNvPr>
          <p:cNvSpPr/>
          <p:nvPr/>
        </p:nvSpPr>
        <p:spPr>
          <a:xfrm>
            <a:off x="6939639" y="2438840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A7921C9-1E53-3248-33A9-045D5F46224E}"/>
              </a:ext>
            </a:extLst>
          </p:cNvPr>
          <p:cNvSpPr/>
          <p:nvPr/>
        </p:nvSpPr>
        <p:spPr>
          <a:xfrm>
            <a:off x="3577916" y="2438840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C40C2B0-54A3-2778-C9FE-995A1BD12F90}"/>
              </a:ext>
            </a:extLst>
          </p:cNvPr>
          <p:cNvSpPr/>
          <p:nvPr/>
        </p:nvSpPr>
        <p:spPr>
          <a:xfrm>
            <a:off x="5258778" y="2438840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62ACD3EB-8BC3-CE58-1B1F-C9160D820373}"/>
              </a:ext>
            </a:extLst>
          </p:cNvPr>
          <p:cNvCxnSpPr>
            <a:stCxn id="3" idx="2"/>
            <a:endCxn id="8" idx="0"/>
          </p:cNvCxnSpPr>
          <p:nvPr/>
        </p:nvCxnSpPr>
        <p:spPr>
          <a:xfrm>
            <a:off x="2627092" y="2083044"/>
            <a:ext cx="1" cy="3557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D096F32D-256B-6CD6-F79E-CF4E00F8552D}"/>
              </a:ext>
            </a:extLst>
          </p:cNvPr>
          <p:cNvCxnSpPr>
            <a:stCxn id="4" idx="2"/>
            <a:endCxn id="14" idx="0"/>
          </p:cNvCxnSpPr>
          <p:nvPr/>
        </p:nvCxnSpPr>
        <p:spPr>
          <a:xfrm>
            <a:off x="4307954" y="2083044"/>
            <a:ext cx="1" cy="355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102D52CE-C582-3769-39D0-F15D218F7B62}"/>
              </a:ext>
            </a:extLst>
          </p:cNvPr>
          <p:cNvCxnSpPr>
            <a:stCxn id="5" idx="2"/>
            <a:endCxn id="16" idx="0"/>
          </p:cNvCxnSpPr>
          <p:nvPr/>
        </p:nvCxnSpPr>
        <p:spPr>
          <a:xfrm>
            <a:off x="5988816" y="2083044"/>
            <a:ext cx="1" cy="355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66510187-1FEB-198C-1594-89EC75814D92}"/>
              </a:ext>
            </a:extLst>
          </p:cNvPr>
          <p:cNvCxnSpPr>
            <a:cxnSpLocks/>
            <a:stCxn id="70" idx="1"/>
            <a:endCxn id="13" idx="0"/>
          </p:cNvCxnSpPr>
          <p:nvPr/>
        </p:nvCxnSpPr>
        <p:spPr>
          <a:xfrm>
            <a:off x="7660317" y="2087280"/>
            <a:ext cx="9361" cy="351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ABC11DC2-56A2-A03F-6C88-D4359A38E9EB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2627093" y="2812162"/>
            <a:ext cx="4723" cy="879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ACD4ED8D-9CF7-AD81-4D1E-9371110FBD69}"/>
              </a:ext>
            </a:extLst>
          </p:cNvPr>
          <p:cNvCxnSpPr>
            <a:cxnSpLocks/>
            <a:stCxn id="14" idx="2"/>
            <a:endCxn id="18" idx="0"/>
          </p:cNvCxnSpPr>
          <p:nvPr/>
        </p:nvCxnSpPr>
        <p:spPr>
          <a:xfrm>
            <a:off x="4307955" y="2812162"/>
            <a:ext cx="9445" cy="879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032E987D-30D7-08E6-2F32-6E855F68F1D5}"/>
              </a:ext>
            </a:extLst>
          </p:cNvPr>
          <p:cNvCxnSpPr>
            <a:cxnSpLocks/>
            <a:stCxn id="13" idx="2"/>
            <a:endCxn id="20" idx="0"/>
          </p:cNvCxnSpPr>
          <p:nvPr/>
        </p:nvCxnSpPr>
        <p:spPr>
          <a:xfrm>
            <a:off x="7669678" y="2812162"/>
            <a:ext cx="18892" cy="879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65F76E52-6AE2-8674-139C-B5AD4D9CBB8F}"/>
              </a:ext>
            </a:extLst>
          </p:cNvPr>
          <p:cNvCxnSpPr>
            <a:cxnSpLocks/>
            <a:stCxn id="16" idx="2"/>
            <a:endCxn id="19" idx="0"/>
          </p:cNvCxnSpPr>
          <p:nvPr/>
        </p:nvCxnSpPr>
        <p:spPr>
          <a:xfrm>
            <a:off x="5988817" y="2812162"/>
            <a:ext cx="14167" cy="879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6EFDD41C-CC7E-135F-6B0D-F211EF8555C7}"/>
              </a:ext>
            </a:extLst>
          </p:cNvPr>
          <p:cNvSpPr/>
          <p:nvPr/>
        </p:nvSpPr>
        <p:spPr>
          <a:xfrm>
            <a:off x="1897054" y="3692030"/>
            <a:ext cx="1469524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039F9AC-B6D6-ADEA-49FF-367E71746032}"/>
              </a:ext>
            </a:extLst>
          </p:cNvPr>
          <p:cNvSpPr/>
          <p:nvPr/>
        </p:nvSpPr>
        <p:spPr>
          <a:xfrm>
            <a:off x="3582638" y="3692030"/>
            <a:ext cx="1469524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D06056B-F8DF-49B4-0430-437065503AD5}"/>
              </a:ext>
            </a:extLst>
          </p:cNvPr>
          <p:cNvSpPr/>
          <p:nvPr/>
        </p:nvSpPr>
        <p:spPr>
          <a:xfrm>
            <a:off x="5268222" y="3692030"/>
            <a:ext cx="1469524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F2574EA-83F4-E096-6FAA-BB76E2510DC6}"/>
              </a:ext>
            </a:extLst>
          </p:cNvPr>
          <p:cNvSpPr/>
          <p:nvPr/>
        </p:nvSpPr>
        <p:spPr>
          <a:xfrm>
            <a:off x="6953808" y="3692030"/>
            <a:ext cx="1469524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다른 함수</a:t>
            </a:r>
            <a:endParaRPr lang="en-US" altLang="ko-K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F5423D7-8AD0-E841-6768-540DA15218BF}"/>
              </a:ext>
            </a:extLst>
          </p:cNvPr>
          <p:cNvSpPr/>
          <p:nvPr/>
        </p:nvSpPr>
        <p:spPr>
          <a:xfrm>
            <a:off x="1897054" y="4528666"/>
            <a:ext cx="1469524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AC07C2B-DD86-4668-C657-FE920C4FF29F}"/>
              </a:ext>
            </a:extLst>
          </p:cNvPr>
          <p:cNvSpPr/>
          <p:nvPr/>
        </p:nvSpPr>
        <p:spPr>
          <a:xfrm>
            <a:off x="3582638" y="4528666"/>
            <a:ext cx="1469524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2812111-F6C7-AEC9-FA24-E99FAE52BA4D}"/>
              </a:ext>
            </a:extLst>
          </p:cNvPr>
          <p:cNvSpPr/>
          <p:nvPr/>
        </p:nvSpPr>
        <p:spPr>
          <a:xfrm>
            <a:off x="5267485" y="4528666"/>
            <a:ext cx="1469524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1C702F2F-2E5C-3E5D-AA22-016567BA1CCA}"/>
              </a:ext>
            </a:extLst>
          </p:cNvPr>
          <p:cNvCxnSpPr>
            <a:stCxn id="26" idx="2"/>
            <a:endCxn id="37" idx="0"/>
          </p:cNvCxnSpPr>
          <p:nvPr/>
        </p:nvCxnSpPr>
        <p:spPr>
          <a:xfrm>
            <a:off x="2631816" y="5026495"/>
            <a:ext cx="1685584" cy="4533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E3355743-4C4F-A3E6-1ED0-E3BBA282297E}"/>
              </a:ext>
            </a:extLst>
          </p:cNvPr>
          <p:cNvCxnSpPr>
            <a:stCxn id="29" idx="2"/>
            <a:endCxn id="37" idx="0"/>
          </p:cNvCxnSpPr>
          <p:nvPr/>
        </p:nvCxnSpPr>
        <p:spPr>
          <a:xfrm>
            <a:off x="4317400" y="5026495"/>
            <a:ext cx="0" cy="4533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72CD4632-EC5C-35F1-DFA6-A2F0E546B5A4}"/>
              </a:ext>
            </a:extLst>
          </p:cNvPr>
          <p:cNvCxnSpPr>
            <a:stCxn id="33" idx="2"/>
            <a:endCxn id="37" idx="0"/>
          </p:cNvCxnSpPr>
          <p:nvPr/>
        </p:nvCxnSpPr>
        <p:spPr>
          <a:xfrm flipH="1">
            <a:off x="4317400" y="5026495"/>
            <a:ext cx="1684847" cy="4533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2130E1C2-361D-0962-1C11-A24BD933FCD3}"/>
              </a:ext>
            </a:extLst>
          </p:cNvPr>
          <p:cNvCxnSpPr>
            <a:stCxn id="9" idx="2"/>
            <a:endCxn id="26" idx="0"/>
          </p:cNvCxnSpPr>
          <p:nvPr/>
        </p:nvCxnSpPr>
        <p:spPr>
          <a:xfrm>
            <a:off x="2631816" y="4189859"/>
            <a:ext cx="0" cy="338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F91A134D-9C4E-5F8E-4C0E-AB04FE569CC3}"/>
              </a:ext>
            </a:extLst>
          </p:cNvPr>
          <p:cNvCxnSpPr>
            <a:stCxn id="18" idx="2"/>
            <a:endCxn id="29" idx="0"/>
          </p:cNvCxnSpPr>
          <p:nvPr/>
        </p:nvCxnSpPr>
        <p:spPr>
          <a:xfrm>
            <a:off x="4317400" y="4189859"/>
            <a:ext cx="0" cy="338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A9A245E8-A9EF-379D-2FEF-C658D5D46381}"/>
              </a:ext>
            </a:extLst>
          </p:cNvPr>
          <p:cNvCxnSpPr>
            <a:stCxn id="19" idx="2"/>
            <a:endCxn id="33" idx="0"/>
          </p:cNvCxnSpPr>
          <p:nvPr/>
        </p:nvCxnSpPr>
        <p:spPr>
          <a:xfrm flipH="1">
            <a:off x="6002247" y="4189859"/>
            <a:ext cx="737" cy="338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1642410B-334E-74AD-5E2C-18A219AFB8B4}"/>
              </a:ext>
            </a:extLst>
          </p:cNvPr>
          <p:cNvCxnSpPr>
            <a:cxnSpLocks/>
            <a:stCxn id="20" idx="2"/>
            <a:endCxn id="2" idx="0"/>
          </p:cNvCxnSpPr>
          <p:nvPr/>
        </p:nvCxnSpPr>
        <p:spPr>
          <a:xfrm flipH="1">
            <a:off x="6810831" y="4189859"/>
            <a:ext cx="877739" cy="2215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A4CFB6FF-BB5C-E90E-1811-0700A770FDD0}"/>
              </a:ext>
            </a:extLst>
          </p:cNvPr>
          <p:cNvSpPr/>
          <p:nvPr/>
        </p:nvSpPr>
        <p:spPr>
          <a:xfrm>
            <a:off x="5746428" y="6405491"/>
            <a:ext cx="2128806" cy="23022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PX4</a:t>
            </a: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387E614F-881A-EAEF-3C7E-DD08D98611B8}"/>
              </a:ext>
            </a:extLst>
          </p:cNvPr>
          <p:cNvCxnSpPr>
            <a:stCxn id="37" idx="2"/>
            <a:endCxn id="2" idx="0"/>
          </p:cNvCxnSpPr>
          <p:nvPr/>
        </p:nvCxnSpPr>
        <p:spPr>
          <a:xfrm>
            <a:off x="4317400" y="5710073"/>
            <a:ext cx="2493431" cy="695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사각형: 잘린 한쪽 모서리 69">
            <a:extLst>
              <a:ext uri="{FF2B5EF4-FFF2-40B4-BE49-F238E27FC236}">
                <a16:creationId xmlns:a16="http://schemas.microsoft.com/office/drawing/2014/main" id="{B3A25F05-02AF-F519-E266-43E66CF9B808}"/>
              </a:ext>
            </a:extLst>
          </p:cNvPr>
          <p:cNvSpPr/>
          <p:nvPr/>
        </p:nvSpPr>
        <p:spPr>
          <a:xfrm>
            <a:off x="6953808" y="1709061"/>
            <a:ext cx="1413018" cy="378219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일부 </a:t>
            </a:r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endParaRPr lang="ko-KR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5E055323-F5B8-FBA4-A571-1C7148B25FFE}"/>
              </a:ext>
            </a:extLst>
          </p:cNvPr>
          <p:cNvCxnSpPr>
            <a:cxnSpLocks/>
          </p:cNvCxnSpPr>
          <p:nvPr/>
        </p:nvCxnSpPr>
        <p:spPr>
          <a:xfrm flipH="1" flipV="1">
            <a:off x="6807879" y="1493298"/>
            <a:ext cx="2952" cy="3631131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A33A5955-EEB8-88AF-F924-051B0B97927C}"/>
              </a:ext>
            </a:extLst>
          </p:cNvPr>
          <p:cNvSpPr txBox="1"/>
          <p:nvPr/>
        </p:nvSpPr>
        <p:spPr>
          <a:xfrm>
            <a:off x="2055975" y="4829341"/>
            <a:ext cx="1555276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en-US" altLang="ko-KR" sz="1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</a:t>
            </a:r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부여</a:t>
            </a:r>
            <a:endParaRPr lang="en-US" altLang="ko-KR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B777D67-20B1-76B6-7A27-D1E9660CAF64}"/>
              </a:ext>
            </a:extLst>
          </p:cNvPr>
          <p:cNvSpPr txBox="1"/>
          <p:nvPr/>
        </p:nvSpPr>
        <p:spPr>
          <a:xfrm>
            <a:off x="4044448" y="5681381"/>
            <a:ext cx="1555276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en-US" altLang="ko-KR" sz="1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</a:t>
            </a:r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처리</a:t>
            </a:r>
            <a:endParaRPr lang="en-US" altLang="ko-KR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82B4BD1-C41A-5E16-FCBD-42F051EB9497}"/>
              </a:ext>
            </a:extLst>
          </p:cNvPr>
          <p:cNvSpPr txBox="1"/>
          <p:nvPr/>
        </p:nvSpPr>
        <p:spPr>
          <a:xfrm>
            <a:off x="6431495" y="6049789"/>
            <a:ext cx="2362381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기존과 동일한 </a:t>
            </a:r>
            <a:r>
              <a:rPr lang="en-US" altLang="ko-K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FIFO queue</a:t>
            </a:r>
          </a:p>
        </p:txBody>
      </p:sp>
    </p:spTree>
    <p:extLst>
      <p:ext uri="{BB962C8B-B14F-4D97-AF65-F5344CB8AC3E}">
        <p14:creationId xmlns:p14="http://schemas.microsoft.com/office/powerpoint/2010/main" val="3185421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4" grpId="0" animBg="1"/>
      <p:bldP spid="8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64225-D405-160F-3474-BDE5C449B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>
            <a:extLst>
              <a:ext uri="{FF2B5EF4-FFF2-40B4-BE49-F238E27FC236}">
                <a16:creationId xmlns:a16="http://schemas.microsoft.com/office/drawing/2014/main" id="{5318B342-577A-EF71-BFF0-BBB6A3BCC6D1}"/>
              </a:ext>
            </a:extLst>
          </p:cNvPr>
          <p:cNvSpPr/>
          <p:nvPr/>
        </p:nvSpPr>
        <p:spPr>
          <a:xfrm>
            <a:off x="203699" y="5054980"/>
            <a:ext cx="5149840" cy="13305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0F79601-D3EA-EC62-AEDF-C09E10E84C3A}"/>
              </a:ext>
            </a:extLst>
          </p:cNvPr>
          <p:cNvSpPr/>
          <p:nvPr/>
        </p:nvSpPr>
        <p:spPr>
          <a:xfrm>
            <a:off x="203699" y="2247632"/>
            <a:ext cx="5149840" cy="27020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E9ED33-D8B9-D2FF-A1AE-75AEDA755FC3}"/>
              </a:ext>
            </a:extLst>
          </p:cNvPr>
          <p:cNvSpPr txBox="1"/>
          <p:nvPr/>
        </p:nvSpPr>
        <p:spPr>
          <a:xfrm>
            <a:off x="203699" y="998257"/>
            <a:ext cx="10256635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service, command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과정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F87E8E0C-ECC4-3ED7-FC7C-648AB65A3EBC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20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3EAD65C-235C-7C69-A209-005E2F5702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66373580-6D23-B8D8-AFEB-E5ED9DE8F998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왜 이렇게 하지 않았나요</a:t>
            </a: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?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88FEFCB-F51E-B035-5736-DBAA877554E1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사각형: 잘린 한쪽 모서리 17">
            <a:extLst>
              <a:ext uri="{FF2B5EF4-FFF2-40B4-BE49-F238E27FC236}">
                <a16:creationId xmlns:a16="http://schemas.microsoft.com/office/drawing/2014/main" id="{ABD6DBAF-7553-7A46-B858-35BA1B3B9D97}"/>
              </a:ext>
            </a:extLst>
          </p:cNvPr>
          <p:cNvSpPr/>
          <p:nvPr/>
        </p:nvSpPr>
        <p:spPr>
          <a:xfrm>
            <a:off x="1423281" y="1456830"/>
            <a:ext cx="2364945" cy="70037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service call /</a:t>
            </a:r>
            <a:r>
              <a:rPr lang="en-US" altLang="ko-K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service_name</a:t>
            </a:r>
            <a:endParaRPr lang="ko-KR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C568A8B-3045-E162-574F-3C1DB0F01A5E}"/>
              </a:ext>
            </a:extLst>
          </p:cNvPr>
          <p:cNvSpPr/>
          <p:nvPr/>
        </p:nvSpPr>
        <p:spPr>
          <a:xfrm>
            <a:off x="2538629" y="2379033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 Callback</a:t>
            </a:r>
            <a:r>
              <a:rPr lang="ko-KR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함수 호출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E75E64-646F-6161-2AA4-68CD8A03516C}"/>
              </a:ext>
            </a:extLst>
          </p:cNvPr>
          <p:cNvSpPr txBox="1"/>
          <p:nvPr/>
        </p:nvSpPr>
        <p:spPr>
          <a:xfrm>
            <a:off x="245429" y="149329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3055F3-AAC0-3CE7-0CF2-6F522761B5A9}"/>
              </a:ext>
            </a:extLst>
          </p:cNvPr>
          <p:cNvSpPr txBox="1"/>
          <p:nvPr/>
        </p:nvSpPr>
        <p:spPr>
          <a:xfrm>
            <a:off x="245429" y="2298808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62A80E6-3004-BD75-6882-5B5DB7FCD177}"/>
              </a:ext>
            </a:extLst>
          </p:cNvPr>
          <p:cNvCxnSpPr>
            <a:cxnSpLocks/>
          </p:cNvCxnSpPr>
          <p:nvPr/>
        </p:nvCxnSpPr>
        <p:spPr>
          <a:xfrm flipH="1">
            <a:off x="245428" y="2929904"/>
            <a:ext cx="5149840" cy="35757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DECBECC-8CFE-D4EF-AEEE-174AF0876D27}"/>
              </a:ext>
            </a:extLst>
          </p:cNvPr>
          <p:cNvSpPr txBox="1"/>
          <p:nvPr/>
        </p:nvSpPr>
        <p:spPr>
          <a:xfrm>
            <a:off x="245429" y="295166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12795D0-7812-7183-82DE-562FF4093A2E}"/>
              </a:ext>
            </a:extLst>
          </p:cNvPr>
          <p:cNvSpPr/>
          <p:nvPr/>
        </p:nvSpPr>
        <p:spPr>
          <a:xfrm>
            <a:off x="2526217" y="3071006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→ MAVLINK 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C9842BB8-4A86-17B2-B24B-37A6D4E8D39B}"/>
              </a:ext>
            </a:extLst>
          </p:cNvPr>
          <p:cNvCxnSpPr>
            <a:cxnSpLocks/>
          </p:cNvCxnSpPr>
          <p:nvPr/>
        </p:nvCxnSpPr>
        <p:spPr>
          <a:xfrm flipH="1">
            <a:off x="245427" y="3656655"/>
            <a:ext cx="5189160" cy="13996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A223AAB-AB22-4189-E7AF-6FE45FE7CE74}"/>
              </a:ext>
            </a:extLst>
          </p:cNvPr>
          <p:cNvSpPr txBox="1"/>
          <p:nvPr/>
        </p:nvSpPr>
        <p:spPr>
          <a:xfrm>
            <a:off x="245428" y="365665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BB18CFD-896F-33BF-B7CE-732DDD817093}"/>
              </a:ext>
            </a:extLst>
          </p:cNvPr>
          <p:cNvSpPr/>
          <p:nvPr/>
        </p:nvSpPr>
        <p:spPr>
          <a:xfrm>
            <a:off x="1637882" y="3775996"/>
            <a:ext cx="3642800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(command, priority)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AF52ABF6-5541-56F4-0C65-EFEC0BDC9DAD}"/>
              </a:ext>
            </a:extLst>
          </p:cNvPr>
          <p:cNvCxnSpPr>
            <a:cxnSpLocks/>
          </p:cNvCxnSpPr>
          <p:nvPr/>
        </p:nvCxnSpPr>
        <p:spPr>
          <a:xfrm flipH="1">
            <a:off x="245427" y="4999384"/>
            <a:ext cx="5149840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BCE7FD1-2E58-28A3-A952-94E4678F63D5}"/>
              </a:ext>
            </a:extLst>
          </p:cNvPr>
          <p:cNvSpPr txBox="1"/>
          <p:nvPr/>
        </p:nvSpPr>
        <p:spPr>
          <a:xfrm>
            <a:off x="245428" y="4985388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B5D4450-2217-1D91-DEC8-7C233EECB8BF}"/>
              </a:ext>
            </a:extLst>
          </p:cNvPr>
          <p:cNvSpPr/>
          <p:nvPr/>
        </p:nvSpPr>
        <p:spPr>
          <a:xfrm>
            <a:off x="2526216" y="5104729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→ MAVLINK 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ECA44ADB-86D6-7458-336D-DC7119735198}"/>
              </a:ext>
            </a:extLst>
          </p:cNvPr>
          <p:cNvCxnSpPr>
            <a:cxnSpLocks/>
          </p:cNvCxnSpPr>
          <p:nvPr/>
        </p:nvCxnSpPr>
        <p:spPr>
          <a:xfrm flipH="1">
            <a:off x="245427" y="5679084"/>
            <a:ext cx="5189160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245E365-070B-F362-1D9E-1BF6FC0470A8}"/>
              </a:ext>
            </a:extLst>
          </p:cNvPr>
          <p:cNvSpPr txBox="1"/>
          <p:nvPr/>
        </p:nvSpPr>
        <p:spPr>
          <a:xfrm>
            <a:off x="245428" y="5665088"/>
            <a:ext cx="140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63188A0-7BD7-751B-03E2-85EC5CDB0B10}"/>
              </a:ext>
            </a:extLst>
          </p:cNvPr>
          <p:cNvSpPr/>
          <p:nvPr/>
        </p:nvSpPr>
        <p:spPr>
          <a:xfrm>
            <a:off x="2526216" y="5784429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PX4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1589F07-3A8E-D9D9-ED24-619963B02475}"/>
              </a:ext>
            </a:extLst>
          </p:cNvPr>
          <p:cNvSpPr/>
          <p:nvPr/>
        </p:nvSpPr>
        <p:spPr>
          <a:xfrm>
            <a:off x="2526216" y="4394162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MAVLINK → ROS2 msg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사각형: 잘린 한쪽 모서리 45">
            <a:extLst>
              <a:ext uri="{FF2B5EF4-FFF2-40B4-BE49-F238E27FC236}">
                <a16:creationId xmlns:a16="http://schemas.microsoft.com/office/drawing/2014/main" id="{3FB9B4BF-1E23-4A69-3D50-63AB11368BBB}"/>
              </a:ext>
            </a:extLst>
          </p:cNvPr>
          <p:cNvSpPr/>
          <p:nvPr/>
        </p:nvSpPr>
        <p:spPr>
          <a:xfrm>
            <a:off x="2930932" y="1547262"/>
            <a:ext cx="2169504" cy="70037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topic pub 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topic_name</a:t>
            </a:r>
            <a:endParaRPr lang="ko-KR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42AB501D-6597-B6D5-6CF5-78D576406533}"/>
              </a:ext>
            </a:extLst>
          </p:cNvPr>
          <p:cNvCxnSpPr>
            <a:cxnSpLocks/>
          </p:cNvCxnSpPr>
          <p:nvPr/>
        </p:nvCxnSpPr>
        <p:spPr>
          <a:xfrm flipH="1">
            <a:off x="257657" y="2298808"/>
            <a:ext cx="5149840" cy="10342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E95856BC-FB26-496A-5671-E2C67C7BA848}"/>
              </a:ext>
            </a:extLst>
          </p:cNvPr>
          <p:cNvCxnSpPr>
            <a:cxnSpLocks/>
          </p:cNvCxnSpPr>
          <p:nvPr/>
        </p:nvCxnSpPr>
        <p:spPr>
          <a:xfrm flipV="1">
            <a:off x="5434587" y="1493298"/>
            <a:ext cx="0" cy="481757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9FB69402-1816-C5E6-215C-CF89AE3A7017}"/>
              </a:ext>
            </a:extLst>
          </p:cNvPr>
          <p:cNvSpPr txBox="1"/>
          <p:nvPr/>
        </p:nvSpPr>
        <p:spPr>
          <a:xfrm>
            <a:off x="100221" y="1997388"/>
            <a:ext cx="2261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 package</a:t>
            </a:r>
            <a:endParaRPr lang="ko-KR" alt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CC7F7A1-6AAB-BC78-FB07-BBD03D9FCD66}"/>
              </a:ext>
            </a:extLst>
          </p:cNvPr>
          <p:cNvSpPr txBox="1"/>
          <p:nvPr/>
        </p:nvSpPr>
        <p:spPr>
          <a:xfrm>
            <a:off x="122651" y="6282792"/>
            <a:ext cx="2261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package</a:t>
            </a:r>
            <a:endParaRPr lang="ko-KR" alt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ACE74DC-1438-1A5B-FB31-2CF19FE429ED}"/>
              </a:ext>
            </a:extLst>
          </p:cNvPr>
          <p:cNvSpPr txBox="1"/>
          <p:nvPr/>
        </p:nvSpPr>
        <p:spPr>
          <a:xfrm>
            <a:off x="5515636" y="2377377"/>
            <a:ext cx="22618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모든 과정이 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 package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에서 진행된다고 생각함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D73E40E-F4B9-A3C6-EE72-9B883DE8D165}"/>
              </a:ext>
            </a:extLst>
          </p:cNvPr>
          <p:cNvSpPr txBox="1"/>
          <p:nvPr/>
        </p:nvSpPr>
        <p:spPr>
          <a:xfrm>
            <a:off x="5548648" y="3862364"/>
            <a:ext cx="1555276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en-US" altLang="ko-KR" sz="1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</a:t>
            </a:r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부여</a:t>
            </a:r>
            <a:endParaRPr lang="en-US" altLang="ko-KR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C0F6F17-58B7-9B3D-3742-79752CC83AAA}"/>
              </a:ext>
            </a:extLst>
          </p:cNvPr>
          <p:cNvSpPr txBox="1"/>
          <p:nvPr/>
        </p:nvSpPr>
        <p:spPr>
          <a:xfrm>
            <a:off x="5548648" y="4240273"/>
            <a:ext cx="1555276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</a:t>
            </a:r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처리</a:t>
            </a:r>
            <a:endParaRPr lang="en-US" altLang="ko-KR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85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19BEF-BEFE-423F-A6D5-452B442A1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>
            <a:extLst>
              <a:ext uri="{FF2B5EF4-FFF2-40B4-BE49-F238E27FC236}">
                <a16:creationId xmlns:a16="http://schemas.microsoft.com/office/drawing/2014/main" id="{A3FA18FD-51A7-424C-8195-EB37DCD7BAD2}"/>
              </a:ext>
            </a:extLst>
          </p:cNvPr>
          <p:cNvSpPr/>
          <p:nvPr/>
        </p:nvSpPr>
        <p:spPr>
          <a:xfrm>
            <a:off x="203699" y="5054980"/>
            <a:ext cx="5149840" cy="13305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A9E1829-86F4-DCE9-CA58-98B3DCDBCAC8}"/>
              </a:ext>
            </a:extLst>
          </p:cNvPr>
          <p:cNvSpPr/>
          <p:nvPr/>
        </p:nvSpPr>
        <p:spPr>
          <a:xfrm>
            <a:off x="203699" y="2247632"/>
            <a:ext cx="5149840" cy="27020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3982D1-AEF4-9984-75C2-ECA56A16B8A6}"/>
              </a:ext>
            </a:extLst>
          </p:cNvPr>
          <p:cNvSpPr txBox="1"/>
          <p:nvPr/>
        </p:nvSpPr>
        <p:spPr>
          <a:xfrm>
            <a:off x="203699" y="998257"/>
            <a:ext cx="10256635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service, command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과정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515C4D1-8C92-EC7A-ED27-8CD4A75669CE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21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7C6492C-170F-822B-C1EC-18298636DF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EEE8AC6B-663D-06F6-A323-8AE83C679566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왜 이렇게 하지 않았나요</a:t>
            </a: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?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5408041-ED9D-4642-36D2-04366FE1F496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사각형: 잘린 한쪽 모서리 17">
            <a:extLst>
              <a:ext uri="{FF2B5EF4-FFF2-40B4-BE49-F238E27FC236}">
                <a16:creationId xmlns:a16="http://schemas.microsoft.com/office/drawing/2014/main" id="{70DB5407-8B66-FBB9-EF6D-2F5F689DCB3A}"/>
              </a:ext>
            </a:extLst>
          </p:cNvPr>
          <p:cNvSpPr/>
          <p:nvPr/>
        </p:nvSpPr>
        <p:spPr>
          <a:xfrm>
            <a:off x="1423281" y="1456830"/>
            <a:ext cx="2364945" cy="70037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service call /</a:t>
            </a:r>
            <a:r>
              <a:rPr lang="en-US" altLang="ko-K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service_name</a:t>
            </a:r>
            <a:endParaRPr lang="ko-KR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957AE21-B0AA-740A-ADCE-BFE804C47EDD}"/>
              </a:ext>
            </a:extLst>
          </p:cNvPr>
          <p:cNvSpPr/>
          <p:nvPr/>
        </p:nvSpPr>
        <p:spPr>
          <a:xfrm>
            <a:off x="2538629" y="2379033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 Callback</a:t>
            </a:r>
            <a:r>
              <a:rPr lang="ko-KR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함수 호출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96AEA3-F2AF-BB84-EEE4-1DD9DD89F085}"/>
              </a:ext>
            </a:extLst>
          </p:cNvPr>
          <p:cNvSpPr txBox="1"/>
          <p:nvPr/>
        </p:nvSpPr>
        <p:spPr>
          <a:xfrm>
            <a:off x="245429" y="149329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A77777-6A58-C4C0-92DF-997ED71DBEEC}"/>
              </a:ext>
            </a:extLst>
          </p:cNvPr>
          <p:cNvSpPr txBox="1"/>
          <p:nvPr/>
        </p:nvSpPr>
        <p:spPr>
          <a:xfrm>
            <a:off x="245429" y="2298808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D181C7A-B0B9-363A-6A3A-A34B8D0D053C}"/>
              </a:ext>
            </a:extLst>
          </p:cNvPr>
          <p:cNvCxnSpPr>
            <a:cxnSpLocks/>
          </p:cNvCxnSpPr>
          <p:nvPr/>
        </p:nvCxnSpPr>
        <p:spPr>
          <a:xfrm flipH="1">
            <a:off x="245428" y="2929904"/>
            <a:ext cx="5149840" cy="35757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220DE69-978C-EBB4-2C63-3B56E68DF309}"/>
              </a:ext>
            </a:extLst>
          </p:cNvPr>
          <p:cNvSpPr txBox="1"/>
          <p:nvPr/>
        </p:nvSpPr>
        <p:spPr>
          <a:xfrm>
            <a:off x="245429" y="295166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B55051E-D434-188F-6C8B-77AEF6BE8BC6}"/>
              </a:ext>
            </a:extLst>
          </p:cNvPr>
          <p:cNvSpPr/>
          <p:nvPr/>
        </p:nvSpPr>
        <p:spPr>
          <a:xfrm>
            <a:off x="2526217" y="3071006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→ MAVLINK 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4DA6086E-2C3A-3B24-C17C-DF649890C02A}"/>
              </a:ext>
            </a:extLst>
          </p:cNvPr>
          <p:cNvCxnSpPr>
            <a:cxnSpLocks/>
          </p:cNvCxnSpPr>
          <p:nvPr/>
        </p:nvCxnSpPr>
        <p:spPr>
          <a:xfrm flipH="1">
            <a:off x="245427" y="3656655"/>
            <a:ext cx="5189160" cy="13996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642F7D3-778E-E26D-1F9E-005719BB5BD4}"/>
              </a:ext>
            </a:extLst>
          </p:cNvPr>
          <p:cNvSpPr txBox="1"/>
          <p:nvPr/>
        </p:nvSpPr>
        <p:spPr>
          <a:xfrm>
            <a:off x="245428" y="365665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49B074C-E3FB-836D-D721-CE6C116D3257}"/>
              </a:ext>
            </a:extLst>
          </p:cNvPr>
          <p:cNvSpPr/>
          <p:nvPr/>
        </p:nvSpPr>
        <p:spPr>
          <a:xfrm>
            <a:off x="1637882" y="3775996"/>
            <a:ext cx="3642800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(command, priority)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74EEAF0E-13A3-D303-D1E8-5D0EA11B35FC}"/>
              </a:ext>
            </a:extLst>
          </p:cNvPr>
          <p:cNvCxnSpPr>
            <a:cxnSpLocks/>
          </p:cNvCxnSpPr>
          <p:nvPr/>
        </p:nvCxnSpPr>
        <p:spPr>
          <a:xfrm flipH="1">
            <a:off x="245427" y="4999384"/>
            <a:ext cx="5149840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3A448AC-9E2B-CBAB-9ED0-63C41C69BF33}"/>
              </a:ext>
            </a:extLst>
          </p:cNvPr>
          <p:cNvSpPr txBox="1"/>
          <p:nvPr/>
        </p:nvSpPr>
        <p:spPr>
          <a:xfrm>
            <a:off x="245428" y="4985388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7875417-7F63-CEDB-47A5-5E29AE617BC0}"/>
              </a:ext>
            </a:extLst>
          </p:cNvPr>
          <p:cNvSpPr/>
          <p:nvPr/>
        </p:nvSpPr>
        <p:spPr>
          <a:xfrm>
            <a:off x="2526216" y="5104729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→ MAVLINK 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2F5A7F35-00FC-6E51-8E27-A54BDC6689D0}"/>
              </a:ext>
            </a:extLst>
          </p:cNvPr>
          <p:cNvCxnSpPr>
            <a:cxnSpLocks/>
          </p:cNvCxnSpPr>
          <p:nvPr/>
        </p:nvCxnSpPr>
        <p:spPr>
          <a:xfrm flipH="1">
            <a:off x="245427" y="5679084"/>
            <a:ext cx="5189160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BC887AB-FB74-0F11-EE51-09E6CBA11A59}"/>
              </a:ext>
            </a:extLst>
          </p:cNvPr>
          <p:cNvSpPr txBox="1"/>
          <p:nvPr/>
        </p:nvSpPr>
        <p:spPr>
          <a:xfrm>
            <a:off x="245428" y="5665088"/>
            <a:ext cx="140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CB2DC28-C097-952A-C575-E5915AB7FD06}"/>
              </a:ext>
            </a:extLst>
          </p:cNvPr>
          <p:cNvSpPr/>
          <p:nvPr/>
        </p:nvSpPr>
        <p:spPr>
          <a:xfrm>
            <a:off x="2526216" y="5784429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PX4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2FDE59C-1129-8B81-4E14-B7255910B94F}"/>
              </a:ext>
            </a:extLst>
          </p:cNvPr>
          <p:cNvSpPr/>
          <p:nvPr/>
        </p:nvSpPr>
        <p:spPr>
          <a:xfrm>
            <a:off x="2526216" y="4394162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MAVLINK → ROS2 msg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사각형: 잘린 한쪽 모서리 45">
            <a:extLst>
              <a:ext uri="{FF2B5EF4-FFF2-40B4-BE49-F238E27FC236}">
                <a16:creationId xmlns:a16="http://schemas.microsoft.com/office/drawing/2014/main" id="{53358900-34EF-316F-C15B-FB439670E5A4}"/>
              </a:ext>
            </a:extLst>
          </p:cNvPr>
          <p:cNvSpPr/>
          <p:nvPr/>
        </p:nvSpPr>
        <p:spPr>
          <a:xfrm>
            <a:off x="2930932" y="1547262"/>
            <a:ext cx="2169504" cy="70037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topic pub 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topic_name</a:t>
            </a:r>
            <a:endParaRPr lang="ko-KR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4F50F66F-525A-43BA-5D48-8A6E975C6B88}"/>
              </a:ext>
            </a:extLst>
          </p:cNvPr>
          <p:cNvCxnSpPr>
            <a:cxnSpLocks/>
          </p:cNvCxnSpPr>
          <p:nvPr/>
        </p:nvCxnSpPr>
        <p:spPr>
          <a:xfrm flipH="1">
            <a:off x="257657" y="2298808"/>
            <a:ext cx="5149840" cy="10342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644DBEAB-2F8D-83ED-0713-AD596C9F4E3D}"/>
              </a:ext>
            </a:extLst>
          </p:cNvPr>
          <p:cNvCxnSpPr>
            <a:cxnSpLocks/>
          </p:cNvCxnSpPr>
          <p:nvPr/>
        </p:nvCxnSpPr>
        <p:spPr>
          <a:xfrm flipV="1">
            <a:off x="5434587" y="1493298"/>
            <a:ext cx="0" cy="481757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A5E3085-53E5-936B-49AE-F50548ADFE68}"/>
              </a:ext>
            </a:extLst>
          </p:cNvPr>
          <p:cNvSpPr txBox="1"/>
          <p:nvPr/>
        </p:nvSpPr>
        <p:spPr>
          <a:xfrm>
            <a:off x="100221" y="1997388"/>
            <a:ext cx="2261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 package</a:t>
            </a:r>
            <a:endParaRPr lang="ko-KR" alt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D94C874-2AF7-E748-1C3A-7E143EC35BD5}"/>
              </a:ext>
            </a:extLst>
          </p:cNvPr>
          <p:cNvSpPr txBox="1"/>
          <p:nvPr/>
        </p:nvSpPr>
        <p:spPr>
          <a:xfrm>
            <a:off x="122651" y="6282792"/>
            <a:ext cx="2261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package</a:t>
            </a:r>
            <a:endParaRPr lang="ko-KR" alt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EE78D5F-1008-3CA9-1A93-AE6A5DDE162B}"/>
              </a:ext>
            </a:extLst>
          </p:cNvPr>
          <p:cNvSpPr txBox="1"/>
          <p:nvPr/>
        </p:nvSpPr>
        <p:spPr>
          <a:xfrm>
            <a:off x="5515636" y="2377377"/>
            <a:ext cx="22618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모든 과정이 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 package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에서 진행된다고 생각함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7E5CE99-B048-939C-59D6-362E50F441B3}"/>
              </a:ext>
            </a:extLst>
          </p:cNvPr>
          <p:cNvSpPr txBox="1"/>
          <p:nvPr/>
        </p:nvSpPr>
        <p:spPr>
          <a:xfrm>
            <a:off x="5473906" y="5054980"/>
            <a:ext cx="22618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통신의 대부분은 </a:t>
            </a:r>
            <a:r>
              <a:rPr lang="en-US" altLang="ko-K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에서 진행됨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FC23FEA-0704-AD8D-83EB-E07B92504175}"/>
              </a:ext>
            </a:extLst>
          </p:cNvPr>
          <p:cNvSpPr txBox="1"/>
          <p:nvPr/>
        </p:nvSpPr>
        <p:spPr>
          <a:xfrm>
            <a:off x="5548648" y="3862364"/>
            <a:ext cx="1555276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en-US" altLang="ko-KR" sz="1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</a:t>
            </a:r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부여</a:t>
            </a:r>
            <a:endParaRPr lang="en-US" altLang="ko-KR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A551640-9B0F-82EB-7876-60F1249732A7}"/>
              </a:ext>
            </a:extLst>
          </p:cNvPr>
          <p:cNvSpPr txBox="1"/>
          <p:nvPr/>
        </p:nvSpPr>
        <p:spPr>
          <a:xfrm>
            <a:off x="5548648" y="4304783"/>
            <a:ext cx="1555276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</a:t>
            </a:r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처리</a:t>
            </a:r>
            <a:endParaRPr lang="en-US" altLang="ko-KR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1087D2-8ADC-71A4-0A1E-5872559806D3}"/>
              </a:ext>
            </a:extLst>
          </p:cNvPr>
          <p:cNvSpPr txBox="1"/>
          <p:nvPr/>
        </p:nvSpPr>
        <p:spPr>
          <a:xfrm>
            <a:off x="2306537" y="6171740"/>
            <a:ext cx="2590809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최종 </a:t>
            </a:r>
            <a:r>
              <a:rPr lang="en-US" altLang="ko-K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ko-KR" sz="1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en-US" altLang="ko-KR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651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72B1E-FE2D-7E7F-303E-E73BFEE53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>
            <a:extLst>
              <a:ext uri="{FF2B5EF4-FFF2-40B4-BE49-F238E27FC236}">
                <a16:creationId xmlns:a16="http://schemas.microsoft.com/office/drawing/2014/main" id="{710901E0-EF7F-8522-6726-9CEA036080ED}"/>
              </a:ext>
            </a:extLst>
          </p:cNvPr>
          <p:cNvSpPr/>
          <p:nvPr/>
        </p:nvSpPr>
        <p:spPr>
          <a:xfrm>
            <a:off x="203699" y="5054980"/>
            <a:ext cx="5149840" cy="13305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329FA5D-6D59-7FA8-A72E-49548F35A1DC}"/>
              </a:ext>
            </a:extLst>
          </p:cNvPr>
          <p:cNvSpPr/>
          <p:nvPr/>
        </p:nvSpPr>
        <p:spPr>
          <a:xfrm>
            <a:off x="203699" y="2247632"/>
            <a:ext cx="5149840" cy="27020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BB104B-B4AC-A1B3-60E9-5C3A54B2E59B}"/>
              </a:ext>
            </a:extLst>
          </p:cNvPr>
          <p:cNvSpPr txBox="1"/>
          <p:nvPr/>
        </p:nvSpPr>
        <p:spPr>
          <a:xfrm>
            <a:off x="203699" y="998257"/>
            <a:ext cx="10256635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service, command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과정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0F729B4B-44DC-E7CF-A057-F82ED34EB636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22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7E640D7-DD0F-E6B2-EE42-A8B5D52250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51EE94CB-96EF-B9B4-FB4E-5D9914A9047A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왜 이렇게 하지 않았나요</a:t>
            </a: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?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C43EEE7-B989-F6A9-0AC8-8DACFDAFB447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사각형: 잘린 한쪽 모서리 17">
            <a:extLst>
              <a:ext uri="{FF2B5EF4-FFF2-40B4-BE49-F238E27FC236}">
                <a16:creationId xmlns:a16="http://schemas.microsoft.com/office/drawing/2014/main" id="{BFC2F2AC-0444-A88D-9963-81A5AF9ADF4A}"/>
              </a:ext>
            </a:extLst>
          </p:cNvPr>
          <p:cNvSpPr/>
          <p:nvPr/>
        </p:nvSpPr>
        <p:spPr>
          <a:xfrm>
            <a:off x="1423281" y="1456830"/>
            <a:ext cx="2364945" cy="70037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service call /</a:t>
            </a:r>
            <a:r>
              <a:rPr lang="en-US" altLang="ko-K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service_name</a:t>
            </a:r>
            <a:endParaRPr lang="ko-KR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5BF0D68-C9DC-100A-5F71-48F7D0837AA2}"/>
              </a:ext>
            </a:extLst>
          </p:cNvPr>
          <p:cNvSpPr/>
          <p:nvPr/>
        </p:nvSpPr>
        <p:spPr>
          <a:xfrm>
            <a:off x="2538629" y="2379033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 Callback</a:t>
            </a:r>
            <a:r>
              <a:rPr lang="ko-KR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함수 호출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D7DC2F-A64F-F535-5F2C-811428EA0011}"/>
              </a:ext>
            </a:extLst>
          </p:cNvPr>
          <p:cNvSpPr txBox="1"/>
          <p:nvPr/>
        </p:nvSpPr>
        <p:spPr>
          <a:xfrm>
            <a:off x="245429" y="149329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8397D5-53F2-DA9E-E054-5CC245FBEB35}"/>
              </a:ext>
            </a:extLst>
          </p:cNvPr>
          <p:cNvSpPr txBox="1"/>
          <p:nvPr/>
        </p:nvSpPr>
        <p:spPr>
          <a:xfrm>
            <a:off x="245429" y="2298808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716E23C-0B0F-E8D7-AE32-2A61517BEE92}"/>
              </a:ext>
            </a:extLst>
          </p:cNvPr>
          <p:cNvCxnSpPr>
            <a:cxnSpLocks/>
          </p:cNvCxnSpPr>
          <p:nvPr/>
        </p:nvCxnSpPr>
        <p:spPr>
          <a:xfrm flipH="1">
            <a:off x="245428" y="2929904"/>
            <a:ext cx="5149840" cy="35757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73E68FD-1325-51B5-2783-5C69BA5A8BAC}"/>
              </a:ext>
            </a:extLst>
          </p:cNvPr>
          <p:cNvSpPr txBox="1"/>
          <p:nvPr/>
        </p:nvSpPr>
        <p:spPr>
          <a:xfrm>
            <a:off x="245429" y="295166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F882C11-58EB-9CFA-D1BC-B5D0D5B3D387}"/>
              </a:ext>
            </a:extLst>
          </p:cNvPr>
          <p:cNvSpPr/>
          <p:nvPr/>
        </p:nvSpPr>
        <p:spPr>
          <a:xfrm>
            <a:off x="2526217" y="3071006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→ MAVLINK 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7B34E76-7CD0-4570-8246-48B3F2A44AFE}"/>
              </a:ext>
            </a:extLst>
          </p:cNvPr>
          <p:cNvCxnSpPr>
            <a:cxnSpLocks/>
          </p:cNvCxnSpPr>
          <p:nvPr/>
        </p:nvCxnSpPr>
        <p:spPr>
          <a:xfrm flipH="1">
            <a:off x="245427" y="3656655"/>
            <a:ext cx="5189160" cy="13996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D9FA840-FEFF-3392-8CD8-B054B0308606}"/>
              </a:ext>
            </a:extLst>
          </p:cNvPr>
          <p:cNvSpPr txBox="1"/>
          <p:nvPr/>
        </p:nvSpPr>
        <p:spPr>
          <a:xfrm>
            <a:off x="245428" y="365665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C548CF7-A9D1-362E-31FF-B031F05ECCFE}"/>
              </a:ext>
            </a:extLst>
          </p:cNvPr>
          <p:cNvSpPr/>
          <p:nvPr/>
        </p:nvSpPr>
        <p:spPr>
          <a:xfrm>
            <a:off x="1637882" y="3775996"/>
            <a:ext cx="3642800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(command, priority)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452BA041-AACF-449A-FEFC-D3DD2E21B2C4}"/>
              </a:ext>
            </a:extLst>
          </p:cNvPr>
          <p:cNvCxnSpPr>
            <a:cxnSpLocks/>
          </p:cNvCxnSpPr>
          <p:nvPr/>
        </p:nvCxnSpPr>
        <p:spPr>
          <a:xfrm flipH="1">
            <a:off x="245427" y="4999384"/>
            <a:ext cx="5149840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4CCFFA3-D6A5-A648-D8FA-ACC1A3B438E6}"/>
              </a:ext>
            </a:extLst>
          </p:cNvPr>
          <p:cNvSpPr txBox="1"/>
          <p:nvPr/>
        </p:nvSpPr>
        <p:spPr>
          <a:xfrm>
            <a:off x="245428" y="4985388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11FCDC8-C4ED-48B3-9678-095E03D6A9A7}"/>
              </a:ext>
            </a:extLst>
          </p:cNvPr>
          <p:cNvSpPr/>
          <p:nvPr/>
        </p:nvSpPr>
        <p:spPr>
          <a:xfrm>
            <a:off x="2526216" y="5104729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→ MAVLINK 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2A9015B7-7CB7-29B7-3A97-682104598430}"/>
              </a:ext>
            </a:extLst>
          </p:cNvPr>
          <p:cNvCxnSpPr>
            <a:cxnSpLocks/>
          </p:cNvCxnSpPr>
          <p:nvPr/>
        </p:nvCxnSpPr>
        <p:spPr>
          <a:xfrm flipH="1">
            <a:off x="245427" y="5679084"/>
            <a:ext cx="5189160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DD9C6E1-C4DA-6545-55BD-20F1B3088D8F}"/>
              </a:ext>
            </a:extLst>
          </p:cNvPr>
          <p:cNvSpPr txBox="1"/>
          <p:nvPr/>
        </p:nvSpPr>
        <p:spPr>
          <a:xfrm>
            <a:off x="245428" y="5665088"/>
            <a:ext cx="140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E672C01-A23F-BFAD-7D7A-D21CF1F06CA8}"/>
              </a:ext>
            </a:extLst>
          </p:cNvPr>
          <p:cNvSpPr/>
          <p:nvPr/>
        </p:nvSpPr>
        <p:spPr>
          <a:xfrm>
            <a:off x="2526216" y="5784429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PX4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99DA2AF-1ED6-A3E8-1348-CB3948429515}"/>
              </a:ext>
            </a:extLst>
          </p:cNvPr>
          <p:cNvSpPr/>
          <p:nvPr/>
        </p:nvSpPr>
        <p:spPr>
          <a:xfrm>
            <a:off x="2526216" y="4394162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MAVLINK → ROS2 msg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사각형: 잘린 한쪽 모서리 45">
            <a:extLst>
              <a:ext uri="{FF2B5EF4-FFF2-40B4-BE49-F238E27FC236}">
                <a16:creationId xmlns:a16="http://schemas.microsoft.com/office/drawing/2014/main" id="{858B42A5-89E7-3535-6604-9DFD73093C4E}"/>
              </a:ext>
            </a:extLst>
          </p:cNvPr>
          <p:cNvSpPr/>
          <p:nvPr/>
        </p:nvSpPr>
        <p:spPr>
          <a:xfrm>
            <a:off x="2930932" y="1547262"/>
            <a:ext cx="2169504" cy="70037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topic pub 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topic_name</a:t>
            </a:r>
            <a:endParaRPr lang="ko-KR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C174CA07-6A89-01CB-1528-5E28BBB7C974}"/>
              </a:ext>
            </a:extLst>
          </p:cNvPr>
          <p:cNvCxnSpPr>
            <a:cxnSpLocks/>
          </p:cNvCxnSpPr>
          <p:nvPr/>
        </p:nvCxnSpPr>
        <p:spPr>
          <a:xfrm flipH="1">
            <a:off x="257657" y="2298808"/>
            <a:ext cx="5149840" cy="10342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BEE74BC1-6CC4-A4D0-22A4-DB48108B2677}"/>
              </a:ext>
            </a:extLst>
          </p:cNvPr>
          <p:cNvCxnSpPr>
            <a:cxnSpLocks/>
          </p:cNvCxnSpPr>
          <p:nvPr/>
        </p:nvCxnSpPr>
        <p:spPr>
          <a:xfrm flipV="1">
            <a:off x="5434587" y="1493298"/>
            <a:ext cx="0" cy="481757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5C6F5369-CB35-A003-D6E9-CCF94C870C58}"/>
              </a:ext>
            </a:extLst>
          </p:cNvPr>
          <p:cNvSpPr txBox="1"/>
          <p:nvPr/>
        </p:nvSpPr>
        <p:spPr>
          <a:xfrm>
            <a:off x="100221" y="1997388"/>
            <a:ext cx="2261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 package</a:t>
            </a:r>
            <a:endParaRPr lang="ko-KR" alt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10A9BD4-A9DE-0825-9D7F-F09AE45505F2}"/>
              </a:ext>
            </a:extLst>
          </p:cNvPr>
          <p:cNvSpPr txBox="1"/>
          <p:nvPr/>
        </p:nvSpPr>
        <p:spPr>
          <a:xfrm>
            <a:off x="122651" y="6282792"/>
            <a:ext cx="2261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package</a:t>
            </a:r>
            <a:endParaRPr lang="ko-KR" alt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BC0BB70-8F27-8E48-1FB7-A33ACE033120}"/>
              </a:ext>
            </a:extLst>
          </p:cNvPr>
          <p:cNvSpPr txBox="1"/>
          <p:nvPr/>
        </p:nvSpPr>
        <p:spPr>
          <a:xfrm>
            <a:off x="5515636" y="2377377"/>
            <a:ext cx="22618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모든 과정이 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 package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에서 진행된다고 생각함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1847419-B088-E7FA-4DB9-25B9650CADDE}"/>
              </a:ext>
            </a:extLst>
          </p:cNvPr>
          <p:cNvSpPr txBox="1"/>
          <p:nvPr/>
        </p:nvSpPr>
        <p:spPr>
          <a:xfrm>
            <a:off x="5473906" y="5054980"/>
            <a:ext cx="22618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통신의 대부분은 </a:t>
            </a:r>
            <a:r>
              <a:rPr lang="en-US" altLang="ko-K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에서 진행됨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4AE51C3-FE73-4D48-E281-25E9F2427CD3}"/>
              </a:ext>
            </a:extLst>
          </p:cNvPr>
          <p:cNvSpPr txBox="1"/>
          <p:nvPr/>
        </p:nvSpPr>
        <p:spPr>
          <a:xfrm>
            <a:off x="5548648" y="3862364"/>
            <a:ext cx="1555276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en-US" altLang="ko-KR" sz="1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</a:t>
            </a:r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부여</a:t>
            </a:r>
            <a:endParaRPr lang="en-US" altLang="ko-KR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AF05F56-8E52-C822-10E8-52D773177342}"/>
              </a:ext>
            </a:extLst>
          </p:cNvPr>
          <p:cNvSpPr txBox="1"/>
          <p:nvPr/>
        </p:nvSpPr>
        <p:spPr>
          <a:xfrm>
            <a:off x="5548648" y="5955191"/>
            <a:ext cx="1555276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</a:t>
            </a:r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처리</a:t>
            </a:r>
            <a:endParaRPr lang="en-US" altLang="ko-KR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407D22-D520-093E-67A9-2F32D31497E1}"/>
              </a:ext>
            </a:extLst>
          </p:cNvPr>
          <p:cNvSpPr txBox="1"/>
          <p:nvPr/>
        </p:nvSpPr>
        <p:spPr>
          <a:xfrm>
            <a:off x="2306537" y="6171740"/>
            <a:ext cx="2590809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최종 </a:t>
            </a:r>
            <a:r>
              <a:rPr lang="en-US" altLang="ko-K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ko-KR" sz="1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en-US" altLang="ko-KR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68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AFCD9-7687-F8BA-84B8-2226529A1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>
            <a:extLst>
              <a:ext uri="{FF2B5EF4-FFF2-40B4-BE49-F238E27FC236}">
                <a16:creationId xmlns:a16="http://schemas.microsoft.com/office/drawing/2014/main" id="{9A7CBD3E-DFF5-7FA3-DD1B-A049078AD82E}"/>
              </a:ext>
            </a:extLst>
          </p:cNvPr>
          <p:cNvSpPr/>
          <p:nvPr/>
        </p:nvSpPr>
        <p:spPr>
          <a:xfrm>
            <a:off x="203699" y="5054980"/>
            <a:ext cx="5149840" cy="16928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C0CF0934-DBFB-70FC-1150-AFA0B5A2F1C5}"/>
              </a:ext>
            </a:extLst>
          </p:cNvPr>
          <p:cNvSpPr/>
          <p:nvPr/>
        </p:nvSpPr>
        <p:spPr>
          <a:xfrm>
            <a:off x="203699" y="2247632"/>
            <a:ext cx="5149840" cy="27020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A893F8-49F3-4114-BF00-EC28BCDF0DA3}"/>
              </a:ext>
            </a:extLst>
          </p:cNvPr>
          <p:cNvSpPr txBox="1"/>
          <p:nvPr/>
        </p:nvSpPr>
        <p:spPr>
          <a:xfrm>
            <a:off x="203699" y="998257"/>
            <a:ext cx="10256635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service, command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과정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CB4C3123-0271-9D49-1388-EAD491B5FCE1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23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63E7F0F-311D-20D2-1A3E-E9ECFF5308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20A3EA1D-8AB7-2741-93D9-DF1E60126C23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왜 이렇게 하지 않았나요</a:t>
            </a: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?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3C26988-8C0E-03ED-EC39-00BDB362A699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사각형: 잘린 한쪽 모서리 17">
            <a:extLst>
              <a:ext uri="{FF2B5EF4-FFF2-40B4-BE49-F238E27FC236}">
                <a16:creationId xmlns:a16="http://schemas.microsoft.com/office/drawing/2014/main" id="{02F93A78-D21F-BD99-A442-646A51244593}"/>
              </a:ext>
            </a:extLst>
          </p:cNvPr>
          <p:cNvSpPr/>
          <p:nvPr/>
        </p:nvSpPr>
        <p:spPr>
          <a:xfrm>
            <a:off x="1423281" y="1456830"/>
            <a:ext cx="2364945" cy="70037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service call /</a:t>
            </a:r>
            <a:r>
              <a:rPr lang="en-US" altLang="ko-K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service_name</a:t>
            </a:r>
            <a:endParaRPr lang="ko-KR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CA650A6-3F6F-3849-8815-7884BDBB6F18}"/>
              </a:ext>
            </a:extLst>
          </p:cNvPr>
          <p:cNvSpPr/>
          <p:nvPr/>
        </p:nvSpPr>
        <p:spPr>
          <a:xfrm>
            <a:off x="2538629" y="2379033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 Callback</a:t>
            </a:r>
            <a:r>
              <a:rPr lang="ko-KR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함수 호출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2F0D56-74B3-F720-49D9-DF811C14884C}"/>
              </a:ext>
            </a:extLst>
          </p:cNvPr>
          <p:cNvSpPr txBox="1"/>
          <p:nvPr/>
        </p:nvSpPr>
        <p:spPr>
          <a:xfrm>
            <a:off x="245429" y="149329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039045-7A62-E193-0267-A06D4C4F3ED0}"/>
              </a:ext>
            </a:extLst>
          </p:cNvPr>
          <p:cNvSpPr txBox="1"/>
          <p:nvPr/>
        </p:nvSpPr>
        <p:spPr>
          <a:xfrm>
            <a:off x="245429" y="2298808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53F6A8A-72AB-AE37-A7C5-A26D1573D44C}"/>
              </a:ext>
            </a:extLst>
          </p:cNvPr>
          <p:cNvCxnSpPr>
            <a:cxnSpLocks/>
          </p:cNvCxnSpPr>
          <p:nvPr/>
        </p:nvCxnSpPr>
        <p:spPr>
          <a:xfrm flipH="1">
            <a:off x="245428" y="2929904"/>
            <a:ext cx="5149840" cy="35757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F0AE4FF-735E-D5C1-606A-AF26E7BE7F35}"/>
              </a:ext>
            </a:extLst>
          </p:cNvPr>
          <p:cNvSpPr txBox="1"/>
          <p:nvPr/>
        </p:nvSpPr>
        <p:spPr>
          <a:xfrm>
            <a:off x="245429" y="295166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9B80309-096F-A641-D4D0-2D3CA07F708F}"/>
              </a:ext>
            </a:extLst>
          </p:cNvPr>
          <p:cNvSpPr/>
          <p:nvPr/>
        </p:nvSpPr>
        <p:spPr>
          <a:xfrm>
            <a:off x="2526217" y="3071006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→ MAVLINK 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44A8AE92-4F58-F6E6-7CB4-4E737A7340BF}"/>
              </a:ext>
            </a:extLst>
          </p:cNvPr>
          <p:cNvCxnSpPr>
            <a:cxnSpLocks/>
          </p:cNvCxnSpPr>
          <p:nvPr/>
        </p:nvCxnSpPr>
        <p:spPr>
          <a:xfrm flipH="1">
            <a:off x="245427" y="3656655"/>
            <a:ext cx="5189160" cy="13996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AD8561F-C7E2-EDB6-6975-68DAC4424961}"/>
              </a:ext>
            </a:extLst>
          </p:cNvPr>
          <p:cNvSpPr txBox="1"/>
          <p:nvPr/>
        </p:nvSpPr>
        <p:spPr>
          <a:xfrm>
            <a:off x="245428" y="3656655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A89FB8D-A827-A790-DC85-E35076D5A85D}"/>
              </a:ext>
            </a:extLst>
          </p:cNvPr>
          <p:cNvSpPr/>
          <p:nvPr/>
        </p:nvSpPr>
        <p:spPr>
          <a:xfrm>
            <a:off x="1637882" y="3775996"/>
            <a:ext cx="3642800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(command, priority)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C3323D09-CB84-FAF3-6952-104E97146BAB}"/>
              </a:ext>
            </a:extLst>
          </p:cNvPr>
          <p:cNvCxnSpPr>
            <a:cxnSpLocks/>
          </p:cNvCxnSpPr>
          <p:nvPr/>
        </p:nvCxnSpPr>
        <p:spPr>
          <a:xfrm flipH="1">
            <a:off x="245427" y="4999384"/>
            <a:ext cx="5149840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912B0A4-DB63-97A3-ACEF-B239465A08E8}"/>
              </a:ext>
            </a:extLst>
          </p:cNvPr>
          <p:cNvSpPr txBox="1"/>
          <p:nvPr/>
        </p:nvSpPr>
        <p:spPr>
          <a:xfrm>
            <a:off x="245428" y="4985388"/>
            <a:ext cx="1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401A415-17E3-2AF0-7C38-5E3197C31E20}"/>
              </a:ext>
            </a:extLst>
          </p:cNvPr>
          <p:cNvSpPr/>
          <p:nvPr/>
        </p:nvSpPr>
        <p:spPr>
          <a:xfrm>
            <a:off x="2526216" y="5104729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msg → MAVLINK 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128864CC-374F-D1E2-A8CD-8DA62E317A04}"/>
              </a:ext>
            </a:extLst>
          </p:cNvPr>
          <p:cNvCxnSpPr>
            <a:cxnSpLocks/>
          </p:cNvCxnSpPr>
          <p:nvPr/>
        </p:nvCxnSpPr>
        <p:spPr>
          <a:xfrm flipH="1">
            <a:off x="245427" y="5679084"/>
            <a:ext cx="5189160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3004D4C-AA59-0D8B-BB54-76610A02902D}"/>
              </a:ext>
            </a:extLst>
          </p:cNvPr>
          <p:cNvSpPr txBox="1"/>
          <p:nvPr/>
        </p:nvSpPr>
        <p:spPr>
          <a:xfrm>
            <a:off x="245428" y="5665088"/>
            <a:ext cx="140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6456CCA-3605-5BA2-CC30-68557CFD7BCD}"/>
              </a:ext>
            </a:extLst>
          </p:cNvPr>
          <p:cNvSpPr/>
          <p:nvPr/>
        </p:nvSpPr>
        <p:spPr>
          <a:xfrm>
            <a:off x="2513046" y="6137885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PX4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B5AD317-5884-12E7-2F7B-0A7B3AE77336}"/>
              </a:ext>
            </a:extLst>
          </p:cNvPr>
          <p:cNvSpPr/>
          <p:nvPr/>
        </p:nvSpPr>
        <p:spPr>
          <a:xfrm>
            <a:off x="2526216" y="4394162"/>
            <a:ext cx="2754465" cy="497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MAVLINK → ROS2 msg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사각형: 잘린 한쪽 모서리 45">
            <a:extLst>
              <a:ext uri="{FF2B5EF4-FFF2-40B4-BE49-F238E27FC236}">
                <a16:creationId xmlns:a16="http://schemas.microsoft.com/office/drawing/2014/main" id="{0AA6A40C-2CAF-0115-6283-EDEAFD58D9E2}"/>
              </a:ext>
            </a:extLst>
          </p:cNvPr>
          <p:cNvSpPr/>
          <p:nvPr/>
        </p:nvSpPr>
        <p:spPr>
          <a:xfrm>
            <a:off x="2930932" y="1547262"/>
            <a:ext cx="2169504" cy="70037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topic pub 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topic_name</a:t>
            </a:r>
            <a:endParaRPr lang="ko-KR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FB1303DA-0C4B-3DC1-3404-E73168AF23FB}"/>
              </a:ext>
            </a:extLst>
          </p:cNvPr>
          <p:cNvCxnSpPr>
            <a:cxnSpLocks/>
          </p:cNvCxnSpPr>
          <p:nvPr/>
        </p:nvCxnSpPr>
        <p:spPr>
          <a:xfrm flipH="1">
            <a:off x="257657" y="2298808"/>
            <a:ext cx="5149840" cy="10342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9FA0B07A-52BB-0BFE-9611-E1BD5A2A63DD}"/>
              </a:ext>
            </a:extLst>
          </p:cNvPr>
          <p:cNvCxnSpPr>
            <a:cxnSpLocks/>
          </p:cNvCxnSpPr>
          <p:nvPr/>
        </p:nvCxnSpPr>
        <p:spPr>
          <a:xfrm flipV="1">
            <a:off x="5434587" y="1493298"/>
            <a:ext cx="0" cy="4817574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465D9D55-88DD-EE84-E271-06011AAC71AB}"/>
              </a:ext>
            </a:extLst>
          </p:cNvPr>
          <p:cNvSpPr txBox="1"/>
          <p:nvPr/>
        </p:nvSpPr>
        <p:spPr>
          <a:xfrm>
            <a:off x="100221" y="1997388"/>
            <a:ext cx="2261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 package</a:t>
            </a:r>
            <a:endParaRPr lang="ko-KR" alt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880F7CB-4190-873C-65A2-046EA6A4DD33}"/>
              </a:ext>
            </a:extLst>
          </p:cNvPr>
          <p:cNvSpPr txBox="1"/>
          <p:nvPr/>
        </p:nvSpPr>
        <p:spPr>
          <a:xfrm>
            <a:off x="122651" y="6282792"/>
            <a:ext cx="2261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package</a:t>
            </a:r>
            <a:endParaRPr lang="ko-KR" alt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582AB9F-D58A-A723-9A7C-38BF22D2455F}"/>
              </a:ext>
            </a:extLst>
          </p:cNvPr>
          <p:cNvSpPr txBox="1"/>
          <p:nvPr/>
        </p:nvSpPr>
        <p:spPr>
          <a:xfrm>
            <a:off x="5515636" y="2377377"/>
            <a:ext cx="22618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모든 과정이 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 package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에서 진행된다고 생각함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474CE8B-C51B-0D2E-CA9B-A9E541908EB3}"/>
              </a:ext>
            </a:extLst>
          </p:cNvPr>
          <p:cNvSpPr txBox="1"/>
          <p:nvPr/>
        </p:nvSpPr>
        <p:spPr>
          <a:xfrm>
            <a:off x="5473906" y="5054980"/>
            <a:ext cx="22618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통신의 대부분은 </a:t>
            </a:r>
            <a:r>
              <a:rPr lang="en-US" altLang="ko-K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에서 진행됨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05EF135-03F6-9C7B-9359-707E44F47CDA}"/>
              </a:ext>
            </a:extLst>
          </p:cNvPr>
          <p:cNvSpPr/>
          <p:nvPr/>
        </p:nvSpPr>
        <p:spPr>
          <a:xfrm>
            <a:off x="2930932" y="5784430"/>
            <a:ext cx="2128806" cy="23022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370229-E9E0-B914-DCEA-5B3080B272A3}"/>
              </a:ext>
            </a:extLst>
          </p:cNvPr>
          <p:cNvSpPr txBox="1"/>
          <p:nvPr/>
        </p:nvSpPr>
        <p:spPr>
          <a:xfrm>
            <a:off x="5548648" y="5476653"/>
            <a:ext cx="1555276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en-US" altLang="ko-KR" sz="1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</a:t>
            </a:r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부여</a:t>
            </a:r>
            <a:endParaRPr lang="en-US" altLang="ko-KR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97C6E-A606-8FD2-A840-5BC18F2E8AB6}"/>
              </a:ext>
            </a:extLst>
          </p:cNvPr>
          <p:cNvSpPr txBox="1"/>
          <p:nvPr/>
        </p:nvSpPr>
        <p:spPr>
          <a:xfrm>
            <a:off x="5548648" y="5955191"/>
            <a:ext cx="1555276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</a:t>
            </a:r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처리</a:t>
            </a:r>
            <a:endParaRPr lang="en-US" altLang="ko-KR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F54EE7-B86B-076D-9348-9E9EE020EFB9}"/>
              </a:ext>
            </a:extLst>
          </p:cNvPr>
          <p:cNvSpPr txBox="1"/>
          <p:nvPr/>
        </p:nvSpPr>
        <p:spPr>
          <a:xfrm>
            <a:off x="5768739" y="3755807"/>
            <a:ext cx="3157982" cy="5232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전체 구조를 제대로 이해하지 않고 진행해서 문제가 발생함</a:t>
            </a:r>
            <a:endParaRPr lang="en-US" altLang="ko-KR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914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CCDCD-31AE-C1D7-E136-3E10BCE5D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4A82E27A-6E14-72F1-5FB1-CC8D50D529C7}"/>
              </a:ext>
            </a:extLst>
          </p:cNvPr>
          <p:cNvSpPr txBox="1"/>
          <p:nvPr/>
        </p:nvSpPr>
        <p:spPr>
          <a:xfrm>
            <a:off x="203699" y="998257"/>
            <a:ext cx="8686301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실험 설계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1E585CE2-9AD3-7DD8-19CE-91A2044A6109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24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9D0EE8D-5922-5813-F2E1-550C1AA7D0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8FC4232A-B94D-2B0E-0B74-8D866BF97B7D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Experiment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99B647F-D6B0-5C86-18B4-567E160B3E4A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2A7E229F-CCF4-E11A-75B3-F2AD2A9998D8}"/>
              </a:ext>
            </a:extLst>
          </p:cNvPr>
          <p:cNvCxnSpPr/>
          <p:nvPr/>
        </p:nvCxnSpPr>
        <p:spPr>
          <a:xfrm>
            <a:off x="713432" y="2873829"/>
            <a:ext cx="607925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설명선: 굽은 선 8">
            <a:extLst>
              <a:ext uri="{FF2B5EF4-FFF2-40B4-BE49-F238E27FC236}">
                <a16:creationId xmlns:a16="http://schemas.microsoft.com/office/drawing/2014/main" id="{A0A855EA-BF46-1CA4-3688-2CA4758B4049}"/>
              </a:ext>
            </a:extLst>
          </p:cNvPr>
          <p:cNvSpPr/>
          <p:nvPr/>
        </p:nvSpPr>
        <p:spPr>
          <a:xfrm>
            <a:off x="2202818" y="1687240"/>
            <a:ext cx="2648299" cy="37178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23311"/>
              <a:gd name="adj6" fmla="val -44125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C00000"/>
                </a:solidFill>
              </a:rPr>
              <a:t>터미널에서 명령 입력</a:t>
            </a:r>
            <a:endParaRPr lang="en-US" altLang="ko-KR" dirty="0">
              <a:solidFill>
                <a:srgbClr val="C00000"/>
              </a:solidFill>
            </a:endParaRPr>
          </a:p>
        </p:txBody>
      </p:sp>
      <p:sp>
        <p:nvSpPr>
          <p:cNvPr id="11" name="설명선: 굽은 선 10">
            <a:extLst>
              <a:ext uri="{FF2B5EF4-FFF2-40B4-BE49-F238E27FC236}">
                <a16:creationId xmlns:a16="http://schemas.microsoft.com/office/drawing/2014/main" id="{C3BEEE31-6C30-B327-AA41-6294F95370D3}"/>
              </a:ext>
            </a:extLst>
          </p:cNvPr>
          <p:cNvSpPr/>
          <p:nvPr/>
        </p:nvSpPr>
        <p:spPr>
          <a:xfrm>
            <a:off x="6563249" y="1671643"/>
            <a:ext cx="1185705" cy="37178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23311"/>
              <a:gd name="adj6" fmla="val -44125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C00000"/>
                </a:solidFill>
              </a:rPr>
              <a:t>결과 반환</a:t>
            </a:r>
            <a:endParaRPr lang="en-US" altLang="ko-KR" dirty="0">
              <a:solidFill>
                <a:srgbClr val="C00000"/>
              </a:solidFill>
            </a:endParaRPr>
          </a:p>
        </p:txBody>
      </p:sp>
      <p:sp>
        <p:nvSpPr>
          <p:cNvPr id="13" name="설명선: 굽은 선 12">
            <a:extLst>
              <a:ext uri="{FF2B5EF4-FFF2-40B4-BE49-F238E27FC236}">
                <a16:creationId xmlns:a16="http://schemas.microsoft.com/office/drawing/2014/main" id="{59EE241C-42F3-A069-ACF0-F563DD5CB2E1}"/>
              </a:ext>
            </a:extLst>
          </p:cNvPr>
          <p:cNvSpPr/>
          <p:nvPr/>
        </p:nvSpPr>
        <p:spPr>
          <a:xfrm>
            <a:off x="2481939" y="3914976"/>
            <a:ext cx="2090058" cy="37178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79392"/>
              <a:gd name="adj6" fmla="val -37606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rgbClr val="0070C0"/>
                </a:solidFill>
              </a:rPr>
              <a:t>send_message</a:t>
            </a:r>
            <a:r>
              <a:rPr lang="en-US" altLang="ko-KR" dirty="0">
                <a:solidFill>
                  <a:srgbClr val="0070C0"/>
                </a:solidFill>
              </a:rPr>
              <a:t> </a:t>
            </a:r>
            <a:r>
              <a:rPr lang="ko-KR" altLang="en-US" dirty="0">
                <a:solidFill>
                  <a:srgbClr val="0070C0"/>
                </a:solidFill>
              </a:rPr>
              <a:t>호출</a:t>
            </a:r>
            <a:endParaRPr lang="en-US" altLang="ko-KR" dirty="0">
              <a:solidFill>
                <a:srgbClr val="0070C0"/>
              </a:solidFill>
            </a:endParaRPr>
          </a:p>
        </p:txBody>
      </p:sp>
      <p:sp>
        <p:nvSpPr>
          <p:cNvPr id="16" name="설명선: 굽은 선 15">
            <a:extLst>
              <a:ext uri="{FF2B5EF4-FFF2-40B4-BE49-F238E27FC236}">
                <a16:creationId xmlns:a16="http://schemas.microsoft.com/office/drawing/2014/main" id="{23E896D6-4B7C-7B0F-96C4-B1D9B825F9F7}"/>
              </a:ext>
            </a:extLst>
          </p:cNvPr>
          <p:cNvSpPr/>
          <p:nvPr/>
        </p:nvSpPr>
        <p:spPr>
          <a:xfrm>
            <a:off x="5417732" y="3914976"/>
            <a:ext cx="2178822" cy="37178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79392"/>
              <a:gd name="adj6" fmla="val -37606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70C0"/>
                </a:solidFill>
              </a:rPr>
              <a:t>최종 </a:t>
            </a:r>
            <a:r>
              <a:rPr lang="en-US" altLang="ko-KR" dirty="0">
                <a:solidFill>
                  <a:srgbClr val="0070C0"/>
                </a:solidFill>
              </a:rPr>
              <a:t>queue</a:t>
            </a:r>
            <a:r>
              <a:rPr lang="ko-KR" altLang="en-US" dirty="0">
                <a:solidFill>
                  <a:srgbClr val="0070C0"/>
                </a:solidFill>
              </a:rPr>
              <a:t>에서 </a:t>
            </a:r>
            <a:r>
              <a:rPr lang="en-US" altLang="ko-KR" dirty="0">
                <a:solidFill>
                  <a:srgbClr val="0070C0"/>
                </a:solidFill>
              </a:rPr>
              <a:t>pop</a:t>
            </a:r>
          </a:p>
        </p:txBody>
      </p:sp>
    </p:spTree>
    <p:extLst>
      <p:ext uri="{BB962C8B-B14F-4D97-AF65-F5344CB8AC3E}">
        <p14:creationId xmlns:p14="http://schemas.microsoft.com/office/powerpoint/2010/main" val="196194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D927AE-833D-43DC-8A2C-D735685E0C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841" y="2738539"/>
            <a:ext cx="1134318" cy="113431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CBFE469-2B2D-40CE-A2AE-5D93F35E6A83}"/>
              </a:ext>
            </a:extLst>
          </p:cNvPr>
          <p:cNvSpPr/>
          <p:nvPr/>
        </p:nvSpPr>
        <p:spPr>
          <a:xfrm>
            <a:off x="1" y="4390696"/>
            <a:ext cx="9144000" cy="144201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7D82F6-6608-46B6-B381-9916447EE76B}"/>
              </a:ext>
            </a:extLst>
          </p:cNvPr>
          <p:cNvSpPr/>
          <p:nvPr/>
        </p:nvSpPr>
        <p:spPr>
          <a:xfrm>
            <a:off x="3266091" y="1940695"/>
            <a:ext cx="2611815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/>
            <a:r>
              <a:rPr lang="en-US" altLang="ko-K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F62E229-2378-4405-9087-57671A5FC3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14AEF9-A9A0-4A4E-8490-94A1970A7DE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E3F5BE-94BC-4D0A-8CC1-AC4E9C90E8A0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EC63D-1CA9-4C0D-85F9-6274710D2EA5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Moonyoung Choi (cmy021205@dgist.ac.kr)</a:t>
            </a:r>
          </a:p>
        </p:txBody>
      </p:sp>
    </p:spTree>
    <p:extLst>
      <p:ext uri="{BB962C8B-B14F-4D97-AF65-F5344CB8AC3E}">
        <p14:creationId xmlns:p14="http://schemas.microsoft.com/office/powerpoint/2010/main" val="391388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75145</TotalTime>
  <Words>1648</Words>
  <Application>Microsoft Office PowerPoint</Application>
  <PresentationFormat>화면 슬라이드 쇼(4:3)</PresentationFormat>
  <Paragraphs>579</Paragraphs>
  <Slides>25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2" baseType="lpstr">
      <vt:lpstr>맑은 고딕</vt:lpstr>
      <vt:lpstr>Arial</vt:lpstr>
      <vt:lpstr>Calibri</vt:lpstr>
      <vt:lpstr>Calibri Light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RTCL403</dc:creator>
  <cp:lastModifiedBy>최문영</cp:lastModifiedBy>
  <cp:revision>1444</cp:revision>
  <cp:lastPrinted>2021-08-19T05:10:09Z</cp:lastPrinted>
  <dcterms:created xsi:type="dcterms:W3CDTF">2020-05-28T10:10:30Z</dcterms:created>
  <dcterms:modified xsi:type="dcterms:W3CDTF">2025-08-01T03:05:05Z</dcterms:modified>
</cp:coreProperties>
</file>