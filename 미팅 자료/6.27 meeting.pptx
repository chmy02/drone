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699" r:id="rId2"/>
    <p:sldId id="257" r:id="rId3"/>
    <p:sldId id="852" r:id="rId4"/>
    <p:sldId id="853" r:id="rId5"/>
    <p:sldId id="838" r:id="rId6"/>
    <p:sldId id="851" r:id="rId7"/>
    <p:sldId id="839" r:id="rId8"/>
    <p:sldId id="847" r:id="rId9"/>
    <p:sldId id="848" r:id="rId10"/>
    <p:sldId id="849" r:id="rId11"/>
    <p:sldId id="731" r:id="rId12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FFFFFF"/>
    <a:srgbClr val="DAE3F3"/>
    <a:srgbClr val="404040"/>
    <a:srgbClr val="BDD7EE"/>
    <a:srgbClr val="002060"/>
    <a:srgbClr val="E6E6E6"/>
    <a:srgbClr val="ED7D31"/>
    <a:srgbClr val="DEEBF7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BA9BA-DE63-4C9B-B5DC-76A2CADF70AD}" v="438" dt="2025-07-10T03:50:38.6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5" autoAdjust="0"/>
    <p:restoredTop sz="86353" autoAdjust="0"/>
  </p:normalViewPr>
  <p:slideViewPr>
    <p:cSldViewPr snapToGrid="0">
      <p:cViewPr varScale="1">
        <p:scale>
          <a:sx n="95" d="100"/>
          <a:sy n="95" d="100"/>
        </p:scale>
        <p:origin x="1608" y="7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63BBA9BA-DE63-4C9B-B5DC-76A2CADF70AD}"/>
    <pc:docChg chg="undo custSel addSld delSld modSld sldOrd">
      <pc:chgData name="최문영" userId="c9c2ca5b-20f2-48c9-9e1f-a03229bf2768" providerId="ADAL" clId="{63BBA9BA-DE63-4C9B-B5DC-76A2CADF70AD}" dt="2025-07-10T03:50:38.649" v="3644"/>
      <pc:docMkLst>
        <pc:docMk/>
      </pc:docMkLst>
      <pc:sldChg chg="modSp mod">
        <pc:chgData name="최문영" userId="c9c2ca5b-20f2-48c9-9e1f-a03229bf2768" providerId="ADAL" clId="{63BBA9BA-DE63-4C9B-B5DC-76A2CADF70AD}" dt="2025-06-27T04:55:44.415" v="3166" actId="207"/>
        <pc:sldMkLst>
          <pc:docMk/>
          <pc:sldMk cId="0" sldId="257"/>
        </pc:sldMkLst>
        <pc:spChg chg="mod">
          <ac:chgData name="최문영" userId="c9c2ca5b-20f2-48c9-9e1f-a03229bf2768" providerId="ADAL" clId="{63BBA9BA-DE63-4C9B-B5DC-76A2CADF70AD}" dt="2025-06-27T04:55:44.415" v="3166" actId="207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최문영" userId="c9c2ca5b-20f2-48c9-9e1f-a03229bf2768" providerId="ADAL" clId="{63BBA9BA-DE63-4C9B-B5DC-76A2CADF70AD}" dt="2025-07-10T03:26:10.185" v="3179" actId="20577"/>
        <pc:sldMkLst>
          <pc:docMk/>
          <pc:sldMk cId="2886263250" sldId="699"/>
        </pc:sldMkLst>
        <pc:spChg chg="mod">
          <ac:chgData name="최문영" userId="c9c2ca5b-20f2-48c9-9e1f-a03229bf2768" providerId="ADAL" clId="{63BBA9BA-DE63-4C9B-B5DC-76A2CADF70AD}" dt="2025-07-10T03:26:10.185" v="3179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addSp modSp mod">
        <pc:chgData name="최문영" userId="c9c2ca5b-20f2-48c9-9e1f-a03229bf2768" providerId="ADAL" clId="{63BBA9BA-DE63-4C9B-B5DC-76A2CADF70AD}" dt="2025-06-27T02:10:58.782" v="1164"/>
        <pc:sldMkLst>
          <pc:docMk/>
          <pc:sldMk cId="262906306" sldId="838"/>
        </pc:sldMkLst>
        <pc:spChg chg="mod">
          <ac:chgData name="최문영" userId="c9c2ca5b-20f2-48c9-9e1f-a03229bf2768" providerId="ADAL" clId="{63BBA9BA-DE63-4C9B-B5DC-76A2CADF70AD}" dt="2025-06-27T01:50:30.508" v="365" actId="207"/>
          <ac:spMkLst>
            <pc:docMk/>
            <pc:sldMk cId="262906306" sldId="838"/>
            <ac:spMk id="14" creationId="{D9F4A699-B35A-5B6A-50BC-6245BE67F447}"/>
          </ac:spMkLst>
        </pc:spChg>
        <pc:spChg chg="mod">
          <ac:chgData name="최문영" userId="c9c2ca5b-20f2-48c9-9e1f-a03229bf2768" providerId="ADAL" clId="{63BBA9BA-DE63-4C9B-B5DC-76A2CADF70AD}" dt="2025-06-27T01:50:30.508" v="365" actId="207"/>
          <ac:spMkLst>
            <pc:docMk/>
            <pc:sldMk cId="262906306" sldId="838"/>
            <ac:spMk id="16" creationId="{01C6DE50-F58B-4C75-B688-93280EBCC05A}"/>
          </ac:spMkLst>
        </pc:spChg>
        <pc:spChg chg="mod">
          <ac:chgData name="최문영" userId="c9c2ca5b-20f2-48c9-9e1f-a03229bf2768" providerId="ADAL" clId="{63BBA9BA-DE63-4C9B-B5DC-76A2CADF70AD}" dt="2025-06-27T01:50:23.491" v="364" actId="207"/>
          <ac:spMkLst>
            <pc:docMk/>
            <pc:sldMk cId="262906306" sldId="838"/>
            <ac:spMk id="17" creationId="{7C83517B-71D7-17F8-965D-6A595041BD17}"/>
          </ac:spMkLst>
        </pc:spChg>
        <pc:spChg chg="mod">
          <ac:chgData name="최문영" userId="c9c2ca5b-20f2-48c9-9e1f-a03229bf2768" providerId="ADAL" clId="{63BBA9BA-DE63-4C9B-B5DC-76A2CADF70AD}" dt="2025-06-27T01:50:23.491" v="364" actId="207"/>
          <ac:spMkLst>
            <pc:docMk/>
            <pc:sldMk cId="262906306" sldId="838"/>
            <ac:spMk id="23" creationId="{CE6EA12F-6A65-D4E3-7659-6B09CDAC956C}"/>
          </ac:spMkLst>
        </pc:spChg>
        <pc:spChg chg="mod">
          <ac:chgData name="최문영" userId="c9c2ca5b-20f2-48c9-9e1f-a03229bf2768" providerId="ADAL" clId="{63BBA9BA-DE63-4C9B-B5DC-76A2CADF70AD}" dt="2025-06-27T01:49:55.086" v="361" actId="207"/>
          <ac:spMkLst>
            <pc:docMk/>
            <pc:sldMk cId="262906306" sldId="838"/>
            <ac:spMk id="24" creationId="{56A6A04B-225C-D7FA-5ECA-CEE9768B77A3}"/>
          </ac:spMkLst>
        </pc:spChg>
        <pc:spChg chg="mod">
          <ac:chgData name="최문영" userId="c9c2ca5b-20f2-48c9-9e1f-a03229bf2768" providerId="ADAL" clId="{63BBA9BA-DE63-4C9B-B5DC-76A2CADF70AD}" dt="2025-06-27T01:49:55.086" v="361" actId="207"/>
          <ac:spMkLst>
            <pc:docMk/>
            <pc:sldMk cId="262906306" sldId="838"/>
            <ac:spMk id="29" creationId="{37483112-8354-18F3-33A4-8C713B368330}"/>
          </ac:spMkLst>
        </pc:spChg>
      </pc:sldChg>
      <pc:sldChg chg="addSp delSp modSp mod modAnim">
        <pc:chgData name="최문영" userId="c9c2ca5b-20f2-48c9-9e1f-a03229bf2768" providerId="ADAL" clId="{63BBA9BA-DE63-4C9B-B5DC-76A2CADF70AD}" dt="2025-06-27T02:11:32.865" v="1485" actId="1035"/>
        <pc:sldMkLst>
          <pc:docMk/>
          <pc:sldMk cId="3027613367" sldId="839"/>
        </pc:sldMkLst>
        <pc:spChg chg="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2" creationId="{662D1C68-265A-356D-6398-AF109CB3679D}"/>
          </ac:spMkLst>
        </pc:spChg>
        <pc:spChg chg="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3" creationId="{B7D13C57-9F5A-5A85-592B-A6529DB92B87}"/>
          </ac:spMkLst>
        </pc:spChg>
        <pc:spChg chg="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4" creationId="{4F6F8863-9861-76AB-316B-6F1E9C92022A}"/>
          </ac:spMkLst>
        </pc:spChg>
        <pc:spChg chg="mod">
          <ac:chgData name="최문영" userId="c9c2ca5b-20f2-48c9-9e1f-a03229bf2768" providerId="ADAL" clId="{63BBA9BA-DE63-4C9B-B5DC-76A2CADF70AD}" dt="2025-06-27T01:52:54.035" v="377" actId="207"/>
          <ac:spMkLst>
            <pc:docMk/>
            <pc:sldMk cId="3027613367" sldId="839"/>
            <ac:spMk id="5" creationId="{70713389-AAEF-1C8A-0562-C93282D160BA}"/>
          </ac:spMkLst>
        </pc:spChg>
        <pc:spChg chg="mod">
          <ac:chgData name="최문영" userId="c9c2ca5b-20f2-48c9-9e1f-a03229bf2768" providerId="ADAL" clId="{63BBA9BA-DE63-4C9B-B5DC-76A2CADF70AD}" dt="2025-06-27T01:52:54.035" v="377" actId="207"/>
          <ac:spMkLst>
            <pc:docMk/>
            <pc:sldMk cId="3027613367" sldId="839"/>
            <ac:spMk id="7" creationId="{1FFB3E3D-203A-A94D-B483-36988D5A19E7}"/>
          </ac:spMkLst>
        </pc:spChg>
        <pc:spChg chg="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9" creationId="{E102537E-CAE9-665F-B3E3-CC950BA6C3BB}"/>
          </ac:spMkLst>
        </pc:spChg>
        <pc:spChg chg="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11" creationId="{54758596-C53F-0D75-838B-48A71AE31112}"/>
          </ac:spMkLst>
        </pc:spChg>
        <pc:spChg chg="add 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13" creationId="{79F3020D-71E0-50E3-BCE6-7314F34AE11E}"/>
          </ac:spMkLst>
        </pc:spChg>
        <pc:spChg chg="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16" creationId="{8DEB420D-49B0-97A9-1832-8A67732947A3}"/>
          </ac:spMkLst>
        </pc:spChg>
        <pc:spChg chg="add mod">
          <ac:chgData name="최문영" userId="c9c2ca5b-20f2-48c9-9e1f-a03229bf2768" providerId="ADAL" clId="{63BBA9BA-DE63-4C9B-B5DC-76A2CADF70AD}" dt="2025-06-27T01:59:24.242" v="575" actId="1076"/>
          <ac:spMkLst>
            <pc:docMk/>
            <pc:sldMk cId="3027613367" sldId="839"/>
            <ac:spMk id="17" creationId="{30CCAC6A-0D7A-B14B-6C92-FDCEC9FB8CC2}"/>
          </ac:spMkLst>
        </pc:spChg>
        <pc:spChg chg="add mod">
          <ac:chgData name="최문영" userId="c9c2ca5b-20f2-48c9-9e1f-a03229bf2768" providerId="ADAL" clId="{63BBA9BA-DE63-4C9B-B5DC-76A2CADF70AD}" dt="2025-06-27T02:11:32.865" v="1485" actId="1035"/>
          <ac:spMkLst>
            <pc:docMk/>
            <pc:sldMk cId="3027613367" sldId="839"/>
            <ac:spMk id="21" creationId="{E93DCBB9-CC2F-4CE3-2E48-E2FC30F4A680}"/>
          </ac:spMkLst>
        </pc:spChg>
        <pc:spChg chg="mod">
          <ac:chgData name="최문영" userId="c9c2ca5b-20f2-48c9-9e1f-a03229bf2768" providerId="ADAL" clId="{63BBA9BA-DE63-4C9B-B5DC-76A2CADF70AD}" dt="2025-06-27T01:53:01.433" v="379" actId="207"/>
          <ac:spMkLst>
            <pc:docMk/>
            <pc:sldMk cId="3027613367" sldId="839"/>
            <ac:spMk id="45" creationId="{7D54F537-879B-4C22-D1E1-51732CEC8BD1}"/>
          </ac:spMkLst>
        </pc:spChg>
        <pc:spChg chg="mod">
          <ac:chgData name="최문영" userId="c9c2ca5b-20f2-48c9-9e1f-a03229bf2768" providerId="ADAL" clId="{63BBA9BA-DE63-4C9B-B5DC-76A2CADF70AD}" dt="2025-06-27T01:52:56.494" v="378" actId="207"/>
          <ac:spMkLst>
            <pc:docMk/>
            <pc:sldMk cId="3027613367" sldId="839"/>
            <ac:spMk id="63" creationId="{4266EB1B-9EE9-43AF-8C1A-FD5BCF1F6E2C}"/>
          </ac:spMkLst>
        </pc:spChg>
        <pc:spChg chg="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67" creationId="{C6DA2941-B175-D170-95E3-28ADE915D02E}"/>
          </ac:spMkLst>
        </pc:spChg>
        <pc:spChg chg="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72" creationId="{847173D1-2189-96A7-BD72-2824F6F40700}"/>
          </ac:spMkLst>
        </pc:spChg>
        <pc:spChg chg="mod">
          <ac:chgData name="최문영" userId="c9c2ca5b-20f2-48c9-9e1f-a03229bf2768" providerId="ADAL" clId="{63BBA9BA-DE63-4C9B-B5DC-76A2CADF70AD}" dt="2025-06-27T02:10:47.970" v="1161" actId="164"/>
          <ac:spMkLst>
            <pc:docMk/>
            <pc:sldMk cId="3027613367" sldId="839"/>
            <ac:spMk id="73" creationId="{4DF28D5B-7680-5148-4782-5202AE9A2B2B}"/>
          </ac:spMkLst>
        </pc:spChg>
        <pc:spChg chg="mod">
          <ac:chgData name="최문영" userId="c9c2ca5b-20f2-48c9-9e1f-a03229bf2768" providerId="ADAL" clId="{63BBA9BA-DE63-4C9B-B5DC-76A2CADF70AD}" dt="2025-06-27T01:59:32.998" v="576" actId="1076"/>
          <ac:spMkLst>
            <pc:docMk/>
            <pc:sldMk cId="3027613367" sldId="839"/>
            <ac:spMk id="74" creationId="{6B130651-D8AC-6BA6-619E-4FDF51BE04CE}"/>
          </ac:spMkLst>
        </pc:spChg>
        <pc:spChg chg="mod">
          <ac:chgData name="최문영" userId="c9c2ca5b-20f2-48c9-9e1f-a03229bf2768" providerId="ADAL" clId="{63BBA9BA-DE63-4C9B-B5DC-76A2CADF70AD}" dt="2025-06-27T01:50:43.116" v="366" actId="207"/>
          <ac:spMkLst>
            <pc:docMk/>
            <pc:sldMk cId="3027613367" sldId="839"/>
            <ac:spMk id="77" creationId="{9852D786-E250-CDEC-A4E1-C0BCFC793394}"/>
          </ac:spMkLst>
        </pc:spChg>
        <pc:grpChg chg="mod">
          <ac:chgData name="최문영" userId="c9c2ca5b-20f2-48c9-9e1f-a03229bf2768" providerId="ADAL" clId="{63BBA9BA-DE63-4C9B-B5DC-76A2CADF70AD}" dt="2025-06-27T02:10:54.538" v="1163" actId="1076"/>
          <ac:grpSpMkLst>
            <pc:docMk/>
            <pc:sldMk cId="3027613367" sldId="839"/>
            <ac:grpSpMk id="20" creationId="{096E70F2-9F24-D08C-31AB-787747167E5B}"/>
          </ac:grpSpMkLst>
        </pc:grpChg>
      </pc:sldChg>
      <pc:sldChg chg="addSp delSp modSp mod modAnim">
        <pc:chgData name="최문영" userId="c9c2ca5b-20f2-48c9-9e1f-a03229bf2768" providerId="ADAL" clId="{63BBA9BA-DE63-4C9B-B5DC-76A2CADF70AD}" dt="2025-06-27T02:11:44.858" v="1494" actId="20577"/>
        <pc:sldMkLst>
          <pc:docMk/>
          <pc:sldMk cId="616019989" sldId="847"/>
        </pc:sldMkLst>
        <pc:spChg chg="mod">
          <ac:chgData name="최문영" userId="c9c2ca5b-20f2-48c9-9e1f-a03229bf2768" providerId="ADAL" clId="{63BBA9BA-DE63-4C9B-B5DC-76A2CADF70AD}" dt="2025-06-27T01:52:34.359" v="375" actId="207"/>
          <ac:spMkLst>
            <pc:docMk/>
            <pc:sldMk cId="616019989" sldId="847"/>
            <ac:spMk id="2" creationId="{8E269428-9A64-9AC2-8C37-4986CD214047}"/>
          </ac:spMkLst>
        </pc:spChg>
        <pc:spChg chg="mod">
          <ac:chgData name="최문영" userId="c9c2ca5b-20f2-48c9-9e1f-a03229bf2768" providerId="ADAL" clId="{63BBA9BA-DE63-4C9B-B5DC-76A2CADF70AD}" dt="2025-06-27T01:51:06.078" v="369" actId="207"/>
          <ac:spMkLst>
            <pc:docMk/>
            <pc:sldMk cId="616019989" sldId="847"/>
            <ac:spMk id="9" creationId="{121491DD-378F-203B-6E75-11A1616958AC}"/>
          </ac:spMkLst>
        </pc:spChg>
        <pc:spChg chg="mod">
          <ac:chgData name="최문영" userId="c9c2ca5b-20f2-48c9-9e1f-a03229bf2768" providerId="ADAL" clId="{63BBA9BA-DE63-4C9B-B5DC-76A2CADF70AD}" dt="2025-06-27T01:35:49.541" v="10" actId="20577"/>
          <ac:spMkLst>
            <pc:docMk/>
            <pc:sldMk cId="616019989" sldId="847"/>
            <ac:spMk id="10" creationId="{9A7C2494-BEFF-CA5D-00D5-360FE2CF82EF}"/>
          </ac:spMkLst>
        </pc:spChg>
        <pc:spChg chg="mod">
          <ac:chgData name="최문영" userId="c9c2ca5b-20f2-48c9-9e1f-a03229bf2768" providerId="ADAL" clId="{63BBA9BA-DE63-4C9B-B5DC-76A2CADF70AD}" dt="2025-06-27T01:51:38.882" v="372" actId="207"/>
          <ac:spMkLst>
            <pc:docMk/>
            <pc:sldMk cId="616019989" sldId="847"/>
            <ac:spMk id="46" creationId="{475BE2CC-01D5-69F5-CB97-8E16AD03861E}"/>
          </ac:spMkLst>
        </pc:spChg>
        <pc:spChg chg="mod">
          <ac:chgData name="최문영" userId="c9c2ca5b-20f2-48c9-9e1f-a03229bf2768" providerId="ADAL" clId="{63BBA9BA-DE63-4C9B-B5DC-76A2CADF70AD}" dt="2025-06-27T02:11:44.858" v="1494" actId="20577"/>
          <ac:spMkLst>
            <pc:docMk/>
            <pc:sldMk cId="616019989" sldId="847"/>
            <ac:spMk id="47" creationId="{ACBB9C4D-DB82-DDCA-C310-51E2AFFAB923}"/>
          </ac:spMkLst>
        </pc:spChg>
        <pc:spChg chg="add mod">
          <ac:chgData name="최문영" userId="c9c2ca5b-20f2-48c9-9e1f-a03229bf2768" providerId="ADAL" clId="{63BBA9BA-DE63-4C9B-B5DC-76A2CADF70AD}" dt="2025-06-27T01:51:51.804" v="373" actId="207"/>
          <ac:spMkLst>
            <pc:docMk/>
            <pc:sldMk cId="616019989" sldId="847"/>
            <ac:spMk id="52" creationId="{A65E9C09-28F8-B2B9-CFB7-119F0E13021A}"/>
          </ac:spMkLst>
        </pc:spChg>
        <pc:spChg chg="add mod">
          <ac:chgData name="최문영" userId="c9c2ca5b-20f2-48c9-9e1f-a03229bf2768" providerId="ADAL" clId="{63BBA9BA-DE63-4C9B-B5DC-76A2CADF70AD}" dt="2025-06-27T01:51:38.882" v="372" actId="207"/>
          <ac:spMkLst>
            <pc:docMk/>
            <pc:sldMk cId="616019989" sldId="847"/>
            <ac:spMk id="57" creationId="{DA9E3D1A-3329-155F-D874-AF125E6907E6}"/>
          </ac:spMkLst>
        </pc:spChg>
        <pc:spChg chg="add mod">
          <ac:chgData name="최문영" userId="c9c2ca5b-20f2-48c9-9e1f-a03229bf2768" providerId="ADAL" clId="{63BBA9BA-DE63-4C9B-B5DC-76A2CADF70AD}" dt="2025-06-27T01:51:23.068" v="371" actId="207"/>
          <ac:spMkLst>
            <pc:docMk/>
            <pc:sldMk cId="616019989" sldId="847"/>
            <ac:spMk id="59" creationId="{3C609A60-5B92-C94E-33F1-28565409FBC1}"/>
          </ac:spMkLst>
        </pc:spChg>
        <pc:spChg chg="add mod">
          <ac:chgData name="최문영" userId="c9c2ca5b-20f2-48c9-9e1f-a03229bf2768" providerId="ADAL" clId="{63BBA9BA-DE63-4C9B-B5DC-76A2CADF70AD}" dt="2025-06-27T01:51:38.882" v="372" actId="207"/>
          <ac:spMkLst>
            <pc:docMk/>
            <pc:sldMk cId="616019989" sldId="847"/>
            <ac:spMk id="61" creationId="{DAA4B0AA-147B-9EA2-3676-3E2FC0A124AC}"/>
          </ac:spMkLst>
        </pc:spChg>
        <pc:spChg chg="add mod">
          <ac:chgData name="최문영" userId="c9c2ca5b-20f2-48c9-9e1f-a03229bf2768" providerId="ADAL" clId="{63BBA9BA-DE63-4C9B-B5DC-76A2CADF70AD}" dt="2025-06-27T01:51:23.068" v="371" actId="207"/>
          <ac:spMkLst>
            <pc:docMk/>
            <pc:sldMk cId="616019989" sldId="847"/>
            <ac:spMk id="63" creationId="{E7C154CD-350F-398E-C0C5-0800201FB4A1}"/>
          </ac:spMkLst>
        </pc:spChg>
        <pc:spChg chg="add mod">
          <ac:chgData name="최문영" userId="c9c2ca5b-20f2-48c9-9e1f-a03229bf2768" providerId="ADAL" clId="{63BBA9BA-DE63-4C9B-B5DC-76A2CADF70AD}" dt="2025-06-27T01:51:38.882" v="372" actId="207"/>
          <ac:spMkLst>
            <pc:docMk/>
            <pc:sldMk cId="616019989" sldId="847"/>
            <ac:spMk id="65" creationId="{22D54707-CF2A-31FF-6B11-D9DF7858F80F}"/>
          </ac:spMkLst>
        </pc:spChg>
        <pc:spChg chg="add mod">
          <ac:chgData name="최문영" userId="c9c2ca5b-20f2-48c9-9e1f-a03229bf2768" providerId="ADAL" clId="{63BBA9BA-DE63-4C9B-B5DC-76A2CADF70AD}" dt="2025-06-27T01:51:23.068" v="371" actId="207"/>
          <ac:spMkLst>
            <pc:docMk/>
            <pc:sldMk cId="616019989" sldId="847"/>
            <ac:spMk id="67" creationId="{05243939-F0ED-9E83-349A-E084B402A87B}"/>
          </ac:spMkLst>
        </pc:spChg>
        <pc:spChg chg="add mod">
          <ac:chgData name="최문영" userId="c9c2ca5b-20f2-48c9-9e1f-a03229bf2768" providerId="ADAL" clId="{63BBA9BA-DE63-4C9B-B5DC-76A2CADF70AD}" dt="2025-06-27T01:51:23.068" v="371" actId="207"/>
          <ac:spMkLst>
            <pc:docMk/>
            <pc:sldMk cId="616019989" sldId="847"/>
            <ac:spMk id="79" creationId="{791CDBBE-828C-85A1-CD6A-44F1D69ABF20}"/>
          </ac:spMkLst>
        </pc:spChg>
        <pc:spChg chg="add mod">
          <ac:chgData name="최문영" userId="c9c2ca5b-20f2-48c9-9e1f-a03229bf2768" providerId="ADAL" clId="{63BBA9BA-DE63-4C9B-B5DC-76A2CADF70AD}" dt="2025-06-27T01:51:51.804" v="373" actId="207"/>
          <ac:spMkLst>
            <pc:docMk/>
            <pc:sldMk cId="616019989" sldId="847"/>
            <ac:spMk id="96" creationId="{BD7075C5-FC0E-B472-CCA2-46D3E70F50D5}"/>
          </ac:spMkLst>
        </pc:spChg>
        <pc:spChg chg="add mod">
          <ac:chgData name="최문영" userId="c9c2ca5b-20f2-48c9-9e1f-a03229bf2768" providerId="ADAL" clId="{63BBA9BA-DE63-4C9B-B5DC-76A2CADF70AD}" dt="2025-06-27T01:51:23.068" v="371" actId="207"/>
          <ac:spMkLst>
            <pc:docMk/>
            <pc:sldMk cId="616019989" sldId="847"/>
            <ac:spMk id="98" creationId="{FBF062D0-B180-CC56-8902-5D570B131EB6}"/>
          </ac:spMkLst>
        </pc:spChg>
        <pc:spChg chg="add mod">
          <ac:chgData name="최문영" userId="c9c2ca5b-20f2-48c9-9e1f-a03229bf2768" providerId="ADAL" clId="{63BBA9BA-DE63-4C9B-B5DC-76A2CADF70AD}" dt="2025-06-27T01:51:51.804" v="373" actId="207"/>
          <ac:spMkLst>
            <pc:docMk/>
            <pc:sldMk cId="616019989" sldId="847"/>
            <ac:spMk id="100" creationId="{3BA70EAB-72C5-C9E4-567F-14872297B471}"/>
          </ac:spMkLst>
        </pc:spChg>
        <pc:spChg chg="add del mod ord">
          <ac:chgData name="최문영" userId="c9c2ca5b-20f2-48c9-9e1f-a03229bf2768" providerId="ADAL" clId="{63BBA9BA-DE63-4C9B-B5DC-76A2CADF70AD}" dt="2025-06-27T01:51:02.686" v="368" actId="207"/>
          <ac:spMkLst>
            <pc:docMk/>
            <pc:sldMk cId="616019989" sldId="847"/>
            <ac:spMk id="102" creationId="{39D03B5C-CABC-2A11-3EE2-3821BB20A515}"/>
          </ac:spMkLst>
        </pc:spChg>
        <pc:spChg chg="mod">
          <ac:chgData name="최문영" userId="c9c2ca5b-20f2-48c9-9e1f-a03229bf2768" providerId="ADAL" clId="{63BBA9BA-DE63-4C9B-B5DC-76A2CADF70AD}" dt="2025-06-27T01:51:23.068" v="371" actId="207"/>
          <ac:spMkLst>
            <pc:docMk/>
            <pc:sldMk cId="616019989" sldId="847"/>
            <ac:spMk id="103" creationId="{D5663C8F-85ED-4A5A-787C-4C2919AF322D}"/>
          </ac:spMkLst>
        </pc:spChg>
        <pc:spChg chg="mod">
          <ac:chgData name="최문영" userId="c9c2ca5b-20f2-48c9-9e1f-a03229bf2768" providerId="ADAL" clId="{63BBA9BA-DE63-4C9B-B5DC-76A2CADF70AD}" dt="2025-06-27T01:51:14.028" v="370" actId="207"/>
          <ac:spMkLst>
            <pc:docMk/>
            <pc:sldMk cId="616019989" sldId="847"/>
            <ac:spMk id="106" creationId="{FECF8277-DD72-91DD-09D6-0274B69D50FD}"/>
          </ac:spMkLst>
        </pc:spChg>
        <pc:spChg chg="add mod">
          <ac:chgData name="최문영" userId="c9c2ca5b-20f2-48c9-9e1f-a03229bf2768" providerId="ADAL" clId="{63BBA9BA-DE63-4C9B-B5DC-76A2CADF70AD}" dt="2025-06-27T01:51:23.068" v="371" actId="207"/>
          <ac:spMkLst>
            <pc:docMk/>
            <pc:sldMk cId="616019989" sldId="847"/>
            <ac:spMk id="117" creationId="{A19E642F-F796-DCD9-4393-31095AE831F0}"/>
          </ac:spMkLst>
        </pc:spChg>
        <pc:spChg chg="add mod">
          <ac:chgData name="최문영" userId="c9c2ca5b-20f2-48c9-9e1f-a03229bf2768" providerId="ADAL" clId="{63BBA9BA-DE63-4C9B-B5DC-76A2CADF70AD}" dt="2025-06-27T01:51:51.804" v="373" actId="207"/>
          <ac:spMkLst>
            <pc:docMk/>
            <pc:sldMk cId="616019989" sldId="847"/>
            <ac:spMk id="119" creationId="{1B54E23B-F0B3-DA02-7BEE-943CC460008C}"/>
          </ac:spMkLst>
        </pc:spChg>
        <pc:spChg chg="add mod">
          <ac:chgData name="최문영" userId="c9c2ca5b-20f2-48c9-9e1f-a03229bf2768" providerId="ADAL" clId="{63BBA9BA-DE63-4C9B-B5DC-76A2CADF70AD}" dt="2025-06-27T01:51:23.068" v="371" actId="207"/>
          <ac:spMkLst>
            <pc:docMk/>
            <pc:sldMk cId="616019989" sldId="847"/>
            <ac:spMk id="121" creationId="{FD217749-81BE-4CF6-3FE8-8C41BD265D57}"/>
          </ac:spMkLst>
        </pc:spChg>
        <pc:spChg chg="add mod">
          <ac:chgData name="최문영" userId="c9c2ca5b-20f2-48c9-9e1f-a03229bf2768" providerId="ADAL" clId="{63BBA9BA-DE63-4C9B-B5DC-76A2CADF70AD}" dt="2025-06-27T01:59:49.506" v="579" actId="1076"/>
          <ac:spMkLst>
            <pc:docMk/>
            <pc:sldMk cId="616019989" sldId="847"/>
            <ac:spMk id="155" creationId="{DCC8E702-0679-3D4F-3F25-A132A8313458}"/>
          </ac:spMkLst>
        </pc:spChg>
        <pc:spChg chg="add mod">
          <ac:chgData name="최문영" userId="c9c2ca5b-20f2-48c9-9e1f-a03229bf2768" providerId="ADAL" clId="{63BBA9BA-DE63-4C9B-B5DC-76A2CADF70AD}" dt="2025-06-27T02:00:24.284" v="581" actId="1076"/>
          <ac:spMkLst>
            <pc:docMk/>
            <pc:sldMk cId="616019989" sldId="847"/>
            <ac:spMk id="156" creationId="{F6DD053C-F189-9777-338A-A518E01F62A7}"/>
          </ac:spMkLst>
        </pc:spChg>
        <pc:graphicFrameChg chg="add mod modGraphic">
          <ac:chgData name="최문영" userId="c9c2ca5b-20f2-48c9-9e1f-a03229bf2768" providerId="ADAL" clId="{63BBA9BA-DE63-4C9B-B5DC-76A2CADF70AD}" dt="2025-06-27T02:08:44.414" v="1094" actId="20577"/>
          <ac:graphicFrameMkLst>
            <pc:docMk/>
            <pc:sldMk cId="616019989" sldId="847"/>
            <ac:graphicFrameMk id="143" creationId="{4C347623-A329-B838-4926-A91A2CCF0798}"/>
          </ac:graphicFrameMkLst>
        </pc:graphicFrameChg>
        <pc:cxnChg chg="mod">
          <ac:chgData name="최문영" userId="c9c2ca5b-20f2-48c9-9e1f-a03229bf2768" providerId="ADAL" clId="{63BBA9BA-DE63-4C9B-B5DC-76A2CADF70AD}" dt="2025-06-27T01:48:19.729" v="357" actId="14100"/>
          <ac:cxnSpMkLst>
            <pc:docMk/>
            <pc:sldMk cId="616019989" sldId="847"/>
            <ac:cxnSpMk id="4" creationId="{C879C97A-BBE1-DB67-089A-9A380883C835}"/>
          </ac:cxnSpMkLst>
        </pc:cxnChg>
        <pc:cxnChg chg="mod">
          <ac:chgData name="최문영" userId="c9c2ca5b-20f2-48c9-9e1f-a03229bf2768" providerId="ADAL" clId="{63BBA9BA-DE63-4C9B-B5DC-76A2CADF70AD}" dt="2025-06-27T01:42:18.983" v="206" actId="1076"/>
          <ac:cxnSpMkLst>
            <pc:docMk/>
            <pc:sldMk cId="616019989" sldId="847"/>
            <ac:cxnSpMk id="48" creationId="{356F2AB8-B38D-0708-F25C-7DF67476F813}"/>
          </ac:cxnSpMkLst>
        </pc:cxnChg>
        <pc:cxnChg chg="add mod">
          <ac:chgData name="최문영" userId="c9c2ca5b-20f2-48c9-9e1f-a03229bf2768" providerId="ADAL" clId="{63BBA9BA-DE63-4C9B-B5DC-76A2CADF70AD}" dt="2025-06-27T01:45:40.294" v="284" actId="1076"/>
          <ac:cxnSpMkLst>
            <pc:docMk/>
            <pc:sldMk cId="616019989" sldId="847"/>
            <ac:cxnSpMk id="53" creationId="{1AA885A3-6519-CA4A-F7C5-EFB3C6EBB586}"/>
          </ac:cxnSpMkLst>
        </pc:cxnChg>
        <pc:cxnChg chg="add mod">
          <ac:chgData name="최문영" userId="c9c2ca5b-20f2-48c9-9e1f-a03229bf2768" providerId="ADAL" clId="{63BBA9BA-DE63-4C9B-B5DC-76A2CADF70AD}" dt="2025-06-27T01:47:25.499" v="344" actId="14100"/>
          <ac:cxnSpMkLst>
            <pc:docMk/>
            <pc:sldMk cId="616019989" sldId="847"/>
            <ac:cxnSpMk id="55" creationId="{15DC9673-B6E7-7FC1-E9C4-A7F682396733}"/>
          </ac:cxnSpMkLst>
        </pc:cxnChg>
        <pc:cxnChg chg="add mod">
          <ac:chgData name="최문영" userId="c9c2ca5b-20f2-48c9-9e1f-a03229bf2768" providerId="ADAL" clId="{63BBA9BA-DE63-4C9B-B5DC-76A2CADF70AD}" dt="2025-06-27T01:45:50.043" v="286" actId="465"/>
          <ac:cxnSpMkLst>
            <pc:docMk/>
            <pc:sldMk cId="616019989" sldId="847"/>
            <ac:cxnSpMk id="58" creationId="{89F86D97-670A-AD83-D291-F364097B0B82}"/>
          </ac:cxnSpMkLst>
        </pc:cxnChg>
        <pc:cxnChg chg="add mod">
          <ac:chgData name="최문영" userId="c9c2ca5b-20f2-48c9-9e1f-a03229bf2768" providerId="ADAL" clId="{63BBA9BA-DE63-4C9B-B5DC-76A2CADF70AD}" dt="2025-06-27T01:47:28.249" v="345" actId="14100"/>
          <ac:cxnSpMkLst>
            <pc:docMk/>
            <pc:sldMk cId="616019989" sldId="847"/>
            <ac:cxnSpMk id="60" creationId="{6E3706F8-95BA-08C2-14DE-BF1043D5D3CC}"/>
          </ac:cxnSpMkLst>
        </pc:cxnChg>
        <pc:cxnChg chg="add mod">
          <ac:chgData name="최문영" userId="c9c2ca5b-20f2-48c9-9e1f-a03229bf2768" providerId="ADAL" clId="{63BBA9BA-DE63-4C9B-B5DC-76A2CADF70AD}" dt="2025-06-27T01:45:10.330" v="275" actId="465"/>
          <ac:cxnSpMkLst>
            <pc:docMk/>
            <pc:sldMk cId="616019989" sldId="847"/>
            <ac:cxnSpMk id="62" creationId="{B5D5E275-9E60-1C34-C66C-55B26C2A5807}"/>
          </ac:cxnSpMkLst>
        </pc:cxnChg>
        <pc:cxnChg chg="add mod">
          <ac:chgData name="최문영" userId="c9c2ca5b-20f2-48c9-9e1f-a03229bf2768" providerId="ADAL" clId="{63BBA9BA-DE63-4C9B-B5DC-76A2CADF70AD}" dt="2025-06-27T01:47:32.536" v="346" actId="14100"/>
          <ac:cxnSpMkLst>
            <pc:docMk/>
            <pc:sldMk cId="616019989" sldId="847"/>
            <ac:cxnSpMk id="64" creationId="{1ED7C796-6538-6F3D-0FD6-0B182CBB4C1A}"/>
          </ac:cxnSpMkLst>
        </pc:cxnChg>
        <pc:cxnChg chg="add mod">
          <ac:chgData name="최문영" userId="c9c2ca5b-20f2-48c9-9e1f-a03229bf2768" providerId="ADAL" clId="{63BBA9BA-DE63-4C9B-B5DC-76A2CADF70AD}" dt="2025-06-27T01:45:10.330" v="275" actId="465"/>
          <ac:cxnSpMkLst>
            <pc:docMk/>
            <pc:sldMk cId="616019989" sldId="847"/>
            <ac:cxnSpMk id="66" creationId="{463A5690-72F3-19E1-2649-AA4DC92C471D}"/>
          </ac:cxnSpMkLst>
        </pc:cxnChg>
        <pc:cxnChg chg="add mod">
          <ac:chgData name="최문영" userId="c9c2ca5b-20f2-48c9-9e1f-a03229bf2768" providerId="ADAL" clId="{63BBA9BA-DE63-4C9B-B5DC-76A2CADF70AD}" dt="2025-06-27T01:47:36.286" v="347" actId="14100"/>
          <ac:cxnSpMkLst>
            <pc:docMk/>
            <pc:sldMk cId="616019989" sldId="847"/>
            <ac:cxnSpMk id="68" creationId="{C37426BB-2A74-9239-EADC-3590E6FB9BE9}"/>
          </ac:cxnSpMkLst>
        </pc:cxnChg>
        <pc:cxnChg chg="add mod">
          <ac:chgData name="최문영" userId="c9c2ca5b-20f2-48c9-9e1f-a03229bf2768" providerId="ADAL" clId="{63BBA9BA-DE63-4C9B-B5DC-76A2CADF70AD}" dt="2025-06-27T01:47:47.863" v="351" actId="14100"/>
          <ac:cxnSpMkLst>
            <pc:docMk/>
            <pc:sldMk cId="616019989" sldId="847"/>
            <ac:cxnSpMk id="81" creationId="{522A5C34-CF33-D5E6-4EFB-CBB0E56F168C}"/>
          </ac:cxnSpMkLst>
        </pc:cxnChg>
        <pc:cxnChg chg="add mod">
          <ac:chgData name="최문영" userId="c9c2ca5b-20f2-48c9-9e1f-a03229bf2768" providerId="ADAL" clId="{63BBA9BA-DE63-4C9B-B5DC-76A2CADF70AD}" dt="2025-06-27T01:47:08.610" v="305" actId="1076"/>
          <ac:cxnSpMkLst>
            <pc:docMk/>
            <pc:sldMk cId="616019989" sldId="847"/>
            <ac:cxnSpMk id="97" creationId="{0E4F94D7-B7CD-1D96-214B-F1B48C47871E}"/>
          </ac:cxnSpMkLst>
        </pc:cxnChg>
        <pc:cxnChg chg="add mod">
          <ac:chgData name="최문영" userId="c9c2ca5b-20f2-48c9-9e1f-a03229bf2768" providerId="ADAL" clId="{63BBA9BA-DE63-4C9B-B5DC-76A2CADF70AD}" dt="2025-06-27T01:52:00.202" v="374" actId="14100"/>
          <ac:cxnSpMkLst>
            <pc:docMk/>
            <pc:sldMk cId="616019989" sldId="847"/>
            <ac:cxnSpMk id="99" creationId="{5C1146DC-1182-29B1-DF43-F196D4726C40}"/>
          </ac:cxnSpMkLst>
        </pc:cxnChg>
        <pc:cxnChg chg="add mod">
          <ac:chgData name="최문영" userId="c9c2ca5b-20f2-48c9-9e1f-a03229bf2768" providerId="ADAL" clId="{63BBA9BA-DE63-4C9B-B5DC-76A2CADF70AD}" dt="2025-06-27T01:45:22.147" v="279" actId="1076"/>
          <ac:cxnSpMkLst>
            <pc:docMk/>
            <pc:sldMk cId="616019989" sldId="847"/>
            <ac:cxnSpMk id="101" creationId="{D37B3720-E78F-A3ED-4CD3-36077C942C8E}"/>
          </ac:cxnSpMkLst>
        </pc:cxnChg>
        <pc:cxnChg chg="add mod">
          <ac:chgData name="최문영" userId="c9c2ca5b-20f2-48c9-9e1f-a03229bf2768" providerId="ADAL" clId="{63BBA9BA-DE63-4C9B-B5DC-76A2CADF70AD}" dt="2025-06-27T01:47:42.647" v="349" actId="14100"/>
          <ac:cxnSpMkLst>
            <pc:docMk/>
            <pc:sldMk cId="616019989" sldId="847"/>
            <ac:cxnSpMk id="118" creationId="{DE8828DC-0F79-973B-633F-65AF361D689C}"/>
          </ac:cxnSpMkLst>
        </pc:cxnChg>
        <pc:cxnChg chg="add mod">
          <ac:chgData name="최문영" userId="c9c2ca5b-20f2-48c9-9e1f-a03229bf2768" providerId="ADAL" clId="{63BBA9BA-DE63-4C9B-B5DC-76A2CADF70AD}" dt="2025-06-27T01:45:50.043" v="286" actId="465"/>
          <ac:cxnSpMkLst>
            <pc:docMk/>
            <pc:sldMk cId="616019989" sldId="847"/>
            <ac:cxnSpMk id="120" creationId="{174EB8E2-9D65-5AA1-8F21-49BFB86DB3A1}"/>
          </ac:cxnSpMkLst>
        </pc:cxnChg>
        <pc:cxnChg chg="add mod">
          <ac:chgData name="최문영" userId="c9c2ca5b-20f2-48c9-9e1f-a03229bf2768" providerId="ADAL" clId="{63BBA9BA-DE63-4C9B-B5DC-76A2CADF70AD}" dt="2025-06-27T01:47:45.018" v="350" actId="14100"/>
          <ac:cxnSpMkLst>
            <pc:docMk/>
            <pc:sldMk cId="616019989" sldId="847"/>
            <ac:cxnSpMk id="122" creationId="{0B7132C4-49A9-B14C-33B9-5636A586DA0E}"/>
          </ac:cxnSpMkLst>
        </pc:cxnChg>
      </pc:sldChg>
      <pc:sldChg chg="addSp modSp mod modAnim">
        <pc:chgData name="최문영" userId="c9c2ca5b-20f2-48c9-9e1f-a03229bf2768" providerId="ADAL" clId="{63BBA9BA-DE63-4C9B-B5DC-76A2CADF70AD}" dt="2025-06-27T02:38:23.104" v="2662" actId="20577"/>
        <pc:sldMkLst>
          <pc:docMk/>
          <pc:sldMk cId="1070694071" sldId="848"/>
        </pc:sldMkLst>
        <pc:spChg chg="add mod">
          <ac:chgData name="최문영" userId="c9c2ca5b-20f2-48c9-9e1f-a03229bf2768" providerId="ADAL" clId="{63BBA9BA-DE63-4C9B-B5DC-76A2CADF70AD}" dt="2025-06-27T02:12:15.531" v="1527" actId="1076"/>
          <ac:spMkLst>
            <pc:docMk/>
            <pc:sldMk cId="1070694071" sldId="848"/>
            <ac:spMk id="2" creationId="{9B6F9489-86B6-FA7C-C042-4738B42FAC01}"/>
          </ac:spMkLst>
        </pc:spChg>
        <pc:spChg chg="mod">
          <ac:chgData name="최문영" userId="c9c2ca5b-20f2-48c9-9e1f-a03229bf2768" providerId="ADAL" clId="{63BBA9BA-DE63-4C9B-B5DC-76A2CADF70AD}" dt="2025-06-27T02:08:15.848" v="1055" actId="20577"/>
          <ac:spMkLst>
            <pc:docMk/>
            <pc:sldMk cId="1070694071" sldId="848"/>
            <ac:spMk id="10" creationId="{FAC22EF8-5B7A-7F3E-2E5D-CD707B5308DE}"/>
          </ac:spMkLst>
        </pc:spChg>
        <pc:spChg chg="mod">
          <ac:chgData name="최문영" userId="c9c2ca5b-20f2-48c9-9e1f-a03229bf2768" providerId="ADAL" clId="{63BBA9BA-DE63-4C9B-B5DC-76A2CADF70AD}" dt="2025-06-27T02:38:23.104" v="2662" actId="20577"/>
          <ac:spMkLst>
            <pc:docMk/>
            <pc:sldMk cId="1070694071" sldId="848"/>
            <ac:spMk id="47" creationId="{131AB5EA-11F3-13A3-AF93-6AB9B8FD17FB}"/>
          </ac:spMkLst>
        </pc:spChg>
        <pc:graphicFrameChg chg="add mod modGraphic">
          <ac:chgData name="최문영" userId="c9c2ca5b-20f2-48c9-9e1f-a03229bf2768" providerId="ADAL" clId="{63BBA9BA-DE63-4C9B-B5DC-76A2CADF70AD}" dt="2025-06-27T02:04:31.017" v="860" actId="1076"/>
          <ac:graphicFrameMkLst>
            <pc:docMk/>
            <pc:sldMk cId="1070694071" sldId="848"/>
            <ac:graphicFrameMk id="3" creationId="{C8B0232D-5703-661E-1829-D88EB110A946}"/>
          </ac:graphicFrameMkLst>
        </pc:graphicFrameChg>
      </pc:sldChg>
      <pc:sldChg chg="addSp delSp modSp mod delAnim">
        <pc:chgData name="최문영" userId="c9c2ca5b-20f2-48c9-9e1f-a03229bf2768" providerId="ADAL" clId="{63BBA9BA-DE63-4C9B-B5DC-76A2CADF70AD}" dt="2025-06-27T02:41:11.038" v="2761" actId="113"/>
        <pc:sldMkLst>
          <pc:docMk/>
          <pc:sldMk cId="3029072032" sldId="849"/>
        </pc:sldMkLst>
        <pc:spChg chg="mod">
          <ac:chgData name="최문영" userId="c9c2ca5b-20f2-48c9-9e1f-a03229bf2768" providerId="ADAL" clId="{63BBA9BA-DE63-4C9B-B5DC-76A2CADF70AD}" dt="2025-06-27T02:08:25.080" v="1070" actId="20577"/>
          <ac:spMkLst>
            <pc:docMk/>
            <pc:sldMk cId="3029072032" sldId="849"/>
            <ac:spMk id="10" creationId="{3EC75E25-0BBD-CEB3-63E5-C33131E72970}"/>
          </ac:spMkLst>
        </pc:spChg>
        <pc:spChg chg="mod">
          <ac:chgData name="최문영" userId="c9c2ca5b-20f2-48c9-9e1f-a03229bf2768" providerId="ADAL" clId="{63BBA9BA-DE63-4C9B-B5DC-76A2CADF70AD}" dt="2025-06-27T02:34:19.226" v="2551" actId="20577"/>
          <ac:spMkLst>
            <pc:docMk/>
            <pc:sldMk cId="3029072032" sldId="849"/>
            <ac:spMk id="47" creationId="{C2E3A773-81C8-1A26-6B44-B25145EEDB8D}"/>
          </ac:spMkLst>
        </pc:spChg>
        <pc:graphicFrameChg chg="add mod modGraphic">
          <ac:chgData name="최문영" userId="c9c2ca5b-20f2-48c9-9e1f-a03229bf2768" providerId="ADAL" clId="{63BBA9BA-DE63-4C9B-B5DC-76A2CADF70AD}" dt="2025-06-27T02:41:11.038" v="2761" actId="113"/>
          <ac:graphicFrameMkLst>
            <pc:docMk/>
            <pc:sldMk cId="3029072032" sldId="849"/>
            <ac:graphicFrameMk id="2" creationId="{17F5F03E-5C99-AEFC-C968-C19670EA266E}"/>
          </ac:graphicFrameMkLst>
        </pc:graphicFrameChg>
      </pc:sldChg>
      <pc:sldChg chg="delSp modSp del mod">
        <pc:chgData name="최문영" userId="c9c2ca5b-20f2-48c9-9e1f-a03229bf2768" providerId="ADAL" clId="{63BBA9BA-DE63-4C9B-B5DC-76A2CADF70AD}" dt="2025-06-27T04:55:59.752" v="3167" actId="47"/>
        <pc:sldMkLst>
          <pc:docMk/>
          <pc:sldMk cId="4239237017" sldId="850"/>
        </pc:sldMkLst>
      </pc:sldChg>
      <pc:sldChg chg="addSp delSp modSp add mod ord delAnim">
        <pc:chgData name="최문영" userId="c9c2ca5b-20f2-48c9-9e1f-a03229bf2768" providerId="ADAL" clId="{63BBA9BA-DE63-4C9B-B5DC-76A2CADF70AD}" dt="2025-06-27T04:56:45.813" v="3173" actId="20577"/>
        <pc:sldMkLst>
          <pc:docMk/>
          <pc:sldMk cId="2466995792" sldId="851"/>
        </pc:sldMkLst>
        <pc:spChg chg="mod">
          <ac:chgData name="최문영" userId="c9c2ca5b-20f2-48c9-9e1f-a03229bf2768" providerId="ADAL" clId="{63BBA9BA-DE63-4C9B-B5DC-76A2CADF70AD}" dt="2025-06-27T02:25:38.148" v="2185" actId="20577"/>
          <ac:spMkLst>
            <pc:docMk/>
            <pc:sldMk cId="2466995792" sldId="851"/>
            <ac:spMk id="47" creationId="{508A8C8B-65B3-C310-93E4-19677FC41F43}"/>
          </ac:spMkLst>
        </pc:spChg>
        <pc:graphicFrameChg chg="add mod modGraphic">
          <ac:chgData name="최문영" userId="c9c2ca5b-20f2-48c9-9e1f-a03229bf2768" providerId="ADAL" clId="{63BBA9BA-DE63-4C9B-B5DC-76A2CADF70AD}" dt="2025-06-27T04:56:45.813" v="3173" actId="20577"/>
          <ac:graphicFrameMkLst>
            <pc:docMk/>
            <pc:sldMk cId="2466995792" sldId="851"/>
            <ac:graphicFrameMk id="3" creationId="{7A4541B1-1AA0-1F13-C89A-0D0F9BF99F05}"/>
          </ac:graphicFrameMkLst>
        </pc:graphicFrameChg>
        <pc:picChg chg="add mod">
          <ac:chgData name="최문영" userId="c9c2ca5b-20f2-48c9-9e1f-a03229bf2768" providerId="ADAL" clId="{63BBA9BA-DE63-4C9B-B5DC-76A2CADF70AD}" dt="2025-06-27T02:38:02.125" v="2607" actId="14100"/>
          <ac:picMkLst>
            <pc:docMk/>
            <pc:sldMk cId="2466995792" sldId="851"/>
            <ac:picMk id="1026" creationId="{7A8C7239-0C5C-543F-8275-2A2610614051}"/>
          </ac:picMkLst>
        </pc:picChg>
      </pc:sldChg>
      <pc:sldChg chg="addSp delSp modSp add mod modAnim">
        <pc:chgData name="최문영" userId="c9c2ca5b-20f2-48c9-9e1f-a03229bf2768" providerId="ADAL" clId="{63BBA9BA-DE63-4C9B-B5DC-76A2CADF70AD}" dt="2025-07-10T03:43:20.690" v="3582" actId="1076"/>
        <pc:sldMkLst>
          <pc:docMk/>
          <pc:sldMk cId="1124010080" sldId="852"/>
        </pc:sldMkLst>
        <pc:spChg chg="add mod">
          <ac:chgData name="최문영" userId="c9c2ca5b-20f2-48c9-9e1f-a03229bf2768" providerId="ADAL" clId="{63BBA9BA-DE63-4C9B-B5DC-76A2CADF70AD}" dt="2025-07-10T03:30:23.171" v="3347" actId="11529"/>
          <ac:spMkLst>
            <pc:docMk/>
            <pc:sldMk cId="1124010080" sldId="852"/>
            <ac:spMk id="2" creationId="{8FB11E42-B972-83A4-5AE1-0ED7F0A2A4F2}"/>
          </ac:spMkLst>
        </pc:spChg>
        <pc:spChg chg="add">
          <ac:chgData name="최문영" userId="c9c2ca5b-20f2-48c9-9e1f-a03229bf2768" providerId="ADAL" clId="{63BBA9BA-DE63-4C9B-B5DC-76A2CADF70AD}" dt="2025-07-10T03:32:35.539" v="3372"/>
          <ac:spMkLst>
            <pc:docMk/>
            <pc:sldMk cId="1124010080" sldId="852"/>
            <ac:spMk id="3" creationId="{577D5381-FFA8-4AD6-B211-522A4751B3D7}"/>
          </ac:spMkLst>
        </pc:spChg>
        <pc:spChg chg="add mod topLvl">
          <ac:chgData name="최문영" userId="c9c2ca5b-20f2-48c9-9e1f-a03229bf2768" providerId="ADAL" clId="{63BBA9BA-DE63-4C9B-B5DC-76A2CADF70AD}" dt="2025-07-10T03:36:48.467" v="3444" actId="165"/>
          <ac:spMkLst>
            <pc:docMk/>
            <pc:sldMk cId="1124010080" sldId="852"/>
            <ac:spMk id="5" creationId="{62570B27-B4B7-9774-8F24-0D8D9EA9FE43}"/>
          </ac:spMkLst>
        </pc:spChg>
        <pc:spChg chg="add mod">
          <ac:chgData name="최문영" userId="c9c2ca5b-20f2-48c9-9e1f-a03229bf2768" providerId="ADAL" clId="{63BBA9BA-DE63-4C9B-B5DC-76A2CADF70AD}" dt="2025-07-10T03:40:48.867" v="3550" actId="1036"/>
          <ac:spMkLst>
            <pc:docMk/>
            <pc:sldMk cId="1124010080" sldId="852"/>
            <ac:spMk id="26" creationId="{48FC4C7F-111E-8628-8E6C-5EBC2DEF9D8B}"/>
          </ac:spMkLst>
        </pc:spChg>
        <pc:spChg chg="add del mod">
          <ac:chgData name="최문영" userId="c9c2ca5b-20f2-48c9-9e1f-a03229bf2768" providerId="ADAL" clId="{63BBA9BA-DE63-4C9B-B5DC-76A2CADF70AD}" dt="2025-07-10T03:39:08.599" v="3477" actId="478"/>
          <ac:spMkLst>
            <pc:docMk/>
            <pc:sldMk cId="1124010080" sldId="852"/>
            <ac:spMk id="39" creationId="{95E40308-E32C-7BE9-0CBB-A7D44F3FEC11}"/>
          </ac:spMkLst>
        </pc:spChg>
        <pc:spChg chg="add del mod">
          <ac:chgData name="최문영" userId="c9c2ca5b-20f2-48c9-9e1f-a03229bf2768" providerId="ADAL" clId="{63BBA9BA-DE63-4C9B-B5DC-76A2CADF70AD}" dt="2025-07-10T03:39:07.949" v="3475" actId="478"/>
          <ac:spMkLst>
            <pc:docMk/>
            <pc:sldMk cId="1124010080" sldId="852"/>
            <ac:spMk id="40" creationId="{0CF554C4-AAA9-EB0B-2BFA-A7082BEFCDB7}"/>
          </ac:spMkLst>
        </pc:spChg>
        <pc:spChg chg="add mod">
          <ac:chgData name="최문영" userId="c9c2ca5b-20f2-48c9-9e1f-a03229bf2768" providerId="ADAL" clId="{63BBA9BA-DE63-4C9B-B5DC-76A2CADF70AD}" dt="2025-07-10T03:40:48.867" v="3550" actId="1036"/>
          <ac:spMkLst>
            <pc:docMk/>
            <pc:sldMk cId="1124010080" sldId="852"/>
            <ac:spMk id="41" creationId="{94517914-E135-5F5F-BA59-3C5B3F31B6FF}"/>
          </ac:spMkLst>
        </pc:spChg>
        <pc:spChg chg="add mod">
          <ac:chgData name="최문영" userId="c9c2ca5b-20f2-48c9-9e1f-a03229bf2768" providerId="ADAL" clId="{63BBA9BA-DE63-4C9B-B5DC-76A2CADF70AD}" dt="2025-07-10T03:40:48.867" v="3550" actId="1036"/>
          <ac:spMkLst>
            <pc:docMk/>
            <pc:sldMk cId="1124010080" sldId="852"/>
            <ac:spMk id="42" creationId="{24D0E669-153F-1531-8AEC-8E347D0B1C86}"/>
          </ac:spMkLst>
        </pc:spChg>
        <pc:spChg chg="add mod">
          <ac:chgData name="최문영" userId="c9c2ca5b-20f2-48c9-9e1f-a03229bf2768" providerId="ADAL" clId="{63BBA9BA-DE63-4C9B-B5DC-76A2CADF70AD}" dt="2025-07-10T03:40:48.867" v="3550" actId="1036"/>
          <ac:spMkLst>
            <pc:docMk/>
            <pc:sldMk cId="1124010080" sldId="852"/>
            <ac:spMk id="43" creationId="{4704270B-4FD8-2B5F-2D97-88E7C60C8FFC}"/>
          </ac:spMkLst>
        </pc:spChg>
        <pc:spChg chg="add mod">
          <ac:chgData name="최문영" userId="c9c2ca5b-20f2-48c9-9e1f-a03229bf2768" providerId="ADAL" clId="{63BBA9BA-DE63-4C9B-B5DC-76A2CADF70AD}" dt="2025-07-10T03:40:48.867" v="3550" actId="1036"/>
          <ac:spMkLst>
            <pc:docMk/>
            <pc:sldMk cId="1124010080" sldId="852"/>
            <ac:spMk id="44" creationId="{F52EB9AA-4D9E-4866-BF03-439E3BA39A20}"/>
          </ac:spMkLst>
        </pc:spChg>
        <pc:spChg chg="add mod">
          <ac:chgData name="최문영" userId="c9c2ca5b-20f2-48c9-9e1f-a03229bf2768" providerId="ADAL" clId="{63BBA9BA-DE63-4C9B-B5DC-76A2CADF70AD}" dt="2025-07-10T03:40:44.318" v="3534" actId="1076"/>
          <ac:spMkLst>
            <pc:docMk/>
            <pc:sldMk cId="1124010080" sldId="852"/>
            <ac:spMk id="45" creationId="{0931388D-6381-DBD9-2B64-2593E405E828}"/>
          </ac:spMkLst>
        </pc:spChg>
        <pc:spChg chg="add mod">
          <ac:chgData name="최문영" userId="c9c2ca5b-20f2-48c9-9e1f-a03229bf2768" providerId="ADAL" clId="{63BBA9BA-DE63-4C9B-B5DC-76A2CADF70AD}" dt="2025-07-10T03:40:48.867" v="3550" actId="1036"/>
          <ac:spMkLst>
            <pc:docMk/>
            <pc:sldMk cId="1124010080" sldId="852"/>
            <ac:spMk id="46" creationId="{C43E3571-F65B-7A9F-A799-0F85D4303D6E}"/>
          </ac:spMkLst>
        </pc:spChg>
        <pc:spChg chg="mod">
          <ac:chgData name="최문영" userId="c9c2ca5b-20f2-48c9-9e1f-a03229bf2768" providerId="ADAL" clId="{63BBA9BA-DE63-4C9B-B5DC-76A2CADF70AD}" dt="2025-07-10T03:31:02.579" v="3354"/>
          <ac:spMkLst>
            <pc:docMk/>
            <pc:sldMk cId="1124010080" sldId="852"/>
            <ac:spMk id="97" creationId="{A678A024-B783-BB85-E7F0-0EF192A344E3}"/>
          </ac:spMkLst>
        </pc:spChg>
        <pc:spChg chg="mod">
          <ac:chgData name="최문영" userId="c9c2ca5b-20f2-48c9-9e1f-a03229bf2768" providerId="ADAL" clId="{63BBA9BA-DE63-4C9B-B5DC-76A2CADF70AD}" dt="2025-07-10T03:27:19.948" v="3201" actId="20577"/>
          <ac:spMkLst>
            <pc:docMk/>
            <pc:sldMk cId="1124010080" sldId="852"/>
            <ac:spMk id="100" creationId="{0502B2E5-8729-B9FC-56DA-5E85C5262F28}"/>
          </ac:spMkLst>
        </pc:spChg>
        <pc:grpChg chg="add del mod topLvl">
          <ac:chgData name="최문영" userId="c9c2ca5b-20f2-48c9-9e1f-a03229bf2768" providerId="ADAL" clId="{63BBA9BA-DE63-4C9B-B5DC-76A2CADF70AD}" dt="2025-07-10T03:36:48.467" v="3444" actId="165"/>
          <ac:grpSpMkLst>
            <pc:docMk/>
            <pc:sldMk cId="1124010080" sldId="852"/>
            <ac:grpSpMk id="6" creationId="{684AFCA2-FD69-6B0F-EA9E-DB09950723A7}"/>
          </ac:grpSpMkLst>
        </pc:grpChg>
        <pc:grpChg chg="add del mod">
          <ac:chgData name="최문영" userId="c9c2ca5b-20f2-48c9-9e1f-a03229bf2768" providerId="ADAL" clId="{63BBA9BA-DE63-4C9B-B5DC-76A2CADF70AD}" dt="2025-07-10T03:36:10.993" v="3436" actId="165"/>
          <ac:grpSpMkLst>
            <pc:docMk/>
            <pc:sldMk cId="1124010080" sldId="852"/>
            <ac:grpSpMk id="13" creationId="{6687F194-6E34-28C8-7247-7A687540EFBF}"/>
          </ac:grpSpMkLst>
        </pc:grpChg>
        <pc:picChg chg="add mod ord topLvl">
          <ac:chgData name="최문영" userId="c9c2ca5b-20f2-48c9-9e1f-a03229bf2768" providerId="ADAL" clId="{63BBA9BA-DE63-4C9B-B5DC-76A2CADF70AD}" dt="2025-07-10T03:37:16.442" v="3450" actId="1076"/>
          <ac:picMkLst>
            <pc:docMk/>
            <pc:sldMk cId="1124010080" sldId="852"/>
            <ac:picMk id="4" creationId="{ABF58EB5-F5EB-68C2-B1F3-F3CA59307689}"/>
          </ac:picMkLst>
        </pc:picChg>
        <pc:picChg chg="add mod">
          <ac:chgData name="최문영" userId="c9c2ca5b-20f2-48c9-9e1f-a03229bf2768" providerId="ADAL" clId="{63BBA9BA-DE63-4C9B-B5DC-76A2CADF70AD}" dt="2025-07-10T03:40:48.867" v="3550" actId="1036"/>
          <ac:picMkLst>
            <pc:docMk/>
            <pc:sldMk cId="1124010080" sldId="852"/>
            <ac:picMk id="25" creationId="{EBA8D7B7-0CAD-4E17-95B0-A42B54951A51}"/>
          </ac:picMkLst>
        </pc:picChg>
        <pc:picChg chg="add mod">
          <ac:chgData name="최문영" userId="c9c2ca5b-20f2-48c9-9e1f-a03229bf2768" providerId="ADAL" clId="{63BBA9BA-DE63-4C9B-B5DC-76A2CADF70AD}" dt="2025-07-10T03:40:48.867" v="3550" actId="1036"/>
          <ac:picMkLst>
            <pc:docMk/>
            <pc:sldMk cId="1124010080" sldId="852"/>
            <ac:picMk id="27" creationId="{4BD9F7AB-0C6A-9916-882A-040F199ECF60}"/>
          </ac:picMkLst>
        </pc:picChg>
        <pc:picChg chg="add mod">
          <ac:chgData name="최문영" userId="c9c2ca5b-20f2-48c9-9e1f-a03229bf2768" providerId="ADAL" clId="{63BBA9BA-DE63-4C9B-B5DC-76A2CADF70AD}" dt="2025-07-10T03:43:08.508" v="3578" actId="1076"/>
          <ac:picMkLst>
            <pc:docMk/>
            <pc:sldMk cId="1124010080" sldId="852"/>
            <ac:picMk id="47" creationId="{390E6ABE-1703-407E-E283-93B8C1CCA726}"/>
          </ac:picMkLst>
        </pc:picChg>
        <pc:picChg chg="add mod">
          <ac:chgData name="최문영" userId="c9c2ca5b-20f2-48c9-9e1f-a03229bf2768" providerId="ADAL" clId="{63BBA9BA-DE63-4C9B-B5DC-76A2CADF70AD}" dt="2025-07-10T03:43:20.690" v="3582" actId="1076"/>
          <ac:picMkLst>
            <pc:docMk/>
            <pc:sldMk cId="1124010080" sldId="852"/>
            <ac:picMk id="48" creationId="{B26577B2-27D6-F5E0-96B6-DD6AC0349B2A}"/>
          </ac:picMkLst>
        </pc:picChg>
        <pc:picChg chg="add del mod">
          <ac:chgData name="최문영" userId="c9c2ca5b-20f2-48c9-9e1f-a03229bf2768" providerId="ADAL" clId="{63BBA9BA-DE63-4C9B-B5DC-76A2CADF70AD}" dt="2025-07-10T03:35:23.396" v="3424" actId="478"/>
          <ac:picMkLst>
            <pc:docMk/>
            <pc:sldMk cId="1124010080" sldId="852"/>
            <ac:picMk id="1026" creationId="{04508286-72E1-DF36-8158-2B21E630DD9A}"/>
          </ac:picMkLst>
        </pc:picChg>
        <pc:picChg chg="add del mod">
          <ac:chgData name="최문영" userId="c9c2ca5b-20f2-48c9-9e1f-a03229bf2768" providerId="ADAL" clId="{63BBA9BA-DE63-4C9B-B5DC-76A2CADF70AD}" dt="2025-07-10T03:37:34.005" v="3455" actId="478"/>
          <ac:picMkLst>
            <pc:docMk/>
            <pc:sldMk cId="1124010080" sldId="852"/>
            <ac:picMk id="1028" creationId="{25278ADC-78B7-1D3E-5480-1A17827C6CFA}"/>
          </ac:picMkLst>
        </pc:picChg>
        <pc:picChg chg="add mod">
          <ac:chgData name="최문영" userId="c9c2ca5b-20f2-48c9-9e1f-a03229bf2768" providerId="ADAL" clId="{63BBA9BA-DE63-4C9B-B5DC-76A2CADF70AD}" dt="2025-07-10T03:36:17.736" v="3437" actId="1076"/>
          <ac:picMkLst>
            <pc:docMk/>
            <pc:sldMk cId="1124010080" sldId="852"/>
            <ac:picMk id="1030" creationId="{59D6DBDC-1CC2-1B13-4954-94A504B92E5B}"/>
          </ac:picMkLst>
        </pc:picChg>
        <pc:picChg chg="add mod">
          <ac:chgData name="최문영" userId="c9c2ca5b-20f2-48c9-9e1f-a03229bf2768" providerId="ADAL" clId="{63BBA9BA-DE63-4C9B-B5DC-76A2CADF70AD}" dt="2025-07-10T03:40:48.867" v="3550" actId="1036"/>
          <ac:picMkLst>
            <pc:docMk/>
            <pc:sldMk cId="1124010080" sldId="852"/>
            <ac:picMk id="1034" creationId="{8AE59219-4905-DE82-1E01-A3D6A0E5398B}"/>
          </ac:picMkLst>
        </pc:picChg>
        <pc:cxnChg chg="add del mod topLvl">
          <ac:chgData name="최문영" userId="c9c2ca5b-20f2-48c9-9e1f-a03229bf2768" providerId="ADAL" clId="{63BBA9BA-DE63-4C9B-B5DC-76A2CADF70AD}" dt="2025-07-10T03:36:31.796" v="3440" actId="478"/>
          <ac:cxnSpMkLst>
            <pc:docMk/>
            <pc:sldMk cId="1124010080" sldId="852"/>
            <ac:cxnSpMk id="8" creationId="{7A8728DC-B7E8-8C0C-A2CE-5000E70FCE6C}"/>
          </ac:cxnSpMkLst>
        </pc:cxnChg>
        <pc:cxnChg chg="add del mod topLvl">
          <ac:chgData name="최문영" userId="c9c2ca5b-20f2-48c9-9e1f-a03229bf2768" providerId="ADAL" clId="{63BBA9BA-DE63-4C9B-B5DC-76A2CADF70AD}" dt="2025-07-10T03:36:32.667" v="3441" actId="478"/>
          <ac:cxnSpMkLst>
            <pc:docMk/>
            <pc:sldMk cId="1124010080" sldId="852"/>
            <ac:cxnSpMk id="10" creationId="{8DC227F9-00EB-6C07-678F-2189BE15C724}"/>
          </ac:cxnSpMkLst>
        </pc:cxnChg>
        <pc:cxnChg chg="add del">
          <ac:chgData name="최문영" userId="c9c2ca5b-20f2-48c9-9e1f-a03229bf2768" providerId="ADAL" clId="{63BBA9BA-DE63-4C9B-B5DC-76A2CADF70AD}" dt="2025-07-10T03:36:41.961" v="3443" actId="11529"/>
          <ac:cxnSpMkLst>
            <pc:docMk/>
            <pc:sldMk cId="1124010080" sldId="852"/>
            <ac:cxnSpMk id="18" creationId="{C2439445-87DE-D039-0436-BC58CE8B7E85}"/>
          </ac:cxnSpMkLst>
        </pc:cxnChg>
        <pc:cxnChg chg="add del">
          <ac:chgData name="최문영" userId="c9c2ca5b-20f2-48c9-9e1f-a03229bf2768" providerId="ADAL" clId="{63BBA9BA-DE63-4C9B-B5DC-76A2CADF70AD}" dt="2025-07-10T03:36:57.306" v="3447" actId="11529"/>
          <ac:cxnSpMkLst>
            <pc:docMk/>
            <pc:sldMk cId="1124010080" sldId="852"/>
            <ac:cxnSpMk id="20" creationId="{2C181BC4-63C1-32E5-72E4-BAE057011BFF}"/>
          </ac:cxnSpMkLst>
        </pc:cxnChg>
        <pc:cxnChg chg="add mod">
          <ac:chgData name="최문영" userId="c9c2ca5b-20f2-48c9-9e1f-a03229bf2768" providerId="ADAL" clId="{63BBA9BA-DE63-4C9B-B5DC-76A2CADF70AD}" dt="2025-07-10T03:37:22.088" v="3451" actId="208"/>
          <ac:cxnSpMkLst>
            <pc:docMk/>
            <pc:sldMk cId="1124010080" sldId="852"/>
            <ac:cxnSpMk id="22" creationId="{5E7F2DBD-C915-E86F-5E99-D3652AE08602}"/>
          </ac:cxnSpMkLst>
        </pc:cxnChg>
        <pc:cxnChg chg="add mod">
          <ac:chgData name="최문영" userId="c9c2ca5b-20f2-48c9-9e1f-a03229bf2768" providerId="ADAL" clId="{63BBA9BA-DE63-4C9B-B5DC-76A2CADF70AD}" dt="2025-07-10T03:37:22.088" v="3451" actId="208"/>
          <ac:cxnSpMkLst>
            <pc:docMk/>
            <pc:sldMk cId="1124010080" sldId="852"/>
            <ac:cxnSpMk id="24" creationId="{B0B9A49A-C8CC-EA3C-C256-60B6E6D4EECE}"/>
          </ac:cxnSpMkLst>
        </pc:cxnChg>
        <pc:cxnChg chg="add mod">
          <ac:chgData name="최문영" userId="c9c2ca5b-20f2-48c9-9e1f-a03229bf2768" providerId="ADAL" clId="{63BBA9BA-DE63-4C9B-B5DC-76A2CADF70AD}" dt="2025-07-10T03:38:21.195" v="3465" actId="1076"/>
          <ac:cxnSpMkLst>
            <pc:docMk/>
            <pc:sldMk cId="1124010080" sldId="852"/>
            <ac:cxnSpMk id="28" creationId="{AA831DCC-467D-15FB-C147-A0F0BF1898F4}"/>
          </ac:cxnSpMkLst>
        </pc:cxnChg>
        <pc:cxnChg chg="add mod">
          <ac:chgData name="최문영" userId="c9c2ca5b-20f2-48c9-9e1f-a03229bf2768" providerId="ADAL" clId="{63BBA9BA-DE63-4C9B-B5DC-76A2CADF70AD}" dt="2025-07-10T03:40:48.867" v="3550" actId="1036"/>
          <ac:cxnSpMkLst>
            <pc:docMk/>
            <pc:sldMk cId="1124010080" sldId="852"/>
            <ac:cxnSpMk id="29" creationId="{937F63A7-7D89-49B8-7BBB-9FEAB3BDE956}"/>
          </ac:cxnSpMkLst>
        </pc:cxnChg>
      </pc:sldChg>
      <pc:sldChg chg="add del">
        <pc:chgData name="최문영" userId="c9c2ca5b-20f2-48c9-9e1f-a03229bf2768" providerId="ADAL" clId="{63BBA9BA-DE63-4C9B-B5DC-76A2CADF70AD}" dt="2025-07-10T03:28:37.296" v="3311"/>
        <pc:sldMkLst>
          <pc:docMk/>
          <pc:sldMk cId="252031176" sldId="853"/>
        </pc:sldMkLst>
      </pc:sldChg>
      <pc:sldChg chg="addSp delSp modSp add mod modAnim">
        <pc:chgData name="최문영" userId="c9c2ca5b-20f2-48c9-9e1f-a03229bf2768" providerId="ADAL" clId="{63BBA9BA-DE63-4C9B-B5DC-76A2CADF70AD}" dt="2025-07-10T03:50:38.649" v="3644"/>
        <pc:sldMkLst>
          <pc:docMk/>
          <pc:sldMk cId="1441264531" sldId="853"/>
        </pc:sldMkLst>
        <pc:spChg chg="add mod">
          <ac:chgData name="최문영" userId="c9c2ca5b-20f2-48c9-9e1f-a03229bf2768" providerId="ADAL" clId="{63BBA9BA-DE63-4C9B-B5DC-76A2CADF70AD}" dt="2025-07-10T03:47:57.817" v="3627" actId="1076"/>
          <ac:spMkLst>
            <pc:docMk/>
            <pc:sldMk cId="1441264531" sldId="853"/>
            <ac:spMk id="2" creationId="{29C4D513-E931-9DC3-5652-56A0588D5725}"/>
          </ac:spMkLst>
        </pc:spChg>
        <pc:spChg chg="add del mod">
          <ac:chgData name="최문영" userId="c9c2ca5b-20f2-48c9-9e1f-a03229bf2768" providerId="ADAL" clId="{63BBA9BA-DE63-4C9B-B5DC-76A2CADF70AD}" dt="2025-07-10T03:46:27.042" v="3613" actId="478"/>
          <ac:spMkLst>
            <pc:docMk/>
            <pc:sldMk cId="1441264531" sldId="853"/>
            <ac:spMk id="3" creationId="{0D10C05E-8994-B18D-E886-90A6F55AF7F7}"/>
          </ac:spMkLst>
        </pc:spChg>
        <pc:spChg chg="add mod">
          <ac:chgData name="최문영" userId="c9c2ca5b-20f2-48c9-9e1f-a03229bf2768" providerId="ADAL" clId="{63BBA9BA-DE63-4C9B-B5DC-76A2CADF70AD}" dt="2025-07-10T03:47:07.121" v="3623" actId="1076"/>
          <ac:spMkLst>
            <pc:docMk/>
            <pc:sldMk cId="1441264531" sldId="853"/>
            <ac:spMk id="7" creationId="{F28F5627-0E94-8856-8FB4-9908048F2891}"/>
          </ac:spMkLst>
        </pc:spChg>
        <pc:spChg chg="add mod">
          <ac:chgData name="최문영" userId="c9c2ca5b-20f2-48c9-9e1f-a03229bf2768" providerId="ADAL" clId="{63BBA9BA-DE63-4C9B-B5DC-76A2CADF70AD}" dt="2025-07-10T03:50:34.458" v="3643" actId="1076"/>
          <ac:spMkLst>
            <pc:docMk/>
            <pc:sldMk cId="1441264531" sldId="853"/>
            <ac:spMk id="12" creationId="{E2ACFFEB-98BC-EA4F-0C2B-9A1A3CEF5CDA}"/>
          </ac:spMkLst>
        </pc:spChg>
        <pc:grpChg chg="del">
          <ac:chgData name="최문영" userId="c9c2ca5b-20f2-48c9-9e1f-a03229bf2768" providerId="ADAL" clId="{63BBA9BA-DE63-4C9B-B5DC-76A2CADF70AD}" dt="2025-07-10T03:43:28.660" v="3584" actId="478"/>
          <ac:grpSpMkLst>
            <pc:docMk/>
            <pc:sldMk cId="1441264531" sldId="853"/>
            <ac:grpSpMk id="6" creationId="{BFB3F234-38C8-6716-4841-93056B5C34CF}"/>
          </ac:grpSpMkLst>
        </pc:grpChg>
        <pc:picChg chg="add mod">
          <ac:chgData name="최문영" userId="c9c2ca5b-20f2-48c9-9e1f-a03229bf2768" providerId="ADAL" clId="{63BBA9BA-DE63-4C9B-B5DC-76A2CADF70AD}" dt="2025-07-10T03:49:34.924" v="3640" actId="1076"/>
          <ac:picMkLst>
            <pc:docMk/>
            <pc:sldMk cId="1441264531" sldId="853"/>
            <ac:picMk id="11" creationId="{674E1786-D891-4653-6F34-4CCFD46DB6AA}"/>
          </ac:picMkLst>
        </pc:picChg>
        <pc:picChg chg="mod">
          <ac:chgData name="최문영" userId="c9c2ca5b-20f2-48c9-9e1f-a03229bf2768" providerId="ADAL" clId="{63BBA9BA-DE63-4C9B-B5DC-76A2CADF70AD}" dt="2025-07-10T03:43:54.466" v="3605" actId="1076"/>
          <ac:picMkLst>
            <pc:docMk/>
            <pc:sldMk cId="1441264531" sldId="853"/>
            <ac:picMk id="1026" creationId="{C6ACECD2-A7A5-E156-01AE-F7C653373227}"/>
          </ac:picMkLst>
        </pc:picChg>
        <pc:picChg chg="mod">
          <ac:chgData name="최문영" userId="c9c2ca5b-20f2-48c9-9e1f-a03229bf2768" providerId="ADAL" clId="{63BBA9BA-DE63-4C9B-B5DC-76A2CADF70AD}" dt="2025-07-10T03:44:53.279" v="3609" actId="1076"/>
          <ac:picMkLst>
            <pc:docMk/>
            <pc:sldMk cId="1441264531" sldId="853"/>
            <ac:picMk id="1028" creationId="{7A36C588-5991-8C05-39FC-5218FDAF177B}"/>
          </ac:picMkLst>
        </pc:picChg>
        <pc:picChg chg="add del">
          <ac:chgData name="최문영" userId="c9c2ca5b-20f2-48c9-9e1f-a03229bf2768" providerId="ADAL" clId="{63BBA9BA-DE63-4C9B-B5DC-76A2CADF70AD}" dt="2025-07-10T03:43:27.879" v="3583" actId="478"/>
          <ac:picMkLst>
            <pc:docMk/>
            <pc:sldMk cId="1441264531" sldId="853"/>
            <ac:picMk id="1030" creationId="{B87417D9-1DF0-1721-A915-E3F11A9B8D2B}"/>
          </ac:picMkLst>
        </pc:picChg>
        <pc:picChg chg="del mod">
          <ac:chgData name="최문영" userId="c9c2ca5b-20f2-48c9-9e1f-a03229bf2768" providerId="ADAL" clId="{63BBA9BA-DE63-4C9B-B5DC-76A2CADF70AD}" dt="2025-07-10T03:43:30.958" v="3588" actId="478"/>
          <ac:picMkLst>
            <pc:docMk/>
            <pc:sldMk cId="1441264531" sldId="853"/>
            <ac:picMk id="1034" creationId="{0064744F-3E9E-1EBB-FA88-B637E00BB4FF}"/>
          </ac:picMkLst>
        </pc:picChg>
        <pc:picChg chg="add del mod">
          <ac:chgData name="최문영" userId="c9c2ca5b-20f2-48c9-9e1f-a03229bf2768" providerId="ADAL" clId="{63BBA9BA-DE63-4C9B-B5DC-76A2CADF70AD}" dt="2025-07-10T03:48:19.439" v="3631" actId="478"/>
          <ac:picMkLst>
            <pc:docMk/>
            <pc:sldMk cId="1441264531" sldId="853"/>
            <ac:picMk id="2050" creationId="{861BF0DD-A896-BDD4-4A0A-9943F421B38B}"/>
          </ac:picMkLst>
        </pc:picChg>
        <pc:cxnChg chg="del">
          <ac:chgData name="최문영" userId="c9c2ca5b-20f2-48c9-9e1f-a03229bf2768" providerId="ADAL" clId="{63BBA9BA-DE63-4C9B-B5DC-76A2CADF70AD}" dt="2025-07-10T03:43:30.262" v="3586" actId="478"/>
          <ac:cxnSpMkLst>
            <pc:docMk/>
            <pc:sldMk cId="1441264531" sldId="853"/>
            <ac:cxnSpMk id="8" creationId="{97FD7DEF-19F0-1329-43E8-687B095A3073}"/>
          </ac:cxnSpMkLst>
        </pc:cxnChg>
        <pc:cxnChg chg="del">
          <ac:chgData name="최문영" userId="c9c2ca5b-20f2-48c9-9e1f-a03229bf2768" providerId="ADAL" clId="{63BBA9BA-DE63-4C9B-B5DC-76A2CADF70AD}" dt="2025-07-10T03:43:29.361" v="3585" actId="478"/>
          <ac:cxnSpMkLst>
            <pc:docMk/>
            <pc:sldMk cId="1441264531" sldId="853"/>
            <ac:cxnSpMk id="10" creationId="{00592108-0E73-EB24-4683-65E550B602BC}"/>
          </ac:cxnSpMkLst>
        </pc:cxnChg>
      </pc:sldChg>
      <pc:sldChg chg="add del">
        <pc:chgData name="최문영" userId="c9c2ca5b-20f2-48c9-9e1f-a03229bf2768" providerId="ADAL" clId="{63BBA9BA-DE63-4C9B-B5DC-76A2CADF70AD}" dt="2025-07-10T03:28:27.294" v="3309"/>
        <pc:sldMkLst>
          <pc:docMk/>
          <pc:sldMk cId="4229178583" sldId="8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/>
              <a:t>Weekly meeting </a:t>
            </a:r>
            <a:r>
              <a:rPr lang="ko-KR" altLang="en-US" sz="1100"/>
              <a:t>표지</a:t>
            </a:r>
            <a:endParaRPr lang="en-US" altLang="ko-KR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6D11-BA15-9A9E-04F0-12EBE0BF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1A1ADF-EAA9-E4DC-D4FA-71189C1DB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DC56A5-053B-9DED-C33A-DA0E4CBA7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4471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27AC-4B9F-E203-AD1E-259DE27C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60E40-C2C9-3C24-F599-78F024A62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802E95-491D-E244-EF6C-0FD304DC4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7842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0F5EB-7CFA-91DE-592F-9B7C4B48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C9EA2E-F68D-77BE-FFBE-52F8FBD22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B43908-DC3F-33F6-C25E-6F02840DF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6203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7AABF-7DDB-D9E5-14DB-60C9E065C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55EB6E-98C7-9AC7-FE3A-5A43F92CF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9A8099-8F19-4134-7CC3-B074AC0DC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4576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25.07.10.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3728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Analyzing Latency at Each Stage of the Process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MAVROS Communication Flow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71FB-FD7B-E1DA-8714-10D7CEAA4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A678A024-B783-BB85-E7F0-0EF192A344E3}"/>
              </a:ext>
            </a:extLst>
          </p:cNvPr>
          <p:cNvSpPr/>
          <p:nvPr/>
        </p:nvSpPr>
        <p:spPr>
          <a:xfrm>
            <a:off x="203760" y="998280"/>
            <a:ext cx="8852760" cy="497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Analyzing Latency in Autonomous Drone Navigation via Offboarding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46A530A-1BF8-E784-D3B3-027BD08EA7CD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B83B59C3-E76B-E8FF-A868-7C1083E513A1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0502B2E5-8729-B9FC-56DA-5E85C5262F2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I</a:t>
            </a: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ntro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E2D67EF2-47D1-4C89-5D19-E0788EA84CDC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1030" name="Picture 6" descr="ATOM SE Sub 250 g Foldable GPS Drone with 4K HD EIS Camera, C0 – Potensic">
            <a:extLst>
              <a:ext uri="{FF2B5EF4-FFF2-40B4-BE49-F238E27FC236}">
                <a16:creationId xmlns:a16="http://schemas.microsoft.com/office/drawing/2014/main" id="{59D6DBDC-1CC2-1B13-4954-94A504B9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422" y="1826771"/>
            <a:ext cx="1529710" cy="152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2570B27-B4B7-9774-8F24-0D8D9EA9FE43}"/>
              </a:ext>
            </a:extLst>
          </p:cNvPr>
          <p:cNvSpPr/>
          <p:nvPr/>
        </p:nvSpPr>
        <p:spPr>
          <a:xfrm>
            <a:off x="4912842" y="1930617"/>
            <a:ext cx="2748697" cy="13175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F58EB5-F5EB-68C2-B1F3-F3CA59307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33" y="2126235"/>
            <a:ext cx="2133345" cy="1025020"/>
          </a:xfrm>
          <a:prstGeom prst="rect">
            <a:avLst/>
          </a:prstGeom>
        </p:spPr>
      </p:pic>
      <p:pic>
        <p:nvPicPr>
          <p:cNvPr id="1034" name="Picture 10" descr="VIPERA GeForce RTX 4090 Founders Edition GPU">
            <a:extLst>
              <a:ext uri="{FF2B5EF4-FFF2-40B4-BE49-F238E27FC236}">
                <a16:creationId xmlns:a16="http://schemas.microsoft.com/office/drawing/2014/main" id="{8AE59219-4905-DE82-1E01-A3D6A0E53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723" y="4682589"/>
            <a:ext cx="1928216" cy="93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E7F2DBD-C915-E86F-5E99-D3652AE08602}"/>
              </a:ext>
            </a:extLst>
          </p:cNvPr>
          <p:cNvCxnSpPr>
            <a:stCxn id="5" idx="1"/>
            <a:endCxn id="1030" idx="3"/>
          </p:cNvCxnSpPr>
          <p:nvPr/>
        </p:nvCxnSpPr>
        <p:spPr>
          <a:xfrm flipH="1">
            <a:off x="3383132" y="2123569"/>
            <a:ext cx="1932247" cy="468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0B9A49A-C8CC-EA3C-C256-60B6E6D4EECE}"/>
              </a:ext>
            </a:extLst>
          </p:cNvPr>
          <p:cNvCxnSpPr>
            <a:stCxn id="5" idx="3"/>
            <a:endCxn id="1030" idx="3"/>
          </p:cNvCxnSpPr>
          <p:nvPr/>
        </p:nvCxnSpPr>
        <p:spPr>
          <a:xfrm flipH="1" flipV="1">
            <a:off x="3383132" y="2591626"/>
            <a:ext cx="1932247" cy="4635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6" descr="ATOM SE Sub 250 g Foldable GPS Drone with 4K HD EIS Camera, C0 – Potensic">
            <a:extLst>
              <a:ext uri="{FF2B5EF4-FFF2-40B4-BE49-F238E27FC236}">
                <a16:creationId xmlns:a16="http://schemas.microsoft.com/office/drawing/2014/main" id="{EBA8D7B7-0CAD-4E17-95B0-A42B54951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54" y="4513254"/>
            <a:ext cx="1529710" cy="152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48FC4C7F-111E-8628-8E6C-5EBC2DEF9D8B}"/>
              </a:ext>
            </a:extLst>
          </p:cNvPr>
          <p:cNvSpPr/>
          <p:nvPr/>
        </p:nvSpPr>
        <p:spPr>
          <a:xfrm>
            <a:off x="6240900" y="4486971"/>
            <a:ext cx="2748697" cy="13175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BD9F7AB-0C6A-9916-882A-040F199EC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291" y="4682589"/>
            <a:ext cx="2133345" cy="1025020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A831DCC-467D-15FB-C147-A0F0BF1898F4}"/>
              </a:ext>
            </a:extLst>
          </p:cNvPr>
          <p:cNvCxnSpPr>
            <a:cxnSpLocks/>
            <a:stCxn id="26" idx="1"/>
            <a:endCxn id="1034" idx="3"/>
          </p:cNvCxnSpPr>
          <p:nvPr/>
        </p:nvCxnSpPr>
        <p:spPr>
          <a:xfrm flipH="1">
            <a:off x="5869939" y="4679923"/>
            <a:ext cx="773498" cy="4693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37F63A7-7D89-49B8-7BBB-9FEAB3BDE956}"/>
              </a:ext>
            </a:extLst>
          </p:cNvPr>
          <p:cNvCxnSpPr>
            <a:cxnSpLocks/>
            <a:stCxn id="26" idx="3"/>
            <a:endCxn id="1034" idx="3"/>
          </p:cNvCxnSpPr>
          <p:nvPr/>
        </p:nvCxnSpPr>
        <p:spPr>
          <a:xfrm flipH="1" flipV="1">
            <a:off x="5869939" y="5149244"/>
            <a:ext cx="773498" cy="462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94517914-E135-5F5F-BA59-3C5B3F31B6FF}"/>
              </a:ext>
            </a:extLst>
          </p:cNvPr>
          <p:cNvSpPr/>
          <p:nvPr/>
        </p:nvSpPr>
        <p:spPr>
          <a:xfrm rot="10800000">
            <a:off x="2589218" y="5129251"/>
            <a:ext cx="332635" cy="253347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화살표: 갈매기형 수장 41">
            <a:extLst>
              <a:ext uri="{FF2B5EF4-FFF2-40B4-BE49-F238E27FC236}">
                <a16:creationId xmlns:a16="http://schemas.microsoft.com/office/drawing/2014/main" id="{24D0E669-153F-1531-8AEC-8E347D0B1C86}"/>
              </a:ext>
            </a:extLst>
          </p:cNvPr>
          <p:cNvSpPr/>
          <p:nvPr/>
        </p:nvSpPr>
        <p:spPr>
          <a:xfrm rot="10800000">
            <a:off x="2854401" y="5129251"/>
            <a:ext cx="332635" cy="253347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화살표: 갈매기형 수장 42">
            <a:extLst>
              <a:ext uri="{FF2B5EF4-FFF2-40B4-BE49-F238E27FC236}">
                <a16:creationId xmlns:a16="http://schemas.microsoft.com/office/drawing/2014/main" id="{4704270B-4FD8-2B5F-2D97-88E7C60C8FFC}"/>
              </a:ext>
            </a:extLst>
          </p:cNvPr>
          <p:cNvSpPr/>
          <p:nvPr/>
        </p:nvSpPr>
        <p:spPr>
          <a:xfrm rot="10800000">
            <a:off x="3119584" y="5129251"/>
            <a:ext cx="332635" cy="253347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화살표: 갈매기형 수장 43">
            <a:extLst>
              <a:ext uri="{FF2B5EF4-FFF2-40B4-BE49-F238E27FC236}">
                <a16:creationId xmlns:a16="http://schemas.microsoft.com/office/drawing/2014/main" id="{F52EB9AA-4D9E-4866-BF03-439E3BA39A20}"/>
              </a:ext>
            </a:extLst>
          </p:cNvPr>
          <p:cNvSpPr/>
          <p:nvPr/>
        </p:nvSpPr>
        <p:spPr>
          <a:xfrm rot="10800000">
            <a:off x="3384768" y="5129251"/>
            <a:ext cx="332635" cy="253347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31388D-6381-DBD9-2B64-2593E405E828}"/>
              </a:ext>
            </a:extLst>
          </p:cNvPr>
          <p:cNvSpPr txBox="1"/>
          <p:nvPr/>
        </p:nvSpPr>
        <p:spPr>
          <a:xfrm>
            <a:off x="395818" y="1572846"/>
            <a:ext cx="153493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onboarding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3E3571-F65B-7A9F-A799-0F85D4303D6E}"/>
              </a:ext>
            </a:extLst>
          </p:cNvPr>
          <p:cNvSpPr txBox="1"/>
          <p:nvPr/>
        </p:nvSpPr>
        <p:spPr>
          <a:xfrm>
            <a:off x="395818" y="4251231"/>
            <a:ext cx="153493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offboarding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Picture 4" descr="초보자를 위한 ROS2 : ROS2란 무엇인가?">
            <a:extLst>
              <a:ext uri="{FF2B5EF4-FFF2-40B4-BE49-F238E27FC236}">
                <a16:creationId xmlns:a16="http://schemas.microsoft.com/office/drawing/2014/main" id="{B26577B2-27D6-F5E0-96B6-DD6AC0349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84" y="5717649"/>
            <a:ext cx="1122716" cy="325315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Software Overview - PX4 Autopilot">
            <a:extLst>
              <a:ext uri="{FF2B5EF4-FFF2-40B4-BE49-F238E27FC236}">
                <a16:creationId xmlns:a16="http://schemas.microsoft.com/office/drawing/2014/main" id="{390E6ABE-1703-407E-E283-93B8C1CCA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826" y="4663269"/>
            <a:ext cx="1086380" cy="1333399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01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5711-2CB3-D6B3-44CB-85B58175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E15CC21-75EA-B315-1B8A-A71CD2E794CE}"/>
              </a:ext>
            </a:extLst>
          </p:cNvPr>
          <p:cNvSpPr/>
          <p:nvPr/>
        </p:nvSpPr>
        <p:spPr>
          <a:xfrm>
            <a:off x="203760" y="998280"/>
            <a:ext cx="8852760" cy="497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Analyzing Latency in Autonomous Drone Navigation via Offboarding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18AF40C3-D6A6-6CE1-27DA-BF26619DA51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FC4C59E2-1A77-268E-DAA4-4AA24D8F513D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2A898368-1C8D-885D-BBB8-C0BF33DCB5D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I</a:t>
            </a: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ntro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C243576-5CB6-2487-5E51-4D6FC3CEADD5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1026" name="Picture 2" descr="Software Overview - PX4 Autopilot">
            <a:extLst>
              <a:ext uri="{FF2B5EF4-FFF2-40B4-BE49-F238E27FC236}">
                <a16:creationId xmlns:a16="http://schemas.microsoft.com/office/drawing/2014/main" id="{C6ACECD2-A7A5-E156-01AE-F7C653373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20" y="1582609"/>
            <a:ext cx="2017863" cy="2476681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초보자를 위한 ROS2 : ROS2란 무엇인가?">
            <a:extLst>
              <a:ext uri="{FF2B5EF4-FFF2-40B4-BE49-F238E27FC236}">
                <a16:creationId xmlns:a16="http://schemas.microsoft.com/office/drawing/2014/main" id="{7A36C588-5991-8C05-39FC-5218FDAF1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699" y="2658291"/>
            <a:ext cx="1122716" cy="325315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C4D513-E931-9DC3-5652-56A0588D5725}"/>
              </a:ext>
            </a:extLst>
          </p:cNvPr>
          <p:cNvSpPr txBox="1"/>
          <p:nvPr/>
        </p:nvSpPr>
        <p:spPr>
          <a:xfrm>
            <a:off x="1574501" y="3707535"/>
            <a:ext cx="153493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non-ROS app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화살표: 왼쪽/오른쪽 6">
            <a:extLst>
              <a:ext uri="{FF2B5EF4-FFF2-40B4-BE49-F238E27FC236}">
                <a16:creationId xmlns:a16="http://schemas.microsoft.com/office/drawing/2014/main" id="{F28F5627-0E94-8856-8FB4-9908048F2891}"/>
              </a:ext>
            </a:extLst>
          </p:cNvPr>
          <p:cNvSpPr/>
          <p:nvPr/>
        </p:nvSpPr>
        <p:spPr>
          <a:xfrm>
            <a:off x="3094059" y="2587402"/>
            <a:ext cx="3529963" cy="497209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74E1786-D891-4653-6F34-4CCFD46DB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57" y="2497074"/>
            <a:ext cx="2601966" cy="6477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ACFFEB-98BC-EA4F-0C2B-9A1A3CEF5CDA}"/>
              </a:ext>
            </a:extLst>
          </p:cNvPr>
          <p:cNvSpPr txBox="1"/>
          <p:nvPr/>
        </p:nvSpPr>
        <p:spPr>
          <a:xfrm>
            <a:off x="5011560" y="3379534"/>
            <a:ext cx="2296925" cy="61469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 message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(offboard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유지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26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On-boarding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Off-boarding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</a:t>
            </a:r>
            <a:r>
              <a:rPr lang="en-US" altLang="ko-KR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Onboarding &amp; Offboarding</a:t>
            </a:r>
            <a:r>
              <a:rPr lang="en-US" altLang="ko-KR" sz="3600" b="1" strike="noStrike" spc="-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ko-KR" sz="3600" b="1" strike="noStrike" spc="-1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9F4A699-B35A-5B6A-50BC-6245BE67F447}"/>
              </a:ext>
            </a:extLst>
          </p:cNvPr>
          <p:cNvSpPr/>
          <p:nvPr/>
        </p:nvSpPr>
        <p:spPr>
          <a:xfrm>
            <a:off x="519331" y="3347173"/>
            <a:ext cx="1714063" cy="10618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pub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1C6DE50-F58B-4C75-B688-93280EBCC05A}"/>
              </a:ext>
            </a:extLst>
          </p:cNvPr>
          <p:cNvSpPr/>
          <p:nvPr/>
        </p:nvSpPr>
        <p:spPr>
          <a:xfrm>
            <a:off x="2591750" y="3347173"/>
            <a:ext cx="1980247" cy="10618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DDS to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C83517B-71D7-17F8-965D-6A595041BD17}"/>
              </a:ext>
            </a:extLst>
          </p:cNvPr>
          <p:cNvSpPr/>
          <p:nvPr/>
        </p:nvSpPr>
        <p:spPr>
          <a:xfrm>
            <a:off x="4930353" y="3347173"/>
            <a:ext cx="2136079" cy="10618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993E46B6-84B4-BF25-94C1-04009347512F}"/>
              </a:ext>
            </a:extLst>
          </p:cNvPr>
          <p:cNvSpPr/>
          <p:nvPr/>
        </p:nvSpPr>
        <p:spPr>
          <a:xfrm>
            <a:off x="1961800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59D3B04-CACA-5C8E-0766-E6A6D670208B}"/>
              </a:ext>
            </a:extLst>
          </p:cNvPr>
          <p:cNvSpPr/>
          <p:nvPr/>
        </p:nvSpPr>
        <p:spPr>
          <a:xfrm>
            <a:off x="4300403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BF1286A-52A4-8834-0148-5048E7797093}"/>
              </a:ext>
            </a:extLst>
          </p:cNvPr>
          <p:cNvSpPr/>
          <p:nvPr/>
        </p:nvSpPr>
        <p:spPr>
          <a:xfrm>
            <a:off x="6794838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E6EA12F-6A65-D4E3-7659-6B09CDAC956C}"/>
              </a:ext>
            </a:extLst>
          </p:cNvPr>
          <p:cNvSpPr/>
          <p:nvPr/>
        </p:nvSpPr>
        <p:spPr>
          <a:xfrm>
            <a:off x="515448" y="1516802"/>
            <a:ext cx="2136079" cy="10618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A6A04B-225C-D7FA-5ECA-CEE9768B77A3}"/>
              </a:ext>
            </a:extLst>
          </p:cNvPr>
          <p:cNvSpPr/>
          <p:nvPr/>
        </p:nvSpPr>
        <p:spPr>
          <a:xfrm>
            <a:off x="3009883" y="1516802"/>
            <a:ext cx="1224115" cy="106188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F6733F96-5949-56B2-94DD-D244B440D3A7}"/>
              </a:ext>
            </a:extLst>
          </p:cNvPr>
          <p:cNvSpPr/>
          <p:nvPr/>
        </p:nvSpPr>
        <p:spPr>
          <a:xfrm>
            <a:off x="2379933" y="169600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7839D7-43E7-61FB-2A7D-38F09CE11F4C}"/>
              </a:ext>
            </a:extLst>
          </p:cNvPr>
          <p:cNvSpPr txBox="1"/>
          <p:nvPr/>
        </p:nvSpPr>
        <p:spPr>
          <a:xfrm>
            <a:off x="4592354" y="1592062"/>
            <a:ext cx="306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PX4: </a:t>
            </a:r>
            <a:r>
              <a:rPr lang="ko-KR" alt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제어 펌웨어</a:t>
            </a:r>
            <a:endParaRPr lang="en-US" altLang="ko-K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UAV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protocl</a:t>
            </a:r>
            <a:endParaRPr lang="en-US" altLang="ko-K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MAVROS: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DDS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변환</a:t>
            </a:r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99C86CEC-DEBE-8F7B-61D3-81D4492B2C63}"/>
              </a:ext>
            </a:extLst>
          </p:cNvPr>
          <p:cNvSpPr/>
          <p:nvPr/>
        </p:nvSpPr>
        <p:spPr>
          <a:xfrm rot="16200000">
            <a:off x="2355387" y="2584479"/>
            <a:ext cx="385114" cy="4217917"/>
          </a:xfrm>
          <a:prstGeom prst="leftBrace">
            <a:avLst/>
          </a:prstGeom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39DE7F-0266-44B3-03F5-D23C5029C9ED}"/>
              </a:ext>
            </a:extLst>
          </p:cNvPr>
          <p:cNvSpPr txBox="1"/>
          <p:nvPr/>
        </p:nvSpPr>
        <p:spPr>
          <a:xfrm>
            <a:off x="2050626" y="4951731"/>
            <a:ext cx="170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발생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483112-8354-18F3-33A4-8C713B368330}"/>
              </a:ext>
            </a:extLst>
          </p:cNvPr>
          <p:cNvSpPr/>
          <p:nvPr/>
        </p:nvSpPr>
        <p:spPr>
          <a:xfrm>
            <a:off x="7424788" y="3347173"/>
            <a:ext cx="1224115" cy="106188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2E23-BF7E-C6FB-7B83-D2610757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08A8C8B-65B3-C310-93E4-19677FC41F4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vs Service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8206D70-57DE-6E11-B44B-E5D5E6FC7B3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016219-716F-7D1B-A1F4-ADFA74DDC2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2F8EA54-2046-E6F8-1681-56A9802D5DA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Node 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1F98FD-CF8A-A4A4-C05C-CA837D9FE8A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4541B1-1AA0-1F13-C89A-0D0F9BF99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312366"/>
              </p:ext>
            </p:extLst>
          </p:nvPr>
        </p:nvGraphicFramePr>
        <p:xfrm>
          <a:off x="629698" y="1558180"/>
          <a:ext cx="632924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747">
                  <a:extLst>
                    <a:ext uri="{9D8B030D-6E8A-4147-A177-3AD203B41FA5}">
                      <a16:colId xmlns:a16="http://schemas.microsoft.com/office/drawing/2014/main" val="3697497788"/>
                    </a:ext>
                  </a:extLst>
                </a:gridCol>
                <a:gridCol w="2109747">
                  <a:extLst>
                    <a:ext uri="{9D8B030D-6E8A-4147-A177-3AD203B41FA5}">
                      <a16:colId xmlns:a16="http://schemas.microsoft.com/office/drawing/2014/main" val="3675343210"/>
                    </a:ext>
                  </a:extLst>
                </a:gridCol>
                <a:gridCol w="2109747">
                  <a:extLst>
                    <a:ext uri="{9D8B030D-6E8A-4147-A177-3AD203B41FA5}">
                      <a16:colId xmlns:a16="http://schemas.microsoft.com/office/drawing/2014/main" val="3107816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74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Publisher-Subscriber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Request-Response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76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지속적인 데이터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일회성 명령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80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목적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 (by user)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218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활용 예시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센서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위치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상태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작업 명령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91911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A8C7239-0C5C-543F-8275-2A2610614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01" y="3570086"/>
            <a:ext cx="4886712" cy="274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99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E397-0274-5669-5FA9-FE6A2BA8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F509898-A04D-F9E7-900A-E2EE1CD17B2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DCC73EB-F230-E38D-2CA9-9820FF6D8F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CEE338F-7546-C59D-5838-AEE12F88746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Background(Offboarding Mechanism)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BBBA97-F5F6-16A2-C5DA-300207657A0A}"/>
              </a:ext>
            </a:extLst>
          </p:cNvPr>
          <p:cNvSpPr/>
          <p:nvPr/>
        </p:nvSpPr>
        <p:spPr>
          <a:xfrm>
            <a:off x="45993" y="902427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96E70F2-9F24-D08C-31AB-787747167E5B}"/>
              </a:ext>
            </a:extLst>
          </p:cNvPr>
          <p:cNvGrpSpPr/>
          <p:nvPr/>
        </p:nvGrpSpPr>
        <p:grpSpPr>
          <a:xfrm>
            <a:off x="391886" y="1413172"/>
            <a:ext cx="8100604" cy="4968582"/>
            <a:chOff x="519301" y="1091492"/>
            <a:chExt cx="8355026" cy="522433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662D1C68-265A-356D-6398-AF109CB3679D}"/>
                </a:ext>
              </a:extLst>
            </p:cNvPr>
            <p:cNvSpPr/>
            <p:nvPr/>
          </p:nvSpPr>
          <p:spPr>
            <a:xfrm>
              <a:off x="702210" y="1800444"/>
              <a:ext cx="1739774" cy="652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1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/arming</a:t>
              </a:r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B7D13C57-9F5A-5A85-592B-A6529DB92B87}"/>
                </a:ext>
              </a:extLst>
            </p:cNvPr>
            <p:cNvSpPr/>
            <p:nvPr/>
          </p:nvSpPr>
          <p:spPr>
            <a:xfrm>
              <a:off x="702210" y="2648597"/>
              <a:ext cx="1739774" cy="652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2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/takeoff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F6F8863-9861-76AB-316B-6F1E9C92022A}"/>
                </a:ext>
              </a:extLst>
            </p:cNvPr>
            <p:cNvSpPr/>
            <p:nvPr/>
          </p:nvSpPr>
          <p:spPr>
            <a:xfrm>
              <a:off x="702209" y="3496750"/>
              <a:ext cx="1739775" cy="652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3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set_mode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70713389-AAEF-1C8A-0562-C93282D160BA}"/>
                </a:ext>
              </a:extLst>
            </p:cNvPr>
            <p:cNvSpPr/>
            <p:nvPr/>
          </p:nvSpPr>
          <p:spPr>
            <a:xfrm>
              <a:off x="702210" y="4722542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set_posi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1FFB3E3D-203A-A94D-B483-36988D5A19E7}"/>
                </a:ext>
              </a:extLst>
            </p:cNvPr>
            <p:cNvSpPr/>
            <p:nvPr/>
          </p:nvSpPr>
          <p:spPr>
            <a:xfrm>
              <a:off x="702209" y="5570695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5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/battery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04E1A7C-13C3-DD37-620E-75B705DD4247}"/>
                </a:ext>
              </a:extLst>
            </p:cNvPr>
            <p:cNvSpPr/>
            <p:nvPr/>
          </p:nvSpPr>
          <p:spPr>
            <a:xfrm>
              <a:off x="519301" y="1468061"/>
              <a:ext cx="2073292" cy="27604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service call</a:t>
              </a: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102537E-CAE9-665F-B3E3-CC950BA6C3BB}"/>
                </a:ext>
              </a:extLst>
            </p:cNvPr>
            <p:cNvSpPr/>
            <p:nvPr/>
          </p:nvSpPr>
          <p:spPr>
            <a:xfrm>
              <a:off x="519301" y="4343143"/>
              <a:ext cx="2073292" cy="19726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pub</a:t>
              </a: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4758596-C53F-0D75-838B-48A71AE31112}"/>
                </a:ext>
              </a:extLst>
            </p:cNvPr>
            <p:cNvSpPr/>
            <p:nvPr/>
          </p:nvSpPr>
          <p:spPr>
            <a:xfrm>
              <a:off x="3683942" y="4284531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1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set_posi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연결선: 구부러짐 13">
              <a:extLst>
                <a:ext uri="{FF2B5EF4-FFF2-40B4-BE49-F238E27FC236}">
                  <a16:creationId xmlns:a16="http://schemas.microsoft.com/office/drawing/2014/main" id="{A0A498DE-DAE4-833C-707D-ABF648948450}"/>
                </a:ext>
              </a:extLst>
            </p:cNvPr>
            <p:cNvCxnSpPr>
              <a:cxnSpLocks/>
              <a:stCxn id="2" idx="3"/>
              <a:endCxn id="16" idx="1"/>
            </p:cNvCxnSpPr>
            <p:nvPr/>
          </p:nvCxnSpPr>
          <p:spPr>
            <a:xfrm flipV="1">
              <a:off x="2441984" y="1847666"/>
              <a:ext cx="3665393" cy="278878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DEB420D-49B0-97A9-1832-8A67732947A3}"/>
                </a:ext>
              </a:extLst>
            </p:cNvPr>
            <p:cNvSpPr/>
            <p:nvPr/>
          </p:nvSpPr>
          <p:spPr>
            <a:xfrm>
              <a:off x="6107377" y="1521566"/>
              <a:ext cx="1739775" cy="652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MAVROS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mavros_node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연결선: 구부러짐 18">
              <a:extLst>
                <a:ext uri="{FF2B5EF4-FFF2-40B4-BE49-F238E27FC236}">
                  <a16:creationId xmlns:a16="http://schemas.microsoft.com/office/drawing/2014/main" id="{D9B3871A-2C21-282E-8934-42A527C135A9}"/>
                </a:ext>
              </a:extLst>
            </p:cNvPr>
            <p:cNvCxnSpPr>
              <a:cxnSpLocks/>
              <a:stCxn id="3" idx="3"/>
              <a:endCxn id="16" idx="1"/>
            </p:cNvCxnSpPr>
            <p:nvPr/>
          </p:nvCxnSpPr>
          <p:spPr>
            <a:xfrm flipV="1">
              <a:off x="2441984" y="1847666"/>
              <a:ext cx="3665393" cy="1127031"/>
            </a:xfrm>
            <a:prstGeom prst="curved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연결선: 구부러짐 21">
              <a:extLst>
                <a:ext uri="{FF2B5EF4-FFF2-40B4-BE49-F238E27FC236}">
                  <a16:creationId xmlns:a16="http://schemas.microsoft.com/office/drawing/2014/main" id="{0EC299CE-8439-DFE6-17C7-C4B82804E03E}"/>
                </a:ext>
              </a:extLst>
            </p:cNvPr>
            <p:cNvCxnSpPr>
              <a:cxnSpLocks/>
              <a:stCxn id="4" idx="3"/>
              <a:endCxn id="16" idx="1"/>
            </p:cNvCxnSpPr>
            <p:nvPr/>
          </p:nvCxnSpPr>
          <p:spPr>
            <a:xfrm flipV="1">
              <a:off x="2441984" y="1847666"/>
              <a:ext cx="3665393" cy="1975184"/>
            </a:xfrm>
            <a:prstGeom prst="curved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구부러짐 27">
              <a:extLst>
                <a:ext uri="{FF2B5EF4-FFF2-40B4-BE49-F238E27FC236}">
                  <a16:creationId xmlns:a16="http://schemas.microsoft.com/office/drawing/2014/main" id="{4BF24A9E-392B-D9CA-0316-3356528FDC4B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 flipV="1">
              <a:off x="5423717" y="1847666"/>
              <a:ext cx="683660" cy="276296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연결선: 구부러짐 29">
              <a:extLst>
                <a:ext uri="{FF2B5EF4-FFF2-40B4-BE49-F238E27FC236}">
                  <a16:creationId xmlns:a16="http://schemas.microsoft.com/office/drawing/2014/main" id="{2208E99C-5C9A-C373-F943-91C6718813C1}"/>
                </a:ext>
              </a:extLst>
            </p:cNvPr>
            <p:cNvCxnSpPr>
              <a:cxnSpLocks/>
              <a:stCxn id="5" idx="3"/>
              <a:endCxn id="11" idx="1"/>
            </p:cNvCxnSpPr>
            <p:nvPr/>
          </p:nvCxnSpPr>
          <p:spPr>
            <a:xfrm flipV="1">
              <a:off x="2441985" y="4610631"/>
              <a:ext cx="1241957" cy="438011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D54F537-879B-4C22-D1E1-51732CEC8BD1}"/>
                </a:ext>
              </a:extLst>
            </p:cNvPr>
            <p:cNvSpPr/>
            <p:nvPr/>
          </p:nvSpPr>
          <p:spPr>
            <a:xfrm>
              <a:off x="6308807" y="4280444"/>
              <a:ext cx="1336915" cy="6522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PX4 SITL</a:t>
              </a:r>
            </a:p>
          </p:txBody>
        </p:sp>
        <p:cxnSp>
          <p:nvCxnSpPr>
            <p:cNvPr id="48" name="연결선: 구부러짐 47">
              <a:extLst>
                <a:ext uri="{FF2B5EF4-FFF2-40B4-BE49-F238E27FC236}">
                  <a16:creationId xmlns:a16="http://schemas.microsoft.com/office/drawing/2014/main" id="{9B4FD4C2-D300-20AC-8B4A-207AAF699671}"/>
                </a:ext>
              </a:extLst>
            </p:cNvPr>
            <p:cNvCxnSpPr>
              <a:cxnSpLocks/>
              <a:endCxn id="45" idx="1"/>
            </p:cNvCxnSpPr>
            <p:nvPr/>
          </p:nvCxnSpPr>
          <p:spPr>
            <a:xfrm rot="5400000">
              <a:off x="5315916" y="3166658"/>
              <a:ext cx="2432778" cy="446995"/>
            </a:xfrm>
            <a:prstGeom prst="curvedConnector4">
              <a:avLst>
                <a:gd name="adj1" fmla="val 43298"/>
                <a:gd name="adj2" fmla="val 15114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연결선: 구부러짐 51">
              <a:extLst>
                <a:ext uri="{FF2B5EF4-FFF2-40B4-BE49-F238E27FC236}">
                  <a16:creationId xmlns:a16="http://schemas.microsoft.com/office/drawing/2014/main" id="{7821DAE7-E224-8DF1-C177-F2EAF5CF5190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 flipV="1">
              <a:off x="7207624" y="2173766"/>
              <a:ext cx="438098" cy="2432778"/>
            </a:xfrm>
            <a:prstGeom prst="curvedConnector4">
              <a:avLst>
                <a:gd name="adj1" fmla="val -52180"/>
                <a:gd name="adj2" fmla="val 5670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구부러짐 57">
              <a:extLst>
                <a:ext uri="{FF2B5EF4-FFF2-40B4-BE49-F238E27FC236}">
                  <a16:creationId xmlns:a16="http://schemas.microsoft.com/office/drawing/2014/main" id="{DCD215C3-8E4F-BA31-406A-32CA607212E3}"/>
                </a:ext>
              </a:extLst>
            </p:cNvPr>
            <p:cNvCxnSpPr>
              <a:cxnSpLocks/>
              <a:stCxn id="16" idx="3"/>
              <a:endCxn id="63" idx="3"/>
            </p:cNvCxnSpPr>
            <p:nvPr/>
          </p:nvCxnSpPr>
          <p:spPr>
            <a:xfrm>
              <a:off x="7847152" y="1847666"/>
              <a:ext cx="334228" cy="4050733"/>
            </a:xfrm>
            <a:prstGeom prst="curvedConnector3">
              <a:avLst>
                <a:gd name="adj1" fmla="val 16839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4266EB1B-9EE9-43AF-8C1A-FD5BCF1F6E2C}"/>
                </a:ext>
              </a:extLst>
            </p:cNvPr>
            <p:cNvSpPr/>
            <p:nvPr/>
          </p:nvSpPr>
          <p:spPr>
            <a:xfrm>
              <a:off x="6441605" y="5572299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2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/state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6DA2941-B175-D170-95E3-28ADE915D02E}"/>
                </a:ext>
              </a:extLst>
            </p:cNvPr>
            <p:cNvSpPr txBox="1"/>
            <p:nvPr/>
          </p:nvSpPr>
          <p:spPr>
            <a:xfrm>
              <a:off x="7183144" y="3417613"/>
              <a:ext cx="1048583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현재 </a:t>
              </a:r>
              <a:r>
                <a:rPr lang="ko-KR" altLang="en-US" sz="14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드론</a:t>
              </a:r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상태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47173D1-2189-96A7-BD72-2824F6F40700}"/>
                </a:ext>
              </a:extLst>
            </p:cNvPr>
            <p:cNvSpPr txBox="1"/>
            <p:nvPr/>
          </p:nvSpPr>
          <p:spPr>
            <a:xfrm>
              <a:off x="5940262" y="3202233"/>
              <a:ext cx="668459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x: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z: 5.0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DF28D5B-7680-5148-4782-5202AE9A2B2B}"/>
                </a:ext>
              </a:extLst>
            </p:cNvPr>
            <p:cNvSpPr txBox="1"/>
            <p:nvPr/>
          </p:nvSpPr>
          <p:spPr>
            <a:xfrm>
              <a:off x="2772615" y="4343143"/>
              <a:ext cx="668459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x: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z: 5.0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B130651-D8AC-6BA6-619E-4FDF51BE04CE}"/>
                </a:ext>
              </a:extLst>
            </p:cNvPr>
            <p:cNvSpPr txBox="1"/>
            <p:nvPr/>
          </p:nvSpPr>
          <p:spPr>
            <a:xfrm>
              <a:off x="2772615" y="5201415"/>
              <a:ext cx="2369066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keep-alive message</a:t>
              </a:r>
            </a:p>
            <a:p>
              <a:pPr algn="ctr"/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(offboard</a:t>
              </a:r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</a:t>
              </a:r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유지</a:t>
              </a:r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852D786-E250-CDEC-A4E1-C0BCFC793394}"/>
                </a:ext>
              </a:extLst>
            </p:cNvPr>
            <p:cNvSpPr txBox="1"/>
            <p:nvPr/>
          </p:nvSpPr>
          <p:spPr>
            <a:xfrm>
              <a:off x="519301" y="1091492"/>
              <a:ext cx="1051315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ROS 2</a:t>
              </a:r>
              <a:endParaRPr lang="ko-KR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43DC3D-12A0-92E9-865B-1538DC968F41}"/>
                </a:ext>
              </a:extLst>
            </p:cNvPr>
            <p:cNvSpPr txBox="1"/>
            <p:nvPr/>
          </p:nvSpPr>
          <p:spPr>
            <a:xfrm>
              <a:off x="7825744" y="4715406"/>
              <a:ext cx="1048583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현재 </a:t>
              </a:r>
              <a:r>
                <a:rPr lang="ko-KR" altLang="en-US" sz="14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드론</a:t>
              </a:r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상태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F3020D-71E0-50E3-BCE6-7314F34AE11E}"/>
                </a:ext>
              </a:extLst>
            </p:cNvPr>
            <p:cNvSpPr txBox="1"/>
            <p:nvPr/>
          </p:nvSpPr>
          <p:spPr>
            <a:xfrm>
              <a:off x="1857926" y="1315284"/>
              <a:ext cx="1583148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일회성 명령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CCAC6A-0D7A-B14B-6C92-FDCEC9FB8CC2}"/>
                </a:ext>
              </a:extLst>
            </p:cNvPr>
            <p:cNvSpPr txBox="1"/>
            <p:nvPr/>
          </p:nvSpPr>
          <p:spPr>
            <a:xfrm>
              <a:off x="1924032" y="4196583"/>
              <a:ext cx="169716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지속적인 명령</a:t>
              </a:r>
            </a:p>
          </p:txBody>
        </p:sp>
      </p:grpSp>
      <p:sp>
        <p:nvSpPr>
          <p:cNvPr id="21" name="TextBox 46">
            <a:extLst>
              <a:ext uri="{FF2B5EF4-FFF2-40B4-BE49-F238E27FC236}">
                <a16:creationId xmlns:a16="http://schemas.microsoft.com/office/drawing/2014/main" id="{E93DCBB9-CC2F-4CE3-2E48-E2FC30F4A680}"/>
              </a:ext>
            </a:extLst>
          </p:cNvPr>
          <p:cNvSpPr/>
          <p:nvPr/>
        </p:nvSpPr>
        <p:spPr>
          <a:xfrm>
            <a:off x="203760" y="897798"/>
            <a:ext cx="8852760" cy="4963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통신 구조</a:t>
            </a:r>
            <a:endParaRPr lang="en-US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761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9D03B5C-CABC-2A11-3EE2-3821BB20A515}"/>
              </a:ext>
            </a:extLst>
          </p:cNvPr>
          <p:cNvSpPr/>
          <p:nvPr/>
        </p:nvSpPr>
        <p:spPr>
          <a:xfrm>
            <a:off x="2682912" y="1616024"/>
            <a:ext cx="4672482" cy="4503427"/>
          </a:xfrm>
          <a:prstGeom prst="roundRect">
            <a:avLst>
              <a:gd name="adj" fmla="val 4175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Node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Node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Node 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E269428-9A64-9AC2-8C37-4986CD214047}"/>
              </a:ext>
            </a:extLst>
          </p:cNvPr>
          <p:cNvSpPr/>
          <p:nvPr/>
        </p:nvSpPr>
        <p:spPr>
          <a:xfrm>
            <a:off x="509135" y="1616025"/>
            <a:ext cx="1460077" cy="4503427"/>
          </a:xfrm>
          <a:prstGeom prst="roundRect">
            <a:avLst>
              <a:gd name="adj" fmla="val 634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1491DD-378F-203B-6E75-11A1616958AC}"/>
              </a:ext>
            </a:extLst>
          </p:cNvPr>
          <p:cNvSpPr/>
          <p:nvPr/>
        </p:nvSpPr>
        <p:spPr>
          <a:xfrm>
            <a:off x="7647637" y="2035552"/>
            <a:ext cx="1336915" cy="6522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75BE2CC-01D5-69F5-CB97-8E16AD03861E}"/>
              </a:ext>
            </a:extLst>
          </p:cNvPr>
          <p:cNvSpPr/>
          <p:nvPr/>
        </p:nvSpPr>
        <p:spPr>
          <a:xfrm>
            <a:off x="715619" y="2048660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56F2AB8-B38D-0708-F25C-7DF67476F813}"/>
              </a:ext>
            </a:extLst>
          </p:cNvPr>
          <p:cNvCxnSpPr>
            <a:cxnSpLocks/>
            <a:stCxn id="46" idx="3"/>
            <a:endCxn id="103" idx="1"/>
          </p:cNvCxnSpPr>
          <p:nvPr/>
        </p:nvCxnSpPr>
        <p:spPr>
          <a:xfrm>
            <a:off x="1743883" y="2235321"/>
            <a:ext cx="1054920" cy="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D5663C8F-85ED-4A5A-787C-4C2919AF322D}"/>
              </a:ext>
            </a:extLst>
          </p:cNvPr>
          <p:cNvSpPr/>
          <p:nvPr/>
        </p:nvSpPr>
        <p:spPr>
          <a:xfrm>
            <a:off x="2798803" y="2052326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ECF8277-DD72-91DD-09D6-0274B69D50FD}"/>
              </a:ext>
            </a:extLst>
          </p:cNvPr>
          <p:cNvSpPr/>
          <p:nvPr/>
        </p:nvSpPr>
        <p:spPr>
          <a:xfrm>
            <a:off x="5483169" y="1708102"/>
            <a:ext cx="1571025" cy="4290770"/>
          </a:xfrm>
          <a:prstGeom prst="roundRect">
            <a:avLst>
              <a:gd name="adj" fmla="val 579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C879C97A-BBE1-DB67-089A-9A380883C835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757937" y="2361652"/>
            <a:ext cx="889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65E9C09-28F8-B2B9-CFB7-119F0E13021A}"/>
              </a:ext>
            </a:extLst>
          </p:cNvPr>
          <p:cNvSpPr/>
          <p:nvPr/>
        </p:nvSpPr>
        <p:spPr>
          <a:xfrm>
            <a:off x="715619" y="5591685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AA885A3-6519-CA4A-F7C5-EFB3C6EBB586}"/>
              </a:ext>
            </a:extLst>
          </p:cNvPr>
          <p:cNvCxnSpPr>
            <a:cxnSpLocks/>
            <a:stCxn id="52" idx="3"/>
            <a:endCxn id="79" idx="1"/>
          </p:cNvCxnSpPr>
          <p:nvPr/>
        </p:nvCxnSpPr>
        <p:spPr>
          <a:xfrm>
            <a:off x="1743883" y="5778346"/>
            <a:ext cx="1054920" cy="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5DC9673-B6E7-7FC1-E9C4-A7F682396733}"/>
              </a:ext>
            </a:extLst>
          </p:cNvPr>
          <p:cNvCxnSpPr>
            <a:cxnSpLocks/>
            <a:stCxn id="103" idx="3"/>
          </p:cNvCxnSpPr>
          <p:nvPr/>
        </p:nvCxnSpPr>
        <p:spPr>
          <a:xfrm>
            <a:off x="4258880" y="2238987"/>
            <a:ext cx="1609357" cy="144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A9E3D1A-3329-155F-D874-AF125E6907E6}"/>
              </a:ext>
            </a:extLst>
          </p:cNvPr>
          <p:cNvSpPr/>
          <p:nvPr/>
        </p:nvSpPr>
        <p:spPr>
          <a:xfrm>
            <a:off x="715619" y="2524381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89F86D97-670A-AD83-D291-F364097B0B82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>
            <a:off x="1743883" y="2711042"/>
            <a:ext cx="1054920" cy="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C609A60-5B92-C94E-33F1-28565409FBC1}"/>
              </a:ext>
            </a:extLst>
          </p:cNvPr>
          <p:cNvSpPr/>
          <p:nvPr/>
        </p:nvSpPr>
        <p:spPr>
          <a:xfrm>
            <a:off x="2798803" y="2527617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E3706F8-95BA-08C2-14DE-BF1043D5D3CC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4258880" y="2714278"/>
            <a:ext cx="1609357" cy="73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DAA4B0AA-147B-9EA2-3676-3E2FC0A124AC}"/>
              </a:ext>
            </a:extLst>
          </p:cNvPr>
          <p:cNvSpPr/>
          <p:nvPr/>
        </p:nvSpPr>
        <p:spPr>
          <a:xfrm>
            <a:off x="715619" y="300010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5D5E275-9E60-1C34-C66C-55B26C2A5807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1743883" y="3186763"/>
            <a:ext cx="1054920" cy="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7C154CD-350F-398E-C0C5-0800201FB4A1}"/>
              </a:ext>
            </a:extLst>
          </p:cNvPr>
          <p:cNvSpPr/>
          <p:nvPr/>
        </p:nvSpPr>
        <p:spPr>
          <a:xfrm>
            <a:off x="2798803" y="3002908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1ED7C796-6538-6F3D-0FD6-0B182CBB4C1A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4258880" y="3186763"/>
            <a:ext cx="1609357" cy="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2D54707-CF2A-31FF-6B11-D9DF7858F80F}"/>
              </a:ext>
            </a:extLst>
          </p:cNvPr>
          <p:cNvSpPr/>
          <p:nvPr/>
        </p:nvSpPr>
        <p:spPr>
          <a:xfrm>
            <a:off x="715619" y="3475823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463A5690-72F3-19E1-2649-AA4DC92C471D}"/>
              </a:ext>
            </a:extLst>
          </p:cNvPr>
          <p:cNvCxnSpPr>
            <a:cxnSpLocks/>
            <a:stCxn id="65" idx="3"/>
            <a:endCxn id="67" idx="1"/>
          </p:cNvCxnSpPr>
          <p:nvPr/>
        </p:nvCxnSpPr>
        <p:spPr>
          <a:xfrm>
            <a:off x="1743883" y="3662484"/>
            <a:ext cx="1054920" cy="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05243939-F0ED-9E83-349A-E084B402A87B}"/>
              </a:ext>
            </a:extLst>
          </p:cNvPr>
          <p:cNvSpPr/>
          <p:nvPr/>
        </p:nvSpPr>
        <p:spPr>
          <a:xfrm>
            <a:off x="2798803" y="3478199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37426BB-2A74-9239-EADC-3590E6FB9BE9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4258880" y="3495334"/>
            <a:ext cx="1609357" cy="16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791CDBBE-828C-85A1-CD6A-44F1D69ABF20}"/>
              </a:ext>
            </a:extLst>
          </p:cNvPr>
          <p:cNvSpPr/>
          <p:nvPr/>
        </p:nvSpPr>
        <p:spPr>
          <a:xfrm>
            <a:off x="2798803" y="5592346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522A5C34-CF33-D5E6-4EFB-CBB0E56F168C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4258880" y="4963269"/>
            <a:ext cx="1609357" cy="81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BD7075C5-FC0E-B472-CCA2-46D3E70F50D5}"/>
              </a:ext>
            </a:extLst>
          </p:cNvPr>
          <p:cNvSpPr/>
          <p:nvPr/>
        </p:nvSpPr>
        <p:spPr>
          <a:xfrm>
            <a:off x="715619" y="4164524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E4F94D7-B7CD-1D96-214B-F1B48C47871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>
            <a:off x="1743883" y="4351185"/>
            <a:ext cx="1054920" cy="1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FBF062D0-B180-CC56-8902-5D570B131EB6}"/>
              </a:ext>
            </a:extLst>
          </p:cNvPr>
          <p:cNvSpPr/>
          <p:nvPr/>
        </p:nvSpPr>
        <p:spPr>
          <a:xfrm>
            <a:off x="2798803" y="416647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5C1146DC-1182-29B1-DF43-F196D4726C40}"/>
              </a:ext>
            </a:extLst>
          </p:cNvPr>
          <p:cNvCxnSpPr>
            <a:cxnSpLocks/>
            <a:stCxn id="98" idx="3"/>
          </p:cNvCxnSpPr>
          <p:nvPr/>
        </p:nvCxnSpPr>
        <p:spPr>
          <a:xfrm flipV="1">
            <a:off x="4258880" y="3849145"/>
            <a:ext cx="1609357" cy="503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3BA70EAB-72C5-C9E4-567F-14872297B471}"/>
              </a:ext>
            </a:extLst>
          </p:cNvPr>
          <p:cNvSpPr/>
          <p:nvPr/>
        </p:nvSpPr>
        <p:spPr>
          <a:xfrm>
            <a:off x="715619" y="4640245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D37B3720-E78F-A3ED-4CD3-36077C942C8E}"/>
              </a:ext>
            </a:extLst>
          </p:cNvPr>
          <p:cNvCxnSpPr>
            <a:cxnSpLocks/>
            <a:stCxn id="100" idx="3"/>
            <a:endCxn id="117" idx="1"/>
          </p:cNvCxnSpPr>
          <p:nvPr/>
        </p:nvCxnSpPr>
        <p:spPr>
          <a:xfrm>
            <a:off x="1743883" y="4826906"/>
            <a:ext cx="1054920" cy="1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A19E642F-F796-DCD9-4393-31095AE831F0}"/>
              </a:ext>
            </a:extLst>
          </p:cNvPr>
          <p:cNvSpPr/>
          <p:nvPr/>
        </p:nvSpPr>
        <p:spPr>
          <a:xfrm>
            <a:off x="2798803" y="4641761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DE8828DC-0F79-973B-633F-65AF361D689C}"/>
              </a:ext>
            </a:extLst>
          </p:cNvPr>
          <p:cNvCxnSpPr>
            <a:cxnSpLocks/>
            <a:stCxn id="117" idx="3"/>
          </p:cNvCxnSpPr>
          <p:nvPr/>
        </p:nvCxnSpPr>
        <p:spPr>
          <a:xfrm flipV="1">
            <a:off x="4258880" y="4241034"/>
            <a:ext cx="1609357" cy="587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1B54E23B-F0B3-DA02-7BEE-943CC460008C}"/>
              </a:ext>
            </a:extLst>
          </p:cNvPr>
          <p:cNvSpPr/>
          <p:nvPr/>
        </p:nvSpPr>
        <p:spPr>
          <a:xfrm>
            <a:off x="715619" y="5115966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174EB8E2-9D65-5AA1-8F21-49BFB86DB3A1}"/>
              </a:ext>
            </a:extLst>
          </p:cNvPr>
          <p:cNvCxnSpPr>
            <a:cxnSpLocks/>
            <a:stCxn id="119" idx="3"/>
            <a:endCxn id="121" idx="1"/>
          </p:cNvCxnSpPr>
          <p:nvPr/>
        </p:nvCxnSpPr>
        <p:spPr>
          <a:xfrm>
            <a:off x="1743883" y="5302627"/>
            <a:ext cx="1054920" cy="1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FD217749-81BE-4CF6-3FE8-8C41BD265D57}"/>
              </a:ext>
            </a:extLst>
          </p:cNvPr>
          <p:cNvSpPr/>
          <p:nvPr/>
        </p:nvSpPr>
        <p:spPr>
          <a:xfrm>
            <a:off x="2798803" y="5117052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0B7132C4-49A9-B14C-33B9-5636A586DA0E}"/>
              </a:ext>
            </a:extLst>
          </p:cNvPr>
          <p:cNvCxnSpPr>
            <a:cxnSpLocks/>
            <a:stCxn id="121" idx="3"/>
          </p:cNvCxnSpPr>
          <p:nvPr/>
        </p:nvCxnSpPr>
        <p:spPr>
          <a:xfrm flipV="1">
            <a:off x="4258880" y="4590233"/>
            <a:ext cx="1609357" cy="713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" name="표 142">
            <a:extLst>
              <a:ext uri="{FF2B5EF4-FFF2-40B4-BE49-F238E27FC236}">
                <a16:creationId xmlns:a16="http://schemas.microsoft.com/office/drawing/2014/main" id="{4C347623-A329-B838-4926-A91A2CCF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247070"/>
              </p:ext>
            </p:extLst>
          </p:nvPr>
        </p:nvGraphicFramePr>
        <p:xfrm>
          <a:off x="5745148" y="2199920"/>
          <a:ext cx="101278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789">
                  <a:extLst>
                    <a:ext uri="{9D8B030D-6E8A-4147-A177-3AD203B41FA5}">
                      <a16:colId xmlns:a16="http://schemas.microsoft.com/office/drawing/2014/main" val="1055588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98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287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550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23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2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507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4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813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136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98931"/>
                  </a:ext>
                </a:extLst>
              </a:tr>
            </a:tbl>
          </a:graphicData>
        </a:graphic>
      </p:graphicFrame>
      <p:sp>
        <p:nvSpPr>
          <p:cNvPr id="155" name="TextBox 154">
            <a:extLst>
              <a:ext uri="{FF2B5EF4-FFF2-40B4-BE49-F238E27FC236}">
                <a16:creationId xmlns:a16="http://schemas.microsoft.com/office/drawing/2014/main" id="{DCC8E702-0679-3D4F-3F25-A132A8313458}"/>
              </a:ext>
            </a:extLst>
          </p:cNvPr>
          <p:cNvSpPr txBox="1"/>
          <p:nvPr/>
        </p:nvSpPr>
        <p:spPr>
          <a:xfrm>
            <a:off x="392640" y="4905564"/>
            <a:ext cx="169716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지속적인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6DD053C-F189-9777-338A-A518E01F62A7}"/>
              </a:ext>
            </a:extLst>
          </p:cNvPr>
          <p:cNvSpPr txBox="1"/>
          <p:nvPr/>
        </p:nvSpPr>
        <p:spPr>
          <a:xfrm>
            <a:off x="438177" y="2753252"/>
            <a:ext cx="158314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일회성 명령</a:t>
            </a:r>
          </a:p>
        </p:txBody>
      </p:sp>
    </p:spTree>
    <p:extLst>
      <p:ext uri="{BB962C8B-B14F-4D97-AF65-F5344CB8AC3E}">
        <p14:creationId xmlns:p14="http://schemas.microsoft.com/office/powerpoint/2010/main" val="61601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C3BC-3CA2-B600-15F1-AB6911DF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31AB5EA-11F3-13A3-AF93-6AB9B8FD17FB}"/>
              </a:ext>
            </a:extLst>
          </p:cNvPr>
          <p:cNvSpPr txBox="1"/>
          <p:nvPr/>
        </p:nvSpPr>
        <p:spPr>
          <a:xfrm>
            <a:off x="203699" y="998257"/>
            <a:ext cx="8686301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일회성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 → … →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지속적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 → … →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구현하기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낮추기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수정할 때마다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colcon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build…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B6B66EF-9F1B-E975-1AF5-24B3C568B2E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0E0FA00-7865-26CA-BAA2-8E28ABDA31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AC22EF8-5B7A-7F3E-2E5D-CD707B5308D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Node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E97613F-C78F-2EFC-9275-B7C33C92F5D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F9489-86B6-FA7C-C042-4738B42FAC01}"/>
              </a:ext>
            </a:extLst>
          </p:cNvPr>
          <p:cNvSpPr txBox="1"/>
          <p:nvPr/>
        </p:nvSpPr>
        <p:spPr>
          <a:xfrm>
            <a:off x="4880009" y="2974247"/>
            <a:ext cx="39059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 호출 순서대로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8B0232D-5703-661E-1829-D88EB110A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466954"/>
              </p:ext>
            </p:extLst>
          </p:nvPr>
        </p:nvGraphicFramePr>
        <p:xfrm>
          <a:off x="2066628" y="3876661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7283214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78368407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239528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20299849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1473413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5435771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27112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service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130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69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236B-CC15-C98E-93FF-A5D2C979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2E3A773-81C8-1A26-6B44-B25145EEDB8D}"/>
              </a:ext>
            </a:extLst>
          </p:cNvPr>
          <p:cNvSpPr txBox="1"/>
          <p:nvPr/>
        </p:nvSpPr>
        <p:spPr>
          <a:xfrm>
            <a:off x="203699" y="998257"/>
            <a:ext cx="8686301" cy="1421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MAVROS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범용성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vs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uXRCE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비교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목적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PX4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간의 통신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8026BE42-D959-C90C-A67E-C6988DD9ADD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E91DD02-9DB6-0324-698A-71C67F0CDD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EC75E25-0BBD-CEB3-63E5-C33131E7297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vs </a:t>
            </a:r>
            <a:r>
              <a:rPr lang="en-US" altLang="ko-KR" sz="3600" b="1" spc="-1" dirty="0" err="1">
                <a:solidFill>
                  <a:srgbClr val="002060"/>
                </a:solidFill>
                <a:latin typeface="Times New Roman"/>
                <a:ea typeface="DejaVu Sans"/>
              </a:rPr>
              <a:t>uXRCE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EA8295-E4CA-82FE-D690-938192A5236C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7F5F03E-5C99-AEFC-C968-C19670EA2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07223"/>
              </p:ext>
            </p:extLst>
          </p:nvPr>
        </p:nvGraphicFramePr>
        <p:xfrm>
          <a:off x="867486" y="2503312"/>
          <a:ext cx="735872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05">
                  <a:extLst>
                    <a:ext uri="{9D8B030D-6E8A-4147-A177-3AD203B41FA5}">
                      <a16:colId xmlns:a16="http://schemas.microsoft.com/office/drawing/2014/main" val="1291327978"/>
                    </a:ext>
                  </a:extLst>
                </a:gridCol>
                <a:gridCol w="3140560">
                  <a:extLst>
                    <a:ext uri="{9D8B030D-6E8A-4147-A177-3AD203B41FA5}">
                      <a16:colId xmlns:a16="http://schemas.microsoft.com/office/drawing/2014/main" val="245386074"/>
                    </a:ext>
                  </a:extLst>
                </a:gridCol>
                <a:gridCol w="3140560">
                  <a:extLst>
                    <a:ext uri="{9D8B030D-6E8A-4147-A177-3AD203B41FA5}">
                      <a16:colId xmlns:a16="http://schemas.microsoft.com/office/drawing/2014/main" val="3750353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MAVROS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uXRCE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942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구조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PX4 ↔ MAVROS ↔ ROS2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PX4 ↔ ROS2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750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지연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MAVLINK ↔ ROS2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낮음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9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자율주행 등 다양한 미션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제한적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개발 중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325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실시간성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낮음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높음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(RTPS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기반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177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안정성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높음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낮음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개발 중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641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통신 방식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MAVLINK ↔ ROS2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DDS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기반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075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특징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다른 관련 어플과의 연계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아직 개발단계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04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07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74753</TotalTime>
  <Words>506</Words>
  <Application>Microsoft Office PowerPoint</Application>
  <PresentationFormat>화면 슬라이드 쇼(4:3)</PresentationFormat>
  <Paragraphs>234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1442</cp:revision>
  <cp:lastPrinted>2021-08-19T05:10:09Z</cp:lastPrinted>
  <dcterms:created xsi:type="dcterms:W3CDTF">2020-05-28T10:10:30Z</dcterms:created>
  <dcterms:modified xsi:type="dcterms:W3CDTF">2025-07-10T03:50:40Z</dcterms:modified>
</cp:coreProperties>
</file>